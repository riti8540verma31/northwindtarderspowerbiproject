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38</c:v>
                </c:pt>
                <c:pt idx="2">
                  <c:v>55</c:v>
                </c:pt>
                <c:pt idx="3">
                  <c:v>78</c:v>
                </c:pt>
                <c:pt idx="4">
                  <c:v>62</c:v>
                </c:pt>
                <c:pt idx="5">
                  <c:v>58</c:v>
                </c:pt>
                <c:pt idx="6">
                  <c:v>65</c:v>
                </c:pt>
                <c:pt idx="7">
                  <c:v>71</c:v>
                </c:pt>
                <c:pt idx="8">
                  <c:v>60</c:v>
                </c:pt>
                <c:pt idx="9">
                  <c:v>85</c:v>
                </c:pt>
                <c:pt idx="10">
                  <c:v>72</c:v>
                </c:pt>
                <c:pt idx="11">
                  <c:v>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D65-4C13-BDD1-FED6B725B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BA-4EF4-8A45-9DA7C5A1C405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BA-4EF4-8A45-9DA7C5A1C405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BA-4EF4-8A45-9DA7C5A1C405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BA-4EF4-8A45-9DA7C5A1C40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DBA-4EF4-8A45-9DA7C5A1C405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DBA-4EF4-8A45-9DA7C5A1C405}"/>
              </c:ext>
            </c:extLst>
          </c:dPt>
          <c:dPt>
            <c:idx val="6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DBA-4EF4-8A45-9DA7C5A1C405}"/>
              </c:ext>
            </c:extLst>
          </c:dPt>
          <c:dPt>
            <c:idx val="7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DBA-4EF4-8A45-9DA7C5A1C4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Beverages</c:v>
                </c:pt>
                <c:pt idx="1">
                  <c:v>Dairy</c:v>
                </c:pt>
                <c:pt idx="2">
                  <c:v>Meat</c:v>
                </c:pt>
                <c:pt idx="3">
                  <c:v>Seafood</c:v>
                </c:pt>
                <c:pt idx="4">
                  <c:v>Confections</c:v>
                </c:pt>
                <c:pt idx="5">
                  <c:v>Condiments</c:v>
                </c:pt>
                <c:pt idx="6">
                  <c:v>Produce</c:v>
                </c:pt>
                <c:pt idx="7">
                  <c:v>Grains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286526</c:v>
                </c:pt>
                <c:pt idx="1">
                  <c:v>251330</c:v>
                </c:pt>
                <c:pt idx="2">
                  <c:v>226507</c:v>
                </c:pt>
                <c:pt idx="3">
                  <c:v>141623</c:v>
                </c:pt>
                <c:pt idx="4">
                  <c:v>177099</c:v>
                </c:pt>
                <c:pt idx="5">
                  <c:v>113694</c:v>
                </c:pt>
                <c:pt idx="6">
                  <c:v>105269</c:v>
                </c:pt>
                <c:pt idx="7">
                  <c:v>100627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DBA-4EF4-8A45-9DA7C5A1C4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QUICK-Stop</c:v>
                </c:pt>
                <c:pt idx="1">
                  <c:v>Ernst Handel</c:v>
                </c:pt>
                <c:pt idx="2">
                  <c:v>Save-a-lot</c:v>
                </c:pt>
                <c:pt idx="3">
                  <c:v>Rattlesnake</c:v>
                </c:pt>
                <c:pt idx="4">
                  <c:v>Hungry Owl</c:v>
                </c:pt>
                <c:pt idx="5">
                  <c:v>Hanari Carnes</c:v>
                </c:pt>
                <c:pt idx="6">
                  <c:v>HILARION</c:v>
                </c:pt>
                <c:pt idx="7">
                  <c:v>Berglunds</c:v>
                </c:pt>
                <c:pt idx="8">
                  <c:v>Bon app</c:v>
                </c:pt>
                <c:pt idx="9">
                  <c:v>Folk Och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117483</c:v>
                </c:pt>
                <c:pt idx="1">
                  <c:v>115671</c:v>
                </c:pt>
                <c:pt idx="2">
                  <c:v>115040</c:v>
                </c:pt>
                <c:pt idx="3">
                  <c:v>87489</c:v>
                </c:pt>
                <c:pt idx="4">
                  <c:v>81647</c:v>
                </c:pt>
                <c:pt idx="5">
                  <c:v>74975</c:v>
                </c:pt>
                <c:pt idx="6">
                  <c:v>74930</c:v>
                </c:pt>
                <c:pt idx="7">
                  <c:v>73078</c:v>
                </c:pt>
                <c:pt idx="8">
                  <c:v>61478</c:v>
                </c:pt>
                <c:pt idx="9">
                  <c:v>56477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B-48D7-A124-0E4BBAFFD5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Côte de Blaye</c:v>
                </c:pt>
                <c:pt idx="1">
                  <c:v>Thüringer</c:v>
                </c:pt>
                <c:pt idx="2">
                  <c:v>Raclette</c:v>
                </c:pt>
                <c:pt idx="3">
                  <c:v>Camembert</c:v>
                </c:pt>
                <c:pt idx="4">
                  <c:v>Manjimup</c:v>
                </c:pt>
                <c:pt idx="5">
                  <c:v>Alice Mutton</c:v>
                </c:pt>
                <c:pt idx="6">
                  <c:v>Carnarvon</c:v>
                </c:pt>
                <c:pt idx="7">
                  <c:v>Rössle Sauer</c:v>
                </c:pt>
                <c:pt idx="8">
                  <c:v>Perth Pasties</c:v>
                </c:pt>
                <c:pt idx="9">
                  <c:v>Sir Rodney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149984</c:v>
                </c:pt>
                <c:pt idx="1">
                  <c:v>87736</c:v>
                </c:pt>
                <c:pt idx="2">
                  <c:v>78349</c:v>
                </c:pt>
                <c:pt idx="3">
                  <c:v>54499</c:v>
                </c:pt>
                <c:pt idx="4">
                  <c:v>52214</c:v>
                </c:pt>
                <c:pt idx="5">
                  <c:v>44023</c:v>
                </c:pt>
                <c:pt idx="6">
                  <c:v>43038</c:v>
                </c:pt>
                <c:pt idx="7">
                  <c:v>40366</c:v>
                </c:pt>
                <c:pt idx="8">
                  <c:v>36015</c:v>
                </c:pt>
                <c:pt idx="9">
                  <c:v>33818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9-436D-B8B6-652C8D0212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M. Peacock</c:v>
                </c:pt>
                <c:pt idx="1">
                  <c:v>J. Leverling</c:v>
                </c:pt>
                <c:pt idx="2">
                  <c:v>R. Davolio</c:v>
                </c:pt>
                <c:pt idx="3">
                  <c:v>A. Fuller</c:v>
                </c:pt>
                <c:pt idx="4">
                  <c:v>L. Callahan</c:v>
                </c:pt>
                <c:pt idx="5">
                  <c:v>A. Dodsworth</c:v>
                </c:pt>
                <c:pt idx="6">
                  <c:v>S. Buchanan</c:v>
                </c:pt>
                <c:pt idx="7">
                  <c:v>M. Suyama</c:v>
                </c:pt>
                <c:pt idx="8">
                  <c:v>R. King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156</c:v>
                </c:pt>
                <c:pt idx="1">
                  <c:v>127</c:v>
                </c:pt>
                <c:pt idx="2">
                  <c:v>123</c:v>
                </c:pt>
                <c:pt idx="3">
                  <c:v>107</c:v>
                </c:pt>
                <c:pt idx="4">
                  <c:v>104</c:v>
                </c:pt>
                <c:pt idx="5">
                  <c:v>84</c:v>
                </c:pt>
                <c:pt idx="6">
                  <c:v>81</c:v>
                </c:pt>
                <c:pt idx="7">
                  <c:v>77</c:v>
                </c:pt>
                <c:pt idx="8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C7-4BE0-8434-79D580965B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Freight ($)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41-40CE-958B-9E849582EE6E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41-40CE-958B-9E849582EE6E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41-40CE-958B-9E849582EE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Federal Shipping</c:v>
                </c:pt>
                <c:pt idx="1">
                  <c:v>Speedy Express</c:v>
                </c:pt>
                <c:pt idx="2">
                  <c:v>United Package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68.05</c:v>
                </c:pt>
                <c:pt idx="1">
                  <c:v>78.680000000000007</c:v>
                </c:pt>
                <c:pt idx="2">
                  <c:v>88.27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41-40CE-958B-9E849582EE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USA</cx:pt>
          <cx:pt idx="1">Germany</cx:pt>
          <cx:pt idx="2">UK</cx:pt>
          <cx:pt idx="3">France</cx:pt>
          <cx:pt idx="4">Japan</cx:pt>
          <cx:pt idx="5">Australia</cx:pt>
          <cx:pt idx="6">Italy</cx:pt>
          <cx:pt idx="7">Canada</cx:pt>
        </cx:lvl>
      </cx:strDim>
      <cx:numDim type="colorVal">
        <cx:f>Sheet1!$B$2:$B$9</cx:f>
        <cx:lvl ptCount="8" formatCode="General">
          <cx:pt idx="0">8</cx:pt>
          <cx:pt idx="1">5</cx:pt>
          <cx:pt idx="2">3</cx:pt>
          <cx:pt idx="3">3</cx:pt>
          <cx:pt idx="4">2</cx:pt>
          <cx:pt idx="5">2</cx:pt>
          <cx:pt idx="6">2</cx:pt>
          <cx:pt idx="7">1</cx:pt>
        </cx:lvl>
      </cx:numDim>
    </cx:data>
  </cx:chartData>
  <cx:chart>
    <cx:title pos="t" align="ctr" overlay="0"/>
    <cx:plotArea>
      <cx:plotAreaRegion>
        <cx:series layoutId="regionMap" uniqueId="{B79CE593-717E-43DB-B922-2FF7FAE0EE97}">
          <cx:tx>
            <cx:txData>
              <cx:f>Sheet1!$B$1</cx:f>
              <cx:v>Suppliers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7HpZj902tvVfCfL8yREHUWSjc4GmhnNOzeUp5bwI5XKZGklJFElJv/7bFceBXTGcbtwG8nILKBcs
HYriHtda+/zzYf3HQ/94P/+wDr22/3hYf/6xXpbxHz/9ZB/qx+Hevhiah9lY83F58WCGn8zHj83D
408f5vvQaPUTjhH96aG+n5fH9cf/+Sc8TT2aC/NwvzRG37rHeXv5aF2/2O/c++atHx6M08vTcgVP
+vnHN+c//vCol2bZXm/j488/fnX7xx9+ev6QP234Qw/vtLgPsDYhLwQlnGAiPv3wH3/ojVa/347w
iySJE0bjJP70gz/vfXU/wPo3ulkeP/xwDgb4YIbP9771Xr+91f2HD/OjtT/8/vfP6786y59vN9Zk
n4yRmafXP8jfzvvT18b+n38+uwAWeHblC388N9df3fqTO17963vn/s/8QcSLJCZJSkn6yd7ka38I
8SJGnDAi6Cd/0c97f+WPV8v98mg/3/qP3fF5+be98fnuc2e8efX3O6Oc7/XD4/cO/p/5g7IXDFMe
C5x+5Qj8giacpIynv+eN+LznJz/89Xt8Ox8+r3tm+c+Xn5u8fPn3m/zwOA/3evt8/m8F239m8wS9
iAUSPGXxJ+N+bXoUvyA85nHK+acUQZ+3/mT6f+N9vm37PxY+M/4f159bPy/+fuuf3Y/3+rMB/ve2
JxDvCUVJkuLfA/ursEckfSFSljCcfN7zk9H/8jW+bfLflz0z+O9Xn5v77ObvN/e/nF3m+765/3z8
/73JI5y8SDGPKSfo2zanL6iIUUoI/S3gn8X7v/VK3zb/F0ufueCLO8/d8K83f78bsnt9/+G/6AMG
OCclgrPPOAdgzpcwSEBaxBzFPMHfhEF//T7fdsDndc+s//nyc9Nn//r7TX9a7vv/YrGn5EWCEwCZ
/FNwxxDdX1ge4ReIPZn891r/dPsT9v1Ud/7ybb5t99+XPTP771efW/30+u+3+u84+zP0+m/B//+D
m18zh/8Y+//b9Oc/hED/R8u+R9n+YLT5/XJf/EaFv/Dc9+/+VhCAmT9b+j1G/SnbTh9+/hFhaAx/
EOynR3xVjb5CQX98/vHeLrD0iWpz4HWAnMLjb1cwfiEIxTFFMfoEqbSZl/rnH2kCRZFAy+eckBiQ
LlQ9a9zTLRy/oBhDr4oxFyRmjP6hNdyYflNG/3H83///g3bDjWn0Yn/+kTzhtvHT557eL4XnA9AW
WBAUCx4zBFh7fLh/CXwePo7+n96sd5vv9A0gEHzOI1PJtquoZE28lmZFe5aui5ZuCW+4CFdtI6vt
ML+jjcn7hJ2aYC5cfM/6ScapexxXF6Soe2nZWTc0Zbn3+9VK9K92gYXNrcDVMWxpyHHc9dm+RkM+
2mHNVZxUWd+ktayGoGWatPe0ZZFM96gpgpoHSWmM5DgMSWb3vsm4qEnWZ5Vq+rt9q/dct/iD2rYh
q/jMJFfXVi3nTWseln2Oy2GLermTVBVqfIXjyWaupj5bZkFyEfAv3GwPFA/0KLq0vor6ui+s8f0v
ttXDJbHIHdt5OXQ37Q3j4rgIdbEPF4rOOe/ik9jPfadeRv3OD2mYRqln1Odxt0bFrtTdFKNdLuPK
5fAgTC3TcEb6Q4pPGxWZIGVbT9kuJN/og+v0WA51QmVsw1qsZNNZorWsqkKpU9BRlEdpm8jQGLkG
lpspyhh+aEXW+oyhmGi5r6SVzdoZOVmDjhr1xMl0IR/HaJ6v1e54XkWE3kVzdD8QWmVD2tGC2hhl
g9rbgyDDh9baSlpV4WKZiZEb3dUBxyvKaOXnTPsxKqvdPHi38nxXRhRT09ozu019vrJpkjNNQj5y
VstYx83lEGwogqE6F2jGWeXt9Hrp5/bacZse9pWueRf5+qLxM8/R0t2pKdg8jfr3vo8H2bW9KRdf
1Rn2rSv3yvd3jAoEdQENV8ZC2Lpx+rX3WyX1ptscTct2QcKaFkNl3iOKUOa29J3ulQUzcpMlk8BF
S/SapYurS9wnr8B5TaatUmcL9W2WTmw9piK93RKrs37sq2KiJs58splXVZeqw9qJNwmJu5IOi8mq
FiOpnKY5D8Ge7aGpbuKl4qWtN3quaVDvSEjSYtH7mk8aoSWbE7Hn8eCae8dUWmz+KchdR8/TSTMZ
9z2XRMdt4dRmzlqr05Mdqh5sYFkWTZxIOw0qc2GjF1U7cFmt8yprHI+yGR24L3SjNJFTMlKpL5p2
0omc58l/rETjLwdGQiOXPcVFFypTIBsHydOyQWXpQ/ASdXuVY7zW1xE4smi6uc55FCnZNbzOut20
ORZRWtoohXxF1Mo+ZTqz1VCX1Hhy7KudZwvdOonmbrrrazRJgXaRuXixB5z28zmy61ywlie9bDaH
c6iNITNm7kqwQyw12/vC1+uStUkPuze9O9UY2yyOmlWurlLFogw5rWLWWeRHlG1kqLJNESo736o8
Vf6NXscxazx5y6JQywWJ7YxyqGLzyn7pFowOq0Fp1qTNx5Qqmy8+uCwkcJzIbdd6HqOMRqopxDzQ
qzqFTKZahVyp0GfTLtoCIYFk0zB+2EzEcz+b6bI3PTnNot3yxK2QjWgdCuwrVHCBnayrvjnTRkOe
pGGQs1J7sQ2hk26C/NXd5OWmNiXZ0NyHKBGy61JzpuC4sovmreTxrI+46v1pcPs7TrnOWipUHvu9
zqN17sCjs8o5SUwxjzY9etyzcmpx/UlM/YSIvtE8QBr+U+sQiDHMoHshnoAE9mXriPTYTYHM+iYV
5HwQLk8gE+KR5yIa3lRMLZlB1emLfvqNPRH02683TRJBYE/BKALV+vmmXRi7eFpXdENNK/epzaql
hxLxYQlgGRTkYF/FpODpLYF8IjXLv7//n9olMEQOqh9jBPo2T6Exf3nmLUoFBEVKbuau/TVq2ruJ
UCfXhRy+vw/IuF8fE+imYAhRnKaExeyZbSukKzOlk7jxcSU38RDX19/f4BsH+XKDNH52kEEYPGHY
wJLL1l619LYd7r+/xRN0+ApagH4HQxEGfyhGHD/FzxfQImDMoqWh/MaFNKv9Od2DXOltTD+O9cP3
t/rzaZBIREI5SgVPYvp0/4utWvDX7pRvb7lYSh/ZV6LZ3s2Bv//+NuxPJ0ICjgMCGIAzCv9+vU0q
XNMMpG5u8fKS7G+VWiRyD/Wk/yKznh+HpklCE5EinLKUsyfQ+eVxtiSyaOOquUn7IcP9fdS86uhf
ZdKTh790D2wiGI5ZmgL3xgg9s5mns6oAsKob3XoZOye3+KYVt01/oWN/NqQu40mbtdXb79uQPBnp
632hO4N8C5sz+P0tw7/wVcPbbdvrtr1Z1bbKxXtzOZMOQUVOxwzHlSuGTVNpvYmLMIol8ywmv2IH
ebZE5g7HgUjjE5PhqU1uBz340xazx1UlzU1jxJClYkkPmsRpgXwyZjyCQmzrHQGwnYKSvAGYsbO5
k2PHSWFFUl1zjxbpqd1LNlTJ0eAkXH3/2M9Dh0LQYEAMOBFPmJ88S+hxEoNIELyiaS9r8jFyH5c1
zbYF/0XoQEA+RcfXBk4xlCkMP4hQzp7VqJaRNlbRlF6nHXZZrzXKcNo1xwW369Gso817aMt3uLV1
tkDuHoJtUSxxLSqwXUilRqq7BGSs/OSLtfWV3L1oyrGpHxJL2I2ohDur+7aqShbwuzhum8ytMLbK
p6ahp9n46iIFuAnsIOCruGnXzLphy2YeplzZhJ+rqU0X6Zw1+JTEfSh0j8KVN8vwuhbNeNjC2qus
JurjOq3DYddjG85SMtbFnHhA6S1fyzm4OFsD6XIVzW/2dfa1tINVWnpoxywTZg9n3U77kthhhAZc
Lznj47txFcnBj3jIxljAE/Aqrpq4HvJOzU1mVlZvMoYMlF1Yql9IPfSyFdt0ICmtL20/ATci3lzz
NZpepl1sCq0t/5V1zm5ZOlb1BeP79IZO63RZ04GdpUzNhbNa5J0Ofdngmr5vwKtnPNEuZ8F3h6Tn
6QdbLSFbbRrnagxxsQLryTaOVEEYj0+cA6aIFAnlzLeHoelaabV/l9aG5rRzSyF6zLJ+q6fD3Dgu
sapfxni8U7XuJLErK9tRt1ng7XqurIryZfJdkmOy+tJMPViqouNlbCNdLMxP2cq9zQBeMbkMtbg0
Pd2vpsbrckmmVrphhtect+k4qXE8uCZdAGLSUQJXc0fju7pAIwlZrRfl5BQZYIVLnF5OtOtPU4+B
CvCe36I0hg3aFbfHXS9v0RLP2RS1XWlJM0kcxZNUE19OaGjFOeodvUBziC9mFhLZ9cl+Bt1FHJKq
bkrm+xEIZcwBXouoLSM7cvrYuuQS0OEm9yFuZR935iXMuimEjKOPKWBOWtR8do922O8076vTyudw
tiWEXuyVbbLei/2lIWI6d4MOH5Xj7/2A5izuZlZaAcWG1ONagqGj62XZ9tsuJF3GFauPSIuu4GYl
15ytCHyakmtgSOzUppaUtWFWtukEME9NJNcJLBODeitW5cvNMp+ZZa1LgtLho4DxvRyT0GaDS0NR
Vys7BwTETzua+7Murmmmhm08aVODg9sdS7bQpLQt9ScN4ftydevQZDW15Hb2nmWx43uGomTIWOWr
DHjEWPR7spQi5ZHsO5tKuyUuQwrfzxTpQpOlASw/2qOLtxmuRxhAXjscgKyrx9T3sySG1DLhwybT
zlX53kz3fFt4oZP41rBd54lRy6lWzlxFq59OHa19wdWWHDvBxQmA5HYx7wiA6ojICTGt4MMszpFZ
9nyfWSPZ5kIr6b71uSbpkEHvCudiSme5IdeWSM2xNHMvgxmBgoxmyFo2IKB4W3M2WcpyV21nVQRK
wf3A3gDpuQJ0orKqaswFg2570ZER2CbVplTgQclbm7X6NQ9JLgZWqLV9guihKTzpPkDvfLUQtkRQ
MQ39Fat1zlPr3wS2Gal1hU60Nn1ZW95e701dHZthdhLZzZ4lXRoVLLT1aQbp5TiYajz027Rcum3c
sz4Qk4ceZp8ywgpoyNL723l0D9uAmjxUC78BEgc8k840H8mS5o1l5HKL1vZEFhNLSlx7dH0kitAr
I+MqrTOuZ5/3LBG1XJt1LJJhS16upovksLnLTcXsNC9QydASxfcRS+z5zldbjFBmD3O9TJkiVZq1
9QZ56kV9Mmwair4fxhIPypQxkGTJx87coADMemhIf9RMs0vvk72sp+nD3o7iQrRRdEaaGEhCIzpp
kBFnzlR3LhG/bn38LujdZKwZuUR905SJR0rqVT9gH7tsx3TPwsKhWHZ9937dBntc9WBu0RT84x7X
XZ0RR3EWM+df+3Fqz6EsTqfFVt1VOqLxWhnQVULXNodNNC+RS8di3Ps1q7boVRKQP2ql0tK4pDkB
5Ysz+6S+uLoVh3p3axFp05SObO3VPjeRDBHY1U2ReNdsei5Mq4bTJrbxSNmq3qF1SQtmuiAr7Nqb
wCJeNGM1ZWRbkdwT5a624IdsHWmzyQnXUabGdpI6GtPXYWQq601ljxY/tcEK6l2W8AAKWTQsd2jr
EiwbHgUo99Af5LasD4SBxfp4ZsfYke6VMC3vZdJvDTD6Kj7bpzW+WvobA2yyBUEmDQ92SOPX3Q60
bW4negDd5uUUm70kePMlqukuUR0etSFBBq3F2dwOJltBZLqkzjuoZ5PIOEtBRGvrx1G0EOJs5zKp
dHyMao3zIRp8Bo20uVlT8t40Vn3APkQ5sZW95mlr3rd2T1pZs6jJI7yOV2lLMJTvpD8MxNvTVmOU
RSi05yuPwXQOcIQz7YNb6UCK2SKS5AOz3W3N2Qa2C606dH5rsIROPuXx4prDgFt1swlPvdQ23ksD
GOPKAFQoUk36zC58kpOY00NvTVvGQ/0AdHyTdJ3wWRvRX8Js0KUx6n0Mh8gHZ0GQ2kCQ0rKt5sFJ
oS10yIqYV5SCQjU1PfRwPZopSyq23OrU1XJekvgKNUt/zmNVFzBk3Li0+yBkTN2IZDos9CyqU5Xb
NY1uTMUGCTFvb9fezVJV03hlNfR1zjub1zRWpXWxzQiphiI1vrkLAHFPw5MaY+YaHp3gX+NtUecx
MzybQDUsmsqgEgHwlt7XIZ+8mwtv248treb7OkGP4ek3JHMOgbOc1XYRLpsjLi4TFe5bBqouqlMn
e4774zpP/SPo0whwBYdkJfEDbet7E0h079MEl45yV0RdjF9vrOKZS/QGtS/a56u2i0CqrXzIe0HU
0dOhBXGSh6wRdZyFZrRZw7cosxM2hY19n/NZA9ywfrtxfXyvjGmDrNX8HpH9kSY6Oo0OzYuk0bpl
sUqb87XXTcEGECoD8+9Jn8KZ4wDFY6kjIFOLg5YZ+XDFepVIskHz3bBfdR6Nhh+EZ9dBbVcEpOAl
psVM387qjitRNIh7GYVUyeDpek03kBYqN36Mhv1xjqIFBBqrZIwIyyCdwzkgD1MOgnGgVgzLzQSX
2y722chSKzmbfUbFMhVJ2kaXLTCGfNomfQRc3F0aqDxXoIhruW4gqfg96Xtp4spk0camdyALxgCt
EjQf3KzCwYuqyYEQqHxoq610AqsTIQnKki7+VaOuP26t6zLXsOmMdMQdonEQZ9PCYuicCsyGOZak
2XjZr8l+oHvVybWvfdn07IG0i8tIrBvoh46dmyokB5RM9ZtIaC9HAgC+Wzp36uYGhDnQsiXbhbio
o/RqFv2eGb1Hb1W/0cKBEvu2QT2MCjSMJCZotSB/tbqtzxxnBBTHjcGrreuZGtCUTRPlLzcOShwm
0XrZ96vKDF0etLfVRXA7vWx6es8QwK9mQKvkww4goZmVOTa8dxKgksn3kY754tKuWLVLjmpgy/tt
1dXVivl0UW9jyPAwopczBVCLoPZD061P7WpuIeJoHlvBr1vuu5veAo5lq3mz1jOEjZ2xDG00n/RM
fhn5QouqHtZirvSHDcBSwUQDYQpywYFjEL3lbGuXm4Fu1/3EQF6mtpfx2PiiDtV2QmatbdbXE35r
KdlLQRFwGZBp58zCQOa8xl29Qp45W3bEz3nwc3XDeh8uvUrUJRS67einPjpWSTuXdPI9aK4gmqOx
cRC/feOg6lfLZTPNSpJ5ZKdum7CQKNY6lXQR00trSfIw6K4thpHWwFRG93rYYgpdc/KHIR35awOx
UnDkoSPRZHTgRJycjI1pFgFlOltEnByshTScEF3O4LsUHzRWrJg0zGyMwjW0mLrOV09UCSghKfSa
RLKCb8VklDYi33Z8rPa5z5rG0AKkxPFSJAQylrnCb/aqx0u2VbUH9X5qynXa3ncgI8i2HbejMuox
Gfh+KSzE/mJqcaqbpL7a1qSTQFoGmc6AJQn1UVkPepdrh1WGR4tzUKlrJUG/31+tTTNdV5UHoXrf
RMi9o/HRTUI9kH1dSkKW8TDtNYxkxqo99hvy7xtN9ksWG1XgLnbHqdfbDSf19rbVDT6bdr/lNNpb
KdQ2XUZVlJzmjU7n4+bFXc+m9k0UId9ACVxDXkdRd8BAvg4wOUuLRpCXSb0ZBTOVNci9SrqXBI3H
GSD6CHJJAhqABBpmDgDd6jP4tuLwto0ngHhWV3ce1OwS6qc+JMSGXNuKZEQ3ILCEaJNid5Nc6q0q
x3h/BXSMwcxqSyRYbmtgQCPq41bBsGFvULjXVrPCEWWvd20WSdDWnhoEfDlG6kFN4hUMaCK58sHK
KnTs2JM2ufTp1L5kEEsnVk3qQC30LwCq7RVN6Ho17QktEVnfNRa0fw3osqgd3g6CzWOx76AHeFTX
2RBgWAPEepBL0rOz0DibNwyAabyl5HJe0EfWjsMpQBofWLTzPDRoKGeomTmQ9dsGqXCqed3Ivg/z
OYvXrvQWweCy9vgihYleBky4vjKazbca9+QMaZ0UG3M6w4ahvLe9Ps4j+G9q14XKuvE7TCXcDsJz
2nRyN+LdWDePkYmtNGOSHIeIV6DSi1+XYfJZj+gvDCaPx2nTSMadsOeYNDWQT/EW6BaM6DwgKb/U
osDWU3DLhPLKa5PtFaEF3gG1M+qTU4ujMaPYQZHgBCpBA3bRtEG5SSmGYSeK87pmMF3cX0cNBlyW
QK9W8x4uW+FBAbOJOPNDwt7QJvhDokhyaMSOMzqZcKwcG7O2s+KwCtzKao/GgrsoebMuA851s6ss
BPQBpoZdNgpBL4a2f79VyXzy3eYzslfr9TKp9RB34dGlTlxtYzTlbSKeaqRZT2rQRNYzFPs6avW5
Iak4DngOhYJ8zuyWjgdetcCnasrPvEvpXdhImq8NTt5h4fhp66rhJRhOgcnX7mFao6ewGH6lnqxQ
r8gV5Am7MD3uyjiKlwIvSSJ7QkbpDCP5bICf1qOhmdN4yJ2xS+k4ELkJ5nrAS5ul8EtXZcq7HsY+
UGJwABK9LhEMf9LdZmvlvGR+eazMDDLR6FhuY4gHyhUvrBPuvApOHQXSS+4Ua8+MCl3JmzanIA1H
BtlTPGl8hMTImkBPMOZLrknXDa8jvrNsXMa3nZirgupRybHaGYzQm7acsIYToB7U2cSEIo0sPY0t
uqO1AsUAIFwp4i6R+9j5sh9qlq1dHC5HShl0KnzXzXNUxO1gYWJEwgEkYFyCeBrBBNrg9QBymJDU
6BqMCmz5FOLuqcBG+kBQ52HgD+Nfj6Haof4Jqda0ewKqU0F2C9PBECdXjV2ggBscgzyoAfljFZ1S
4z4Sm1i5za7L5z61hUV7LDs+sLzztHtpWsBQ6WT1oQ7bdIrCZg/WBH0cnFFHNnleeirmYhB+uYQj
6GJaaX9J64Au1mpd7tsWvYNh35LxdWmLhOotV2GIy5Y6QA11Sg/t1AN1r9R2BBUL2HtTwxBuV8OF
sPX42qjWXMcIfTQIyBOaOpcxD19ZWAKMpAVt9RHeU2RDhwGogIRa+GDmKzw6LZNU2Jtmtt15oO59
Cj9Q3kBB6XHTXQOP2WA4ztVVs+0dAKJoo6ep60ypoyCO3WjNuVpAdg4LfBmirsDcvZ3asxQP6Z1Q
Mb5fdrIV87o6udutgQEvSY9jC4nZ1mMKBTudootKVSob1wRUNSjMko7+DUctzvTU+tzOCz4quw2n
FKx0DUo55AFv50PcTuh2XDgMu3cbA8CsmkNgrSkiFLNSVU6UfuFW0pTAaSY6HtrduSNTvS+nhr+b
KF4OGnSxm2lr1kI0EylXDLG7wgD9uk0afzDVig4KPbUq4HZl2syogImoALbLqATYc+fn2RwxjNDl
ANwlG/RW3yqKzInAiPkShuQ2r0iYTvuKGUx7fV/yZYVvHtQwuazGpjtVfQcqRMu73G2YwhC2YUdF
YYhgBjcWEJNQFZcBleMGsoPm4/whVFP9KkpnnTMIVAlTNWikzZOIDHQxZNFMyr0GiSMc6mjMoZk1
mbXQPtxAZLCOHg3p8UXn+ynTKQIRYFQVoDml9fmQxLhUDt119RRnqq24BBHHySbsRoK0Usm6dqBh
Y6Elg5HtBY7xepbWZDhUQIWKMTXjBeaLlaKn+mDs1MmEMnO593HIl5R12cQ6dFPDNxaOQUFf3yP9
uKtuOEGhdaXRINjtg9vOWtqBprtUgCPU0h/AkdXRqyeumFiRj3sS3ZHe83z4/6Sda5OcONatfxER
ugASX4HMrMysW7putr8QtssGIS4CcdWvPyt7zjlTlXa4ot/3S8f0TE+TgJD2XutZ28JDUcrD5QBG
oT0o67HHrsDe7LwcHIMsyHau7XeI5wQKjPPiXMxoEWrj8tixMthKaGPJ6Gm6G31dJsMs4KOzykAY
7p9JBfRiRT+1WZcyiz3ii33OI/ppXvvYUn+OV8/MsUYFFVPfrEktozVBGzlA40P7XqErfqkdW64N
9x5DAXnQiowkJp8JzgfgATkRNeoMC2HKdT/8CtoBrD6xmUlH46Z0/f1Z408iK3FMM7H+nIuhhvxE
4G/xdi0TNer8StdjlXZ+571k6BiuWQ9tUukKJQOa+5gvxN/20Oo+lfqeNEdd+t53WS869nwbbXql
8WypCW8hZBaQsPByfe6tNwXVeutNstzZaBT7pRbjY1BkoIsUGY+LIv7O8nzYZkszJbrvetx5dTYf
hjXmUpk04qxLJiuwOsJRHedWeOlU8zwu/bD/rDQwkr6i/cPYNbJGQyyXxFR6vGkD5qVMa554Xsue
YcNMsRIoBOOm7XLYC00AubRWm6wGRBC1sR6q6n7x7Es/nV2A2XWJLtoJb3jur0UE4aSRc/+qTTTd
ZbTs7liLdlbUbN5Jp55Llw1HwDh93FZNaLCPLS1UelWKVEDE3TQMpY4/5u2T7zfsl58ROWClRHm8
ZB7QCgnZbQhactss0beVunDXlTOFMFWhLCS9TYNllUc6O5cybHi7kpXTdkZjn0B2JbH1Vr3lstHX
S8l+FGHFwZoFfI3XqaiBubgqX+Iwys1dPzb5l1G33u0YoMoaFscTkvUuxoeT3XO0jOiUK3qyZWiK
pBfQyyAi5GleTG0i/SU4Diqcb0E+2C1Cge7FYuneDcTUBZpEKUEYmZduakBa0N48+j1UI5jBmaEh
/AocNjxQ1TdZEranWTHfhSi4Yp7p6SornJcGVtGvMqrJL7SJXwKdzbfw38jXaHHlcxm2o4cja4oO
YS5VzJgoPnXQ4nbeTB59qvK44+gRjJBbGll+i4X3zG0r55TOY/1IRmNivzDVzo7O1ahNXb2rOliU
abtWRm6cMStKHayVumwha/ciuEOX+YoNcbzLuKJJswyf4CEWVxVOAoi7KBsmBlt2aiGPhXzg8RqU
YRoNvRf3pV+iJ65p2rlQX1eWvZJZVUe0l3B3umy664lCT9oZqH0WMmJW+Flsuvl7ANt0UwR1sRs5
nUxsKupdrzAfUgliLrVYKfflDBlhssGEXhoaAPUVaqqy59c1Wadv1OFc1n4efBdhRuA+1NNyp/rQ
2xhesAMCLRA4Kg90mwfN2kIY7ZO6wL5P14j8cvVMkyJi1Semq/JBdUX3FPrBcMN17XaoKqaU2mj4
MsAoZkJtqq8eXdyVVw7TviAdr+N5WWysyqzA6aTG7wOt/D005vm+IhLLUs48OmBHqhIt+uIlUtoc
uBuH44zzMelK16ZlIb2bdh3vF0uHKxY6lUr4XRs0Yz3EKa8s46Bt1qQ1jB/NZOzOyHJIDCcV6n8t
dnXTl8mYs3VJo2pen0YqSwbjDAJtLwqzB/0JAFEOdAdKVMbtyIfUtb386a3TsA3b7HxGo+di5780
qvV2kWpxvxy+mdHma8YHekVZ+bpw7Q5wCD8vkXuWZfsqPAKpeiwkH5Olq1rATX3QPskxemjbhQw7
LNVq53mAC+dlsEtCIBc8dx71X8uOrSodciavM11wlA/Qr1oV1jj0dX5tq5af1srV8Lc6cZBhvM7j
jZLM7Ihx3g1+k4u7pQRJyepOJ56QxY5rEI/WZTN6IqwXGP5lzofY6WXdDXhFuzDLpy9FycvrtTPd
rbawaBoKEkvVYZVyeIS3UDmc2ehwypuNhAuZ6qit4dlF3ksbeiKB4Own0OO6hOVtv1WwkLcTbeAj
FsSlfjYUG+kVxTEDKHQgRZ5fFRkUlHGUHToaoZN2prBdGo0VCT/k5LtiujLdikbGr/UnNGTg1jp/
2i5ROF8FFFW0n7FoU/q+2NZDlm/benKw5rEHjJUzqU8kvLm1dVf1xDPwhwxVf+5XyZRLnQjNeTzq
LEynGcrSwqVNxGtWn0rvy9SZFSd5Ae2NdyXa7aj/pbzImbjMfQaFmxF49ud6jTd5FeNtfPO7nrxC
5CYD/n1r/zD1jdyMY74kuq2GbaGHGZ1DTeKFFP3NkFUwoNaZpZ6cm62wIjiKRSyJHw4M9R9U8sWq
V/TaLJ1dCXDtXKTZqO5TlUO64PBoAJTBdSLD+k3SAm127RZUHdjhlYw14LNkGNfvM2UWcCMJIfbk
Dzj3/OfszAJDf9UveOr0R9TVA9SSDsSC5gr9WqlhaEKAwtb+owqFvudwmTb1UoWJjmj1aR2j4LMe
6uXZs8HQpdMCDTbKK5bayZq4NpONuwESstDh58C2PBYNuucozIu0YxM7usbTcaW8EtaNgBmJhmiC
0CNQpZdGkYTA0PnmrW1XbMvWEywdiG7SRS9f5wwfeOzKdthHNpxqlKqaxwuKkNuRT6AAUTgYRqEg
0rDfMjkPV17mBvyAcbqq8zk/gI71k7AR7PNa0YDEZeGjWInEfDd2Jkh5uBbHMOfkq1f5qJgCm7Xb
oFlYgjXH04WzcS/QvzwKtE9JkdfyuI4BiANJ25eox0oug3VN19AHxpqRLEUTYeOxmMtDTQyD8Qh6
1sGuTQaPi+3gc7rx5nbY4dcsu9Ub5TYkGXnpmw7yOMn8Q7n65qGS1H/M6wLVfjkOMMbzHO3y8D1b
7AigvKkTbYhJQRpOx8LYZlvSoQYgq4qD53y8j5KhaBJwrttYjX0wpMKs1aO3VuUrnEH5vcj8EjXA
Mv0yRrVbNPLzrl6ofijXLLqipFPfF62h4vfoZyC4zWgi62HjMqMfBZzSTzAZYalOHljgOGop0+BM
yd3IMpwDZAJQy51aT9DDYdUSO7J4zJRCRz+jLZh68OujqFElrnIXBKbbRiMnGwntY9xQj69HSIMu
nQoB0270123Aq1teNtPd4pkArDp/rUVDUClCv555Mxy5q8u9g7ILG6o9wzde8IOMNeRNIwhkweD7
qj2yEcXserDz5GeBuj+eVy9POGvFVtRt7EgTF9OcTCoI46lmBbrVBRz+4EH8afOsfCiwcD7pai5f
ocyN4zYwTt3DVARpi89lN40teJmuytMKS7xIIsrWuOV9cVvB1IMM78i+qiCT07aKrvC07anpJlbH
cmT3inAYlCa8m1D2nAI0bh0InGraZSM+VccAiqAIJhtGeLdvddVvaH/FvOCYK8QE9LziQylqs6Yh
J3bjqqGGOCpoB/IcnsW1ahh27K6oD3zM2ldfQEZfVo8fw5aFX4ppKUELVxZlx7l6Q5GyhREAw07k
ZAODODoMdPDTCVZTEfbemc9eu8T02E5MZCAK5kXSjNlPleNT91vO7uBNsC812q4g7R2Kd7tAQIHP
AXSgCpTfJ6Gc12djBnvFqA/RISQq29UFh2TfU+9WqxEglij6jTfYAA4WUPm2DfAsMr4Ou6Afql8T
9bPPmWXuVJYqfI50BtWqzD3ojgbOQyU+zbz0bYLS034El/3ODILlpSTAF+vDuBAXAGRH/JwMQd7d
K8FuBFzhcVGbYKyPQbfe+bx5GvLsKwGF0Jpp83eA7pKI9ZFSYXANJCBpkIPBBU1aLQ2Zx4pld2Sp
bnQ0pYM3bf9+CXYm496ScwEJAVMJCowUf8EN4n9/gybqcV2DPOy7W0ZzCmHGC8963DAfq34Aex7W
FuS77za5L+aYwTa/zQjRqWnQcHqlrX6Ok3To+aaCHKZ8DDbRsqirxR9g6JJ8vG/BenzFiQoZXbQo
AT54PWeG8LefHwkwT2HEOT+nht7+/IqR3iyi7m7hw8VTc2fnnRItSr9ngpXeMqzHwn4ARP/noby/
6hkkRScPKJsIHpxf3JuHRrw8DyCVDrd5aHsw/gKKo6YoSMAouPk7oZAuKt83SVPCOmJlcX5CoLdi
nNrQrRxKYGei5RHSTXCloG2fD6D5OeMCuQ0D3H9kZyG2qrEVQYHYejSvrkgQBLAFyqHeA8cIt1Qx
d72iY0qCAQUQDMYxdTWFQRPZfYU2M22YFyWwbp8nNjYpklAmxb16wBd6cdV6K2S/GjqCl0Mrb/rm
KVtEgCIHqaM2L5if+BQADyop7CDIx+yyxgE6M022qcZiOAo1tFslan07cEof1nHsb8WMVdq47lEv
2XCnKLHHhoNWkntqMrBBS97FGaCYK2MWL11m8wPHcRSPrLPPYvYAb+XLkPZgH9KSaLlnsj+gykTh
W6h2Pnh+9RNrVZ6KScIADyd3I2Td7QWN5s8Kgj5E3CkU23WlBqsR7dTqo+CNpxIBCyGjX2sVVAlw
Zy+dGa+2toEU0wXWPrTn7NcyTOVtBVTiZEyug+1Sa7dfezRpDeING76E9SGK1tzAUaTqESGhYOOP
3pKghPrBwi7cuzMltCLNdqgzGg7x0ggknbKFxxr/zE1Rrdig0AbgFFVLgGdbVXvPW8tPtjVjOgs6
bXhrgPrVNvspw6rYzP0d7fyNVED78+K4KgbnQtWIHZG5vV8h0f1kYQNBd4E3ZWIdQkXNHIhNa0Ox
B+uyXueMdduqqZrYeBFUGC/yE5x40DAkqtxjFI6vQLz5KSqF2VvhUBtTr7ylrq32jjOR1kNU79D2
4jhftUUMJyNeMjNbnUrbrhtiO3jKslsBl0xB5m9XCe0ypkE9HgcIfykdMmRbkC8Kq3iUK4T40P2Y
PPx3DdafjotZw1oQzPjb0bUoKQujDMT1YvzM5xDHj3B6N+i1PQbN8BXug3rK2wlCiQYl5AuW33YD
WdKy7NVNJwLI595EUjcP/DAXrWnjoOQklhVpT8b7stqXIVGMuR14TIRh+qJ4ktzce317rdA/THVW
3yg3gq0rqhQoXPvcFJZ/7ctcP+Sd7XYuyou9ofV8GOlY3Eazkdc4fKGO4Rc4OApVsKDKFuFRrYPZ
+DCUX1pAfU8NRwHh7FVP5x72WdnQjQIRDrdFLCci4IflTfalX5cfmeXmu9fLLCnp2Y2D1idvPVAZ
4DADDtssh/IAszUB9F3tIbbOByKKFc7PiL7ZNqPbEcQ6dn03ZjRmNi3ZpurTsJzYi5wAZ9Y+DtYY
5zyo8j5SMIgjL4DLF2V8C1+E3RTTmh/y0Hs1EYO/YJufOQid1FYgQ/ATsl8gUcx28fIJYFg/JmxF
RnEV3a91Qu8WFgIKcX6GOisiripjonQK2HxgOGHwqlUIuoyyR8nQyc7h8i1E+fNK+5wdci0UYnON
f+MVUX/0wrXZOO5311k7Txtj5+i6tRW646iz8RwgRbQyT0M9R6ip9g0E18GV+fXfz8nLozggCFuE
ElNC8Ncg5BdH8QzmHJVsy258N8k75eS68Vqdff1XV4mYDGBac04BzofAhs5E/ZtzZVG8q0xf2AcV
VMg1dQntJSZj/f907v1/Dqm38deLnAU0VRYCng0i3Ap4+fDiRgroDRzx1v4kphUm0GYCD45d5+8X
uSD/cRFchuJ0RM3C8bguLrJ0daYIm82JBPNmgOs4EfBtzzUor79f6J/kxJuTGFc6m3iIwQhEVEBz
XpzEjWmY1U7zU1hZjq+aHvoAmH0wgIJox/rubGyjcT1aC9rcLbcump/B4R7+/jPO9/PuVwBKxpoI
MC8DRI+Q53jC2/c2L+BBfIl+znSpN+gj1IgUfGaCMOLe6naTe9Au/t01zy8PNRtSWXiRKE4vKh8V
ZTYrMV/lPnDZcSjyXeCPh2oSZzeniXvYvA0O7n9/TUyGIixiiAMhyvL+Pl0/Z30eDvSeFYVYNkD0
3B3JGvWQ+0Z8H2Ron3oJzrVB7EF9cO33X+A/KSfkqXyBPDnF8jpPxXj7jMGLudWfCoWjWo3bfJm7
23Kd8g9CaO9XrsQIJsr8UHAfYTQUd+IiG241tYaQzt3D483T0a16p1XfbAnohIPHKv3BXb2vX8/X
40Ji8BDyfXiPKGLf3xWd80DCbahPbfECCNzNnyML6e+e2c+ZakBffpRgpO/7md+ueJmCA7lTFjNr
agTT+yyxfnndR2HcrcWrni0QAAPVCMbxwWvtsTbj6e8r6J9l+d9P5f9dHmEoia2BCXIRwVo5xvDJ
OYca1/WHbOk+jw6wHfyuSSmVTlMWooQDUL6a8BCO5aMHgeeDn/CnZ46yHXlKLjhClRfPXOme0wFi
0ol5/HbxhpupKuHVMPdLtu4z9vkkjIpvy9LftEuQBr0qY8igcKXKb6UXXvXlGRahyVLLhLL+CDDn
g+3zjz+QorFgHOsdMxHeL4pxypHfANF3qmpsbG6B9RFF8eDD2WwAE4ftmvbh8APc5AeHwx8XB4Qy
ej4i6HlHe39layzVflnVJw2M2q7o0JsoRkO3qYMnE3zm01dpr73lg+3zYhf/z6J4e9mLfWWFxlL0
Bosi8xeUplfd9H2Zv675KSiiVC2fswxJFnsHxwx5kCL5+3qI3u/ev1/94nGTVrVAzev65Glomoip
HCvRBRBZQDSH9fcpRHhmyBsUGwUYRngEPyCy/qym8CGoRCI52XZOXBvA1IEJ9j6BWLtQA26x+zEX
vQezgNwHKPK3dGw2ZsY1elffy7OVgqZoh7kOCTZ7uV2n8VdbA1gOmhwxOWQi0NHRBoiuF27KBkmw
M09cLJhd4NxnwKdHqWH9ydkgW2HTui2269CknGPB5Dh8ZrZcjZlBw8mrpyrLH8OG3GfaJEiMLTEA
YNiIa0pNc5Ad3fhr9zCH0TZq4e4sjXTxXId6Y6YCYXJoZD7iPEkW1OgBaJl2Ldv1Ifs5df43MNeI
oMzDpq950qNKV+BDYEABfsrzx07ZMSkte6E2Pwr5U0NsR8/3HPpnqGacdsbhc58BQCT5TOF7Ttdr
6z8u3nzdlN2mBfaQTMhaGZt/+vuLp79v9uCukG5FvRVxwS6/M+wDaHHQlJxIKO8h5WI6QLQY+Ine
YcnZrljBKtfgjEO346U70iV7KtScUNgDEL2+NaN3Amn60Q7J8I293yGBnCA8HPqI7CEyerE98RbC
sPJbc9Lda4CTAO/Jh4/k0aeu3EawNbz12zA98hGFb//B8Ud//xZgP0LkCnDMhuf/9H4DIHC1p3DV
qNwmrzk6mLJb7rF+owbfARhZyK8eluR3Fw2AMEVv7obKfYfJURwcJWTjVTw8jHM03PXdCnhc5cPB
h4SxJbMeX//++vjvJxl+q+9LH2lh4cOVfv9bJbhIkBJBe+qjvZpeVfsiHUKcUQnd/96HY1SONzn5
CoYkbrtbLsj3HoNEAtdc98tdhlgswNeUy2+NhtPe/FoWLEyvx7eLOFMFjQ8Rz5xfL0Sht9b3UflB
PPa8l16+ZyjDmK+Gd4346sVeq8rcQJlbzcn5wzFb9b1WnUKa0NMfbHB/2NV9iXIcM3UiCJnsUiTD
6BQMIYF3f2oqwFLQfIpXOGjV1eCJ16VZ6jsV+ctNGUKPBxoG3E8t/vbvL+sP60piD0O+XyARTP+R
Id9UyKFQ9ZyN1pxU97zOwaemdnDDuhi4V1T98En1wSH/+xGKW8b5iQougD4nLz4ij+QtCTQebt5E
4Q9/dhW8L8zWyMVQXAXtwp5q3TdgXyjIwwEWw//gdjlU20hghhD7ZwTRm9v1yAj3vmvMCRYbElWQ
SGOMMfqkhrqOp5Xs/bxJxyj84Ou9LJER/5PMjwJ0BfgiOLu4aUuKDHLL+SEXmBNk0UKK5d9XCO+u
8c9H+ebOlMiM56bBnHy2i2BpDKufmOAZOBHA9iWdok1D1X4dmw8W0B++Fol7Qk3uc7Til3Wj4RTp
p0ziidLocZIUru/05OCF//3F0d+vgy4u9HkArRVNzmUD0ClQTqwR/cnS4M5mzZPXTmCWqqscbTl4
2xQp/0fkXveD32/b2aGC7jG1CEmZqDafZk0/WEnnDff9LvH+95w/rDfPu5pNvTope1Rkd4HF7oSV
A+wp9my/nfXj3+/+9wPxfDEBJRRHD3jxiy1pwURsBz4daLhSe9KCMxuHvZP1Fbi3DxqfP1yKImgP
KeUsrJB/Ria8uS+1Yv9b4SifRlU+hEEbnTQ10TYv2a88W8UHT/EPbxVX+2dwMefnuVnvnyLGb420
nIbz1VBsGbslotnU7INN5/dNLqAYKnEeyEFg2PgXVyki4PpDsdiTCfqNrcdvAkG+gEvsAnpTDvYa
qOgHn8Xvn/z5khh4cP7o0bRefPLe2otqobikdjNDopV6R9J588vf18Ufr4KJJmiaCJG/NW08wtQy
RHfsiZvm1Ez+A+fFB8/uD41hgNabcfhdHIOmg/OH8GZBAO7ygWM7e5L1r561STevAHpeF4kW0MAu
WVK/OTmg22VUfLA6/nR7by998Y1xILO5lOf3Zs1VRwe4/hMo3r8/wz8sQVBH53kYiNIzKEXv768x
4JmBmgX3Ypo6DELg4Q1SY/XRKcyL+/ulfv+2ULlhrCsVWIvhb6/LK6fIrmGpTmMgHBYe8KqCY3rB
CjU8NZ12H2yaF3sUnGgM65UYpx8Sxn7fNnROQzq203qaKCYzeU1tdm4kGLNVrWYTwQVEU2H5B4rs
bxcF5cOwUwUcWT2s/YuVn1WsAns8ipPM7LjNaISGp1j1cQpmsV3wfA969vRHq/T8b32zHWMAEoFW
Ax04REQfmv7FDsk7SCfVQrwTA3O1Jz3V22FAJHNsKQL+Nqd3nlDzCxpKzC9AqXyQudV10k9af3ZC
Ix7BClcm0ThXJ2UQWK2BDt67XKFSWdri0MKR+FeLAb+YYrVFqJMhKZ8rg/frzu8Cp6Ol8U5zJB+I
Me1DWIBpnvPCuyak5R9sSL+9FhRbDNfBVoG+Sv5Ti775jImepkq0eX+C77gpzzzIKBNfvnjs7KJ9
pP9erHQGW/4sCiKEcPbJwYq/vzmDEgyjHGx/Wmq7Q24CM3aSqf1ss/X096d48fX+3wtBiwko+o2I
XlAAoFDWktqyP5Fap2KCItTd1eLmf3eR8z715tmBillCTIHoT6HKt4DYH/QkUgSpPpBb/nQvPoaX
oSeICErj8yt8c5msGjI35SjhwvHaqz4v/e1APygTL07Cfx6XzzDQCRPLJISki89ERpXMpxptJBKP
jyzqrj0ib2FfY+BMfqhUgZly577274/vjxcNQ/gzqIKx7i92BFdDgmH+gi9JBvHi+p2kmOwplzhA
yFBfBfzh79e7ODb+c5P/vV5w7k/fPEdr+rBaNa5XjS6t3cPa0Q86tz8tbx/D52E+SYni9+LMCIIe
4iLGop08xBMWhkjJaxeIWOz/fiN/fHBvLnOxRUxdHjiBwZGnrClAK+/yftex3crLFIH5OMeF/369
P+0ROJ2IH5xHwEKIff/gujpsg6YqzMk29zp7rbONFtdIpVcfSb1/ekMYjYYZaThOsXNfXGgpVdTn
QY0VgTEnYbGb2AdL4E8v6L8XgMLx/k58BCDlFKLPy0MTsxpIlALq7feYFuR/8NAgwf7xuQHSwYcF
wym4bGoFWcI1q3l7IrRuAUpG8rYq6zFdujmKLdIA+xnn061GovVofYaZ/tbbUAHQIOj6MjUYlgMV
G/8HzL2S+76jYANre0b5Kq9SVz4fcqSrfC9GzMzHkI28kb8UbcKrdhZfENvuUmXcT+154lQCGkrL
teuCdCwEvDXFgwFzAlh01dTVeI9xjHpTIDSw7WfMFEHNcaZpC4plTEWcB/MQ98h1ICv0VME8XjGP
K0VUzuxAGP6QQ18g8EXbJO/UVwABrzOg4E25dMOmxijzawDJiHy4OfwJ9AbqDtOIDMMj3NUaE6nw
p/swjNwoi5Nb1kPj6qvZDiSRSBZ7YIcR+g0tk0lbNH4yd6N5HAkg1xvkiBWGz/TAEsCVIz+t/CFW
DDF+psMojmjXpCJAnBoFXoQ5DhgvodmSXYVBae5ZW/3gde5vwO6KLwJJsh3HdJhd0xXjXe4RIHwM
KIifUWRcyDCnVtZsYxXKFKI1RhuosNx44RB8snyyR2KQvGpGtAwYcWH2GgNoY6Y6/4rSrP0ihtzu
gnnsNoIh7hS14F1lwcWhoWOUuqryNj0SZCn+eAWRZv301fp5mDTBSH9lPtLirA/mp7ULGRKM6zJi
8g1mv6x+jzLbnWHQ3mSg3yXXGzWNKnVdTjHFcJ27GLBLsMs7TCSJomZ4aofQT3XdZJiChSk719Vc
sGuW1786ShC7d63cT+PUxsAkw23vSsw/axBCBXTO4n7FJzMruXxVU4SZH0gwbojMws3aKH5lfIR4
QIz2N0pLeajnfrgKohXgZkEqvMqQHou8+451IbYVW/mX3IVg2JkF0TnmYt+BqovzYa02Zb++svk4
Y5bo1KyPncgw/qWAym6KYrrNMpPtgjIrMV7ZBVfLuL6C/fQQfZN4H7Lp0hAB6yotKoxHMsCodoLS
ciNtM+xtCLhjNtkdVdeTPqguxkRW0N9jLWLE2NgO/GN+1djZv8raEYN4kEYHGltxBCdmXydcj7/6
2fvarQE0ol5ku0z07Nb6NWwCawpsJqv4jCEQaxjbqkagT2Ewsl56t7NVL8B7WorAW448tSq8+2Zu
5ZGZdtgOQbnEDQN4PI5qOc6YTAFuC9OthqLLb6zwf3oRAacqhyChHYIVU4XUpK/F14WWMLXQHCcN
sM1t5WUkzga67KmqF9TXXN30upj2NqPZpyx3am9Ni6G7S9feRSsycJHDWDvkjTBJrcEwV/xBIEhY
+hidoBE02tSVogjGcXmrhgJTe4HD72QR/Agx8g7hGsA3upPfMfTsPLzV9xOpGeDzOoMg0Zr+iJwo
qmSS38zIpu+bTMKgQYQLmmlxL8m0pEUrm+e8DkXM8bdb7o9BumDa1HYqnUDio3XwMzyEbMoMAQhv
ZltzDskFpjFpNxLM5I2QpVTsnDNawPXX1XkAVQ0lG3Rffh3ibxNlMcykGFuFGUm9+ZF7iNBhYg/m
ovnCg5o5dmsyBAL4bNjEuT0P/pWywOTmvEr4IBsQfHoBtxtiPpyUmFU85W1aDCQEND/YY5gpPwZ7
NKFC78aHHIr6djhH5kbj2kMhUdZMDfLaYes6xGUdrEDdZTH+ieyeOozgIIX5Uo6KJ3rNkfy2ysdP
7iEYcUzBQch8wPQnimO+wAyIMsKYbYzvjTatAjvkMBpoW3u6gy/T+N/rbCFJh+BDojrxtUd6K/GV
fp0b+9OAzIcZWb5OgffCzYjBaQv/0WR1hnlRuNEJFEaM9/MjCCDyCpaZhI4jZi3yskwdRoqCKTPF
A2QoHWcC4yCawXvs9YKf2YUVmKcCeFNNHDA5zNzJhxrfTd0jgCUbvgsR/47nDqft5Ps5TFoMK2mm
FdwB8sf2Cf8gvsRKLQjlqR5CAnaMJyUsoP+gq55FXT+FoMRextGrjzOyNofVtfkxRxPVIc+GmTDj
ma8T54A08iTeDz+XUVo3yB4hIwTgLMrBlUUecgjQB/8PR+exHC2yBtEnIoKCKsy2ob1a3m8I/TJA
4b15+jk92zt3NFLTVH0m82QoEt85lbH7K70WbBv2u5vO9UEGTZ2xoWs2WZp1M+ZQZkJxOyJScWq9
tyYpt6MuMLrznuywODuPehDTHmlCd4Fa1N/WtdSntuDsvXbAN7TWWZjNyYQfTf1xCNXhCEWb4w6i
/Oj0CCszT+/q0V/2MBnmXUI3w1d7Gpg2Y/HA8YEPS9pLwF27nqxxmMK166ynWifOiERyGOChwpvb
pwhCEff7+lVGHbe6RbX2bdTQCDYQenBjyJYP05ziBz1feZrWiNXGZyvuV96Xr8t+A9AO876/IhbO
qwweCaDsjYUJCqafzG4gAL+7nfpQw/C6KHAOrZ2nj0DpMkgUFE5qpGRwnMXfAMdoz/lgxPcqxSzs
48wL+s5mhjdniNanaL6yNNoCD0EqpH2Ics1DWGLVnspasqxFcIVzI47vLJ4ay0k/2blZCWeeunDX
53gGyit2o8x5+RnMRJucNXTgugPogqTMNzn48tPsynlntbY+dphqbsdMok2IJSjJSP4WDevxDjfR
yez7fjuJ3HuPQMYAxiqqQ65Yn6JPtnceVukQOY/13kFBAlmCCgWx/Kqe18XDsDhIjfA9FuNjAViE
77xZXoREMD0Z+R/uX0jnGlFNZzotoEQjvVsrpJ6FGrMDq9T1rkbuxD+2u/hGOhMiUbxb5+W6ZwEc
E4fceNFT1+dyH6tO7nsTdk+OsxQbwVC/lg0T7qFoPKwDttgZSGT2fYn1KaiMvoWqOvp3mEj5Hi+N
/+21SKy91hAhgCX/HgCmt5XmhFBz7nlbc4onaKsJDrX61SqN/svBNoSpIlsKYGlrQXdmrhz2VjZg
PZaT+SCaJnqOhhhIwNDM+6wUURj75bJ1YrbwfrlyKkceIHVlFMN+7Zf42QRA8NjOuB0mu2bE4LN0
TorIPdbxGG2ZP9XP8uqtAnjrbXuDEwiiCjKC2dY7ZJDePvVMHepmxKjnsxDTg/fklB24mIgaMpm8
qSKLofm1kf+Dz8unB77efCGE82tKduZNSUnbtcgCTO7geJOPWfUPvKLasfo2N6aBEDbVK2kPy9re
mf2I7lH7/MGoSqvirFPRPzf+8uV0ZkcJNPxA7okvy2y3l7G1zDAzxc+srk9uZiDv1Ba+l8mDL483
HSf+khzmmRaaDTYKbo+zvW4ScZuwwd0YJSeq16frrm4VK0UMbju5iPkpmpc6MBLeyCTPXya0t3jl
dR+WjXC2VrlPi913bSbPJqIuGKUM89DBL/upAcA/YSDfmPM07FGAovDXS8bO1xE7CEvzFoZTjjg5
yrcu5u3A6WJQEh7F73lRgr5B5/0pTfPmUTWFPjSzYwcQZKYL0Nn+iw972Vtjhg9lApS81e7/Y7Wm
48+e8zPRBRp7YhY94wnFooq3aF96Cj9Z7EGUpPYQKJmT9mxpMbz1lQePEddp6Neld0FDG+/USs1k
105/D9qGJsAEivzZaRqOXdYu00ON67ylSh2bDyD9N/OsPm09TfaPlvYknlXTpzZCILvKDylspWin
zLb6xB53/TIy8UKubduYUtW4bZz+CrMvlR/kwwxlUHrzOL928EwuzsS1PDrS3RR4co+qx+1VuH5y
n5XS2fpeXR2yNXU2Shgfeddnm6JJ/d3aFPZX1gj6Fq9IUnxM2N+COC2vxh5tUkX5ZrrBFtBvohzS
c5D3dnZkuLhsx0In96ImGABRcus+JakPla6VT+OEfj5OWJVz1nv3TorwP3KB+zVtg+MD5K/bfwhl
DcuG5ah3qqn8jvZopLsGS/hR5+h0DErqMLe7OkzH6QeKgAqWpENH3GWQeCTUQOaSBZxWah7TyXys
abV91LX75qN93Zley18/tRjjOM02ZRJ95FFfBjKTFpRHS4fZdD0HMYJtakcndEyMdejokkvRu6Dz
LDcqbgvgMjr0IUVR1XsGv6nIqWEgDXBcKr1cYDfAWxJarRdP1PdZk38MwJcOk4OJajPY2KOM3G8x
PoPNcGezDRMMxFso08UO/hxXA4hMnEx8O/G/Ja+UAUyaIQr+OEk8f7tmNN4viHsO/IAZzEWf3AJV
Q1sbr0pAbHXHiANBVO99gcXMKj0bUMnsHqw1sTdGBKaHkmM8Wung3mVRy0teXklpI7BumDxNEbbd
AjnDi/w7Bt1Aj1T3Ebvur5GzobDoQE4zISlvSIuNfbsY1Ze/RLizWXuHUtp1kPT41o0i6fEuRQY6
CRvHFwdCoIzGOGDMYViOOmBjQpEOmyhub5wJSbZJgC75LFxRNU29tdEVNR7cMWMvp4lIDAcW073Z
zd6GOaW1FRFAEBXrdVNkoMoIOWEubrsrk18qOT8pf/0YAkBdwfwVZSw3JZVbmEp08jpJlzDBYhA2
ypBh5Q/rvaUW67imkNrgbC2X2M4cegy/Ztbetnup6vim7RRu2UJ5ELvS4S4r1ECQizV8Qjj2zs6s
jdsJ/xRPKh13BXzu94Rj5oyvOAv1nEF35Otk3VPUYpuvEoBVfjU8gWj6Hae2PSb96G9Yoa83VvI0
5DsidnRA68OjsDLxQfE6cr5Q89SG6oNp6BCV9LW7TfjvhVZsqY3oa1o+HG5ZmCZJFpqL57/LysFT
qjBF/1sj9ws3x/QSW2V17JUBxdsslio9sgMFMKIaAWbaS3rnL8nUfMza2Q6jWefb3ESSUtcRAiuB
NW1bLF112/XWj2Pbxgk+1rzJ19FCCIyTiPcqxWQ88t6vNSb4bHY+S8ftD3ZeMSBxpaD0a3GGVjaS
hFKzzcdS+Oqby5uLCYK6aoHS1dVUd0Zu7N2B/JysYCQ4lVSrCDdhmWQVHgIQ47x3UBFw7HV4m9cH
RhcjSmi0ZWhTnDt7xOmTuigDdAPsOy3M5JDKKD54Tdk+JpbnPvFH2RvH5WuZesgMu+kTlhA+IYm/
0qSA2rD0weHfj8N2ygr5NqR1ul363P7sE8u69XVmpZumi72/tc9JNuE0PY8SkR4R1TA/zOgN0wpy
qsQg4YZjNCT5BlZI3lqHzh/jEOPwv7XNxi3MCmyYns25iWJ8p303wolT/5sB+rwwWoJBQV7Jjo0e
mCXJI16WRT6WbvKy6olsJ8MErmJ7FXbSpQgLhP24lYbfiQyYoBZZfUiGVnLw8PRMMHDHalHdoxpL
4wxMwD0DQE1uXZmvuyLzsu0KtpQhZ82fIa4dv/HhV3Z1l7kzVWpftgz1JGOLOOK1VN/cKr8A/sHW
oJoK5ILbtTdmjC6T8kPnqi2M09Tl8gQH3ThTdeemBhaqEjt1ifGf389JAN9bzTY2/S+UJs3OGMqZ
xlB1X+vI9BHRPWVVN+0sWRW3VITj21yCvLHbKNnQMFZAyFS7j4ohu3IFaAjW2sk+iC6Jd2U5itBa
VLGllYE2bi54Ues+14e+Ao4cu9YfHn3kuPW6BnWjIFBJ76+uzQZgap6dOGvVBbFhGcp+QkEZx3b7
2BTDTO+e9ziHWgmscoohKWFHDAzIu7saN9XG1sU/tlYJr237k8xgIvAmC/vklHz7h1V8X/24m8Ss
mc1BgKWUBtz+m0X4Y6pOibsCP+4W9i2DODna4dBfKYDau3FXaJ42Yv+T73EoMNEayLDIPIzlONKR
y0DiMRLjNV8682G0RfLQdnZ58TPPfceexWSKjnTDhwuuecWhDOtBHaTbLSFePXsLzLnYSgckm2lR
qRnxYAG0qbrio++d6AxGrD0kBA0dItEl91DWurAkcmg/81iCQU/W2R55NLETc4ibjdpWE0ScItLr
vtK+dbbwLQPgEnjabNjNvi+q/f8hAG3c7dZy/TKSwWXgWs/OsZ9kskOsDjaGim0nOqzVXW1MB9b2
AHG8hMeRT0QOpNI5TrM8eHX63BCti6i2G7a57GnGzEQf0dE0tz4c45PFaPa8QizkSmmF/GN5WH84
Xv8e1XlyFmB89lkHymRO9U/czRO/PgNfuV5zg6J+wKOXdhHwB2cOUUkwompqKLNuZt5BjOb9VtiU
l9g3t0Vl9wdeTntHSoHEfGTVJ6Odyycr0u77vHr/3HLm+2Jy3uBe63eVC79lNkrvKFVTcZY05XNn
eF1oSQoKsySlQ2RG+jFabn9DGFgeqNSAbkrRFxgrmVe6zvFBFUb9sqY9rHQmElCfnT6KnngYgo4v
r30CuLBVu6KGpOqgFRadoz6WVY0nlp0DsLHZAuTamtMLV528TnStIwow8y6pGUpQAo2HZXSv/DWu
SKCwyCMk6Iaipu5XzNp/NFI4a8M8juI6ieEmlENe/DFyRUHqtZzIyzA7F48MkEcq8Da0Vea8zlKN
jxr+AAlLEfECRMTtDM5EHjzf7Lt2NvIwdueKuUXfBl60zLD2+1FdBocp3GrBIiOk7B03HDKiufnF
5DUdCOgAjzBPPXoqEzPEjsUE3I6pLne2sJOL1VYToEcXpKkPI7ltLPnmLPKdbbtJoVZ/qizpsEI3
9PzAJ/qjbFCGG4TGWVE0/NiFL2KmuLjvkDzU/cnzIcqUVxJbb/btu1VYIC3aogtHPKBW+X5lcU3d
k1VJroa+VH8eh/6NW0wfSLzrEyEc8LOZMTG6/EgLXApzTC4HI4M+IHiDTpKMhy0wU85f6t4P7YK4
sQpclUPv6qdRVC2rgYaxQlu6u0iXyWGqhcXaAfEYyQrFqXNQZPDKqQS19OBUMI8G/1z7ov5Qa91G
IJM7a7fI9GXwE9oTe/pI6iu+V/L5BdwA8sljSgD8dMjTEFfTCra2KCTc1sKONqaOHutkmi4JuWF6
yxy66V5SrBfDTvdt/4K1agjMLvVBoXRgy5vENk/AB73jDMPxLWrNLuS1RbLgdNExXhgWW37yygbB
DEovJsVAYDCMcCofaGyiI1YrESodk5pYEetBOFEfGHGX7/UwMbnzx+rKq1Rh49X/CrP8l1WFCGAH
YgRWLpO180gj2W7zaLjPPTBygwewlgAGTbeUWNsGXgtj3ezfIDgWx7rIrwmJLFHMwY3eGnOpKKJn
vznApd/6+pO5WRXdlOXg2hfgs9d8t7FP032LZuR2xVWIQlKmezS4RCvCyyCGrGXAVQiQ347h/KwZ
9M5ysntcx9V3lMfXaeRr+1bos9PsxNP1D8AiEVbVznHOEu4R0G7wOHLGn80tstEs8JsG63wVkd8g
7EbsHQHUsmeJBDsG2m5R1nipJcfEUg/9ycX7ssajsVl09oLR7Dpoa8VO5556JG/m32KJ85Jlzysv
/N5E/Uw8AbP4HC40GUAXOS2CTJEOjL+Z/kJYxfnmnt3xvsC1pCDTMeS0CoeSvcij95Vq7GIV7HcC
dzGSv1pOw7N2vO5TQJIK/QVTN65TsXK/e1puddGPD65pryfPSj89u3uNaxPAc47VvRcj0y/XANs8
Vy0PuEwDH0zjs13het9IQFN3Q21OZ1mBW2IkPG2q1IBDajCILlPGEUNZxUx9+5ZoSJpSGCqsR2wg
fPYIyBoz+rTJS4JAcsFEnzlRzmaDU3jh0wrkBBxmrK0RnvmQ7iDrYGroCoIUFtbZhc2EhsgAbjXp
Ds/dzB6lSRP3nOvlg/Pc2rusOgKOPfMOnrIOI9R0QYlpweHFx5RKf82OKaEn/5LYM1kQWte5D3fP
Ji/G7rdwaZLszKu2VUethu2bEJkp/p3dOdkSpbOWW9Yb7w3nT8BiBRRNNH9BVgcfxmSIJYxJSQLR
dWcZkpYwrWfzRxhdd657jPia6IxNzOxm046k7jF4AtLMoODBXqr+UacJ9pDRFPajaxUlpfFaN8FS
Tp82x1SYgwoOgJp8kXHKvtVymoUZ7SAh5mr5ZcWeuLCvqS6Ko4RfRP2raIXPOnYWEJFKsjDx8XB0
IsFKKNjIFlFGZ55/mHHcQN/W/omR878+GRj2et51QxlhKUMnEy1h3o/9UwOtFbRN1gIoAkOX5sQ3
KjdOnsc6Hu7Kov2CYG1tZeOjVdZc1dRxRNuBoxwBbrrtwvJleJMFlHMoesXFGNqiPhdWVlxMNkgu
VpR+hs856l02EsVj4JLmak/KmzGao4eaGT4UrpJa0Rz6l0l0VOXamAFN11f8u/VaSUZ6i4WveFBK
n1bXz06OeS23W54Fi1R6Zytudk2cJWHr9/2uHd32wKKGGJymTHbUHDj4K9/i5CvNjc9YPYy0ehdl
/ooe1OOl7pLtmkbWgXgedfBni/ot6mdvx4pyeRxtJKG9O9lHjPvzduq64qaaW7h9nbeGqO4W8IJg
mDI79kk5clDMS2e+GKvvnd2Yf4OMws+qA5g2Z4I9gGmR99q15DqQmhrQ93Jmgr58SESbtKEZOa2/
ac0svrSwkdnJuNaGNTow3S665zCRxNtE4uSIPDuMvUwPV3gnzQ1JYkL7NAhECGyzGfQs5pk6mBYm
WFBg0H0rBAZYe1o2gCTaqKT5kEKUm/QaDjMzxd31MTPxUQN59qlTNmNWFyeLwojtRpwFs2i684wl
7myq1PrKiLHh/4K/ZWrBEUFUrA6eHPMHQX22j/XwkBF9t9dOA7Ze5uLS66vLQ9pjCCBxPeO3kCfH
UfVRGlijKi8iiahN288kTest07k8kFSihNAWFtcL9wAM+4xUC3N8skcWMoAsujN4ckREUd9tVble
pTECH4hQ5DfVa89fuhD64mfrevD92NmOo0z2Uz6xYl7f1mZsDwQMVFtc/cMjh/XCugijtW6G/GCL
KL2prbY+A6oABGePzUOttMdWaxko8la2sU2s77p2epIUngdjthmK9YYkF+y6nZbml/Lb7rJIvFil
2zvHbrGWp3ocmDZRYAQuRU0JzshOdHHXJg6vhT/9pAAT3uOpJKZ2udrqnYxzoZ7in2JcnF3mpRHd
85Sx1Db5F8Yrxayc5AMNRfzVK7vck0xFXEqfsdSNCaLMtDveYjaAym02JvdZ1CD6jP0TWTT+iSvZ
OsaZrjEIFPBB6gyKOdfy2mXLnvyoNqTGb4iVrKdLKYrswCEyXMtEIyDig1J5MJaDMOoSSYNDfbxU
oHCnJdk4Wr3k9eDvWfG0p9rprpFQjUn3O+LacnqAf5EPyaKKAiOd5tt6jiuIvVdksO1XZIz4f0Yu
vlt6EvbT38omecXxjPxtsmX2MC7LFJhtPGwxXcs7ogLlNhtZ7VoqLk/az9QJUlS610X2oqWb04gK
89wpa+YD6GFglBkwCzY2rJsQwToTGly2V8vRUlH8lsXLT9k3H3jwkkBQAQRF1TExGykF2AnS+hmt
2lxZ4yhaXPMujvA4+G7W7Sq1WhtyLKww5SS6lHmXbLJlYUHuzC9jlSOAvMZQV+xObycnKsDoCuOV
EJoj0u3bpRLpjk3ALbF43m4d1edo9UmoFm5aT/AVh1WV3Pg81T19mrj1QZA9IHbPAjlDryEH0t9F
Q+79ULAJgIRuxb4oA91ieO1x6aB82Iv6hM1SHxCkIyfxI+iww2xvSnrjXUISIK+C/elpFny1ahsY
lNferDHfVzmlN34ZEbBXe1igWIanG/xnE7ItpgMpJp1AyJKvS63tB3KesouoIQCuCY7CNUmarUhr
wt6qVtxZ19WBX9IdSuS0G+UQkZaPsnhwYsfDxT29NZTsITy5FlHANUVFdOqwRj7rd8eQfxGYgeuL
gNDE1a+gFMdgdY0f5ZguPLz6w58hayTTMFwyTu6DNvhrYpsBUN3JV3QEydXEuB5WIh4DZy0evGnt
3xx+s5DhFA/ctKKzQXpbmPXJBwoeKK4SheSYuqGIk+nZq1yXPwL0qMqYLQHB6Y917667DmSK14+v
VcQuUU/kuoh2SAF4+H7I2iMKvHYstn4i+qM15P39YEb9vsvS8hk0kx0Si2EFIlbEpcH7KoOomZxP
ZZndYfQW+z0WS/9i1F4Mo68iC42tiYd/NFfUtkilOlqrrZcwK1yaa0XUOkCla2d4aO1yfRzHEUMi
syiI6VccpsguttN0X8QalTeMpSQrfjd6hlXDq9tM8O7iMphoGdhtsgWj+WzN76zz6HiwWv5b+4js
ZOGthznR7s5ObKaLbB4rQwaVjzirKaHq6d++mt4SI34mOwi4/lWfM+eMA2GmeGjQnOnVi/kvQFar
tk3HApH2aAglIfR3Sk/tP7NvxlcARWOg6XY3eTVDdzMB24ieW7bzDPOWZjGG7z24wZBNUC2zYgp9
dxDb2Ed8MEdlDCjJsZ7FYP+aytf4gYjhnC1bB0I00YOPTXLTqUoQNIuPundYYACAJ4HDoupBrA6X
lXXFQdg1y3xj1Hd2NPGF01QnXdHqYTOCan5HBmXt0tF98TrHerRlbR3ovFDnOFnDAV9zs3gqIhK7
WXfLVGjCHqKnFNzgmVVh8dIrZBXl4uU3wjmhiiIQJTP0G2B/N6grl1zCiu5HeojJWFCYj3b2ibSe
cc4DCCfKgYAI7cBk+JxChclY+k+vutgJ5ETsDy9N+T0KfRutZBH39ySpghYxrTNjGhJLqVviHyjS
XJWMfnMIXdedvkfs2wtCxp1y2oN0nommIGaIl1I91eKs1I1b3sXJyUsP0F9TVkgmdEzfO6iGKu8G
9n1EGoFfkAGdyE2RvksSXGyDj/ew5gen+PHdB9quTWrSOXQ3DCLFSitknntGn+WwTVsuFdgyPK2v
0n2ozBebnqq8S9J951LEquNSkeuR/xbTIWcI1RmB1bGgqm4WpkrpUcz3PUOmgQ1jPhLUjeQr42pr
+z/gRdQIv50Rwvlth5u5+BkwTVvR7Rp/i6Ilz4YkDB+1StLu4uo5JpO+uRG1PioW1Y58cBt/x613
U0VXdU21rfnkQbuGpAmezWE3dz8L8wuVIWOkrzKn14XJVBdvpxF5AY2R3RLEFxD9cRD6JJezl7Br
lXmo5MHMH8r6ueTVaWm0L17PoB+y39jnYW0Tf+sFXu+F1fhzfWpO8keTSWwgKIQVdP5WeXdV+2Zy
XsZ1dsqs/STOxHkcixzGIU00J8NgfuuEkDhEqALg6gJ5bHqKYryOA2TP+YcTaFNAmBuYxcn61E7c
O3CzM8AoZvlaOUeHSQSRd5s0mjaNfUpQGvGN4R4J+a2zZNeIe4MgTPkRV/e5OPbJzxUKjRsxmBQf
4MWwSIS5+MV1+/XBjGVyH3wijjpFsO+3FM/L/IpncsOao5OXyNvXrLHwwxiIcfq9Rj9TqG0vfnJU
igW3KoTidDWIJLpU0W0qCb9Bq5VdPO5xh/AZ2ZnNrqLdBZyN9quojJYN7ihfklGVR6a7X1ZmZbew
/bbuSneVXSaCXj1StSi++nZGCiXvPWUEhU3sak72JocOGGTnJrKacwJdT+SHnKD5iUQleFgg2Ank
AEOCOJfl0tWFMF9scmIkR57/MjacvD57tZxBarSR4wuI4RCWSdBQDepsT147PRQ/lWpyiVN8z08z
wT3FxSETY6bBV927BvibnFr2u559yWCr+Bksqf5OzS+m/9hEe40Ac63/mE/ujfbVXB8t/wWx+Jr/
TaDjWWBVjbhyKg7mqFGj7a+hBJYCN718pM1LSjzbaB6ieD46kxlkSDeaCou9D12boT3FAhuE44Lq
RiJ/84GOt+VTJ147m/LSOFDbHivrSsKH+p/+ysFnY19A98bGS8hfPZabwvk3Q10r9M3K0xpStCCM
dJYoQG7OPMm4R1QUAtqbcSL4/g8pW1y/967zg/gviBOw2S7cMgbuq7UfJJ8bx+3CTv54VUGymyyS
i78IKhIORL4DNE2hkZfbtDNeR+Rn8Dc3XvSQqfs5yQ6Z/WmhBF9K+KEMX+P6sxqxdYzPIN2uV+F8
HQFIVO8GSoB645MgoXMq0kIgTXkmVNKkUwQ/Xy4XSSCcjZdqjt6UjzIjiU4RVFQ32vQpRGqSEOyt
oc8NuT/elRE43gvIaGPLJpyFESUr534TTtV6bonAWcg0S1QY269lRZIxn8hMw4MgoHJgRu9YevLA
np24wx59C11U4vWPvc/euspQ59ts6cPCiP51Yx1mCUuG8uIsR6N4G6ZvZR6WYi80vDuQgv5Xpe4h
BwQpMNDMBsvonFr6xFLtSyJeJmJ2MgEu4IF7NYXwpoJ8MoLZ/V45c6fmu4VBq25oLzaq/oiHD6Rk
W4VqAAUDksvbVaNhP0zGxZsPoCh6j/fhfiBUp3g3qg+mVmEt6XHdL6N7inlT+nRXFHtLv3bjt1vW
+wWJLWID9G1PkpSMBn1haQyElWqObBBKxRdJ4W4HxbE6sp8B//HU1W+Ldy5gsv+PNyCWg/aPH4yK
cfxXq/tr/JlvHJTzmM9/LD+q7gd97QHYMP1zsTGtn2Ih683fL82Nbrg8OcV7WLYuMkVb79fieWCO
kq53jrrndttRTwfAUKK/hpHJHyRSwkJ/e2Nfxq96fDCX9wKViOjPBkVW7Pr94SosRp6RciI5IFQ1
wqUtUTX9KSdyZc/T76E6VgQ4205ybuz8fsJOyYNPdtQvgTM9jBPKwYEZYXErfCaQGvPqazqR5Ke+
3fm3Q4CiAQKrGYbrGl/DXrZ8GYJF/xrsHTwSWXq01VMiQxSkizL2DBcJGHhDUrZ1ovWW0JD9Ojt3
EfG67LW3IgNqgcopd4aPRdi7Lj4W3jv7AlrpfFeotyT6dW57nwTV4tB9ecemv3Nq/oczvfJmLPY9
GznsTMcpOTojAkNIrMl6c9XzjMuLzamaFZwZ1wNC/hTcU9FMimFy7xaYScmJqh49ePt1xkP+4BDz
iQojZKrM8tAhd5WzxRPY9daPWD11w432f+Gj5+Mpnm/IHNs4/eX6prGR5iU6+lTc1m1aP0YWC3nl
bslO4qf9Vvl2ocpjVjJ1/3wmYixRuHraoI1B2KZfOrvUaA/gpKzOdsArp24t624Rx7ajlTUPcnZ3
I9eG7Z2EwT6i20l967AjmdYHxKno0m+X9nGZvlzBN+YjTz+NhLRoD0E9SR+1cRmakO3/FoJhYI4f
k3teq3vIfhWLwTq5mVIS876Y/RglYen5sWieTRvV5Zfpnh35GE0vZI9U8XFVuzY5F8UjOQGgCAJZ
3PoMZqvpLtf3EqVt2n/mac+X4Ky8l1HtZ26xNMao8qKs51jfD+ONGRM1jUqqf9fOCYbMsHrUK9sU
RzvfUPCVj75FUuFDzVR9VLyP76u484ctjVyo+m/uI3bdoc1l5kS/s0MwRnnjEW2qcgjpZr5tAVXS
58v+IcmAK1pwV7XcCHPnNFhk0EVFXM7mNUnoUpCiE1fHwX3U5nQzWp/xEO1zy2dUTdxQe0tHEzhu
S99DvDobjNnc40ImYq3eUqZTMDO7pgMwHJMQVdqS5JZQgo3LBeyVjyASEJ++kJ3LaadPM5TrvPtO
UU0XRJIv5bEQv8nobhrrTXMAWKbGMK4DZtIFBfzMNjGefoclCY10wfO/3OmuABvEFJehWsGfL7pX
oqC6ejoO/v016ZsAjt1KwNJCxTG7WxcCZ+08WQ7x61P3OMTQvlfJKROHbfQxK0T700tUX/JIBUZD
fA+jqlX9jV0RrsnTVH+R6l5Dq68150HFCLM1wtS863x1v/rZTV8TaSi5seJiExkIpfnQJxJEfQtd
osOJN1gvJH9vhyoHRB1/S5uNlf5tRqLZFZJ95DTciARID6cRFyyrbc5cGN0MnEt+ZIm2JSLA02V4
pNuncXwnn8np7yBaI77gxI52bfljs2CHXcnK86/yts4g9yKKoNhqOvHmmLjDbhQ/TdOCnCVW7Ar2
Gor2WDMCNfHlQDNGz2u8G3o+VuVwRGrCdHWO/9po73kHgbrNIIhkmbnIkufFgmNatVsGfzc9vIK9
uyrk9H+1RwZf+9o79quVNV+r6ZC53gXS/mmKv0S5ZwXiPobVU+TvU5vSoaN3YwvIrnkdyf66rw0u
3uQ19V8SS2yHFk3v+m9GFxI9l8uf35AfhNtGfAwgOgd+4+Qg12OJz2WhS8ydz5g0xjbUq3kY3fFm
cJ6nZuek1CrwqrSxEayE6XjM9occuqH5UvZDQ5Qv67ZkPjfVLhd3gwuQ9ahcAZM+xIWxRT0R9NSI
TpnuB8L0JlR9lvnQt+dBnlvW4k7yU9gqmBkh98bRYlNaM8jV4sV1L6Mh9gg/Nya9FEgaYLU8edwq
KAOC9NqRMbgZXmcb2v1AtGL+MHs/ZAX9WwHjy0KC8Lyt7GeEqpu0mpn7/HLGy+i2Nf4j6cyWI0Wy
IPpFmBFEEMBrkntq31UvmEolse9LAF8/J3vexsbKutUlCG74dT9+Ed6pzA5jTtkfPxtrc3d9Ctzf
kbZWtgBFty+Td+NF4Wo4jYghnS2eIjYG9BXcsH+W7k8VNzhFX1iXpPjcCK5AdsqKX3u+tdsXF69q
dSMyHs6MB9q+0w22r2N3bT3wL03P3ce9mcpfqfU2pp2gQ69KX/TItgkwfNM+RPo1N244LXdDG7Hu
Zyx7Fzi/FkBCHkI7lz4egD669aDb1tVzOb1Z7bPfPZnlMBGYrvwQ9RcN/ewW/IHmoes/HW4wKrj0
qX2qUTPyhQmIVp+yeKNZ835O7xrrQiKQbuWnwruU+iMDe70uQ+hpehvp4EkAw1KEtQr28sTvJOJq
yZU6Ya6zs98JLn4zHuPmNqPxLq255vL1rqp/AXx8mo8PqTjQhyYdep4hAsfLts1oZYub45i+TVDw
SbaxvP5OzVcw8F+I68CSH5Xzt+2mQyKXrbRPoN7xdPEcr/74OFpUhsJv1DWGDfDGQ0doG6r5SgeI
bslfKJpucvNXYexb7Bwk23hDquuM3BBtiPK90RUQrpzUeKnzcxSg7Vv+HYHBcM2rm6Je2JeTckTv
ocUhXXbO1J97WH/8fXiYG/z82pzTPUjoUKOwiMO1uzICBdKqMI/tX7/DkuTMO9jEn0FMeAgttqIX
eiqrA8aKszcsx4FiCfvqa6IZCG/8ABk7d2xM0uu3iJz7Dh86PGauYMFB9gMtytcKgGnbVurYLrzs
3mJOfh1/jHP9oZR1DNZp52v7pq4pUGzWEDlso5fiAT1zJ6f5jMb/6TIg6mA6G5k9Un22NWbZpw3N
w45XQ4LTOz+yT4Nv3ZR5fEmkta/Y/m/YZvx0lt6P5fwULzaLfBZWxglXtz/1vDVpgG++lJ84X5gl
qKjga9xt0twKwXs9Kw8HWKJPlWz/zLmPQbwGMRIUwVnwwcXvHdK7vmktuVtBSoeAeIn3/S7l49A/
azUxIq/Vxgmut7nig/XQg0nzvZiJCnjLeV3jI264hyKwwlQGh6qj9xz/cS/626pkvVexpB+74xxF
D046AWkC0Tiu/d24lpfKmqjrrbaRTYkK4jJ9pxefA3oTr9EDjsLbGfJXFbvvTjNsJj6aQ+6Q9MOX
48QX4knbccleBRy92Vlf+7XfBfwZG3fkuMRhMGc7xcHRUsS2LisGHQo24gB/xXqwXHHT1+VR9ryn
WCoNDZSd7+1YXX62ln/Ma3PbiTmsyVf2FFux1aR7lWLdN9z8R93NT8iR72YazyqPtnKF7ilo+ASo
xLXneq81NbNdjyxPn4e/1Fh41b09/hsj9xA41jHle5LYLg3a8tpihVZk73G0P1oun2DN2zss6yUp
mN5zMnCDFg/Snnb6vwIWGJ+q3+IuC5OkO7b9QOHMcBjtmcIRWqjY8FFOefKcequJ/8n8+v7ws/Nh
xs/8E9BeZYR37sW6Be12p2smtskxzxMi0uA1+9hCk7NRfmZ33haI8EhTP/YSPFFu3oTuRA8yM9xP
V/P79std4/KJwmLbOpjOJCMkFayU8apo2bkzJtIC74cZslNuim3QFSfbrkh3Zod2rj7ZKheUGCcx
/zXWvutYxVw9h04F6pyyja1nZtCh0Z61MRXcYDqSLAY1XlN3FPE10NxLHZ1ect/QJBIfommmsjiw
MBW1u2JuLnXMWe6vrwrn6zQwELdg0ymoYv01XYtKA9RA2+4u+ItO+QJ5nyhfFCRcSOiprtcTzqGR
ax0Fmlo+U4G1pWfmno6XAjz4eii7+L3l4YVRDyprfKykB9dTlQ2U/+xZDm/5xC2vJ0cuNMlA/jo5
Mtrm2R3yz2zReAGpm3ar41zGsPqZrMaGsY5AKAbICtNZuZ1ZKkWiuOnYhjUDRzLTD49HxvejHZv7
Bddkn/BSiCr0cUFgYCW0jQV85ZSPUlqKeBOalgGDC47bJecqGjZZ1Gyrmt026QYqpbBENmFX8yGC
hYjtGnG+2SWdf3QQWOG77rJp3uWDt3FyeQDRv3Xc6o4x80zKl5sWQ/FghTGgPd8hut5pskIkLT1C
kGmFHqZoB2RBgNkgq2meIpA1tOeATsP6emdL6DAtRX9UTL3dWP7C76deSq4fwrBum5bbiZvhiizb
eLiefTDXOI39AZxvxYmpyQ5VY46y55DyA2R86wQ+PtsWdaW+9FwI+7oIhWX2nAynq/N86butgzcv
MMVbM2bncc7sEL/s/ZpElDGp8ql2sSniouBmSHItU9VHLxSuEAI0kcQTmwn7tp0Qy31+UDor+CMD
61lGsms7bnIglrUzGZvfld8iwijRpG0UzSGswr2MvM2ofdwEFKoVmggZrZ0Ga7iHJJ83Es2EPCq/
zwWLU2oys8HoxS/n2sG8RrsGnl+xmjLUlouukZVbTTK56Ww+u4SGEn+LYyuM5+t9vQ1lVd3YPilj
wclS9xVmJYdmXv1PEi0Jl1yFicIAYPs4p/mU2lR6FZqwft//1AziDT+vtRp+oc1l1t0uWu2dRN5r
hLwVSP8t7cebeAIzHHfOpVLri8zkEXf3gdKLZwDAj2yFqfMlkTzrw2jt5qBGE83MMaFYNh70gaDU
lhzZLgqyR3tgVGUP6ZMMhNrz6JXWZ2PwiPps/oS9cuEghqETNsfBlg7NUDHDJaP1FEiub6Y6DUzs
FNlRIufOsLOpnu47os6Odwjmv4qv10RNYk84ssejS+3vVG4HTdiB/1fQxZMOjMIqXvG+q+8Fqh+G
+y+ePQ5YssMK9/HgDR8FTkdZZPcGgW6YqV1cKrJd8SXt2gM5flY8Q6jn/F6p+iRG4nD1dHB09kT2
Gz2U7SyL+5OtnZNQwW+rUwo7c8I3SfVcAyO+rtilHaDJ8FLMwXAaWZeXkXqoxbAlPs9P2Zc0DeI2
lBxIrvexWAjxQ+/dMXt8GqyEdANOiDyYsvLrP7ByWCwF73kT3awjyTQz4KpM4pegmm+HYiQ5iPnf
bWCMjwt/RXKqD0jMrDVSYoI0T6YZKwY+DopgIsbr60LF2tEiTo+pqSmCXD6djE5bf8LU43rwNklu
O2FajIzQg32maoFVQNRAYnDxc3dsWHfJMFMGhHEt4pLqBOvxat1cvP6WptkDtLOLNy7jkRXbP3+W
ezfNbmZUxlI5uybW73Y87ceoU3fG1MiHPhCLOuBO4289dsqRpnNlAqHrtf42vl4dy4W7PJlUm+uE
7vq7toi4gYsb2aS/tfR/An+97UACN9RZKdUzF1Zn00G78CWgQGrp6Wq5umGYebeLjyHtKgKhKWmE
GOF0aCbzupFuTNsgAnxt8cWmQX1AoIyvH0OLtE3KdVV1C+YjunLbPGGUo08r05AyyjbeYWrYzw7F
vQ2Ncazt91PB4rUnTF7NXX1SiQodaArt7DJ0K+QVcAmrRBMfpoNXVHgsRyznWaXK3Qg25clayOZn
pOnu6kaDH85yDmZpPwa8oE1RdpRX+tc10eQ8Cr9u/D0lhcOhTBPinFPhf2e9/9fu7ODOdlt2EAJm
4dsqWWM57k3fZ173WuP7eAfZUxzMwtfAuCPWaI1bSIJBPkYePSCbts4pupbFfa2xgcEvAE99iJK4
ulEj7FCSDBa3HfdjnFR7obXje8378UDEMCUwXmnScF1OKVkS3ftCEO2M12TmDUocDHkIeQ6kCtt/
a5rO+RBL7D84ainzcJw756DQtEN67JODqFAc8inKzpPjnpsAGobqCFOvjhH/VdsdybmUty0ckEO/
KjJuxC6PbGKHXZt7eJZ6THuzJlI8EInEPESGiXBaf1s6P7TU4LLN6OeQvud80ReIa2vCEx83A7u+
LI7OfcqlvszHmRhq4LB6IkT9hDMtOWUdGQM0krRFjW2zlzEfu8eydzHzY6+d79MA/VgEEoSLQ1zn
MQPD4YMvic2DaVLvW5culJJlRPb06ZmELOXeC1dFVMH0Fl5sszyz+t/HMWV53uKBeOjpihkcyTI7
m0z57Yt13Y8Zvz27AN9BOulrnC0T443qEXcmYAPEKLcZ3SesFeeFpu5pSR69dah/83XgjpvWFbdQ
5egAI7YHaIS8sLO85Jgldma0n8vZ/GvsLjtXrrgt3QIwR+IxD2ZV/jSZ6/d28AkZu8BVHoK08Q6u
GIhHdkZ8sH4OXnAoz29QXqh/oJqDl2KZLl3fTfuYZpmLHejxdegdVsFBuZ64R5LrwZb1yLOiHioo
BLvadtp/NobJQ7vO07FidQpHVae8K1nEeqeLJSO6kdY/T1fFSeSEcMeUewWxgv8e+woeBcdanrWE
llubf19jvnMbFsqVwHaUi3xO/daB3YKDhNmlya0zZhUbcbpHsHbjkkNKIAqjBxZvZGiv5s+1cvdY
5tIbbDHOlv6U8dxUwFNYiw7zaXJKbB96HF+neSKZEfhogHZQv1JJxng6WZzROdEWe1NkiuxcRugd
J2OvsIS4w6G+rnkaE3h/g7QrdtcAGCyAqSWRmANL1j1jWdG4M0JGzESdJn4oaExEsOX4qcDcPfOv
4Hhy2IDXdjneOcB0OEDn6y5ax6TsEBYO/ZT+QKtPsTcbZKEqDwgrtOy/ElhQrDsaWuCKmp9GyN4H
GE3lYVEufHJ7SA9LguvWRw7NsnG5tyiZShHQz2NqKJiiW16lAPozj8nCC5pjU+ffMlpfynwmx3I7
pfrBT6BGEskExxHMC04/rDXHuKs5yp3mOWOOojIm4SgtfWXu3citHvNZ+nyQqBfhRqqiE32HV6aE
cF+teUTVpIVw717r7PMoIBvS6+Vh8Erak+rJx7SLxLCdHepGA66wI/PvR76ImqClM53MK/SAZNrz
o3entF9bXn/0VybCsd6WVDDRLVnE/2QQ/2E+WW/FXNUfBcKQWl7jokHwpmYdqEYEz4BkeRwSOeWA
K6Pot6OT8Mke/ehnWLSIWYpH6cmL/PuIb+CzMaq7KAtbYWnR5AQRMuA8uZ4XxSp2s0sPfAT0i5FW
+SRQi66fTvDd2OzHdA1vmXoyN7QTEwgA7aMed31XwDEg7NocJYGiEHg2EusSL2xIstbuSOAitWaz
g9cR4YreszjZ82uNTxatwxT28GGWmeABXC3hXgw4B2xP3BRuiu6j7D725Ee2BibZbavwEjvMZ6tP
5Ttuc2QmPdsUe1sMzbpdP6yVdbcyluSZcP8sM0/L4KS7CYQSzlguLdDdI6R8Cw3NzAx64PtZF9d9
2HYqOvRWpxB+snY/Lj3gkNaPGDeMKBm78VwNqSC5UhaMdeQnGNDJ9lFFYMOrSiJNDhe3D2+9ne/x
x/L+jCVJIvbcm85J+RBRiYkrmsbXMba5w5RMyLHlfa2kHraFPVICnFNXwwTHmJoHCrVwiPqwSRf4
RDbxiiggfIvPrg37pIsxLujHmNRIHCYNfomxG4iK5FVW7+wiirrttDa3jRl+bDje05NmIsOCEGUP
nZHFqe8USyKSSgoVPbnD4Ka4T1iO+S35jEP6ks5fquT+IWEFu8aUXK2Y9PMwiNj6BfF0nry/rq/x
FpQtSEfbciyctTDL+ZqX71XrOo/kG8YPEkd2aCAl4Dpw/gxDncldWhjB0DcAHIthmZ1YGAwnf8Vt
o6A5P7RX02PmIFB53Gt23pCX+yLmC0wwi4Cy6oOHtnAwMPbiUuRzf09KoMFambYINtoiY9MUH/5a
wOTxmy9urSOepDhveO2ZSjy4ISoMip7T2M+S/BZOAfOHXWBxcNVy36z6NxrT61zrzt94e/81C+an
ufXuA23Nt1ESEegVAbckz26nYQf8TcXgGHTPs3FthgkyRP151tdteWDZR1ln4gsfOlV0OoY0vwTl
AxlK96Yc4TVsTGAS9p/O7L6VeGB3rrgKYLSXWrdOgu/RN1TmQhJiPUxaIsxscAU3tdZZ8JjGAbtq
RfPcEmsEfrrBnzU8lngOPtsBuyZsCkzYbnofo2q3owhj5yMauEYgskR1wmpgDpwfGgmfQIE9tWpE
HGymB2msm6rL27cocjMsDy2CwDjJF4njmg1IP/0rnd5mZ6xezUBpbeWVb9SRJLcqicdXl/sHd/gZ
oVYSTqdg9nFp6ieiVS+FT35KkZnk880pulnb9n2AdnlXZkx+SltgjFKIOrmqzWcrcaV+E8d5WYkI
lvd2U7y18TUmtnissypjCQ/fO/XNIJLKsB1XFgM+XwofZWJTTsNvUZVAOrIKMQp7kHZZQbcAqHhX
snicwkZaMBhsHtPoINJo3FGQqTD0SwZtMxCfnphHw7a1qoNOxz8utJID/IzgsgzxtXslwLygMoBt
XYJwuHA7CqF0gUzrpXMcZY19P52CWmznrJSCHasSdGxk/S/VwOWuyCcYDSuG62L1vlOUuH1Vp59N
U5EoWbj4NIW1bjLYLOG4eC3iwcquw4d4sauWpPxuSrv8go92NXHnqJI71bEx82IPG75WDee1Q8n5
Ro5e80SFueBWbyftClwte0HO4MbJ1ws7Qk/TZ1onU3u0TOAu+7HLFbWL/ixONNMZ3v5I4DLslgiQ
ToxB/I27hz51TQNYgtJ3htd6rnZCT8kBP60N+JCi0AcRm/G74NXOd5ZvvZtF/y1zNr1A46o9+H1Q
Ud7k/kyyGOuwcsy9mfrpzRUBrmfd44+60kHLHCQz18P+hfXti01GcltElkcgyRn2bcEan5E7IeRg
v8mE7qIjxhFF8aL/M/l8HLjoeLup5Oa8b4ExnaS7kgAu/KW87xe0t9YLev6Qy81JshenQSu7TfL+
ce2I9zHDOQxkeaseSxCBrFsXmz0pM9Mmr0YAAAQyWD/xO6Eir9ym/eChn7Svizb+o0Vf0X5KpvIS
6dHZMdC06Jx0TfgurRobTyXBvo2C7ie/QtmwnTAoTp71MMKT+gcYa74ZlJou0um70zx6qMGRX/3V
alVbq7QHriD2eMPbVYeF4jEDh2WOGj/S7RTo9pT6qX8qOsoufZURXDVDjVomFPuNubrvDKdKOaGr
oVDKq1ZM3KiDRIKKZ+HrvJ4Z4J2mD/g1VIJ7o3tXV077mdt9f267IH/s5yy6deSUvdsenaGOscbQ
5Omyn5acdRMoq7PHGoN5kI510ifdclau/b1iTrOgvm3smqaFMgus00TU/KhiZ9y5iGJh5snmiDKC
T8GxOcl9frQokc7ZVKn+Gm3Iqoubmq0D5mBrW9lr/n9HF85AQgvk9mjHGXdzaiGtBSLai0n8rOPw
oRcC93ZmL398FJuLnElus4Cvz7Rh5M+rjZXOLub5Bge3HkKSKKyb+/JlddOB0wRpUlm4xyyd/W0U
xeuKWWvTB4P69QaX15HpOaTIeHkiwOWEM/upDSEzsWGHj7RantNguRKDrCaccxpbM7yVnPurSXb9
yJFLlU9HQya5oT5uxN6fA7G1bTaqY780sBGQrlzsLKU77HjxgXxEjXfpPOH8Godwcz+PXIeG1Fr3
KWP3vxwG08MC8ndbJy1TP9Sem3EWD4WtfoCUURefDCymGG0D5oVcg1i7smxmL1ZsH1rrufFyd5vr
mXRMJCvK+oyj/S89NskbM0bwQbjwT0qBBv5qI817V6rsUBOgIeVHjBj9p63fk3boWdDledjDId2P
k9C/qX5SdX6MtGse2wJQ5L6MWQo2QcxXwlm6cyutDCiAbRG4ZMaGpFZ8KNMCiajJSiArLuk7dV4L
1w6CkLTqjlRRr6g30Jqdi7YqNJQEVxNTNldsdJJzZVWfgPXyLTWlL0VvvYuA8iVM1NMNfKruFc9z
f8cCWhI9jFGsRB5dAqJ8BAbb+BvJhiZqUM8k2KPuu11giDgU4W5GLoufdb3aCFYGXWXt3Bserwak
hfwp2s4NmdXKY1Kq1bm4TlwP/2bP0umuzvz+ZvRigbrupJcOw9YZCog5lJM2eJiy6qUcCJF6BXWg
XbagL9mLMzHjEluKwoCrtTxWwGYJeJc57g1UlanYdyXn685Vs38X95lBiBby0ioij0sZLccVB/yz
YkOK0b4v9hSi0epEzOBG5CtLzEzXWyewBIUoAZRTuMy7Ym2s7ep5xkNPsjG5d0sjN56voTLltou9
dvHfhxTlPXdknG8rub7JVbIwghklkUejGJ/ngv2ooUL+OAjxlSd8mJZmYdPQt8vKojNruo+V3m/s
806NVaCcEyd0mhFkkyfkgy+6CZHdUXcJva2PkQ18aZ6wxMwjuzcAXuuuTPrukJn4+m8IXr2hGP46
An2t74kBOHjMtiwIynAYVbAr17z4R69pd5M3GcXhVVQYHfaSvV/naXG/qsYnzN25+2bI/F3Bde1c
NsnApo8FVK8rJoNEuHdUagWPre2O20AP1GJY6HMGc96SAj2d12J9hbJbH9faiAchLR0GfjY8kM2u
9o2zluHSi/mI4p+HjVbR32Ji2kCXZFZYpX0g+4pZo+eIT6k4D02FPy6CXHgo/FpQhoCSTmYcf5bv
C1q9XAa23nyZrG/us6p0vwEHAGtzke5LoI4rPzKbvXVurUPSe0moGRe25PanrZ5Febs2C0YFmfM4
wS+kNngCKZPTa7GvFpESXo+j7eDp+FVmbN/4aFjyze6skuD6YN34PpO/4dNwQKKrD3Nvl/t0rsQD
b8F124SKWSYooIDOKCyZygBS0PiHent/Y5E0OyDfFjthp8n77C32ubTH7qUceUJwWJTYKTV1xpbF
TrRQtoVbM2kAnkI39sGaQJVlAZZX3R+RpO0/s5TzM9r7SI02vZttXDZ31TR/21rHd0wRJc8VDuag
a1tCUWt1DHRjHtam0heSwADyWDlu9eCClpFxRVqQQNzkc6w3HfuNemrp2o3ZxQUpGlc60Lpb1D1p
nBbgLxa+1eA/ho0Md5jW2WrZLKAc9nHPyyaQ6Leisxkp8/j6AHOQLQvaxUCoZv3I41G99gmDGh1x
XlhNg4bu6Af7wlXl0Uao2mTp8s7Yif7NRRgWh7bRKShR2nrKaV7nOefLxJjC8gfyCwH6+aCAJP4m
2MaIs5joaJckR90Sz90E1wPRn/uMSOnVUDo3iN1BumcTJg+jSRgw+VXeX8+tjUfGclPxud1VQcB2
bqpBU43dn8XGiZu60V2kibFHS5VtO8BSOFWS35RRdaPF/LFMmIm7LpLHxBSvTElD6NvWcyEZ2Dal
Ue37qAssPsKImzHvfhRVPDASiNffeg4BWX+xyjtHEvoc0tm996iy+GibAlVaSUxxjWC1laQ/5eqz
EKZL8q3hC7J16Mk52YuyTnGkuDqzbd11tgKU53nlGT4fppFkjZ3rd40Pljv79l+urqhH0sKZMg/S
2Vk8H2GiGdhaJfTBr7kAGymmtziroju/H7ubOq2mHRciXHymTJ9ZZJAc73ADp0CKk81KCmqzdunf
oEzry1R3xQUbBj866CSu/DG26HocxE2RN8gq/gA5SsbgChkJVPEMcUwex7USj2x+8HP3Fe6ziWAC
Dp3r7yEWGdPHOrg98mor/7jGru545kAtJMkP7AyMaqkE5xNJrBBpTZ9lmg5y20ukUkQO4HoDQRq3
sZwNpfJM5rCjI7+Uu5kA9mFqKZmL2469qlcjpjtVy2bo2ic49hIOo+NcVhtHjUzwGuPXxPo11EQs
sCNtZuBZB2cdngrkE9SQ8nke1UMxxs3OrmNzAOppf3lXAzl4r+D69jA3KrfDkOvat3qy/orCdPu0
V3ML1LXpdlkmpjPYEUNVRvZFwDoKy9LGuev4pHbj1t4HQbtcklUhK0ywimDLTft2dGxuW6BwvTH5
gmpT7mPsFMDN8vmmrmouFkOAgcli9N8mqmGOt3FOBNopD+nae7t4Kbphjw2NZfQazKHUFpdGB7+W
382sLufhEpCIXW78pQLkFakguR79+UOCxv8XjP4rAhVxr57J6dLUtUOTZjGALWddipkfImB/dICY
/Yh+SB5T7fsPUYJzuKNx7Z7axCuSigw936M8QxXPlrrGpo5Hl7QRKZrkaiQf8Hb8Y0vs3kXVnNwL
nwRghX4MxAQEl9MUP3bCRhWxmggfe2xW4jGhynJVby3tj8cEYsmBICypfh3b8EZogDYN6FMdr9yh
mMwPlkP6pxdItXhl9VbJ+MtwRz+qqTGPCXikbdaRg7DGNg0Np3KYz4G+TBW1cd5cvcd0Me/jgFgv
ne2GZFDi7waxyJeuXonBGYYrYQ3F3lnM1XrJr7VU9WcW+5iAfYvneeKVkqL/x22WJerqkKHJVuKk
EEqenWkIeLftawgB3z3vB5wi009kNhh7XIVYXETATctBDqA83D44uWjouERLD5ZTzB7kRZKJn3b9
mi4f5Dj6MOiJNcNRnDaRvlLKxcKs1/l4KGTDkGOKnNlxMNk5kPMSqmp8rloEp7FgYvWMxeYXTtTR
8Sb/xigyABtVt+ze2rrnocliZ2ah3dl6uZSpAyJ2mrOXqCn/cQBDL6/0dQ1UZ0/jEs3PbjnWnEo0
p4S+hyNcJ87HAnDtRs1LzmCPtydgWocxmaSvVZvB31/xbkTenOwTG/Fe6cjG07HK+oD3gMneD35i
r/wauF3ylyLSw9qK+tLMLa2mxmPOazpAsgnUOz59KWYANEb7NQZEgVUNS68NKBupdI23ctbC32Ts
FLZxu6ZoyJYcEFDbUoS25K9sWD3nmSCneJJlhtFD8s/J0j9oBQG36HLaFhRI0ydL2gdlKDquRAjw
+OKYmxsUOytiv5FNrHDtiAO7SK1jOXbJn8LSbAlQx46ONXfngIKZLf4KfNMVEMdzUYqBz6o1zPxq
GGkBFuY39PriSJl6d89fEsWobvBDRzfG7zYOLoXsuGPzzkAMb1au3KmFaBsUHZ/9CBZ4HBFMRbme
lksxtaDz0zo+CC5e+2WZkCvn+MoAmWmDi3TWwuKO+52SfX3I/Mx9NlIXz0saA1PwmuzKqJAbtydY
GRs2OyMTiudws08653OiOvN+AR8LNluQMI4U3y2p9kadIufHoFJv7WnU0PZ0LJ7jOenfhJ/jwCTA
g1beD0hGPf9VvYXlwR7G7twpK3tRPjOyM0iNQjKOu67CTmbJrPiJrCx/rIcYVCff7y8/JaCaT1wN
oYPPIco4sSzVO+BzF1jWPra+atLygPbPYNxBjQTqM7Pry+ZHUNHibGl3+Ipa170ixebuYRKwQCw/
70NRNP+QFuTPNAqOc7ZtO+1k3Jl9QA2rlWPXICtA8kXpTdRyORZjUn7pIpe70czDRzVyqQBAwoxt
/G8B2ZEe3UjuGSFwtPhuhyzfz+Nj0nrppR5RSQXWtFlO1wiLNAmnjsg/fRb4XNjxJgxLaz20iV/e
F75uHx0ELBTUqwIsFIkeveK6nBeNGT5PKVuAlE/sw3jV3pdc/li1jRRVGG+b2M56F7iMEqQD0Xdi
8Ca14rQaW9gMAK5GB3Uvm39wk1dH3xq8PeHh5QB4sDtOLd0BNm6sr8IxZsVorfpjzYmxVWvPearm
/GYxeD4WW9DNncGhj1pq+IoC7VLi5rjltgyl3pC4gUjF6VeLH0YfhjS3uH6Gu+7cWwwUK22TOzCR
FOoKKBRPWRVzt/Oa5EEQK4fBD6btNMrMP4yeKYmr6/YQtesAbsNbvjpaIPZk4jkv4ABy/BNdZTsw
vBXJAjpLlRr1/5olYTw4CtZKL/OAVdw29no7twN9wRQkH4C8ggC2+fwa4Vh31DhNe65eztF0Q/K3
idb+6IqxDNd6/ju59HAOdZn+VnD28DfO/V5kptkb+qj3LgoX/KpY7sWKObdUDLgl4P+9onsDFyoe
tKQWvToUC/JiljqHGQL3ZpGksafYBbGQRcNulb2Hn5RyjHqY9EfXGKS562G7kOE7TdKKzv6M5r1J
5+5Pbin/j1o6Noe1buoTrN9uqx2X3wekgDj+LMcrPLnV1Y61Q3T0MjI2EXUou8quM2gQnnXMkzjb
pfFocbjG1U4u2JBbx/8dlAUA6or+Qt0B15PkUEtExpd9bdEIoWvwP5EW2Gz21lNs1+pyrQN/ctoy
2UFczzcETfAljK44RTn7OqMd/5FNDrUzvv5ksnBu4P5bFw1KkCEFplQoASlvCQb/sI272qWoCgtT
24O11Ne0dOT5CPMxD7JT4eLWLmCm6eCC0ZJgW5EVH15lgV6so4b2P5I2CZCXi5U3zbs7gpnRBMx2
I4/TvWQEOmdk/sNO40Apsiy+9dhA3RgefT5Sg8HngPu/ymlMmmpQgYn7l32QfCBk/o25Dz2OvvPD
ZPSwbWOpDwHXvzNtE+LiO0u/5/vbHIqVwy/rqoB8Z2kwKat0n+Z98Mn2bd5wj7Q3tIJhHNUUVFDc
1Ydph2TCAxhCK0MvKfFONvBBNqxcsr+IrTCQMP3fMiLmIbdxUmYWq8G5rvFYWhNCvl+p6yTnvQAC
IAkBJwjUHMRDQizJNYS+JIdEG8pds/+RdmY7juvIun6Vg74+AjRQonSxbzznnGlXZlbWjVCj5nnW
0+9P6wC707KPjerdWGg0VjWKJkUGgxH/gLdaaCk/ueQDgZwYgakLR7EJXendg2oF9zdSGyUaA6TV
MrHR1eSdgpe3LigkLodWV0g4leCOyp2/HhRJwpTk6p/Rd15LKC6vVqxwpFwEpl9k06sPcInLjRMH
5FRQ2yDOG9h0I1K8GCX4PdwI7VU5AqLxk97ceTpQEg/hhBIlD0m/9dFALuFd89CJ5lXS3ukqu2PM
xnzlhyMqXj7swFT19uiO7EZsNGFoFfTnMA0mBxtiil/wFXUljbdRApOa1ABOQKWo6ypG/deXarfM
1FS9ocCLCEUc5HeqJA4tnclXx+gG+aSoIIBqKkIIf0HYiTK57fpKe0TY0l54if87yWN0f+jb3aO3
PS4DjTqBYwXZzqGFsQNfi6CBRl6zSXQUAvogfatS+uNEXv/GQD9RguwfyJ5zFC0XvV3LVYcnzdpI
i+BdpAPOH1QNAWpSw7+1FdN4B9dkbqopvWjbNt/WOtVnSmLiboQ/vgsR4tokPeDZIGjR2ehADPci
yd6iQKZ7xYRoy9t5AKhF9TuK8y/O0OsbwgUacHRednWkypfYV7IN8A35BpITAY/YphMFIoFWZ6bB
V6VB08cNKvLILm/w1KNa2tMnXdlTV8gaHWNExDUCs5xqBdCOyqHobNdcEiBIJ4NTVXkVUYJIReyX
r0rSI41Fj/ARgWjWus6TF+TbEeMQyEdWY16tXLPLEQBXqb9HZXzvxvn4JSMTu8eg/rlDpGIVps1v
ogtvZcdrSAyRhXdxMkFIhHTXBN6zsMgYccigzIz2GsUJnDLquL3JUQi8dxPKN2VBcZLFBGncGxrw
4VrdIqn91be5HxZp4yN0DPDLjdtcXUkz+oPgZ3Yf5HZDPhSV26oCtYsch/bSe9132CTfKmQtbrrR
H95qiuUr+rHtZvAQrgvS2iE18K0HOmrZtnJb3ijQo1FSwB/Hw/XoHyQWtGgE2RyKF0u0ZJxFFNFU
THIrWxqVVaAxzF1U9on9M0L68b6wA3qHLYmtqo7+A4+7gmcKYLd9bkfJ1m4dsXIH6kSdhsZH3hrh
AXhft+yIb2TNoHzazO6R5aSeWaUBEPDMlfe9nkOQje7H4qVSkTlBsV/9MPPG/BHok3aWhAtkobOy
DJE6fdDcTi6tJho26ehaG1t1yvewq6gpSJ7IOLejB2/6/T0Ic+0nUQCSaaX29AjT/gPRdPGAcCMX
qu5VUHNoP8epk9yDF03IrjIykCJXfhKKybqQHoGVoTpbHwH0Oxp80VrvDdSSSg+9KJeKShi5wUYr
ghaf1knoMmpBQAN2Q83aoKTV5s1bAJzrXSVxA3cLuVS2VK0Wjov5UJg3/iu9YJfUPI72HS4iLw4S
9CDrh/orsG59g9waDxNLALPhv8K3ThpiZ4KIuCkaipbLiIoN0Pc4Bv8axGVxX0RpQd2kSG4IWeOr
buTKrU7ffhsXDXGGjEVrSJ8AwvBEDCVEO1f9jjbNO5iAlwbtdiT8KTLFzmvevWaS4p5GJeep6KV9
5wEwXzY14Dm6rj5bJct+hlofryMvyvBOlxNjHCfQvTNm6o2eNHgnULDdGnoUfNEnCpgqNf+eoln0
OzFoQquAxh7VDHBpqTX92qn7+I4HR/Y89onYKLibbRBkwY/Ait4CxSiyZbULM4xc0IlzqNXalNhx
QVmZHsrJu8ReGwAcxY2fPMBXRYikcWmN5LUOpyOkGGGj8DNJotRvQTvJathIm5ZdApoEbCetAKB7
vRGMqOqX2ZpIEqzrFPgkPA1zw17APBYb3k1aGiXY+swdf7pZLNgCE6AjDYpbr/JCoK0Kyuwq/w5l
ZPFijqNBU7bPVo6ona1t8LmsEgUC1UXKC12fN2rM6ndcjMydFWZ7tx/LjSI04x+8HOTsEVFUrXcw
NYr6D7uz8wd4Tf5Prrj+ASgIQB3EQBNqlVCoGpwBVrjYJM8Uhof3NiMW0H3Ndl0sX4uiLxel5C9p
NfenMWp6gcMNbzz0pgEPiOF94C2+MI0+eFHoy2xHQ0e2IK7ZLRy0u7BhGZCDx2EF4knD8RCIGE6W
KpSi8jsP/PwisMiznNpfNygSp3BlSdr96V+gsOP43bKWz23kF6+ZQH4HLV7fu3P6SNwC3stX1jDQ
9lSN4aEIE5sLvLYftZRaGX598dZrHDZMKx1QQPTd6QXiszE45X1B5fmZpkaAHGz6A56Kt0Yr2nu2
/ELb9S16cSHdQ6BEenJrex5820TPtq2BmpzblN5TX1g/UaRPb7WshcxrdDbC+u64GHi6PWInRVgG
P0684MWu9Zm7tywgkZ7MqaykiDlGtDGphZR0j3j3PPcSPkGgUX8wOkSH6jC3H8u24vp0xJSnwfMI
ezWicshXG1QIS1GEdQKbXVljoxjsAhs0Fc83fZJ4TncNxxF5W4JVVzuYGAcwT9DKqPbmYOM0xWX5
oHh4LYFdVKDeoJLJwzXgJrXzH96UQadF0f629bb5mViNt4mx90JMDvUVX3HbLQXM9KC2g4f7i6hp
cKE1G4ZAc6ShDpSskRp0AZfc1RKONQ7D+EjoiAmIgUnqZX1XSbgBpiOGt0oWOgVGV9wCw4ELbmkf
NvoRYUjJCYHD2kSurfbR6PadrQlU4hHJrgASFhgOvOy6FaZdDaiLnHJaDHZYgT2tuRDK7DjHSCF1
e3SeUO2pnVjFBlETtzkI/I1ltM5NkYz5VtEAzzSjUu44eGTVFcX2OpTBytMT+y4GALsivSMa1c3X
HBThrgIwsy/sEbPPBm9EVBPCDfXo7gaNT46rrMjbB9V+dTV1L2OzW4XZIO5HaX7VWxMF+ZhbtU5p
UgCwtPcNBLr7qE7Abtfsj8IEjR0rjb+juxIi0oAzxuAI6K9Fjr5bUnBIqJqScykGkrX0nR5wt/JX
XWTAtkFjm7cNDOxqqAbifZXdaQ7MAKOBH4qQZoPcQ5ru0NBSQXo3IW1Rs/hO4kqWA/gU/ZcobgiB
Qq1v0NRi46IHpABV4g2b/BCipKfaJu0md8r8kX1l3GDINiIcNUqIg36FF1+W/iIFghEr6/xDRi1M
4VZp5ELjhQpCUYdaUgL9oK7HK10aGrESiFEflfCPIogyCnjzvcHhIgRqYmWNsFRaUUKrCtzqvSzL
6kWt8HD0CjvaekOvrRBXM1cAcr/T+actiM7mfca9s7ZqD6H1vEJtAUb2EjyP3MUhwgFG4xDsB/1b
08vivqJ1D6mIFlClgVSOQXAvWsyJVp3WfccfTd3Crrc3diKa3xgTWbeaE9I9ctSfsjWSTYnU6t7p
nO++tAGzlVQQaKD9As+rrene8FAN4opaEppudt6BBRENllmtRe1PzbamQDlKg/eNMI3pbuQAA1Dg
1LUSngJP3sF9K+v1jBOfG8muUQzvWTfrZC94NwISr3sK95Sob9lUP4uaPkWeZDwgbJ+LyG3Vdaer
IEgrTV1IqaSrHtLuQgwpeoSkb8t+hIQJEjBbNx43X+3SccKNz4cOF/TbXvF1SD8UZKjmDDXWWIge
Oqasb0NsLlZ8Cp7ivjqs7Tj9o2OXuELTKf5RDxS6Tdko3wsMvSg2GDWMQ7EvSCwfabChOaW6/Tey
vQ/QZRZFVygwOJv2q7KhcNS1YBXCMPvF5DjSWQ+tY/IYyUK6UXbuV7d9LMSiKovyxSfs7PwcUUxw
fnQo6KvqKZR1IDi4qNDI0KG/RWb4aOIUv9ISCLMi4AUle5xSFro7uDc6hiYkWHIARcydpo5IzTQ4
fQCSAslUyXK8dZwWfWPfjt5rl8q1rdN0qCKuBlPtcGFFMHEZByHIZsrAKOiWFbic7gNvSUrLUSwR
E1GR7oc10vfZjjaNsowi6I6tZgxroNM29BGIE2qHv9CYwpR0cHha1W1tbPWogo1eDhgi0Gu8g2vy
FEaR/QoMKFwWaSG3YFuQckLFY0m534cm0HD1g6uHIKOCL5ZKdW/WVkHTAYANbQLB+6IZcm9tt/KP
5zStR4e076fnvoJsFewoGDPmKusGQfHXBZmMDC4ac6E1NLcWuHSPBNBs6hI/K48ot7Rs8knao9o7
cKP34h6bSOpSBqY9FXLgwBYcs6XVaqK5qEwVv8Cpoo+uqZEEtRT0zREsBKvmmbdV7lFRAbDxy+r6
5o9noVIo0PZV4vy3TWF2C/Ym3+L3Nky/LvlTaYlYtQbNfF/ndCMKgXLgpFOqEoCXgY1od+Kj8aN+
KRDKXGQlHUo7Ft2qsNRoWwLDvREkVbghkrUtKq5bOG4y2pVYOyFhiqBZYMNRaRwdQeDIKu9pYo1v
Fl4IB/6/mBXUvrJOmkBZi8YfoO0BQAKBqP5SGpCXFOSKX5FlBLwSIjwE+oKlMSatA9HC2rcMm3te
0A2EOx+9V/jShlzr3oQWriCv3PAybeEWhNVN1FDvQUreXuv07xALMSTKIKF5q2tRgBdovzEKOMg5
rVL06ttW0d/oZ8OJFDoVSktat8Ils+S6gNBEerjOk6F8QD3cXJdjUqAMgT2ALAP4bMS8pDeQBDL5
S9yyKrD4nIQ/qFaDQQuCpSgbNGssExynZypbW2uDLVAaOgpw3On8GO1HJUTzRUefCzVVykwvhQHC
LMNsaDnmLpLLBnuxDAbgAkH5ZtMV30j3yYHEQI43WZKoIxDXQgFOgw4yvTsMX9YetDBQn1PbNG3E
N49c4WuR0h0b21i97/zUfPYTKrMKWPu9muew03rHgVoPpBUwZElx3qTBSxMczhWAb2lq2p3VQZVE
pPxjbCa4pI4OrRpAI+ch2azrOvgQXIuLuKVYQY1dbNn8VOZEJ1CgAbAWoAO+RcgOtISKFtukx6oo
5CCh6tB31eAbkcs5DyYWJGBj+vKNV7C2beGEw4K2Xfe20DTOTYjbnKuF/U7nAgMJq/SPkjK3uusL
MMhYjEUyf8l66LsumCriEcUyXae6Y8cxqg+5zWdLMO4JHBMBfDNN3sGTv8naIuS0CTbGARbClgNY
AJFekE+8fivUY61oNSYDUmIYEC+cAkbs4BPNlR59spofugwLxdyPAKQA5QXlO9Yw+tbO4+4Q+abF
rcK2q3QaqnTSRnrKSMjYgS7udB00O3e3BmrFaGitUtISkxhCUKXZdqwN+2cW1lhrotm78FyQU5fd
0U9Ny01DNxzdNGjTmLo6M31vOFE8iYfsBX7yF2/Ml5k2fLs8xKltOUOYDsm0oVumUGe+6BTCZBMW
bfaijfeD/QZ5zYogD8NJvDzOqWE5k9CkowuNWI3b9L/+T/7z+z4gY/+vf2n/N/DL0RwSJ33JwycK
CyL3ViZRtAk+Crh/l8eafnOG6GKW3vz6r3/ZumoejzWZ3H8aq4RxFEy+hS9D/5F6fxzkvB3a0xr1
8TgBGHYHhOvyiJpxOqRQpbQMToED4nf6kp+G9DCUFFNK8pJ1KAcAZG/GFxihYPN+A3ldNgpVVGr3
3S/HOfQRRcPqypzPfEcOtW1IwaOYFsnsO8Y9hRAazenLjzj71sIgSx1ut9XlaZ75iJBudIorGnBK
fBWPZ0lH3EjQpklfJJLYoP+i3Fl7vI7j7OA6d5fHMk9X9Gis2d4PXUcfDZwrXmzqSR3sN4G8hDZ8
vTyKfnYYx3Ask7VzOALHUwJtKTu1ZhiucJwgXpAR21h/TBwTll8K8cU03HXbvPrmDbZWtIMoZwrI
K09O9kDAClweVE8xklz9DV53l3/ayeGXuipV1lk3NHP65/iX9XFRK4rv6Huzrb6W+isw3D+XR9BO
Ns00BKgQ3eI+sLilj4doNVD82BUZe14voAmQktBdREJa8KVN91PRwed41Yvex980CvK9WRyoXjx7
YbzFl4kSC75tC5Kq7eWfdXJ8JcmFJixNSlUDcjL96k9nqcj8kN9cVIeIbvqmT6k62DDJ8HkY1Wcn
ag5VZaK2BKucnDchef774TlEKgFXs4Q93xHUoXwAf3rJq5/KZjmiZmdhjfmY67J+CnPMBdUxCGk5
qOZNxXm4vzz8tOZHwYvZC/4juTBVov/ss5tQtQf69eWh197K8VAg44YPDQQ8x27WindzebST7T+N
hpg+xFKdO+CfuPZprW06JpRb7RJjQ9h/lGwK87eRJ1eW9CRuTKPYplRx7rPIQufBqU7BqmZmeQB5
67YBRuy/uw4TzWZNhnp5QqenxnJMk5KnzX3mGHJ2z1B/LAq768sDQMZ9aXm3nWk8XB7i3JqZWLMa
qg4kQZuvWZkG/WiHJU4mkOD2yL3oz5FWIxoTIhR+eahzm0HqOtPhnGqqmAVBj5eUGhpZfaAnjQex
8RVczK6zIFTX9C1jqT0hPb6+PKZ2bgklIYGYIIRzkhIAfm3oSzNoQtmRrN3a+FQJ4j+Iwmw8xm+b
9r0Lm+cOoFTroIER7HB73BS13F/+JecW+tMP0WbXTV10pU+eXB9qdCqs9mXIoEwW75cHORdtPg8y
W2JkcCrA4GV9aLDEVJ6i4daUFNEgnagH7Pwq5evl8c6urjGdN4e4q4lp0p9OHBZHZpQPTEql9l7W
L6HrLv93I8ziJ+aurSZAZx/osnlk0RBKe/fKMftn7edhit1Pod62Jf6Fs3PmSEfthDlUh0p5piqe
UcoPtGen+NCMdCfcHfIFYNizK4Hk7Mf6NOp0Xj4tniurJMX4uTrEPViH9iYVby6qdiPiULzSm3hR
UCC+vJratAFOZmoaUiVKmpYxv4ddUA/IPPn1AZuNlardJHivuc+5u0V+I/Fv2oAOlvIb7MSVuZ7d
KJ/Gnf7801y9AFmo3AsY1xdPlE7eXezlrsztJG0lMHPLIj0uVWGjCXE8BoQyME4cd4SSW2oOiMc4
L1b1rDf3miOXWvUnkz8070lpX/38MfE3l4c/F91sVaOnKwjVhLjj0SmmRnEElPnQDGTNLlojq0J4
yH9IrV4mU3/Qjwf/oIy8XC+PfG5tP48820fCRzcjtjkiGZrNI54PSXblYj1NrSyHicFRMxwVzb7Z
lacNQDYT5LMOeBE41ptdcX8jGPvr8jxOz4NU0TPi69F24R6fBRM8VcgWcpPzUHzliUWwxnOCTnF8
n1S7oXi0tWu3w/RNjk8DSZkKGUZoQrV5OR5/szCkhQyeh12JTkqIWHkjeWeY+kJHPL4sryVjZ07f
0XjW7A7oQXR7wHnrg+/tXT5UoNyquYcUw6q2saQqkWK4K/rbXrtyyZ9+v+Nx9eN5tmZT0uIgTBPf
+vDDC+/9cs8Gvfz9Tvcho0yvYh3ZJsOwZpdPlolMhSBbH5CMXPrZ41hd2SBnp0EbwtZsldfEPIGg
R2IM9DnLg4TpmI5vJdks2dG6Ae54eSpnNwawN9shYdFP7rXGVgsFdFF10DoqPpa30Sx4MaWOImzd
0FuLx7+/glg8h2lR4NI5ZLOtGNWw7UJLoAkcY9QhOiSTW8Sntoa8jSQeC5PWFKBs5cq4Z5eUNz6p
kaWaHIHjnSEpRyPjwPugi9BpAQUt2sc0+bDNm8sLepr9cKp5ljkGDqhkC7Po6CFTMcA44xkUkZkI
d43pyk3UiyvDnNuCutQp/djYUzj6bAsqttnQETPqgwXNAUWdbhsHo/MfbI7Pg8xOUw7MsVYwkzoU
PGIasNM0JaviI6P1Vl7Jfk5LMVxon8ea3WmlLOhnh5Kx0mff/QJymp7VZvK+VtSDKu9JV5H/H2IV
9ru7CpIrgeP8ejqUuaYXiGXOPht0CaqBpVYfTIqmY9U8gKz6uLwzzu1AMOC6aptCEPunP/+UGfj4
JYlKJM1BGv4yRt1XKR5lg5D/9vI453YglTpbF9ww9snjMC6kTcspaw4INWGY7AE0RmOw6TaXhzlN
A4DLOw6BgyAIuX/2wdquNzwPjuIhE/nSAhc6ajcdNuTBo46DaH57ebR/MtPZDaYxK8vRAeoJVZ3t
RSiGMlbakeFQnDO81xCsWmrulehFyEfd25iZPzHMF3kol0ihr0A+LQXFaUjCyM1Tq778e858TM0Q
YnpQcguQUh9/THBahgyDaDgE5p3lK+ij0p12bsW1p+SZj0nRjtc3xTuDbznbl2rPo7Wt9fFgWqjc
/xzgjYThlZrd9HfMl9aUrC5EI5Pn8WwuA+3etA9y9SCqyS3z4OGUGIY7KW+Dtr+ya868QKRmgRwX
Fm9V4Jaz8F+CDs48roaDJ2BGsXpppKngDw0kBCCg42qu6NUP0Dq3Yxhe2UTnFpOM1eRm5aNRzj7+
aMC3jRpQwYAUa7iGROuGCiaJf3/RkJH/e5DZasaDjvRKWg4Hh/Ot5cAF9ZfaRDDXuPLZzoQsBrId
+MKOaYt5m8HANLvoonbAxR5ut17hor36601OeiNNqiWkwidXNVqVvQTL0x1UHeHnTH0w0E+Ke3NN
reZK/D0X/3UOlDCoxVMGmt/PCSLjINeL7tC7Fa7lDtCwLKPNK1Ib4rSeBEvUC7GlUqD3FSJ3Xpqq
L77oFqpsPYksuGu1b//+kB/9ptmnHEyMZDFF6biTgmWd/GqVfaE/2ur3y8t87kwcjTM75NjKJ4Wq
ld3BoBHWRy9qCHsrWPT5c2G/tMq6q18FYg5XRp0i5uzY61wTpLE2DzlTnU7Lp/vI1MheS1xYDxHa
d0gYx3oJOXVFnyzvt9KLF2NIDzr9giRMaeRXRj8Tc3QDkIIO1VzlR8yOouLEnaPYsjlozvcQASQK
xWAQ0uzONa8c+ukjnUyT1g7POeIbYe54mhVAZqr0aXsY9T8xyKSpSJSDrgnzKyXgM9FFp1wKuYAi
9Om9Kw0ExLO+7w4NKp9cHttRwyDGuPZEPXtSYHdw71CalZS7jydEH3YErTU0h7g8aObaa2+M8NXJ
t61+T/d6XetbD4sb1E06GlqhfLu8bc5c+9MhZbvQ2KSyMovfuWekGaJoxUGH0u20oDARfi36Q+8D
+4F7OEbrywOe2SncsXw6aKiwxOYlK4tmNX/g5ActASHh7oT/oJSgrJGdANpwZVtOv362WY4Gm2b/
6UwUtuGCE7Zz/KQADKS3bbNRqhcv/hX5rzKCWNMby8vTO7een6c3W8+YY9gAi8wPbhp/xTd70fj6
pq6GW2yigSCgxDh2h8tDnjkRgqBOkwSdARXZuuNJGqAzcETX8kMLwvVtkOhgbp309fIg50oAR6PM
z13nwM4zGGUYdh3sDRG8V1iSNM6fktI0dHil37p4O6BNdXnkMytK4439guecprNnjqc31u2o1GNc
HGJgSotSEbcZjsghPAyUD1cl6LJIudbHPXMXH405/fmnfRPZpuPAxC8ORQJFU1lNgg6XZ3VthFm0
TjTw6XrHrPIBscAEi9v0ygjnriFQBdbUhOGw6fM+MdoiBcJwbMWyuqkrWCjKawwczLGehfuUtIiD
PJv6tf1/dl4k9FwGlk0bfva1Il0p4sYWbMa2/loY2b2bh7v/YOk+DTG7XpsMUYHUYyfmouhpX3kY
e9ZhdSUwamfiPwCGf89kdpIzk7K7kSBI6qCcEqBJ1I2od2DNvNKNAAdq283XI86brhrd2EqzQOX3
PQ7UHUw12HXwUVG0/bg8c206yrN49uk3afMccSySQI0jVtcFZw/lGq0EN/eaVVQF3cLP4xFOnbmP
WJ41qm1IeQfwWxoH3qdH83Z75ddM3/L010hB2BHoLJqz6OrkuTbaiYVkq1HuJaCVQIDfArZfVNpa
6ODIhbNpe/O241foCK1xg27LQn25/DvOxD8W5d8/Y/ahRjUaefOwz7PmXrYwURFI6msQRMAVLo90
/kj9e6h5qI3cqEvdlPukyOBXaa9W9lgkj4H6IHJoFtvO+zH4w5UL8/w+/J/pWbNY5Ol2ncftdIc5
90b1mNhcJc+X53VlBefNdswcLMRcGQL49xob6xfT8ibT3U3Zyc3lof4/W/jf05l+y6fQOuJ70/eF
mR98/7HGflG8Svk2qRCoOCc6+c9Wf3WGb7G5Fc61z3d2JZGloV1s0yybx6ZcT8Ie2Ht+MMqd27aQ
c7ceWLLLEzy7lp8Gmc2v6iLUyKYjqlUvqElL/0P3thIVpcvDnEmjTMOUlIWoJlC3mCLFp2UEMl7T
vCdvszFH6v5E6dZE+ECX30CpXxnq/Iz+PdQspLeQYILO9IqDF+4G8V63XxvabJW8kthfm9H09T7N
SEfqOkotEsOuhtmHJD6WDTCNKxujpf8kYliQ0YXGf06KukmXK1ilTccYzQ3PuLfTh6x4sJoruIGz
4YKqnElSxnue/sLxlNCKd+LQ7XKeEPdR8qPJtjEOKEG7r+WLWQH1j9GivDLoua/1eczZMia1FZZV
XHE7Ou4hqSEHFOUm1iBFR+nwH8QNQdGQOh59KJL64/lphdpjrGwwP8u6N/N8jz7pFinpNViXa4/3
c4nFp7Gc2Vo2XoBEa8itj7/CQi2+VyBnLx+p8yv3P7NxZivXJEgbW940G3WnNG9W9FzmPwL/6fIo
Z/OKzxOZ3ZpIqUSt4zKRJopwb4MSFL35lAfS/E5JnkWfbKhGLWz5Q/R4Hjz4zm8DlQ3zPwmGPPwM
yeMWucB500sFiQaZqSTmJy0VisnGuvzh5vqV4HH2s30aZvbZskDTB8tgO1blcxm8u+a1use1AWbR
KRgQCfdj5tGBVpf1byv7evmDnd0WACxU0M4aTY3pzz/HJehPGHaOpNHIf/XaujM/MmJTLK+lztcG
muW1TpsGSBCyVLAXESD9ItIvLbi6oXu7PKGzK8ZxFQB0+ceZndqhqyM5huzzEQFfOEo8P66hJs5v
cv5u2xEUUNhgx4uGUvOQxFHBaxHmfAE4w+ruAuux89E/CZwFEi6Yd+5l/WM0byMXMhGEbOeeCsWV
7Xdy5dtc9/TVdGnSdpXzKx/PCr1rhyp7jXIl2PmZZ935nZQ3+WA5V8KHNs3pKB3+ZyzT4T6WwBrm
J6qPQAnE2Zi9JpW+DEOqnj2eUtUK/dGmum/Qg8kAssMnW2Z1tAevGsD70wLsVKIcKQ59WQURpWz1
yhKc3Kv8LIsTzpvVmFpIswNSxs04KHlbvHoVLDWrxpj8S0ZVSYMLY1+pmZ1s4dlY09b7dFbitrQL
maC9bNvvPiK0UDaXfoh/DhyIy5v43If9PKtZsB5UKyqKoiteLc9FjBdSY5esu6tV1bOLZ1P958YC
HTAHkNh9n5hNVhSvavpbxQQm0Z4Cz1sMo4L72jVg98nBZPXQV2KbWvyvk0pgIV2kcowhfwVy+2bW
wR305Cub9NoQs3AMyNESiuzyV7fOfkQQWhv8HC9/mdMM3wa4C1sCGIJBg3Re4UMKPw4iGTGN8cmE
Yg9ZFOkuImZZrcbsBmesDRbLKyP2tw3srKi80ns4882mCqINNoZ6JgjR402I7YdmIhQ0KXK62zbU
UbDoRviiCk/DCsHSrIqupK5nVtWxVBgVwgYCYcxL71A2TRGiufXa1N9wR1m3zjUYwhSTZ7GFERxN
Uim2ThEkaJBCo8vU7DWAriFQyLSCn6lZ3dUxlryo52r2ur+Gyj9zmI/GnO2VqK+NGPAFsRPOZC32
sN4CiEtmv728Yc6Og0kv9T1LcmVMf/4paCToUtATbbJXg0pKh+TA2gtzf93lskUo6upz5kzkcOhH
WcIAHCCouh8P51dNHBdDHL2OiHVbTrzuqKIU6PxentW5PQH2wNRA1PHl5g80Hbp7AxA7fM3jEql3
U+S3mBRde5udTsbkIoeXxGvWojw6ax5AetYVGjP+a935yDGmaLqJdam1V8LG6dVmcaHRWhJguUH7
zNasNPrMkrCrX2PUbnEIHKJvEmM1ExOnTRr/uLxyp+fX4vIE+k8Hm6LvvBrRSjR2OuxHqQOgjNK9
ZfE9ogvoDH+T3cfloU4/EkOxeEAvIXidVAQ8A3m7imrla5i4WCMpFuoGyMr/9SDgo6YLWAVBBOTh
eMNVFOIQ+R39V9ft9MeyT5O1aQf5lXfF6U6weYFxU8FY0CxzXu0Nok6FQ2gnr+mAbTaaZMaA9rN+
bZjTPgDrxEiCaDelw/M3X+oI3bXsTj8gDbseOvMuaYslkjDPyPuvLfBfiuJuxIADPLVmVRGry4t5
mln+M75JNkNbzhRzZE9ajF5oF4l+6JF/yE1thQ57PAzQcPFFR4fBf2iHe4ShYSltXQAkfbCz6j02
q5d/x0nQ+udnAAhDHYKu/TyKxIVPNA5b/SAzPGeAvFV+vJJNCyt3d3mk8ys+0fVsrALkSbXCLJTK
tvHxOZgo3OOZuMgmpdtgjUtsBtNaW+UWHiwSh4y/fiNOk/w08iyLd0cEIOJR6IdKvS3Hh867s4Mr
pZiTbTuhLrmqmReFLN2agsGn4A+N2PADIxUHpexucEG6DwykZIpxc3kRT+7PaRgYPbYKwQy4/OwM
RqWv1ppaioOZfTTixjT+1FSKXeepwl0TS3eszf82/kNn4+kjVYfwj5PibEQbK5w4MwLvi9Kle7Pu
byMQF/+7MeZnPqXt51UdYwyU+jskmGV2Zd1OAj/vN12y9bAPoRVizu5mQw9Sn3hjH/C573T0lxN1
aTSP9aRph2SYV17JBU5iP+NNqCUeUNKw1HmDwx37yhuxLT3oI67dA1Jx2MniTO4+wrv+661Hnsqz
nrweOjUzPN56eEjFaDnV7iE21V8one3QmdsNcfz78tY73eHT/cytCU4KbPH8WdhmIH48HAYOsZc+
RiK+140GoRHnSg56GpCOh5llvabpo/WrO+KQjlglBcgmIgTpYW5QX+vgn50QTRC+k03KMb+fa/qw
YRaiq+uF4w81ch6qESfa8BoB8cww7AMD6D7wIe0UmZDFua7WgXXw3P5GkS7MiGKht1c2+GmNlheC
DtFRTKArumMzaHumyXgcQd8eIDauVST20zu1eESpJNCipTRWKneInf39x2JOGq+jCcHCNI+33mCo
ij+C+zjICGhqUz4gebKu2gTJfftK9nG6jBwlitmAOin3gP86HsqONA9p/jr/kjn5dxzYsDeaKg3i
2+VdfhooIBVqpDhTdohj9SzcNU5ie6Mahl/67IuNP0ON7CFyhIvSluuhTxed8tfzckhDLM4u6F6d
esvxvMoc/WDTytQvnaopt5mK0gV70eYyrsv6GlNlfrg0AKrS5j0Joo0H+hyDYGlDN4Z5MX6xsVt5
qv2eUrcSV1urUAG3x+hBXJnd6YAalwcVG3APU01gtkGQca7sAXerfd3234q8wg9WQd5dbpKrPP35
l6OL/Hmo+QEAhxCUFG2afV92uBQoC6q1sHEqdHv/aMVNHXhXbq15jJ8GnLiuTA/+ysmbZbDyamy8
MtznnnS/aXYPesvPJ6m82B3u+rAYbmOti6/iIeYngXGniiRYp//Xr5htUSUPbQfrhXCPH5d40srB
chejgx+w1XUl/SznDx56DZLIVnGftxlSYKlSY5/Qo7K5UcoGOXY3xFA9suFCl+jLXEkpTzDR/EDe
9rAZBM9qkHSzLe3ERRKHCMjtkWwuMIaO0eayas3CXrZDt0+frFhsVLviom92hU0lINY0KB7S/TBA
Bv1u4xHkj4LtTura6iKMcQjrEPv6ffmon1nHo5+pH588jUcGItj8zGrwHxuR/lYEMvGtvPnrYWyo
ryoPXAorPDuPh8FvJ8+m2u1eVNVN3ICMc2Bhj3J3eZgzJw3GhQr5lNoNVNBZ/A+Lcqgz1Sz3qbkb
A5wQy31glksn/HF5nH+afZ9LOHxdEngA5g55ADCm2ZFODRfJJK1O9/wajOJq3Mm11MLIM4v1ja8E
zjKXeN/FbI87FBdQt457hFyoUIS/SF/Lg/T7D8NFpWgcgvAJfEX3BbMm1PVaz34qsM3dVCHHVkUU
Rl/0pSGvnaAzHx7U8FTR4DFCQJxdJZ2Ca4hnp/G+bbobATJ6V8BSWeEt89+kfWlvpDq39S9Cwmb+
CtSUmUrSSfcXlJ4AMxkz8+vvcr+6z00BKpTn1ZFaR2qpdxnb23tYe633699qzRDSWANuV8Lk57MI
IO/NLQcCWeeaF93TVBTqLfi3xmAifCsxWG4/WgPgGQDoWnqHeQEFxFm6OdZQSjHUB+iqHG3wrgwW
CNlFu7++qKWfxagDZlHQd1EB9Zy3IqCHAnRFl3Znpv8px+91/JuLn5n6Ix/+GmTrwVozhhoyXisT
3h2p+uXlGbgKSU1UWc+WBSH05CgcceomAa54TIkn+9L+fn1xyx2T4/EyyDX+ZVizW6TaFQjpiFNj
OtB4FEroD3x87UDKfd3M8umgKELh3VAdnEMcjctl6RMKCkoUirMq7urY9PvxqbXvTP7YVM3Gdq2t
CNNlKNwhtljijAuuh21EaX1GQVfbTXpJ3VgOyEp2xI1VrZxBWwXQWKI3JQR4dq8gcF0Cmt+35x71
qPcCSro7Er+VYa/5tIq2+pkr3xARoYrpQFTX8C1n1sweIzW5ifdeqRB2Jm6r3Nj0GEP8YGvIZ15d
I3jE5JwBaoZwrRh+vNytmFmxDoZtRBbRLmsguQKK3OvnQe73pU+l8Npg+jEJ8tPli8nAI1gqRX9u
ohzDZKlrseFB7dixG53H1CrvTQ0clWqkfv1w/Jv2heNAUqXNZ6YpJNUnQMy6M0iOXKt970EWF41k
Y3XL74fUgCLpRo5lSEqhy+8nc3KbF05y7rr0NrGiW6gtbqBFlqf80sTsLW/L2g5reAQU94H1LkFw
qlj3gK1s9AWpvP+XGyWzHDh0SlHlwXZdLqWtBn3Usjo5Z6APBYoIsx1TCDEca2ofLKc86eQ9qmq/
piARBF/IHYSRxo8oYcVPGxiFvZNKovOe6Adh6pEs+4GDoix0vy3sCGT7+leH4iXxDFrkKDLiYoL9
Rn63T2UpyMn0+jhFyTlh+SHShWeTQzGNp84eTibdOeglXT/Ji7rmP4tIBgEzwHlaZNVtV2UOOi7s
DGZv4umYoSjpnes3ko1e5f0Oimw9iP0dzWe2ObplpP0SlT5ACSXtdj24OTac0qLs+O8H2ahXWDoG
rBYls6muEK6iiHBm7HUE4yQy1Cq9LSHK0d/HUNDJiLprxE/H/OoMszSMIAOUCMglzUXlLJ5oP1VW
mp4NNOsmPryliMPduLcF9OW1oNA2ySWWr6WGGFBHYPb/GF5mu00p5zkrCDvbmAkY69uJp+CzO3ax
4evDW2vvdeU+qsH5S28ytJgL8g6xM8hYS35vKAvQ/P36YVi5lXhMAat1MM6DrsTMcVYFg2osOBrP
TRWkoJmp2wrqsVu9oxX3cmFl9pjy1HBSlA/Tc5QYO159kE3owaIVjK2UWR7oHrGaJa9db0AAxFT0
9JyMNz1kLSG1CKom/GnpxyJP/RSk7G2gT+9D+PVQQUPzSJao4G8s7OzlDS4MOhignU7P1Lkz0n0C
wU8Lz5z6GDrRl18DmEKajsAOmHfASy9NoblUIrEw2BkyTBBt+2ZBP64/XT8SyxgB5X/IHKJriQQR
Q++XNgqB2fGJ1MV5cl4NEComiFOjYXSl5sR1S4uBJGyag+jeAKobg/OgALs0xfM8TCw7Ks8si2vX
6vXvWWwD0QEWVF68VG15NFElSLX4UPDGbSrw5mpsV1vhRh9/5RaA+BehA0YJJGvV7Hek6QCCaUjD
nGnGH3gY/kqd5pQPycYTuPJlEd7ZOKO4aeCBmJvpNKgyVihHONWxHnZNdw8RI1+U5sZ3XXEyDsB2
+G91wFpAqgCahIydzeaODfGpABthD+wp1JFIfrY3Z59W7aGljuYzIjB13iirO7ScoSDAzlApAm2f
fmOlb3R4gtxOyE8UglzXj83aboF0QuJWUKtdXIKIqF0+dBk7jzn3C/u2LoKJPl+3sbZV4DSS76OK
Esm8QFLXXBdxCRvcAoc+AKBh94JSGdhulY0243I1mEnHPDgKAwjI0cG/vAPgBnfgHnGlKXROaPHa
UoIhoL/Xl7N0wJdGZhWB0YQ+BSTOcCLMwcu0Fx2CH9ctbC1j9pCEQ6jU+gALWdcDSPjoONDG4xuR
wqoRE/ODsutsIM6//FZkjKYa8orsbCn7aSJuj4q5Q9+vr2T1W30yQi+NDFCvRO4EIz2DHtBvEW5E
qOuLwIsBrKCkaJ49hhPTDaCZEe0oNPUEJi1tYNyxPxsbsmg3gM0N0Nr/2DFmH8ug3ZSABJyBkxW8
pFIYuDp1+Z2C2dzIOpRkn6HBmzYbF2ft65koy6OHBxwknOrl1xtFY0VNqbBz04M7M3wg8a8vb4/M
UGwZwOLpcGb5f56jXgsh5+gcESg5xbfWZB6uW1huEEbjQcGigjnBAchytkEVwOasysvsmdkf4Lhx
DWgdOckWvGDpYWDFApIGpUC82fZsHazLhtLK4uw5ta3u9wh07FmvgC4wah7u0Efaos9ZOmk58K+B
CgIkM2iBa5cbM+iGokyo0z4b0HaBs4YI9KE0/tRgiyu0dzFtzWkvDwIyGhVQIRjDOZgn/ymoOhkg
xtmzUD6SGhMWzdP1bVpWFxwDBUyZN6GCh/+7XNDEudCLFDzPJcQcQLH+x7HYDbpSPrwQFJmYf92c
3PXLvFKOgsumDNhLUFyV6/2UpxlMnsXM7M5FGWhqJE5DIh5AD/8Hndi/0Ji5afUmvnHir94nVCZl
V4ZgJNYAZdvMr8YUvPhkqOozIJRQQGv9MXZGb2Np0qVdrE3WTwC6AlkIaqDGHBeHFqudQGFzOkOa
fDopKud7WtPMD+sugtYoNCvi2j7odvtOM6X/XdGJQSG9l4JxaUrJGWzihafrKdF3oOiI0VWwMWFV
1+zEYnCfcyqKh7iOk99cyZ3BTXW1V/a0dya/tXrzxp6sbt/FtDjgbqPzP5bZj0HQ7DEpetBgxOPU
PFiDU0Ozz4LwjN1j8FCjdXMDQV8IllR+o42V4UEk3c59q4BWYFhD14GNkRJAbUKDWi+JD0BNZj5X
e4ybQwk83cdREv2kQ9wH4WD8UGoIeBtIfV2mdu20g0Yg6lQUSpdQejpOjpgY1FwYucOouuI2YoLW
JSaErbcY6g47PU7iW5GyBgrlWR3wcpx+R7rW3ZZxj9wDgp2enZDYs5Va3YtQcA9VkOo5t0GyIyAr
D2A86fYs16Eln1PIdwE5vs9LUz8PGp96l0RG6I1jaT6a0F/8BcnxgXmQRq8CnBk18i3IFBiuEobO
U88Gtq+s6CcEWDBGcP2kLJyWdB2orACtaaE8Ok91IsAOuJYa0xksLR4R+1R5MGhQDFuQxgVTMUB5
iCcBdpITTfKxv7xtA4Qs49Rk4XkgU/QBjeUwyG0L2qmK9pZ3ceqlWkkxhYGgyc1bZdrL8p/rMHob
xlD0pKrXVcofYQDeMdovX/0IcADINWVzRfIYLSK2QYnIYOjnyfiT2ZorFTmhP+Y21u6/MARGGPSe
4a8XiWWnk7rKwko/p/ZzPxy08HUc323KNjZ18d7JzijebJugPSGxRJff2uykIi0eoHOJQCEWNwwl
FyZer69l4a2lEQuQPQwsook+PzlVCtiLEIN2ngbNn6DIUw4PlX4i7StU0a6b+tdJuXRn4JwH6gHD
ERKrOo9BoA6WEAJS1HObYWp7/JtW/UEHEV6c3jj2b1rfsOquVyNPgew7h4Rj84pyuFuZYjcVZ1JA
GeihqCAVdqg2R7IWrwg+wz/yBJxuR/YxLr+1qrZgxMEvhwNTPUuqPtIMigMvhB2zrPbomPmVcm/Z
e6iC+F2/z7iNMZY/IXp2UfmjBGG3OG6SQi9vNcWnAu4WXRxUFuY/KpbBcATWPTDYl5jVH58bzsHI
1fwQmEO4vjdrpux/xmSGiiN3uf4WD12YtKWJbnH/AIWjQy20GCor0Bam0caRW55rsKp8siVfvU8v
tigjiGZlsNUqbxo2GKDCaivcXbMBWA9CXWwaGv6zu1PELM+gyWkEsT5grhgEMWG/w4Zd/2qrVuTF
AagL7ArzUMdkeh0azQQrbQbwjuqnrH5plWFjc5aFWDCzIqj6j53Z7li0s1H+UY0gsaXKNOpYOdlp
1TMEy0S267rWg3KbW+fvmv3tyyuEygBQ35IkGYx5szBHicwK2nqdGjgaMGXdjoGfHpox140sQmCC
TvInI7PAHuOxSqNCiCRIJpADhj+htOFZ5hOp9iw51ltE0yub9tnafNOEsDqiloMa9En1aBXmh91D
ZVbEG4taOtaLRTmzPRsFqhf9iEVN0LUPD0l9VpN7Cu1eGzLG17/fqikJuSI2MjAw6lxeqIkqJNIg
YhuY6d8xf5to7vdDd0iiM3TNj9dtrTgKwDKRJKMKg4bbvCSHgngN0EehBmg9+wW0OqWPhKcgH/+N
HTziBuDyiGlmB8/K7YKrZqMGWXQgFoSY2C7WnzX2+7qZ1cMAhuD/NTM7eqM+0pY2tRpAqczLlaSG
cqXi9iTaWM6y/YUzjsotsmNUMzF0MsuK9MwUFW0rEjR1cVtBD7dpEcRqVv9uVd3RtNFMmIpDODRv
eWv5DNp1cG87NYECl5nuUr2BMGPhYJRu8GMNkXWdSPnAjRLI2uaCRAhU4jaQdYspJqgYZ6MoIipv
+2kCDfVoHtoegzh9t5G1rV15dFvQtkVvHXi62eegbW1oUa3iGI3sZDn5jhSSO9b2egIilXFAL8Le
4jBeXd0nm7NrYuQY44UarxpoxHQV5zQVt1SrXEv8+fqZ+ry22fvGQjMfMyhtBWPxDe1aw/gRRVvk
D1trmb1vHambagxhA3HLfduP9y0JQXuCZDBMNrZq2Q2QR/fTd9Mv3UuetlY4dqMaqEMChs7HMr0D
pVxiOr49ggAHSoyRKUDP+V4O37gKh/18/XuunRUDc2+I0P6hWWauQC8hM6IksN/H9yl7FM290r3U
8Qsa/zu1frtubAnBw2o/W5t5BFZpISjfYA1tmBtjcnYJgASDXnlwezui8lNldMcy4b4thKfa049h
yPymio6qRjDoO32PhO010GXb+F3yRlwGzxe/a+5AIK7XxJCjVwMrLV0HlADhKbWCscKITXaMU8dV
CduF/QYl5do5+/Q15k9LbNMkCSvcGaqPPo/1b2avQDKzxoDeFkx51UV+tjU70z0EBSrNRqwRKuk9
hJz3IYaxIDx5R0TojhEQWREK/cl4Nops32TFUz2YN2OVAvSW71kkjgKSzixOfQ1Uh4wNwqvy6Lix
DdJJLLYBlTq4SWCdF0lmn3CnZo48jNlNWR4tKDcS/dSKu1Ewt8jDO8jLeTnE7iV93nXbq/dAop9k
Cg5m5Zn/MlEdUfD44h5mfx08iXkOJhHQNgzND234iDF1et3eMifCdCJYFpF7omEFFNTlvY+zFEON
ca4Gwhz/CnuCWiPkrOzkbIcq5sq63Ee5cj8o4/66XelPZp8YdvHs4yaiMDqfm0SYDdZ3HXYxN+OR
6q0Ntxh6tizMTlqidsJKc4a7BBwF+uxAknyVrAT5JNA5+FNSD8jO4uXHo1EUZTnLEJMx6nfTLmFb
nPUroQteaWBF8KccmpV//ymNajojblNHm4Ki0n+kfeYrnfqn2Cx0rpqRDDnI2JC+zzMpJmLW5KCL
CBQHutgHaCi6ExoU17d87Y1xAM5GqAcGU0D6Z4thqlbjuo1jwCg9hioEPdP2sUVpsWPWDvoUzxhD
OeR1+7fR6luL6V4ncq+BDub137Hi7vAzUNRBEI2BEG321MVE71ChtsZAR8k623H9Zw1+8lxsDH+s
JXRAvqO/gA67Jjsyl3tnm3VDTUcZ4eo6L7PYsdJyr7RuU03Zo1PjjuTBDMHabzyp1q+vLxFlf4IH
HQIuKCxdmqYZlHPHVtMDu3+cwg+zfcwICqdsq3q1RH7g0Jho1KLSg9QVDEGXhpI+BoinVPWgpJl6
qI0WshiQ2HbRic/vtKiLdyEQRofKLD9o3RMXAQD3alRCXCfu2o0DtnKKIS2HIyznsDCSPdvYtmki
FDS4AVUV/pHp0Z3tlIDEGhvnZ8WxyEAJPXe89ktaKZN1odklMT6u3fsQK7+j1nj6+v59NjHzylYP
6kMFyqFBGZf2LQaba8iiYdC2BprA5Xqxxe+9diX+jTCiA4Hzqs58JepdtdmqBew1uo+5B1eD0jTm
UvyabUw/rO0R2voqDgAyAqCILw+MAqBHhJa+HmgQzR1BFUMISnGH659v5RFFhQvzHzJ/lciISyNA
mehNoTE9ANNKB3XVHI3EyPhJtW/cfkrbLfKj1a+HKXYi01jw1c0uQcls4QAzowdAuaAn883sFD/p
GSZKNk6e/IdmjybW9X+GZh8PKo1GVlEYGtF/u6nZ8AgBZWB04uxbjrfdtytt64avHfZ/oojAzuOf
nytotVMEoCalNEgBnnETok2e01RbE65rC5PwH6mvAGjkvD+qJlzThjqhAXBXu2QyT07m+NqowP3H
Yq9ZX567wrWValrYLbBoIzm9PCBUCGcaSUoDa4zCb6Cy0XaiFFJkftQVzzF643j9RK4dewD1AVCD
9KsEXV0aFKrDiyZXaZCR3K/ipzD+Q9gW9GjtHKKSLF2+iiG2eS9BWC0FSNrEqrgBNXLT10J1r6eP
Wr2Rp6wZQuCG8BiCdcBSzVZTd6Yz2glKCG1HMg8aa6+0p7VLCQqHGuT5vK9/PImPBMOt7EvNwRQE
Xj3VHIUEXftu9T/CaS+20GErYTCKn4i7wZUGcMv8QHCuQAZSwYHIq2Y8qWZmPDO1tnwjzMnJGBzE
+lXVmz6CJKZChnOw/OtrXP2kACPIKQ6Aq+aBXmXbaRjbOQ1I1N5XIv051FA3HxqMp3Xhf/VB8XDL
DEPKEMgf8ymqzFIIjeQqowGCFremv0VxHJ2X6wtaO/HgTfiPjdkVy0c21Q5oeYIa097eYExvFR1A
EVV2b/9/hmZOsQMxMCMmTgcKcwczhnat0vnJFlJMHum56/28nNmTUsUDG6CsQwLc8MQVtXUEQezG
tVr9ZIBsoHsm/5uj5zOniMAeABs0uynC76WeuGq/xUi9ZWRWuOINzUijhbhMxqMqHFA27fTE3Lix
y9OMZBKz9hgjg8jKAl9TQf9ENAPCQo2P0V3Uk1fQbqHEmJVnRyQbvnW5NajSgEUAvtwApGuO6YJu
mMMr4GACkg/khSdO/0MZYn3Dykr2gmgPLVSAavAnygKXl8YpMGjTNCMJlAHi6wh0AcD5GAYL9/Nb
ZeggVswPIrmph8cRNGgT/521G7HTylcFeQb6Gv947haK0FM5RagExiQYybiP6no3gO6eCmUXhhsV
oeUnBZ8WwlvAmf/pmc0ubxSHWcch3Bdk7DWMmVc3f69f2uVSYACJrYWkFkjZOa+K1Rro2VlKF2hZ
uceR8KrSr5V9Zm8sZMuO/PtPno4beUNSUKQHETydUMAiw/ehccw323fLayUXhOEd1DIQv8zf3oZA
NX4oaYeWSeGLRv3VtZKGbwuAt2VGbtyn9dB0SEeDkS4oGn2vifSU8fKnrWUfX98eCe+STEPgUplP
3ZMCL/HE2zZgLLDAL1SWucuM0a/F13sEUm5AIvGA/9YhS3W5IDRWG7OBIhq4qA+F8dQ5RzNqXDt9
6aOPkb1fX9ba1zMQQMtgAtCWOUkCBI5o1lZpG8RMd7l6lkmxzXdfNyI548GIiQdjoeirxkoXY1S6
CzL+0iBnK9RHfSuLWjvWNqooEjoCOfW5y2OihSiSZfWolqc3FtcfnNLY80743LBP15cjN+Dy4UNC
bRn4TwYLi1AZFH8cUVM2BPbUulZ+6pMd6K98rX9hm/Jca/vz2dbsKQ+F0/QoRg6B3mMQ4RtABCAV
fbm+nvVPJ0+A5DrDRMfswJEIE0ANPp0OJQsSdf86bRZ9UOun64bWfChSJtREZF9lgTbpo9aJhVYP
AfIlTMFVbrbFzL/6uT5ZmH0uY+BOyhwxBEL7NZQ3IUPbYksiY+XZwyg7yEtA8ghIM0rEl9+rCBth
Z2MBI8NbPH7L6c2UmiClylCtZ26bvzf5e1QWnkJvBL0TbXW4/hlXymj4Af/0ViUPCFCYlz/AjuyY
dRbtg9rk752l3WCE6znl1eNkazttMr2x0m4NGZabaCdMpvj+X/0AWzJLwUkt0g8OTEjXU5wYG+wB
9C/pOl/k+0o5qe2bzXYtPzbkTtc2gsG1c4qxpv9YncVpUHwd69yE1dHgbtUFSuWPyc9oi3Fyy8ys
8gNl3tZgo9kHlf1uFt95uefpzaYcwJoTwTQocG6oX6CpMfPyIp/KiI099lAw7qlD7UdTdlAce5eo
0XcAS9+u75k8+XOnhVLgPwcM6O48m9LCyhpj8JoFIVCytDpJEaJ2OJEeDBboomXlhs9frk9O70ou
UgtM8wvl1yk3pj7W+iKIrdHNE+Km3XfoyRDHLxF0fHVtILVEXoXRSVQUgDS4vA+iM6w07voyUJPU
J+1NPb0bFseT2e6SYq+oW9xga2v7ZE+blbGZ2Q58yOoyqGjnksxxSyN51nOHuCrPjxGoj79cxkWM
TQEXwAuGbGjOPwFme8codLUImJpglInBgTJvzJz99e+49J4wgzcaLxsSfwC9L7+j0o25nfdKEdjU
dp3e+kMKAKuHsN9qRK24UGkJsSExcSixqktL2kCzeIpZidOfuQ0/KdUJQ8auag47TTma5qnOX6aW
4EeULh0es6/KSBP0XD7bn78TetK2xQT7Zso/hE7u8pA1LqpV+0gUT3qxxVG28mUtXALZ15Nm532e
MCRW1OaMB04b701V7FLzsds6lsvnFTwU+KJ4mFCBAn3Y5UfNel5XCOx5wKKPBgQqzbAxl7hlQP79
p1Bb7WqjozYMUPOt0v865Pn6+Vt63ssFyK/46d9ndRf3RtPzYMxDtzMOQ+g7YFrl79fNrFxfcDOj
7IgOolSnmH2nss+7EujFMshVAZpMoYNdrYgDMNe8hZ39rkTN+brB1d23UaTGRB0O/Nw/oR1VZo1N
ysDooJ7jDABnV5F1qzjiq9yLONcSboVugpyfQFJ++QWdMM1yDMnzIOKE3wxjPpzLNt7iwVs7B5+t
yH38tE9FPHbA8uMclKpyk/b6PW+3xAGXJkywWNsAtKMtArqO2UJ0LbP6CtXbwAFHkAblcKCpNmoH
y12RbUiMv8rxAVDgzHzQmMSNmrc9CewGLB3mjlnqvjC34B3LMw0rJnQAcNhQbpt3CyooddmhUtGg
snq3tE7KuONjoG6x0K2agdcGchr60wueNtD7W6MDpfqgJMVRNeBLpyh7QBSDNq799XYxsjkQRiGx
10F0os02p3NqkIeVEQkKYHL6skG7BVoHPPeULdjlyh4BM29L/iBZTJhDwSvWGhB+ZlMALpXWfNLT
HwP79tXLKZseiFLQhSD4gLPF/FMIUEqB6h+zwYVWedZ4ow8boevqOnDzVXBhoc8+n+GLdUh1mRkD
DJJGbjoEA2QfrO7lv1gJUAQ40JjQXVB3cM1uFSZCNeD5I2ZBwg6U5VsFt9WFIPlA6wvZDwByl1e/
ZTVeTQMFN5PeRGnjGtNjT7fGbZaxKpwzuFWpnNOTEd2lkThjmCLKALbF1KvOvin1yclP2ggSOKNy
i61Gx4qrgacE3RF6ryvZVB+lDsgoAVkJO2Nn9c7b2G5t/0rGhjao7KMATiJxsLPIKuwwDFjlQg2o
Ov4UPd21uREjBebHDLlMbFRHe9B3ZmnuKLpTAmrAX44goYwrS5eSxgzo01nKWGGgBgxSzhQI5dUY
77X4lHWn68dv7Tui9ILYUSJpsXeXu9ZA+1MBiHYC9Me607rmIXS6t+smVrycnAeQrxucKmYPLk2Q
kJiRyKSJ6ifNMd3ggF9zNNz/opqEz4WeOApJIGNfULA22AWDV0Cxp2o5ubywdFcdB99MtMTjfPi6
CwIA6B/NPBodAHxcLstOCjyFlakGdZl4RsfcLHkOk9i//vGWYY+EGf2flVn6bJeJYoBMQw1yxbjP
y9ZtihbWPpSkOZjq63VjSz/x7xVCQRsjaYjqZn6iESISyRBPAWtBfiKIR/R8R5WNSG7VCkWtXL57
UAOYX6vYLOw8A26JhEoE/Mz0NPUFQM5ltOG/l9PrmLFHWPW/lubIpVJNRo5OJywR6ub5c2i9Oflf
I3mpAQ1RW/RCY82b+JcDR/SLQBgqnSC6ynNCkpCaA3qSA857IlAsG10hnhz26/pWLe/tpZHZvTXa
quYiH4F0a9WbSfR3xibP0NIESuaoE8mIlEDHY3bAtS7peak2AuXlOz7eVtMWc9KaAQyCSiCInIee
vxg0RmkonozqHI+pD443N643osWl64FaAtAeUrkZ/Zl5zm+2vKxUPuTnUbvh9kecvKBfjKbX8fpm
LE80UkTJ6ivdDjQO5c/4FFpnrAcRuF4VZ1mPt5MEyIsS+uVfzxNgBlE1bs0/wJZ8gT+ZEVlnTZWt
FufQUTE5ne0ytqVevHJlpA1J4ytJ4BfjoiqFjHjNSHG2VcUl7dGwQz/ifxhjuxxy0DFC056rLt8c
6ls6Okn7AuwMBnZRYZhDNzH83EZ5D2oZM3c8Umo/rCg9TEbx266o60Rfhw5IcB1wH0BwAWgyPxl6
w+qyrsP83Ommq/HSVSpMqX2ZKpHACgb+QTKDsXgEkpc7NkSZwjAyU5zb/NYIoThb5W7dP4AE/3D9
BK58Pbx5OOwQEgItqD4rbvVUL1AaGuNzkw/vXUF8dKlAJKiAkLfbDb31dt3cSmiExxzjxMjEAWVa
jFZH5QSDwuFnZv6MLC8fwJbQ5F7a7Rv1EDmYnWe7sngIoWZ03fLKjb4wPLtqwrTqydJCfh6U/r4x
e98atLsyD0+AAnjXTa2AQuUiwagj28fA+c0iWhVD+ZVuqfysAQoUsQeb3uvdPePf89bZmfaH6bxo
mK0IzcZrtzrXy2haRktgpUB6Ax85J1NEVywiApqfZ67/bsSto91BFGJnQSSkOkb9tLXUFVeMYiyi
M1QRkYXMUx1ROQOPhp6fs+nJAn8ghwSyCum3KAVrs/HHjI56Bc4s6MHHAG5WT462K53vG9975RAj
1IHGkYx3NYxxXt6WhINGT6e9OENC/ZGAz9RF+uWHcbKnkfYCcet9W2vvEKxGDy93c03ddUq9j8bw
KR+bHJFR4ZME4DehlR/Xf9piNwD0luSqDvIbJJ7zl8oo6EgmYXbPUOJIi2fQ7avi0CugjzXdQt+4
XIu9oADIS2SGVInW1XkVRan7rEN0CwX54ntT1F5L9P1XlyNbYGB2RkyO2vR8t0uDTwpJYvEcO/fD
AM9u3vX6b826HaejUm89W4srC3cEN4F6CorTGMydXSMFpMW9XTLx3MemS/IGEyd7w3oNlY1C5+L4
SDsgI5LgOgDW56kM1x0QhYSteFYb2x/K6LGqco+QHINPBagethgcFo8+RIUgFQmAEOappQjI5WnN
nBosRdPQP6Pk5ZL+T2Rh3miD7A23fXkaMH+OxiUKg+CmXYCpKtFOYR+a2nM9NFDLiDBANSQ62CKs
kJ5R/y4fQ4bRExpa2kFAvLQ89agmu86UD7nnDOoIcUfHrA6DkWd3VdP8rG0LMhhWCFrSzGl2JI+s
j4nEyesEnjzhWnGeCU/XwvCk99ovUx+KpyGvtBPYKSwwZTkD85lQ+K5vC+XgCHM4x0M7nJXRMT8k
5WDlthmotRrCCaBF0V9exfvWYombJEiSqgqikihTCq+LLARJzkBOSch+MiWN97zB0I6jp9leI3H1
Jx1IezeIMb4twD/uVoImP+IiFi3YXEAvv4sb7HUW6ftJoHHlVbHxQ+QNJFtjK3kXVWOmrhKVz8Tu
v2V9XYIxYkrfcqjO+G0CphQsX9vzHGQxHQmnY4IRItduSbrjoYJ70KSv6EpHd/WoqDutVX5OGPkU
btdMNHatyM7/KuMQuy0w9DtIYpoPfCSvGAxPXwVgmEfCBfVso7UyL8omE3xsJlr0u9ZlckoobZz3
HiFvvbMx2nMgvP1Iq+6NOJBcI+VIb20HH90tHDBMiIYP3xkvLWxOaUyVG+b568hLqVKvOOFp1LTa
yynTn6yk10vXFkWe+UWh2YHe0t5tlDj3wipHvpMSET1ZWjn+wljRH+DX6z3UGn4UoC1FQUMDJYmr
q7EBttTO/tbz7NtQ2290mkD8hbK0GjTQSXRREQNYVhkjX50gLu/mXQQkmekMpfBaRSl+mzay+ywK
I6+rw+KcIEI66o54QfH2h0GGICpYTP0e7IVJrf5pSC/csDSHR6ee+sav7dYo72ulbA+9KP6C2dYK
91VDBAa3O+PFTLqq9UKO5qEPACBwhVFnQ3UbugzJc0/H98JsCt8oFXNwR9qfU5H8IBWGD1nDa1dh
xXtP+K8hrhTwrcS6FzoD2glF23uhnlhuwmN7X3NTnBylNQHiTnixyzh0DnwV9fPbZoqTyuVa9apL
8WVXTcJuZ5osOZRsitD/aLhP0J/6y9OBn9I0f83GIXLVMtV3kOB8a2tF+2YWtDyNY/27Mpu6c00e
FTcg4lG8tjF+tJE2Wb5iQentmCcT+d0ZSeimNeRZ2zxpdhTYUBFAfh5gswq4nLyHvC8oYMtdmSQY
tI7wZo6N+S2Hkgo9guY0ik8jiFP0x1AFTe9Ui8mtjKb0QQadekPnmL6VJX9NVhW+VTPIopW2kbkG
JA6zvT10E46SQV3aq3ds1NTCBTljVZ3qMddd4N+IZzIoExZRBVhVVup3FsnSoxrxyENfpfHVMQ1o
jPZ1ow8/k1yrDmaWR14f6obn0Eqje6jsEtWrR/u3Nil1ftdDYjMFiv2+6AuIsYaleKV5fjcyJcis
kiuHqeNFjukbtQNmMXkJh+w7sRkcT5+AddQ3kv6dA4DT30ACmd0ZnYBba8E7TFyFa9/qgeLTIYTU
H7mm9pqXOmn/Wqh51J8aQ4mOvcGj5xEdcMUXpOV4SozCTZVIO9hTGJ2qJi+SHVOsNjzgpD6mQj00
IRSxW5q+WyrarhiBgxwCfoBXW1wyxiht60YRBaWCPcRPAuyxft91HQTpjP62VytcviLhKogoh8H+
RRvb3g9xqP4KBVin9p0I0x0oJ3D+kyF6HBgk7VBTMCO3aFT7QSQ0T/y0NMSbLbTxpYmrn0ASq7d5
0z0VGTZDgRr6O8odNjigkjr2nNSqwEqto+EYx+DrnXrIckJ62LyLDDvbQ19q+GgbER60DgJ9qjK8
TgX7TljHTzatjDuamSACrXA8cJv/h7LvWI5bV7T9IlaRAJimDJ3UysnSBGVZNgkwgAGB5Ne/1efd
unUs79quO/HIKnazEVf0chtangHnQW2q54sC9xSeiaVfd8ieX89ew73+ikYW0Vhtt31AhiK9PcVd
j3yOc5xAaahRyNG4xRUGi33W1iwqCMCpwkQjwuyAH29+3kYqzZxjKGNO2h92pC5vPYu1tQeFclyG
OuiuG5zd/LPpJrRQp108F1PrMXVQfVinpepqpCsRmEEFQTq3p5f7cRNoMubzgZr1Ta1tUkQdGNiB
bN1VtSGy39UIjEVIKMKj2480qbFGDvWtjjdSzHaiJVqskmffYWENnUWuLBu8N+wbv1YmhJ9rpUyR
EIQUZJuFcjDrjT8M+OpcBPsY219TbG27NPt17TsM07pSGds0RROREW1W9+n9GqGl1V/HYcjiS+oH
1XwpFn88yNjLtxY8XtD3majwEX2KgGLXOrpXHiWlqFHNJEwir+nSdFlr2v2AfGoe4HfRFh8MO7V5
BDHg35Gp6nMQkJijzI6QYEgo+7Ox1f1LHwbtblh9Uoai4Ri0fH6MlgXKUD6M9w7qtAOFovwM5LXa
t8uGwBDtfq14lTk23CFPAILcRSsaxC6XnaJLqSsrKznmo6ffxgER+IJw9za2gdjBE36ngpGXvSf1
G9ZD99Y261pgqVYnldTzQwKDNRaJGAZ3HrvmRhMelFDvmTmHgrTXCp1oaLG79kzg3k3HCOpRJpoD
qcUs1AF/m6buRzBH4S7CSoECJkFyuxCeD55pjhGqVvdpbD4Z1Q++C17IwMZiTr3kMRkk3SWmjqZc
LO2Y05EjV5tF/BBQ1ATzoVYoL/NFzuBtOq91JBEz0M9HrM191stElY2Y4idscOONo405hQ3SYxqC
OWOIQvNZh3Pm3jXM7Dlp3FWK+rgsqZeElI2vNxiZ+/E64gF7o1a+apLUL05LlYVLMl61WFkyIiWI
0BmnqSEeMZ8WHPHukm1Mh9KzC80qSfvPWfsxjPHIbUVJTdtlK/c/q1Y3fWEH/4npZV4OXmQbfWsZ
MjdnBNtllk6nKSX3mnXiPG5r2x2ZkU2TBWyzE0L4p7Mv4gck3iMDEnLOLAqntyrRd4Mc1cFLO5GT
pt7jEJeECxTFy07WfD/Nxh4bZG0XgbdERwjzdA6uY8wm36I0TSho4qZgk5BpYh+na4dYqx7kuAm7
m2qjVclZPZWLh2D9yZ+LtPoOK0OXG0RtlhgvkBBFtBDDAPNammx77MG/6Bp8uMGhf6jqQU0BtGjS
PZNJMfLws6K9n20NBzcGEhsxG+JSztDhvidqJMI5fIlo0ChYu9DN0HpfEu+xhLr65zTJdrcMDdy/
ZH6lzSjylkRv2xqKU6PDW0dJXcTJ8KtTfXIjK998olPdPyMdyTxtCef7oEUaZOg5+dwj9bTsuL8e
qiFyabmy1pfX8IWMGTIPqyt/TDdoy9foKomdSgsymVBnsG7iVNZAylCmbgWwnWCnC3uj3oHUoSIo
ZF33bVixDWb+SOtH5utlzT0x0u/GxdMbaeZ3SNi/uyq6BDYhRLuz8q1O3BNf1fIwThoHwhpLz9mf
tR0Q5RK1PhrjHUILEmxWn0uyJfslkfY7ThNTgetemHVMAPuRehrLuvLGMuTtWqYNkVcpqadb0jn/
btaR2I3REOKniJomlxW6HbJBrPy50QOERJzMbXzWJlYkqxDOtxVV7JGdR/xfvNb2tkXU8RRFXYkl
GXcJX4wHdBTxNu9VkKBCu6uQGtprHF6naMLbmdN6r7BU5S5o43fmTeoK9wmYHTevXty5Z91Intoh
6vsDFNZi2EU49Oat5XLXtCMyGEX9NGr6qRoc/1QocxqaFWuhwUUj3X6lqdVY3kOsODE+fYOfv+ya
pHltUXR/3gYiy0WCXUGui37U0YajvUJAmiChfvKYdztOFlluKcKibbWa3A8NpoLkuPoMqLV8wq+Z
6H2wSiHRCt7byrsia9fXsF5bmGpxagUAos044iyJ3q/K+ZeyDy96s/iB3nibhtV1qIFYxHPlDr5Y
FDsONrgBpmgherVU5R0z/qGVITVlnUy411YrMB/QQuxmjERSyLr9QWSIcy50nTdBKhyEza4+2QpA
exbgAv7iGVUdBeWVKwYC4YzXR5DagWJUpxSFYV2GRb9+XaIqyby4xXsAQL9r8ffgNgOqStDx36Nw
a3ywXDgbsyW5G/Q8oOGoHnMybyJvKvnkByviM6b+sfP1swK1cGLpgKNftWns/bAZ87rrbpXf9fmy
8em1j/q7bbjUx/gmzuERxqxG6OYxIFAziwBZNBXRBJOZJgWIlf4Eraw/PSDwj2QJ42N/Xbl67G6g
y3nQkf8OV+JszrzSLLnnvg893OabNuNj+6MLzZNP22cyTiHGK7OvtR8OzwkKh4bMI+v2OjCz3Nhx
OiddFRXYRCHlHNLk3YrtlSUffd0jK2Pw/EMVhd677KWfIWM/xV4Zj6Teidh1DxzStNeowqdnSsUf
djPYBhm9h8slLNd1eFHSiLyXmBeIEvo5W1QNdo16ZW5BTgX6gbJ6GVUWo5UQrva2z2cKIt0sqf+E
M/FznTDxCo9O/J2GdX3aUPmEbXSO26xduLrhiiwmVy0uty3o3bK17Xo2kAf6O0Rt8geV9GlfwDvV
D4eNmYcZzWHuLJqL5LmNcN+rU0gqjOM/A7v+bLS5siMyJ+ao+77G26OKSNfgLjWgYtLUyQ/Ke5Z1
IzyAJRLesCmhRNGoLEpAsSRxP+LYAXEiEGet8IPDX0SOqVYxKHk2HkPlf/hL+MFSI3PVY4EMO/+D
zFDBECxF2SbwMhBK3wG6Xmq8s5Hrlw00S74myCmKTWt/jWxDbyI69PJ1ijfEPE51dda9NSfUZBma
NW44863ycjGHYEoksWh6bqrodRlAAQZivVvaKC5w68ct0CGIJIJPcfL5qzcIL4vDlu03gUbodaPI
iXVJvVOSG3w0Md5HrkexPBkuFCaX0zv0V+hT2HD67psBC3a9qpslofgODlqYZmsRMu+29nsDq+43
aHF6ewBMNN3K+AIYYOuxuYvZ48Zl8jzCfXuI3SRkTmq/OUOdGj4PDUJtMxuhQHCcYSHNcJakb0NE
2XEj6H0quPLicderLtpbM+7CofdfcVd2RQcO7MZCil3OnZrTfUeD761Ci+fBVg3PcK+CybvCSoFd
MM1S7SOoKEm3/bAk3/DqeYZTCUjZBIfYdfOfVMvcoREABmJ7wCVxlwqdnvwpdrlskQB5o3UzsXOq
ELVrQkFOYk6mHOj4VDCnX2IAGYfII29pjTKSRaXPtcUXQ/RsFtXhmUv/0XFEpm9N9SOehzcczOJy
q2l6dBPuhinIhSVu3ONQ1VqX0+S3+eS7qc093+8LRC+JYkpw19Er/4iN5XnotV1OWXvoWnIgY3RQ
3tpNiDskCO6KtnLE8SqN2gOdviX0oCNkEa/hT7JU024eh+CK1giwyUzIf4YARb7XscbVvPcrg269
i0+h7W9xDX0hc4WQNYtIGz7McufSeM4aM7dn5tijWEf/bfXEcNV1cYxsPT58T3tNT0Fr53Kqt+iG
M+bu3VRxXDdNVPixfOr09kNWKtxbWInWbKY17s0+YB5bDzDmt3O4PCVt+tx7fluDFoyAxrXColBm
8/JGB+lxbL2ukJBKqoxjY/nBsYs8gz2ywWGT8seAI8JVtVD/WlTRWCyI/Mt8LDJXWzKQWx10DDhO
5/mZZRwGiMT7lhJ3x5DPv5965koltTg7AqcGh7gjE6b/ldSXbF6FBI5EopgWocsDDsxFIvwPznuI
47ldCr6J+FiFSBU4LbDtv7ANWFhgvPTbYqaoKSwCsJI8rAJ9yya5QX8XDjgHoDAJiGoXZyaww4HO
cngWfXUJ+4hfbUpsYdskeHCODj+FGW2XcaycW4YTyrcB28FeU1x3dwuuh8gjIpdaxGgYfsy0IZmb
x4cp0AQOD7hBUDpbO50HpH/qm2g5YZcF4r+m7XK2rYh3ix0+lqrBYhRZZ+7NTMZvI6R1kMlPXVlN
XnpT9yOyPCvTFhJypTibeLcAPkzfAQ6gUll38+sGAvQ2WpDzkycJ3/C1cFQ5RWQUPoL6eLxzfHW5
byS8eCR5WedJ/EyBhN5BMvoaIeHpsJGV5kCGNywe9crKjUevAaC8dsOiGsH6BtV33fwwE0HpZSpn
ZGExK0VRzYa+B4pHL+sKEElwhwUwrei7xiX0ytuS8ZObyy/uszt87rlYJr7qfARwVpDU2JIjZ+uJ
o1QyC2z6QGzNc8tUnBGqMBH7zmUtEyxfsODsNFPVd8n98aGLR/0QzPO2I5u+tpGjdyB8pckcEZfr
hdcwjCS6LFhicTse7YS+LLEBC5EuRN7hAKDqtNFo2TO/W+8gwkmumYMZe+1CBIxjoXjQ0yV6XPp9
krWpZ9E3VXHgK3pDxhZorCgfA9r8hbf5k0mBnwDdeyi6AUH+hyVvVDiz1bWKMcvD62Ypwm7PAH9P
OEn+O0H0J7cBZS2UOQlFRwKBIuB3bkNHAbXdkGKBZJs4r2H/CMAlvB2MZX950j98JQpH3sXECDvI
H+RQVQOAJ03iPwbBTwBzuVs4MEkBscHfGsL+4Ulg1S6E7oWw/sMA6ATEelA8IJh4JVjTRjfZK7Am
BHFUAlepOuF/Mc7RizbrN/cOgZ7z0iAHlyZEil/lexONsRSqnj4GKW4ClRe2eSfaBFTqNF9v3VYt
ECUNCNIAslQV3hKgphRod6a3YLzagqQ5AucUDwGojKzCJr3HSTa+wfxYz7RbfW+/RkhECgAF39Dl
fVVnYXV0aIJQ71q/Qjf4BCmK8Ac0q/JQzrf+FlflEvoegqKa4EFKjO9/Hzf/8I7hE4RCBWEkIJK/
+pVSuJX8aJvoYwIwKW2fVoJq122Pu8K/P+dPah6v9hLTBFgRxCx+198H6NIgyMkIRh8BjmfU3Rko
yXB0XmecggG3V8vZmD3pjthrcJn9iwbhT0oO2mNQ8oi3gKYRTOPvD49X37URH8TTqNxNH3QnGvyF
yvzzCah2RX7CpesdWvfoMrL+S+mDHim+zLLvn0BAosxzPfHW/OWn+qr0gawViABEZBAtXQbnV5rZ
BgzNGvCuP+kYYYCkRK/vyTMvMeyxxhy3dC0A/mFnqv8ilvqPdOG/psWFMMUcxI8HZRZm/ddYfjQl
06DiC31aF+ALUBQ0LKtwCX5Ot5XuRQ9ca+LqRejQ/eQdMT+ditKrfnD8V5dGHSIlfOQfMbXrCE8z
jyJCOAst4Enq4afX48xrnJXq5KFG0mWeGlLfJvPsukykGkTZydI8doUbK9xFl2cvQYxzP8xlKqZ0
j5vwsA8MBUAJVPo4A7CAz6RZQF92adOeQT/UDy4Nn6BI8It/H9T0y+y5vBhQ/1AZMASRwTX2RcRD
nRB0QPbRE8xoEDXzprmp4mB4DrSq7vxwbE5euMHBo7gseIw4g7AZwmuciaswsy5G6zo14WkgTfTQ
zUrvsaCQX5Fz1xyo3cEnLsHS6slilN5wTLc52Ev0uRyC2ICTD2aAeck87KwGrmNBhO4DVi/5KsDe
57hvzNnQGP9zHPEuDL+UJ60LvQI48jfd9ZfN5/IaAAZDOIliI/QWfBVNDZonaZdw+gQaN2O4mizL
CSTSv7/s/3SefBmFiFu/SLMQDoCwmi+TuNtivTRpxZ7iNS5Uu+fzt3RvsfiydwB2YIyoKpqfF3IM
aTnrZxTcR/G7RSWJZ/8mU72owP74KPAYQbkFvxmm/O+znaQzh0xUsSdi1PU0tqVj9R26owEDwUhV
bzfIP8pDVGZSFZRE/S2b8R+G3UXh+b+P/7LYAH0wRgo83s6AWxuQoXfecFWxv8UAfxWNweCPVCwI
e+AeRMYk9Ea/f89tNinKgwN2g634FkXWID4x193Q7Gg7ytLJ5nZMxLfFK4O5ufPZ38KBv4a2XhIG
/r867pKmxiCs+v0DNA5xuYBUq1ticCxUJg1y4vlAFdXw1I1+ew31pTrWsmGX3ZgcMXY00FxMkQaB
AaF/MElb5ZVNf21ahoVEBBxAxQVisMm6A2ixv5XqfLVc/ucToygYEpOLLBPU2e+f2J9ss0C/Xt/O
2gtLsQTjg5iWtbDwy+8stv+bdQh65Fn0cSbrKCk4dbsB0Lg/2E/Rm+Yva9TXsXIJOsF5H++OBhR9
p19mDZV+O7VdK+5dRfrj4Bp9HQcizFsDwgJVYX+zYH7ZCDEh8DwY/vBEnKFY8mVsSjKsmzJKQsH9
mQLbS/+W8PN1sfn6gC8veEKD1twLPGDiYC3j58A+TLb8y1rzdYJfHkIhRL6cBn0UZHx5a2oO6gnK
jupeuPWqEeqGeXQfewDkkU1yu4ADD0JecMHv4gA0Yp88//sH+KcvCeNPTFCpdlljvnxJrRMBlMCv
7tvaFJWg+zm+HdZv//6Qfxoa//2Qy0/5X2eWGAoeGkB0cE9WVMAKCZEOEEvvHvnX//6gf/w28BjB
ZYQ8WeQU/v4gE7oU+HZa3wOg/qiF+owi6BhS+5cd4ovm7z9DD/P9kuYHo+Ef6vSgX5wSPa3vpRBd
Zmp7mA0QMBE8Dq3D7Yv+GoO/rVD/9EwoMnBwRkbJ5Yj7+1fDz6NggZX1fRp9pOFBiqdOnFDumI1I
l3Xx/9ESevmKCbSl8CrAUQnr8ZefrIL0pXeVxbho+z1opO/x1PzfTrL/8wiI/yKGBiZ0VP/+jazP
bQfLZnUfreseaNnVBJ3Iv48HlJldPuh/76DIx8RXwa0YnlA86auJ2g6AJ0CpbnfepsVuRhs3OPgu
rnA1DyagY82Uc9R6dSBvb7amHwtPtm2hwlTnDQ5l0Jkamy/DvGQ64ujtsilUHBWwpa0HgQsQCJ2k
LYzaBwseO2tpbx4rQwF/mHY6iI4kZeVmdsNWh/i2xdBCQ0B1rZbEHtqgeqHD7F47RpfPJuzSQ1gJ
76VZ2acXQ8RP7CQforrpynkZWRHbGQB9iOJDtEp8gAUDxEH9begKo0yPYoWl46gSG7odLM/qOIol
OlRsspk20VZAEd1dpWJdy9GHdCCeIXVho2TQA1CEVHVLiAKyjoLJX+lB1cNwbTaV7jfs2bu5NfGJ
W4CUgeoHEN8hy6Gp9KHZ9FHoPV7udFaDfyPcw8YZVOtDLKR4cDBk36YMwDpj1S+V+EA7w6m9bZdQ
owqjjnLuI4i5ahQuGWBUrjsKMRSMOWmx0NAVI7DM0kz6u6Sg1FjYBcBV16BAvKHKVI2Y8riK/JuO
9P7D3DHEsNHjAMR37RewPrwrBfrWIZeYqiMyl1bAq801jiHBDvZarLAy+QzDbiuEhG8cEUFV0Urh
l9IP8Uqd9MrUzM030IDqvIS9j/URl/SMRUscnLUQD/DtU8hPFo4QqfSDqsYd1sYOFq8ewYDIp+zT
g8dMDZ1K/ZauE2h1CKm/BZtIHDQgrDL5NG1viFwP5xzha92tl3gI3EXmzgdcQjMrXELSd5FU/hvR
ei49N3ky99Y4fiYr6T84CnSewGmpM5zPMKGT9Ofk9/p1o9Bb4NU8YmCsJe/0T8SBeY+84du5q9bm
PekUS45UgC8IY7NEBQsFuMTZEQgllPxV2y16cDPwR1GlQO+TtTr0fWRzaOyiPXaM+qH3ZQIxKWiE
lxR57h9iEDb3vRpL/ETcdz6n3T2uHl7B3VhXuYxr6IGWNr6mo3uMEV93NQm79begvKo9OK0NL2cW
EGja6rh03XQjBs3KQMs1ry+DZA2hzkSjwd3AlMV7Fj8ausr3vkrMbU3RL9njZTxLnC+jI1dttwME
Gz2uHO8+i0hd3cdQadx4QV89tePwTuKhe50H8tbwKESjLBTtlm2AMx2E4yBtvm3eEu7wIy23eLfp
K101yfukCQqQQroAyqJ2zdglhWr8t3DzwhDSuplkShjEP4cD/plwsYSGIn1hoEMBjXd94Vd0LuPF
n9GlwVDTl8Zddc1GbfBFEyRnIG55WT9i+WFJnVe8h8biZ9WGGwiSBlEoDlH5IxnwH0NQitEcSzQu
yzlPXGqLLeKqCHUqdxrqgLwHGJ13vgh21E7jkaqUAQuu4+eZSf9kBTSYbbVWeT9Tlq8Yc5nbkNUN
rb+fb+M8IuQlhr7DOA+USgQ6DbwmaA4Bgwpr6Pg6W+Z9AN+12cYA53bxYHMiWu8qqoXbb23S5R0A
ekgprZ+LUHY5mU2P9iXB5se4hTCVcJHsISlW+WTi5RfkJP7VhCy1D6NEe4Q4IgQRpCCmIA2k4etU
rQcsPH4Ov7IrWt8GL1CuzCpPW2fOnRjrj9CDyDwTU5XmVE7bRYNsT1SO4X5wXoxwxsC+EtPgUrsk
Q4CkebDy1eqSw4CwvmJUEjJ+KKMy2UzNE+m02E8C9z0b2frKAie5X7gZsIx7YGtStLzIwPg3ppHh
rvW8+QFcApLf29kURicA5noE1JqkUXfW09HJC5L0oFEmWELC0XwD094d5LoGQKihItStD5G9UOoU
zUC9eaPBtphxUz9niEoyaNBk4fkIkQvA0kqe3ldewAsi58+Ww9ggHMr1WNu+4jiJ8rvKA4AI90lh
obbY+R50RF7abzeNQwGPl0Dm04wjNgaQ5tfzCFIcGnObkRZZj0pD7Dwx3pfQbML9VIO3PE0juWTC
NvpspTY7oRtzvRHweL5KppIOcVdCFbbmbPVUUYcrO1SVH+x4X6XlQtMuH6vAvGP3bcu1lqLclq7N
Ym8APC88WQ4NxrRVLDpOLAQUETGgMB4kYPUSpNejNW0eTagNmlP2q02j7XFKqulhkEO3nykeG5sp
3KHOoYcdrFleet3GxeigjrrI/m4gCIE20Ej/2KRc7wdvHsoaq94p1cKVbWej3QQeB/0bfnicGqhp
vamJjgzYzqNBogSK/NC0g0PyWMQDxs7cxKSMaxsVWwcsxFvRL5G7AfDJQueqqDQ0z9ALsXO7Jt4B
ELZ3CHkM0rgGvZsqGEw7h0Vj9ZrpBG10UEJf2zygjqPaU7B9D5Nqh2M3beZ5RKNhEawJu58gESix
kaEmzbP6e2MuuutkHbM0AIgpQ+32PZqYpkLiZWUkrfoybEFaNLBUH1vCaQFt93g1XBhxuqYoXMMg
xpQW+pEtTPxABpIsUCdhDwTpopDXeIhD3Myngnk0AwwoMxJgmC2NCq4wZTlSFQKyu0it9zGow2zV
yXYA4oNJxpOqkOAVc8jUt4xuLTvq3rMoEMLF/4SL4OqyWkI4Q+fosZEVck3AFYOh9zFmo60uWq5U
ORg/Og0VtbuxC+MssaS7Bu1S5dE8QAOtwg64H05XdQwEhC4Q0/Kqf2t6f8s429D8SC7acCT47FzC
UC7jt0m29tEMzxIczOsQpuWwQH/Sj9GPZLM/pniJ36yFVYyjpieXhvj7ySqZQR+EIgMx8IOeBnaF
pusKEvRa7CHWUy/N5vGchEbvm7aneTdD5TRWqD/2uzrehb6a9j0wtjNOBRiDq1XZYiCFmJRNS6A7
l76uNMyCmEAbBlXIXnAFuBLNrMhCu2w2UiPyUF7cBMCk2MPCFFTWjedPeZCCYGVWtDlSqxysZs1S
8nkWh36uzd0GGvygZjPfdBvgKm/S0Q3m0QqZUVXdqrnxb6ZeoZ3LEm8nA8/tlQN4sAIAjLMO2rKC
kGDYyUZzXRgTm8eVVD/bUKHePbwdL2o0NAe71wi5MWuuNm96p/E63wWjaT7ZoJtv6RZVZSjBhDm/
/tEEDURbnoM9gG8USoqU5rPFUZageeSgQpvuICv2S7SR1CDdLrnUW7KUkLsuOe+mqbQQJe+kF+ls
Gx07pAHU6K2HGuuWIdwqsOptVQjsqpe0u03YJgva10BxGZJTqmhIssUntKyY8soaAqEyCqvah9hr
IOGeobHH7iYHS11vF56xunqtNlZnldYTuP+hDkvWwR5RM2nPIWDO9iRTeVHehsyDNlObQrKJnsIp
nW/SKv50U+OyQWHQMwhAdzDB4FDqquTAU4dtB706uUBzZLlKq4+xT8yjU0G9i5Ey+EYJhG2A//VT
rL32NM9qu4u8SkQQ+qOe/mqqthCR1j0fcwkaM8hhRZS384IFoSbIoTaIAMWWAtSsXRso9tuwuZsB
u8NK3UMJx4d2VyMJ89wvNnmGKpMPuXSDOS0gk2Wmue9gLkGL5s/W9uaOeXH32EKQfKVHC2uxtJXI
XNIsiK2PBlQpunjPlfaQcLtieQiRszxuUEptJHCHVo31QaVuLlgTv2uMhWs+DPpaOt69LGMkz7aG
KqDpeJhvqxXPtTTrbqERbDiIPszoOPpPCRnEHak8qLtCUeM6NJo9XfukJJVVz7Yd0Wm+QduTDs3l
0AMNV2XD9FTrrUdb9PDqzdNc9jLqzj2yC66IiPQ1bjwV9nw63obttDzG0Vgd/UliqICIR8Sk/IW/
kkXtKMJNCeZmiIikfQrl0hHXrfFuHEac7KcgAUbJHC/rprJ3qHv0Ms/FsqREt5A54orR1ZV7pjwk
u2gK/dsUE/tJ+5Eq65p3RS9dXQi/s2irHe0VMmX63RrZ9UGwTj+wBiHLdGNQhzsz76aG54lMjlDy
vjSceYWRACkr4qCO7Hp7QxbclWYsh7nP+nlHSMt2F3Yxp7Pv9nVogwKSlp+8mSDTiex4UpMIbhSB
EqCFTnaJfMj5NmcBJyf6DJeV/t72YOshnaTX0NGBzI7hHm7cGGGrXppTDecKRAT1UDSbv68vQbNp
Dx3bRraTY1FSai7HE+SH1Y6G0HVXG4K4UmpJDpIQMmQ9dVc04SlKaFFTnUDbdA4G2RSDTFMAmALb
+qTmJxb0n1Lo5NanWOaidMCxxcGiIzzaHtdKJN/JFHTAzrgpiJ70bdT17CroU32Kjf8zihUWaDMF
J7nQJZvhkciAtLe7LeR2VwN7yCGCYVk4qbWMDJRxCKmPSm9Zgj1025DbtYn8xYghuaMVlJhRI09C
mW7XQEYJO39Yl7OD7AJLuFdCiij2IpyhBPA1DqFIuzolaTJBvR7COAabWFY3Q1Ig2BDqmLRuj2Ap
w6vlYiBAfyjK0EU1vOlRriVy0TlUVbbLN7/dTilZm+9A/KNdMgXLGbkOv1bZtM+MeniXYfPiUqRL
K8N/GERYPE5UDne65SDRFkLuFIlthuNoVVpk0exxEL80jweodBqIg3ZT0QyeoOpoBITWJBq9k6kQ
CJYBOfFv/JRy+I9gwGrRXlwHLjhyVDSUVbp6twxFkPD5MHXV80FdWybdfSdgDIFQ6XHTHRjEwe/S
R56yWxSwes9eivBIzFUlslGm9V3dOMiw6uVa0VTlkvFfad+YK2ReLidix/7I/h9n57Ubt7Ks4Sci
wBxuOVlpKMtyuiEcmXPm05+PPjhnaTjEEDKwgbUBA6rpZofqqj9wZW0CULh2RjEdVQ6zi59TGdx3
xuQIhG9E46RPsNIoDIFspAhwpoFoAqgpvY0baPm9UkjioU1Fc1PkZrtPfDfaFIr2CcK8eQRfl/6J
Wphp4wDoq1VwXI80dHP7oSzOAFhgKMnWqNlZLo0fdBoVJ72Rwg0Zr3gASfWnjCPr2MrAgHsPN4M+
qJR7TOyxWBekBz/vko3p5aJTIKLDFGKlU1uCtQ2U6HuSRMEh5vG1D8u4oagA7wpGycTRA8pM1bnU
7iif9q9Zr2MkN4q8KPsw+RIJQvnZ7QP9Dn5ZfahzuH9ZYbVngXwK0ynX25pFQXmrTaRj1rnjE1dq
YbdBoj8XAU0MXq7uPT7v8i7Je+Go1gbwOhwufLILw9+LXgk6NI5r0KaJtUsrkkyvKX6bYJrsmC0O
fD8HXA3KyDZ69NnHPM+fSZhHW6AtYRciK8qztA7x9l56NJs+fvCTMvh0u763UNxDYR03FQOFIoAv
syqlW3a1ULa66Ail/E3m9U2BYUUnZCHE39o8ehcYahPlskqZkaREeZVrjismZ3RYQxvSyp/bw7iu
j1uWqMjgatByguE9/fub+nijZmqoi5nmNJwPlWy8aHFLfTL+ZmDfbd+OdV1HJhYyfATUASrM68gD
RZZizNEhr+P+GCXt3eg2z7CMP4Id/CkODaWYta7tFZ6AGiygBZVKMmorgDJmc6jllhWnwD+ctDXA
6cquRjG1vNNcSkmZDwEGGNyQfuwVYdelAFdvj/i6Uwa7HDY7eIkJsmTN1WrCUS7FGoqwM1LP9ZpD
kjpp2dlGfjfmYFRBwQkoPIuuekAH74AH9kbtf9/+DVeriJ8g0dw0J7PFibB9+YVLoXdLYahUJy/9
LW7bpCwr63RplIhHywqylpONzFz+UGs9ysNuPjp+3GwTHmyhf+DNYAvBXVoMkECeguGlE7962q50
j26xUs2/buHSL4DtThcVg1NNnm+UFvpxCRFodCQNcLy89aekrr8feXACnjiX5ZbeqHd697wqdGC4
sCW6PfJcddlNO+4mVeydWP4lKQGUoZUPN4cTsRtFIkzWbzQ22d9Ty+nN3pQ9sJde0fV8Ocyh6g6c
1oZuY1efhdGBBP9VC/Wd1lPardZMOq+6WVPoSWHEnNR2aGtdhkZ1NhNxaO0dpbE+tUP6JRr0F4pk
2/fPoczj29QRbaG1NGuaJYPkR6g8DU5ViO3WbYLyFEfxGkBx+isXfRgGw7pQgUcRCAzW5WACC9PP
NhQG5y8evc7uVfG3SG1XEykODR9uD+n6xJmi4fM+dVUN/K9m0aSS7p0laIMjWi9mDHJfjw9N8TWX
OorTGJsO9FCqvViteHEsDpKOloHv26TNNzvoWkhkEfiVwfGbioui1T/24MAineKE1hzwYFzZdAvH
CqhbQFMiHWT0pWYrJBILjaebNTgGRcHITx5GpfqXEEjc4l6DECkInMvvlvP+4P2sDE5X5X/E0r3D
0vxw+2tdXX/Tx3oTYrYARfhtXoxAhRPV36VUspP03KewXLX97ThLs0VCh8ygguYIbcHLofgcJCFc
gsH5W5zy1MTuKRyu3K9LSw8vzEnfjUOJ1GT2TaDkwoFPgKiXFXRCe1BA7RQ9HLM0tCp82TG4hUeV
xfdDLwevGdypPbLqP24PdWEhApGajEhBjLERZj8iERBSgJ7C0cGr3NBD20TtQQbZrEjVpo3W8DuL
4YgioTOFTPwccxlWVNsmmoeDHM5OyUDQV3ZMVblqPqvZiunohMSZHSRw4rjMNdS3r29zo1R0Q8r6
zul78ZOseXtofiWaBFDYecyF8K3TbaDHP6VxTfp3MTIKWlzgdMXF+aHSqUpeupIEpBQoVNcYaGwg
cZCeXOVBap8rpFYQBt7d/pBX6RoIF7A9BmsWjRcyqNmabbHobCUTwoOcIbcwJE96km/8rNhmZq3b
AxnMLpHlNUT0UlgNXysMnkCZsowuw6pVBRGitHpHw6ELMg/2mVD4ZV5aEnJ8hyxf+agLVx0mWuxN
uvWcBvP1SocDVipi2k7KK8y0fPQLqDTWa6ngwgmggqGchAsBN4DpvhwWK5T+vFz1zqga237UzlJU
nm5/sOUQHC/A5HWyoPkhg/6wEZVt70R51jwPJqVHveq9l9tRlr6PwXvHAPWvcb3NoiSWW2qakPUO
K4ae2VGD8lHEd3nTbBrt2Ldfb4dbOKGRYfwv3PRz3iRB0LTaAf/03pF8ev79b1P+iKbPflyTrpzm
f763DVkGj8TDRLqymGrE3PI9Le0daiEfNDfnjBzQt1E/GZVkY+G+sVrjKQGWsrk9vsVDm+UOxBYh
qglneznADJYisOBwcIIMEpMrUDqAmKxVlHZ+FdZrxgPFU36oyspiWVr26HsrFLl5+13lzIJgaXUV
SL2jj6/wTSlC/cmFXytjm8762aRqQEcRiGKxoOQ2G5suBjS8kKF0PPGscUDKVYCw97lxdcjIEM1Q
I02P0K98+Y/QnUBQ3I6/sCEQyp7OS+TbGOP072/WjtplZawEouwUKcYhVAm9YA03vjCNuKrKbAX2
HG+92SEZtCq19kAaHavkaVMMjfRaAGVAyl7SVg6qpWcOyPgp6ZIBOcp///3NcIasSkcpE0enpqko
BV9xxRmFYO9nn1T/F6oKFPYRfwZ9o6488Ba2/EVg+XIeQy1SvF5rRqcMvRdBN3Y+9gadU8vVdgyO
TbyS9y1tCeJhZgMeF9W0OTIR7WeF1KUanVz2fuiR+COX8x3lduqjPr7mYXpA3OEnrk9oQ9OUf/ei
wfqCowBjeHTirRnevU2jYPDR1nbI8ils7Wrzzz8EIE2jMMCrhKrA5Wx6VVCFZtcMTuIJn5oe7Rd0
u7SVXHD6I7OdB6Ly/4PMlUTrVgxFqyt4DrgE4DH3IY3gMgjWr96naCqKX9EGgGFhrpFtljbEVGlQ
kWMBkDu/5zJ9qKPa/5tR86SLTf9bLFdPUrnmE74SR5t9JhONIHVEiMfRyMV6uX7y6I7Ymv9Oo7Hp
EY5tBHkXAD60Cf8i9t9sOssrDa9AF9qBy2hP9GwtPNxeDws3HHcOBRqVnHLi1lyuB4FeV1aFOm8Q
LoC0g5sE/9XN7zq5/IelPZX6qAipiHfPrxqjFVDcr/oRCRb6rWKNqI6pvb5/NLyowFVOdrtX6YEZ
u27gSZ7oIAays8LyGLowYy1pZ4bvf1NNgH0uGF48Fjf35byBBCJ1FQakQUuzPUixnCBsYIgrPIil
r8NkSZpIBe0aW64ndGLcURudQQGl4hWb2DB2TXbU65XjfWlB/yWXmKQg17r+cpVqqt+5vUP/wG6j
7yntxDQ53v46K0HmuwawU6U0+RQk8zZ58RnWqm2upbqLQbhyp8IV8pDzDDGyRmRA0NXh3V5uEuEP
seyifrk9koW73WCiKPhNr+qrCpXMUyykItg7Joiku2rM5YPrNStH9cLj8iLIbIlhdIZyJ8Z3ToKS
Tlx8Telw5MpXvoyV/UsougkT/YeH1TyR6NQ2sUYDjGEI/8yWxfL+ryd3Nj7mof5aArj6h/nDx4E3
DzVhbFUvd08el2oZFSplKg17M+nU5crKaSMtrgNaCpIqwq/hLr0MgWkIHXeVIeHyU3EVPHY6Qmpx
9RnjhfrebQoaatSQeK4nWCU18FTwcFfsBLm5Q4OGYOa3sMeTNY7hUjYDvw9/dfI1Dlzl8me1WSyh
fUctJk/KH4kUPGp5428Eow42NRgr20rE9lCkyUpdZGnBvg07W0uDl3dkG/7glFq3AZ2wWy89LoaY
asV8UaqMf/OqN3eVYQW4YgK3ZWSwvtOafnU6ICHSt5V+Lw5SdS+0gfUEAA7EZUCbrE+FZBcmUXEq
rCJHbSYrNkKjhl9vr7WlhQAriUoy1E4YOrMZR/6sRX+ehSCBFImQK3WF16zqVtbb0kkNZRQ3Nojb
aFTPohQmcK/W4myLe2mbjvUdD+yqBhRprORWa4FmX9Iz07RGLo6n4kD7T8xQqizOfdJDMLHUz7en
bmmxwkkj8yDjp9s9S3O6wBs556iBpoLwKHcDAtfCQQ3wC5QopcVd+FkUg2+3Yy41HrgoJ7NlTB6h
SMyCitYQyuVAnhAhqpcB463o51o9Sl3RJyO+VzJSf/ZJeNfG4imv5e3t+EvLmJMds3EuEKrZsw8Z
RH0R6I1Mj6OU0SBCjs4cAEfcDrI0sdyzAP8UequyOTv/zDAwMlyuADih2HlQBGF8UArP3bhKzVsj
io1dqHbRS4WSzcrwFiNzO5JPwPgz57U8JQY3zpzzmqqOkzJFSWFjlD8GCGpbuiMZKwnMwuaDKsQt
TGNA5Ukz+5hqrSNDgQ6fA7xuM5a/wNvV/qfbk7nw2qC9SNancvIgPj/9hjcHTy22ceWqreyocWRs
GyyWXASfhK65V3rtWGp1tJmEKQBkR19uR17YixCFoHAaFs4QV104JXKl0Oh90YnFJrAhrJ4Q7nA3
vjW+6kry/kydui8a8BRO1GlKL4epdhbETLrJTlPpH6CnvkxIY1tIwvNgrvWRFlbJRazp399MqVCB
fJf7iDy6/RbH36QS45YtVXv6cQm0q9uzeJ3nTBbEk8S+RgH0SiFBkhHG8cvQOGsB+A/vzrO+BODz
UdHc9qFzO9ZCt5hCPc2QiYXF834+i1Y+6IDhESEE9eSX0GrGc+Ohu4WRrHbKEeTU61/SBCkX7iXw
tlL/8fYPuN4Ql/FnM2tBagZViHCIYL0WQL7L4K5JpJUZXQxCXXmqJFBEnzdQW6tLizFikFLwoWhA
rSZ2ZDzfHshf9MDlI39qvAFZoymA7socXZCNlBRDztEz79diX7YJ4r69p2gvfhOEn5llUMFZ8sEa
qvpTk8sKp1ke+LYQSy46rTn8hNqq7nvZKJ+6kAoaEM0w+NwIjXlAF7m5VwPfc7B2Sk445yUHzSuj
Q67QZxEH6mrg5+Uai9qmQpQhHfq7nnr+0SPxsiuqfqehrePvbRF4z4ms9EgzmtLnaOyFz96giXtE
OXKn9SEtNiXaZa4e+2jojch1hlK0MRL4713USOmB/YaicjbmTyEQUFAbqvLah9ZLndV/gk6QbcEX
Y4CEY1CPezJ2/1QOg4dyrjnel4PZnNCQDajot4X+p6eh8TuW0VC+/SWW9g9PEJMevWXh6jM7GLKM
39E3nn4WxQ4dn+NY/M4TTGDdOw9o4+1Y17fjlN/9F2u2fPuiVmOvJNbQog9IJ1uXV67G6zNV0aHE
A9adCh/XjrqmKuS+Z+lnCbXvZ2QaYbtohfBxjJXuSWvFeKV1LcucZZfrWIVJPeE3aG7Ra5rdxW7T
eO0Ylyk14qJ47vLhJJkAinfonY6Q/Uzkx6T0qynm0a4bo+rJqKEcIkTi2/iniyAas+quMivrJWPp
mjtTj4v9UKopBWbT2ChoT3zXaGc8T0yBTYaG+7tPFFXnfUNXcCLl6vPPj2ygoIJNDM+GWGxGSviV
jsqotrLIrj/8FIW8jOtn4ZBOSz+TQzwLzkJ7L1n+phvXlvH1oUUEy8B3iDrXNUDL97yhxxo6Oiso
vmkGGHZAqF3/570LGEUl2vnAKEnvrmaL9y1aNf2YnOU0fjTA9oJTuB3h+u6E1Gtxx1D4xzd8vp4C
3AICS0FbSJKr8LEVTf+jKLT+XaTp5YPqtt1JEUTD7v1uDeJ2/Y2myCAWdF2mvKvNNiey8tAbwrI6
o0ey0etTa3nv3v48IkWq4jx0oJnPLxbFk1Qs/rLqPJRPAuK3yuoQpoTwcjdqsk5iLGKBjjHrPJmT
kKaJPNNDAI9YOy/ttI1bwjbbiHFiWEdvbIKPnUGTVLdSFZFquMobq24LGQT/EKAl12vC98y1yk0t
uuUmG7RXplzCvcEDxp/6erMXKN08R61sbpE7NfeFFQuA3QfE4mLoYr0iv3hdrT2ZriYcQ8RwPRva
+/jaI5SFWUsme8cKlEEOUxZ9GRGPg/tOLrrXBBFUu9PRfrXTSkCMvCrFYZuWubHWoVhYYXSWYPpz
UlJCmEOzwqSGppyW0rkUo+RODFXAfE3bPsN7k3atHisQ6KoEpz2tz8QjQE79LkS4c19lnkxiM2gP
2mjV+zKUFJ7jQ7mDWOh99HQj2OdFjT3p7Q1xfaKTJ4Bs57EhKhRNZy+qNBwKr0Xm86wp7bCtlUJ5
ktVgOLAz0geMUgplJeDCPqCnCTiIpEQF8TJ7EERkAp430ojKfeVZGuoPo5Cu3FIL7TDeNNMDTuKZ
uEDiH/XaLVCBPvs5LNVYVPufCK1qhy7EjHJKMO81RNSOgF5g2qoYc2hY1mwpTBZrv+T6/qKwocIW
YiFAvJ6fN0XcDWUuGe3ZR7d/Xypu8arENRLIVpZHH5TIlz+Ouf5zGNxs3yag+/0cT1N4IYlgZ5a7
5p66NDPcpJTGDTIFPsJs9sXaEGgiC905VKNmC50t3qVmS92lhPxPesSmkC3QoKZvNS9geOg515Vm
ey4X6/sXAr0TNL0UbkZO+9nVHuKlOEBJ6s9D+jQBgoT2x+2lfX1nTajW/w9gTN/mzTtJH/jpcpT2
Z1P8lgSO7h/S7MPtENev2wl/DfDHsKYvPD9yfbceLQlSxblE/V+F15igfpA0Yvqr0C3vp16h31rm
1rjpkQQfEYca3v+amCQk2L2AqiZo4WwWlbHz/aBWUGXpwNtY0OikSXNvpLVye6gLSwcgLxYoU+43
FdJmFxjN+joblaA+W/Inadxp/n3Vv8pYY/kHM6q2hX4I6rs4SVbiXp8Xl2FnAxQGvUkqjbChoo2n
xNe1uyFB8O326K6PQV1CU46MGNAi4ofTv79ZK4lX9mMJR/o8REKxiXKh3QRtmrwKSdTtIxfC5+14
C6MiYeOrAT5H4OZv3vsmXlDmXVXp0006vCTqZ1X7fvvvXz87poTwv78/O9brVgrTRBWkcxcHotOV
dfUo0QxDG0RsFTgVvhygBCgWK+nV9ZabKpKg6k2aFRx7s7BmnAqZUqTjORLRiUjj6JTKaI1jsfB6
e3yLgdAbpFygAjKdoyYjORasMBrGs1nm8JHk+9aDCBwOq5bWCxPJM4KXG+Apct/5/dhopBNuWTGi
oN+Z42tFCUkO0kcVbhRCWrdHdZ070O5FLIBWLy8G0sXLVei7ftVNhCNHBynvKX8097mvv+jNKYAu
hqDJu7fWRThNvgzXo/cL8NPNHEE7dSYyyv2P2+O5XuWXAWbLIdSlopYlXvNDGx6qeg8X/t37lpyF
7AUAN52kq3UAEw2WV5IFYI07ETUOH4q/0tlebuxdFfH+d4/nItrsCFRxs6mQrQicQEdgxgyffG01
i79e2SCvpsePgrEsuoqzgkGTgnIsUBJ0REMEJHtX5ljnrcmiLQaZ3kAcesCc5ypHInp1mOa2gcOr
FTjg8CRlwhPV0WJlwhYW9IRcmEDamBpfVZjTYKgAxUoBEL1DH9578Ql3ALypKL9sy7Vy9lqwGVrC
L1qlMSqRm179Sg1PRAIfUwxKR+JG1X67GEndXg3Lk/jf4GbbJ4dDjGsbg4sQXXDRk6MjiTLNSpF+
YQ8xhdy7Crcvj7rZekiQU/E46wMn1svoFZOa8s7AL+j19liWoiBYZ9GUF/EAngPqR8WdXMKC0Elk
8VlOvtax/Ol2hOuDFNAWyJ9JAA01w/nVYLRB0Scts1XWH+v0HrFQyMiyrWNpBbD3H9bd22DTp3tz
vSLDZnRItAaOK7z0uFqEPUaQqZ3k4RbnSFi6K3WqpaVAQg3egIbR9S1hYNmFWE3sOyMaAQp9Iawn
7FFZwwMtzSF5CvmXDsCBRtHlsLrB4/Xd+r4TmgfLupPED4rUHQQZVYvw1+3PtbCZeLzCTKPYt6B9
mYV957vK4Dlprtm+2+1RGroT++pVyjGbUcRTEpVrOsXXszihrCcX+gm6gYX75fDkPjAFXRUaJ5d0
nDD7AvX39qMnJytf6zrZIw79DCAikihfkSGwF9I7Ktutk2FC9ER3tt3yZMKnss8MPEnbbiXeAmpx
CshDkLYiyLe5KqQ2iq1Y9rDxA4paLtYXPqCn+meAV1B+Lr1+J9TjppbenWOSQgCVF6lHgLab9wDi
BrqritGbkxrjsczSM3YNu9urZOFRMMWAQcUVDIFqjljELc4IhqBHZyBtbQ/+O8pHUn7MEFDA32zT
IO4Q4JzT41SpJsLKAfy3enpZj5rE5fkfj2w6VHMegmWqdYERe+3AOnjsA38bleZW0tM9zq13OuKE
tgVjuFCU3ZCi4+KVTW3riYD9KcjKPP+dB/h56eK2KNqV7bO0lJEd5XU4FYOu6GsCbpPZqBU18GZF
2CRaqN37vkn7wy3f6dlOcZxJ4DSAyEnmeFX2C00lruinVU6obDM/shsst6RtuyaXeX1DTGEm0NZU
VYHGc7k5fbOJEUWSKyfR+xNAmQ+SEK9cdVN6O/+clKG4IEQO6CtDZISkJEpncuO4GrLo/u8e744x
+J6pxqEQn6XYQWBp5aJYGtXbkLOMDlVlC4cZqXGUXAIvIX1MlOYftuGbEPqsy567jerqIaPy0t+J
8jOX/+XvA9lkpYHXIlW4/DA1C7BSxah1WvT7wjjapmt6sNd3AUiwqQkDfgjt6fm1I1WlofqF0vAs
CY6JKtp12ZDRtQ9J7L76Svg9kpTtysFyXWomJrBXHdIwWqbzykrgqbqPuxoxo4PVf4n9J/B+mPGo
wJO8XVB/jYryqJaH22GXti3MIhUoLO89rofZXE76acrIcpDLT3i24G3T2/mwAudcvA7eRpkljqap
NNIgiaxzc4i/4/mpnhLX0z4WRSk8ZaMEChv5RjsY/a+BVflnGT/Bld+wdAVOxxJUXhrEMD0uB2po
USAJ1tA4aECit7dLzOigyyelXAEMLS0dU9FFhKEnedg5SElBb+J/l45oJndNFx8q2TrrEX3ifHjy
NPnsN2vn4fTTZ6cIvQn6k8CUIM9clTjHzC1jFFmcyEBLqX0Oy1OD/6/YuKijrpXPFxbMpMlOFYJE
glN2No9VjjIjJqOFY2Xqrsvbgyj3D2muvv+YolYLdJ7yAMWVeQJRmGXj5s1QOC1yD3hWhv3x9sJf
WpMkCogvWJMawRXOo/K9yeMoLxwp/BCDZ6Y7gSfnE3bl+NY+Fn6MAcFXfF9X9rk8lQDmXws/eg57
sKBTFnG5EN3IHJTYKisnaKl4y6mtA5Yr3HDn959L9370DpL7pdW/uVhjingdIwwkhS9m+zpikyjx
4IorY9Opf/q4x720tPPiUW1XcClLH/nNb5wrRfixkuQ6SEmniT9TalCK0K7E19sfYC3G7EwwaEr7
pVJXkFWf5exbotR4Fq7cFAubkcICxH0yXxWCyfTvb15FAkTUtinCykEGrnvCKlI4Y7qn4K6EAhrO
e8oWu4XXASW9f1ldbyPPvrKMKZem10HlGAkKNepRzZ/QN9r5sWxPNvD1Psqd0f9ye0oXzrhJ2YMG
A5h5jbra5XA7PO24duXcQfxyExTfKkW3e2HfBr9ux1maVp4TkjGhpCBQzD6dAMqnrFwOHPT0bU36
YOKxjUxP+cnPTsHaN1w63d4Gmw1KHQLc7hqCSfmzlXwdiqNX/apQD1C1lWxs+kuzncnhyfOPAwHQ
4RyMhbiVaKB6BUMv+Fwgj44R5O15kxbyPQWhHJI9wAUmGcblBzIlVIqTSucdhrPBPlDLl8KtPit+
8dS3xsYIWrtqygd3EFDSC+5xrvo18H7CFsmm5XsMI2uDhcFdkJS/clV3gAA93/6BSzOAePd0i/Ao
5eV2+fuQH8I7GiNax0B+cAIn19HKFCx8TXQ84HQADoJcOk+qcRzGcbkUWqiWaOYNWvFiNsmxwD/J
QJFrO1T99vaQFvbEJBxChRFA3+RVcDmkSgZZYbVB57glVKKqGX90ZmFsgjI69VX35/3BIMuBuEZY
bcIMXQZTlLw2E3z8HPRkz4afPDchKLQx/tBnaw/RpXGRKxpIG0AEYC1dhgorwaz0MWmdUA2/4JO+
rcP4o9mbSNsq/3CY4Y5AVxeyPzni3OPCgjyKPFHXwcpCBk9susdeLB4lxTsWQJNO3Jz7VoqetBBX
yDhZWZML9wTkuUmcnmwDbsa0ot6c4YAgxDLphs6pkADO/O+ienbDFQzD0mRyP4D2QQWO1+XsQMtH
WCgWsBiy4PCEWhrSFNH3Lmo/WtTRbi+RpQICBzSrZJLKuhZpQJtWBOBViM5oFMmXzkrcbawa3sFD
4M/GSjzd8Sob7uox0rcdtJFtkpbFc9lb0srOWNjsk0cWLXoANHQBZxOboiYCAhZouTSQf1u1nZS7
lbEuXBQXIWbnnY94mgH6eXRar9rUw2cxUfYGWJbJatTfw2AFEfMBRfj9JIRXKGjgVxs8rm1RO3ht
f0hjJxP1lR+18K0B03PCY6hgghSdDdsw00zFco2NI2cPiZEda/1LgcR31cefbg9/YfS0qsFlID8A
7sOYPsCblQsAQA/7WODo8dDMrWFLlRsleDSze3xptlG/0opcuFxoHENfQjHQ0ihtX4ar0dWDo4A6
gNdLAro+inGMfJyF5RF9Z4ApAmjXIfHuvRHJ0zEq/JVNdL1RgStyeUAiADQF9uMyvqBqdZe0Weug
df3Qt9BbWOnYIZirQmbXKxfwAWJTNOUBZknzDkGL2mXZWErthMiWDdpzrn2Mqz9a9yUZjiIqw15d
oIQcbXJ0M5uh3A5uuYvfX4WgR0ptgDYF2+eqpkp6nwqTrsRZKDrbNIuNrq1QzRcmFNY3RAX97yed
v+vQcqn6pqmNs5wjwtqUuzSTP2hx+u5zgGcqNzEEZR7GVw1fsWssNY8L45xo2kZKYHX29cqhd70T
kEUCp8vLEaIHZOzLpYFWPpY5rm+dAdY/DqoQYUqOM4Mu6D8DszmWlnACyrcSdGGVXASdbT9KwWJW
lZF17gsg0YKI1/bh9ga/PkpgC1KIlacuD5Cn2XVvBoLopsgunv00Le3U07ZJljpVrUwSwCvJ6WIs
NBb/WjtNh/blFEp6EKtK1QlnzfpRNV815aWVvwrBSuF+Yc4myaT/izIn/MvwYroqIcqIGYuOVraY
n27P2VIECCO0cih2kQVPi/7NoVjFdV4pbe6eYz/Dilx89DLp4+0Q0wl+mccDQwTuZQKvp7Wnzz48
ws2FnPqWdS4i+g1Yam4SXdppuKgYsodCcpWslOWXvo0BlsZiSWGwND95kYNAplRiTJKgbqoOy3P0
Q5XUKfyVz7M4sv8C/a1pvJm8Menjpu0JJAQf5O7Zz6otFC3Ujq2z4K6BCheC0b8GGsS5QINqflE2
Ll5iAvLYZ8V8DYtjAUDP97+EeIBo2fs30gSy5xjClxRQ13xRFKbghX85NwrGHsnPJM3uEFuykL69
vTQWqj4TFpqWlPVXz2+eyspGrcRm3unnHpkjpHjD+8hP7xpd3/pR/6PvOhHSlPIq43rT6enuH6JP
xUce6ZPI0lxhVOsQIDNduEWlnO6i/qDh5yc64nCXFTnu2rndNkd3DTGy8B2hD/4XdDqc3ywanry9
gJiuce6bYSNGzabmVvZzLK8llf+/svkW9jdAc163qFYhvnT1wNNL15eQ3GOJnnXhWxGsISyWhgM4
YOL5oOBJd+ZyOGnamxndNQFUnm7n7qvmdbam9XspTvdRVOxvf7Lpr83OEhbkf9Gmrf9m8qLQNVFW
NoWzJ0uwsz2sd7zovrTeT5ugkiIjn0OrW0YOZXaVJCnaJDEQ73Nejqcmrx4CeupRvJaRL3wdQDBT
f5v+7DW2QhwLjJAy0zyDbDyVWb5LEn8la7lOQxGgABUAp2FqZ8x32CihPNz6tXu2VGFjqa+5/pzp
e8Vy3PibWz1V41pHa2FBYFfJWY9xNL3f+UuYaxej5lrynL7E+qGpTbvw+yPuioKSTw2NcWWFLyyJ
CZ0ycTam/85RtoObIH2FnwDSYngu6EO+Ddx2J9ZqtXKtLHCPqbCzLJA9BT9yldHLI7YORgX6Ieu9
fWXkD7DTjw1eJIkpP8SpgVlLom2p1mMVQDbsSzi8AKBfBcJO6dlsE7z9HfNrB6uKRhlb13PQ0q/O
aPNrGIMo8rNlIfae42ywI4vN79Wey8KstS+xp9f3I2BkOy8H+ZdYmCsH6dIaezMxf9/Yb3ZlMZHj
DIzWHSAxexFp2zr+CMTb83AoAPuE7VI3rly9C7W7qd3Bow0FZZB388ZHVqhYeOqJ71hmLYCc+EaP
yTak4qWnUWyreVsdjC7LN5JZePsmsnJbzgJYxk3T2kWZ9Fuxyott4DXBlpRF3YZhEN/zUin3lvr+
QvD0W2HFYEmKRuM8367xQRtycNJOZnbPWtx9gBF49rRoa1n5Sl66uBvehJpOnDefQmo9PRLq0HcK
Q+Fs/O7zwkfV/fYpvJBgwb+B+T8J3EwajJdBdCyBxMSU3HOn31fxACPT3UThc6yuNeSXzhL6r8Cl
KIqgiTEbTeriZSSbrnvW3EfBOnVSuMVnGa722VXXxB0XYzEgiqE8IsAPXw4qUHoxbUtVYFD+o+VT
+82f83qAKIGH8BpLZ3EGJ0TiVPYA8z2bwbyIRYudKpzBOe3yMNnlqvvZz4RfnVcc/uFjcfWbIKPB
bc0z/KAtcEFURfecoHCneA9yNWAS8hDTd7kdaGnpTaLwAKgoWF+lGrlad6rVdu55FPxTnoSPkGmP
1eCt1DUWKnZoEb6JM/tQXUNt0rUa92z01kc/Cr53AaXxRrZ2SjI+CoG8yaBeZZWyr0XxUCvJl9vj
XFoozKcBuZNZvdK+9zQhTiEocKNGiJjknS3kCJ8KrzHelenL7VjmNQyBwb4JNhtspvd1Jg+6e/ZS
yGkxhpGc8MYvTBqbO8Vtg0OR1/pGKQJxIygS5ju4OmLDViYhdpDVYMttjRsLBaKdMcjZr8A3Pgv4
gpiuzkE9Vg+ujhm8NcTygybV8bbklbGvYwF/dJHeZka9eyNwfdjaWFvbhGsFjknqfdCjyD3lVWnd
J9hHbSysVmy6ftYmjSr3WIpuw12ouk8+8r4bd5Cse8tLvudRX96PTV1vx3oMD12PWVzUR92pSNXs
CY+XauemGAqaie4+llH8p2+CfRM0DX71XVJuxFBvn4S6yjdlNBg2rXwXhfyqPskNT2NKmOqAWVZ8
H45Wi87CoGwyF71kTw89jDS95Bi1wZdBqP0tVFZ+sD7+4AYt8fTDssNF3Go/jqplt1XnH9QxyaWN
0nd/cH7ptrc/69VWoelEZQ6MIcfndQFGcZm0piaoKThd+w0kWNKsrJzpaLxIEqYQsM+mTsF0gc1O
mDqEyqdYrnAWA7+xRxwmBbNciSFdHWN/g0zcH8RJOcqmrfLmthndSqaAEJKJ9PCOILine57L7p2J
UM9+9Dr/O3MX22Zd55ssCYd9KsrlARpquNGkPPgp5rW0VQK8NLQxigZbKKw1Hfer3Tr7ifPnVpvK
aVnFntNaxU96z/WuaIZnQ5Aex6Lc4Pi9cgEvz/t/UzKbd13s3VGKAs8xAn+nmv4m6H7eXjyLI9J4
mvNq1q41aOQcv6/cF4Szrn8eLHFTJ/ea5G3H/AM4pduhFgeDoMjUsJ+ISbPBeJ0aJBjLeI4bDq9x
or7A3NvfDrG4Ff4LMS9TIwWpaI3Oc0HzH6z0k6Bv4uBfJuxNiNljDoneMuwykSVggvmufjWYehsg
RoMvgWq89xKclhvpA7I25C1Xzy2j1hF5qSsPayOAIumdPPyp3T+3p2xxAbyJMX21N7supz2iKVmD
/kUvbJOhtaXuR1bmdtXe4w/8LwOauow8eDhI5i9h2YgD04AC4MAM3nryty6R94Xo/kMUiYcVL0eQ
OLKpXA5pRP1WnY6sc5lgeiWqP6qg/y72/un2zC0tNlYxjJOJF0RCdBnmf0g7rx25kSZKPxEBenNL
lm9X3S2N1LohZFr03vPp96OA/aeaxS1Cs8BANxooKpORkZERJ85pyY7lvKdY0eZt6AxCc5B6NHxy
bW3XlgIjBLGQNxGCAUbOAmPeIckXNJzRdrAe0QY5ICJ/grx1I3aq8x/WxJgOF8rEcDR/4BMlgAa5
OoFeetP9X65xQDXqP5igtj71R2WVoZ2P21YUktoDDhKeqjz0jwOzinsdScB9WhVrT4spHM+uLRko
KbcEtyNPtpkjxCZjpHVGu15qhtfISjS7ybyvYxq8Eifey5G8vDeltbmqRaug4+kggQK5etkjZieO
WlRLT9DtbT1xH6a9rRX/hO62GO9GMM2393PhADMcCfU0JXGa6PO3q2a6ntBmlvjkZr+91LDLwLU7
WAUV464Ad3nb2OTTVzsKuGPqJzEAPvd5VxyYYA1T6SlKO/fOUHgFDEEb70oJGJmKzOyQGpOSox7Y
aojY923rCyeO4ur0nmJfr0vJIKjLLvJC6amVakeUv5bli+sLK0u8LiPzHiAb59blhU2Va+agXpj7
VlBJ0pMpP/ujbDfdSc5E22t3obHxXJR0D1b04/bK/nj9bGNBedJRJvNhHkaZln4RhmuX3D+OC+1J
zaJiy4A1MyOK4G+DohYPiVgpG7ibPkdjUra2UY7Vvq3r1BnHuno3S7Pf6EEmPVq5X9pWbjR2JOr1
Xi798q1Vqvo1RQPdVooheuiK2rMjVZBf5AIpRMkjnxOHBEct+uC5HPS3fiiSQ2/0siOKTbsja08c
A9xQvMniINvqpejvhBEl1KoYFKjILKjie14dT+4ooIZeQmxRSPla32fB8ei9THIf4H1g8JpdU3Xh
j4z3t+ZTjHA8rwdJeUehui+e8hzK8+INmNrtL3JdoINa4NLi7IvEsiBkVYYoohtbyBGZjhHSaHKD
bW1ltpvcycNO4c0mSz/6ZNvof3+5AN+YpqPIha+5ZfvC8HJZiM2nYtIuLPQ7N6g+dWawcqKWnF2F
vAtoOqBmoDgzZ/fLATE6gU53VKDyjbxtUUE0RcASMlv3v8vRKVU1G0jD7d1dOMkfzM4iczAGQtCM
hfmUeNlPZYh+tH2w7ZP/kEDxJiLgskBYkufhyghoTueDbDyB2bFz+aUNPsXmGpx54Xqm2wncBNzb
Ao2jyCkz/J4ejNoq23RAknKUnTz5XgXb25umLlpiOgjwKRfxFaOclilNGoqe8UQft971IaRP+Ti2
n5XEAiuhB+VXQw2EnStBxlX3QbfTGOQ8hCgB7wcIHj2bBQDNEQTl1AVpcYTmN3caBTnVXPOjE/qI
6UlH5J0ChCo7I0j9N03PekcvcoQSaw5c01f6LixMLeRN36WenWlh+VK3o/4eIkV712uxibqsFu0q
xITP5HoauDzXvPcDAfY0Myh3YWb0j9IYBsfBQnWyr5rgsUb5mOeclNl5pQsPYdmYKw63cCkTVP/d
uunvL+KrOpbCKAh8pKL7zKCFWt2XOljh6pSPz12yu/2hFr8T3GU4HZBTyjcfjWVR3+mEXf2pDZkY
Sw5J9p0F2p30ctvOFPRmlwbgBCp+3MXUyObpNB2MMgwrVX8aEY32pW/W3/NVEAQntTuqpvx3RfjW
yQFHC13Lp4I5Pz169IQ1mreF9IVBQkZ1YZ5Hz2ue3LYlyudUa90npiOdvG1/EQyPWWXais/tUub1
yrdZszdzhLpNxKZCUPhJiJtHpVT3qdccPJkCEvTaWV2vtRamSDb/Rpfrm70SStfyFKEc3Ce3zktn
5G387PrGOyrZaMQOpbULyhiiYMnLNqJR/m6F9I0JDO8wGgPMkTBTfr7tM0uR1yDaEz0IirjNR98M
xbDS+p4WnmY9dcJ72wDn+vsMHwzevyYmt704az4qdEYiYqK2HhTpJa5fMnNl4mfJ86eK6VRLoGcz
9xo1DEzdKgL3KeiLb6EAwYRpBIfbO7VUkIJ3CZAEE//s1Xwgk8Hvakx1y31qoQZk4pNB14PDeLwP
J1+INnV2qmJ8NQj3LlSO+WAddaHeNob7JY7V/e0fs7hg6jR/3rQgZmdu1KWK2CpZTGXRl2D9CuMv
Faq8t20sucaEbGYEli7YFY2LUJeFp6YyR0Ob4LgIdxaN2tsjElz/wRBAIR7pVLx5ns0cpO5zE7Vh
HMRIHhpJ2UlR/KiP/spRh3l74fAxe/k/Q7PsxlBFyeuqkep6qwR3BQzzO9kM4n3cuV94u487kbJs
KJTKA8KoxW4cFPdYN22+HV1N36V+VW6h0UL9RWoLu8kjyWYG+adC5XkfQzV2Skej2dQuVW9BdpMt
OBjmppI+26N0glgaYHhs5br1pnWZwVSxlWz8KqNsTT6xjw0x2OYD8nhlHZebQg4qJy4kBvtjSuGp
1bZ3cdAHR6u2+swuTbWwDTfTN8Ywlk4bDNouzbP0VHuKtVODEVX3oo/BEmqpLfQxHGxgD/dRRsT2
wqo7iH5o2DThxs/mYHBxI7q778tAO4QSNKlIkxt2V9Xii2pQzRgpr+pVxFyxODyKrscwnTZ+Tvi/
HqvWSrejMY77KlHfDD3+MUaqsZN7QYcSI7xXxQS55ajdCoWSPAWpWey7ro8dpehSu88VBi5Hr70P
hlAArhoPTmwyB2k23vAiFuQeOayfTpmH7kY3Rv6CisgWYpdmA19f9llL/XLToA60afQs3pdNpjqw
9PQOkJL6UQgUfc/Mvb5tTOarAK/3m6DULHQi809WZMLON+L426wvE8TG6wZ9JregDVHlVG+8wHsw
ojzYFEE/2j3AETtWxvdiMEanbCRx22VyATSlrO00In2i0dg8tmkmbtUeTr9hErWWE7W9q7pAApfW
tPxI9xvKCvJnN2ylk1UaneVAytR+r1NP0jYpAusbjblTq45g8STB3DEl+jtp294GrZ/89hrhu9yV
6cMYk77VVhq8NIPAxFbTdQ69TMPJ1Fp0wCdHX1G49qVT5772qWmdfQERuVGrXX7rYNwhR9xsPBRe
HM+iabLJmlG7j9IgeUh8cXTaJreQV83rjZwm+WdfNorzaKJFPrlSeuw5NbbY9SIPn4AkTQpz20AQ
mq4HcsM7MRCBKpTRmxrXv42yTB7NplEc6lnyb7XwzJ2aeN4e6azu3goVc9OUar7r1SzfxDWKVUDk
q6e4qENOkZfv0qJqTwF0Swy7j1W61RHK2xikBneVBr8gRUQW2ifBJhbj9650m33b+cGzECJeBt+M
91nWO2mibW+pZ3twMR6NLBr2SV4WNrSS/kkKBesgi7XmGKPvM60qmfuskvpNJnXttshLlQY0AsJj
2vnHQKnyfTv+blGn9/HbirLjRgFUu1J2WMpLqCJCZUe2w/DHLMCLXWt0epa5T5meTdweTWFXqQ9T
uvg7c+t7ZNl/3Q7CS7FxaoMDKGcG42oiqgf3UXqMej0VvXVQCgAnWV8dstIlKshrMJOl6wudK2A1
wKlV0ryPEb8pQzkNA5r8idps5VJ6rpi+XNnBBRt/aKZAbNNJRBnwow1BlMY8McfwHCSV3RlUQoZP
t7ds4RvBj6cBgYLZg+7+LHfKvRL164ChyVyzToH1D6jCcOyd2qAmU//8D7Z4VEJZMjFezDvtvSmY
pj5k4bmNDeg2d/yJHMKOPHyT5isX5eK6LmxNrnKRsAWpoucdsfusABmDWTv8OrYi3Y1ajx04BzU7
D9Uvt5e3kGtMTPaUHKZE46rQLIiDp9RDGJ79NNiL7v0QZKfAfbttZMHFmfcB88GxmihLZte/bAVK
SAIZMh8GCy7BvxZ/Sm63da2VwfA1QzPXM9vANOMc11OkX6b5NRVU2y0/adlKO3DhO31Yz8z/GBaS
0iAV8fDxW0YLO4eXJ2EWQ/OeK/n7f9g7yuZAamlBXQEwtCHRU5+RyTMaEQOg9yT0P8GO4L8UVQDH
iJKvCS0veAQChjqJ9h+KEWX2scQG5mJ4dMNzJ7vApsLH0BSPSG+tvBzWzExR5MLXJZVFwQbPHjKo
lBe0VNX7ylo5UEvFQxZDPAfgN/GSzTLcDGLsGubS8DzkUsy9xrSnHFBMi7VxeGgypXW4BiMA64ma
OGGTiBu1t8JN4kXZSq696DOIuhFJqGeac/WwrosEOexYb189J9GD3Ly40VkJjpAer1haiL8AQ/+1
NIsiZSLoo1fWIRKRTEy4qho5Eff8bbecLorZcxoj9AAmRiWLwt7Hzze0QuNW8EGek5isq3d84cfY
uNsJyFV5rd0kv6o1/bUFj5k6Amzf9D3ptHw0CdduLXWx4J91Vz3BtPzad7w3tXLtSy3age+e0bWJ
hdWY7Z+sxEzSqHC7ilW5qcz3miR5bUJjzcbkLRfen4StkY4xN1jdl7baQlAQ5DxpV4oe0y+dfSRK
9VPg0KjWoFby0Ypn+KoXu0pw1rSRjsnvqC52qFyUYG1ue8OSIZQnYE2izze1az4akkuDiig0rsTd
H2l8yoKfZbsx6jWw7oJn/+l4cVNxVV3d+2JTeok6wvbWycPGtXw7S9YSpMWVwLo7zVCZVDRmN8go
xaWoR4N/DkBE2bqYH8ww/awYwkHI/5rmgyEg1ML/Z2t2jchDEUQl98Y5btEdsiY1oHwQ3I2sueP2
9gdaCoSMz0361uSZMGtNDnnhcEIcerXmtz6ygubGIqENsvHdrISTnGYbzfd/y5W47alt2q5hbVtX
fI9U9+/rUR9+w+xgpTWlX2gh/XMrtbpTpua2CtJnXiJrOfyin1wsdna6xmoMTTcTiRSmfh/XPD/G
yhRWtnTRCJVsiopczygkfNxRyWpKUfZK/5ww4w5QLbjvPGuNjGzRHS+MTD/i4rM1jCVLXdf4Z7E4
K8p3X1f2spw4kvx62z+W4hGdmYkKkpGSq/oyj0E59waYGnM9tBNNYrRzm2RfbxtZuDNQ4fnXyCxK
ZGLMqD4ktNMVqFVnMTgJwr2QH6L4e1P8qNuVzuHammZvnToqKi/0MJeJn1z4GQ1prykrWczKkuYR
NhHG1EQxmyVp0mYQ+gO0dYdCbLZm3DxUavJSduqOkspKvJ12ah7YL3ZyTvScF6A1qj7CrPDNUxo7
dM+WfA7Tbt9XhQ0G4faHW9nJP3Q7F15odUOji2h6nb1B2GfC6APFl11IVpqVC2vN0Mzdu8btiU0Y
0rNfrv+sm1RN1kiJFm1MI3AMFXMvzjvYpZF6dagLXCKqagf9czF8Sd2/fyBM4mT/szH9hosN8yAs
r3vThaHWypy0fR+1T1WzE8e72Pt9+9MspJUfLM1iqmJUXqdlHml0t61HmIpA+cpS64SUkCp/3N22
thSOLtc1O8HgGrRYEszg3Ev3ofvDDP+B7BLx2J//wQwz2SSW0PiL+iy0Fk1jFsaIEpicWOfOz+4y
ZD4KYXTCSP1+29Ti/jHjTkdyUnaYFyuyNhniurGCc9klI9evXN+3NYV2hAzyu7b0KLcBlVs5vktX
B6UlQ1aovF9XYaKsVkOR0vvZ9EcoIQahs9XUWDlLi0aYlyb1Y1gMdfOPPgh1VVoOkRac1eJHCPdC
2v64vXWLB+nCwMwZQEJnelhChxt4xmGad4ss/RVZke1tM4s+N+lCMS4CCGNORDBqrZEx7MBzZvwl
a4PTo8VU6l/SUVwxtLgeSA/AeUDVh9t93DCrUrycuzE80/dHFJbyaiQ5WrcGE19aD/0HcHD0WwFD
zK6lvOk7N0q64FxBO0QhJAHGP2qbppLt2xsnLS1IYfRFRKsauM5cC0MJc/Ts+8m3/Xbvu+knoQIn
1gphQp+TynrGzH6E5m3q77t4REZxsIvEeIjcfs8k1t5Ym5hauiypNIHGg9kOgevp915ERcvX9Shw
Te88isqT0nTDxncHCOKV7pTX6sZq8rPnNm9N2x1u78TSIf/Dtw9sXoYYaWa4E0QEgCTmpzgqu6Tr
N0om73rZOMhy/Vp2a4T7a+ZmjjTKSW/mKeZ8wAZ51+8iXdjoiuxoyfBEw21ze3VLDgVHBrQ9E6cU
c4wftzVqc2Yjx8DnVRS+FUpEIzmiPinYWvPXNBZsEPTNPI2AKPGynPluHWkJ3PQ8W4fiLqq++tY/
t5ey5LGUpUlBp/kJHpMflwLZbuKZWhCd04JrTO3vVOklN9f6q0uRceIkh74NUAVv1o9W+D5kuWYU
nTX3R+p97Yf97VUsZWeX//7s+3tNFCZUcCNYKu47RvmL8D1mEN5r7nhK5sLabO7S9780N4vD0IEM
kltPy1ErO6zefAQRR1qf0crHWdu22cfXjcYvg4plmfnvckwBt77d3jdpxcJ8BjYVp55PFkeQbFqH
ur2LrDvBPQru5yz4FYq906YvdflTsY6NtFMk4dSufblr/5uou6cBDOoYyLvOlpgNIS9UY4zPef7W
Di+lcpK1v34Ec+fDgTX1Lrho5rDr0As6qxCE+BzElV0LKYNJ6Dala0/gax9E9xpIPAI+4K2vHnS6
V+hjpPkxZePnxN3SLXyOg+ceHHlSndT6fPvLLewbsCGiApxzIOTnH84whDHI1TA/G82p9C27aXw7
GFaS6kUjwMjhs+KZSqz7eGwzIwgEJAmzs4FW9CEK4vZNDcLms9oV1ub2eq6PFLUSSoDwBNO2YEz1
o6lIgjgFWv/8nHlQ9erHYThndHzX+GYWVqSSAnA1iUgfXdGjAuE1jKJH3roV6P8WVII1qSw31ijV
x9sLWrSkQYZGFjWZmmXUmhgmmgIZ51mmwhMxJQr3odOBLb1tZtqXj+9S1NcuzEwH/OKGd42AEXYF
M1H+T1H2tLAsW9aeXPFOEM6KUDvdsPJUuA4ZWIQiE+G3aWxZnS0Mmg0xS0Y1PQflL08ZN7X5fntJ
C64w6YgZpCtT2XmOIWR+sTfkuhWeZOtVDZm91H/URmGP3fa2nYWFfLAz824AJ1bSVNhR9c7O4rci
XzFwnZXwwmFWn5gDneFVjTb1kE3pED6mUlDwYUwnRxqwqiSHCqCtlGsl4QVEM/bodECXNr1y5oGu
zipVLORJ0FdikrYE2ZLsJAa86/xzb3w1YtjZ0k9uvsb9t7iP1G2n80uY/XPHXLjgKDeJVVgRc2ER
/KzyhGP5+7PEBUHvgwYZzBTzPgRBKArjgLGmOBHhq7f8I/Mt1VFKhzVWmYVTy2EFEc5iaGLNnz4I
2WW+GoU8t732ra6zbaRYd+z4SmBd2rJLM7MEok46tR5bzBSC/NYG6uvQrH2VJeeTSR0ZAwPLz2I+
BoaqUcIsUzQf1YhpPkXelKG1CbNT5gdHSXm9fZQWt+1fY1cK9GKWW2lmUDQdo63vaV+YsLbbTn3/
ezMQ+/CCo6rOQMTsxMp9nYpZT5VZrV8so9wDhXTAia2E1KWdY5YMsh9yfFo5s50LxKBtq4yPY8jg
X0rGQt3kpRb7Y2gJW18I1xKHpc2bhDe4Kji+V4hOrRljtZELfM5MQltv/IMs5A+mtjYTthRXKR5M
fZYpeM/xr2NghsZg9nhEKWzCzrUb9bnp/A1IoJUdXLZE0DOYrLhmUh7VGHlZA9EZryOFFC27oL6d
VdXe7P+57RHXLAa4Avw4hgnxLs/7eR8sc7OhBkDlnQdia8rzWil3OjNadrCDJbHaBNSwsv+QRWCU
6QpAnDpJ3/RFLyKelAsM+WXM81rWQ4Dcalrc+eYaI9SSW1wamTl7Kw56GNcYGYtPrYHKrns0hrX0
YdEIOh1ox0pEO2X2MINuUs4sJvnPjRI8Nf1wbNLu3DJIv/KZpn9nlqYgaglFGdxZ3IhzXUZhkAsT
FDh2cqGCyRLZ9MLdKUJ0HrXeGYbppaE6WdtAvM1ghttt9Djc3v4RS+f68jfMgq6vaoFVKvwGhIHC
7E1Q050x6hvG6G20MG7bWtpXbkJIXYD6XReCYI1EhiMckV2Skueu1x8EiO0qOhS3zSzdI9y6xETm
paAfnH7GhSMWI/eGRKmOpvZQ7SJ4Dn/LpQbJ920zC0mmBqp84r/Spxf8tLMXZhiL74HTcZeUKgE3
k/ZpfrQQdfEAhPtwymnZa6OtTTAtBZFLo7PPJdRyUssoyZzNCWmc+hTN3grfdXzxv3wsXqDTApUJ
ZTQL+FXipl7mV5RzzOzBF3glWlngBFbz95kzGe3/7MxpKAEOjI3S0lqEEGADne3GX6MtWgyHljYB
KeBH4mNdfSmhd+Vq9M+9qN/lY/7qJuZT2gi22HpnkIGfmLCgwqqfI2SDhbBYOWJLbk/NmDo7RGKy
NH/Ni2Y7uGLkTt/Mf+S5fYZea++ayhrh4aIdAyY2qqy8gOfhBMxZT+W4gykrH5y6/93X70a+Jj63
YASvZpKJSUTQm/M8IAu9VkX1lJaSDJuRJhzHCpG2qD/ePlwLfo4ZHSo0LmbI3mafzAMwnCgyexb0
BqMHPbAs3fGEZ6/5ddvQ4nrA8gAbAcB9NUjR5n4XZDUom4kO3GuVfS1pjlzpKw3aRTMAv9AYhpn+
asRB9vuwlgfSJ3TjbWOomU/52cp/rZdMgsZS/mdlBrRJu67wgiigpq9VXI2WLejg0NO1S3jpTQXv
PXNgjJhTnZpPiQol+PCel9w5bL5YQrwrWteJ1XwD/bfdMisiRa+SXKAI/Xz7Yy1cVh/szi5mD1FK
Tat9gES0l/3MB0//2c2O6Qg831+L7wvXCMVwcrUJi3BdZB7afhSKFn5cKhbf4iR1qqD7/PfrYZiO
/i9/gkmZeXlTI9Wnq6PwJNVfS0ifxeppsH7QLtkI8Qpj+MKBQomZL8aIFKzd8wNVGGVmtmHhnUOP
NNCE1cXdjk1wKMbRub2oBVefopxu0QUAvqnOFqV6Ku/7TAWQMlTbaJQODfVLq9C2t838IbabZU8f
7MyuwlSvmzzzFP8MWOnBFTQH5r1dL1b7oHgB+b1XpNhR3cZpaT9TnTlUZu702Vp3ayEL+PArZtdk
HUKYwnAD1xdU0GqdOUlEzbG/i8YvltsxeA8QcXy5vfRpZTdWrs3QpGElJaMUknkYemUHzaOHblDf
1A9NKe+1rDvr9cpLduEoGKQBIuhzbUJ0zhbZpWFRp7npE/SVTZRXm2rtybJiYb4khHuUVqktso3g
gS6irdfvt/ds0SspDDO/x0wbNbqP2VreWRBDKfD0uMPWU+6M+FVd46pfiE7TI5ydoqROyWcWfQuh
FOATSUhvdcM7mIP7T96rn4NWre1uqNVjKHhrL5Ulk+S5Kgkoo7JXNaAO2Zjc6MliLC31Hs3B8jY+
52IaFCucsB2tndVF2e+/30piliVKlFCuiW7KSpUr+BcwCqVOXv6g8PbD9Vbi1dL3ghAfBpMJAcsf
H79XJcG1wBiVB/r1R20JiIJ9ZhBhJYVf8jo+FVRpgLJ51c382sjo92dhSmYmvoXlyS/WppmXVjER
Fk5kANPIwcxADTC0SWG8fip00IVDTjcUvPl907lr0y5L8f3C0rzYlI2+UnsZlGxTb32sntukdmBp
s2NtpceytGcAVdDiBKwCCGe+pEF09XbgIJleFqGKOph3Pqp+Kzf9Uoi7sDKPB4kWW00yPRUNM36T
lfYxa7QDSk6vXmQeuE0dK/p126uXNhBMIA9xqATR9Zk5nD5mEZ0R6sRyM9qS+JhIRG+jsk1p+/eG
pvKPOsF8rlmIWiHuwj7DkKvlJzfzXNtXhT3zARsvG9fKaAuromZLb2fiOgDsMf39xSPVg1qxNlu0
0DN/iO0a38hk1Ke89r2svt9e11JWSJNqSjJgAqUWOfOMZAyjxtUrdKlb994ss3etaByfEVgwFijX
j+e2DE9Wrm7rrF3LfKd/e3YlXtqeu78e94HqZdgeKW0p/X1C16cT72qh26baW1HCTtqtuOjC2WZG
CpZVOk2seD79VaWd1VtuCQjB0Bwir6122ia21gqUi2ZoBE90ToTceTWDgb0+EKORB5ein6RGQjba
PfiqtVJ8XzhwhKhJ0WB6olD6+ugoSdHmFd+U0lOUOFqxd9sDAN9WN+0sy4HirmHPFm4uk+cjiSKJ
hYRayEd7SlJUYpUqEXlT5gxhRIkXiKJ8MHzvUBorR27RNXV1UpAxKFBejZdltVsWoVVEZzHzoFTN
HT+2bL+VHIQhbZkRVquBneA90dZygj/I27ljUu6dsm7IVvnj4zp5vhp+JafRmW6QcQd1f2z7Zane
1XHfg+sXkd5QcpPCX5Y5Li9R5sObyG61bjiZevJH8PneDcoQfTbfCF9ABlYglHRrW2Tmu28M+anp
VGh+6UH9/ZPVnBrPkGADE7ji9kpls9HMKo8IiNGnTB1oy6hwRWVrPZmlRP7S0DzW61GWo+DDxyl0
q7czMThWRXBvRA9iBilce5DU/L7s0g2U4xt4MXaCFh8rCGJuh6+lc4bnc4dCu8tRmD1blLJQYpw1
OTfJeCrRVwOs5skrxa6lUwYRjKzS36ZTMw/HQaEqfh65ybnsi10TN1vEzjpEePrflK9OXSkm9pAI
a8ishakLiKdJw5iJgVTFUmeHrad7XJihFTP4mDkKrLmeDuY4eteC1K6NE1R0VgvjZ7wzil9BX684
0uIHZgiXOWZeuQzMTFt/cQnROkQNMfSSs2JVttqkB8isjq5fgP+L5WNH0hpNtW3VPI1y+yUd5Duz
Dx8goXy//YmXLkPTnBrP+NvEO/rxd9QQqDVJlPKJCyBKqlXmW8Gr820Apsj2PSX7e5dCJmualqSH
RVydxVQhRei0spAJqvvUoXfnBMaL1H7660VNVR/TmujiCBizmoglpkk/9ATuKqR5RR/QricFHFj5
0FxaqawvuC9mgExOj8BrZnGlgXhS60HzhMpLIGlbN7+v499F/NAk3+B2cm6v7JqGf2IW/Nfc/I5w
m7IsPRdzpvyMzFlZHCV41/z4QROhtOsfgoHB0O+52djD8Fp7L0Pfb1L417rvrfs71XeC9fv2L1pZ
/59zdunIChwIpRDFADjRuxifaxOOiuc2e/Hcf2Lx221jC7jZj8ufuY+RSlWrWwHWGMobxq+ld5cP
30ThPTfvKre2BfcuzirbhdQ6C5/i+kiBx07VlTRn4dDwEYBrUMyh5GtMe3Kx5sHQ4RSr4vgcaQ1M
ysJOE+NDZMlP9DkPt1e8EII/mJrdlQ2MHJqYYEqM75KwgkryWNdvt20s5B1k99oUBSHIRszg43Jo
UeZBqhGLclSvfP2b1Zmb4T52Km/F0NJi6HQRctHG4XE527fYqsY8y+QIxJa6ib2HbLr5Vwm5Fq1w
Q9NzJWe7gm6pTRVqhdhxSXsJA8SiE7f3qr7iAkv3xySABzcPYwJMVs42TZTkdkg9IwKPaN43UnDM
xJZePIMKDNLzoHHkQoBDzZPssEhfSz11YE9fGf5Z8kOQiqigTtzmVwirQkVwo+uSGIaARtzB86Ft
meeHdj2BzKPW2zV2fGnpsFP5pYtO8jOprX/0lAnYoVh9kpzDzrjvEt02veQxjvxtqhp3E7hV9KNN
yiPDN8aTksvHNmViUW2/a3X4VsvxYxPk21zRH/TCXIn5Sx0tPAoAIpgmJkbmQ3/TQ0sWBzc+oyny
Uy/qmpsUNF0DGcXJi8SWWRgV4T1xCPapFN7rVbFnrm5NQvj/8TNwiAn0xjbNDqxPFMqVQovPyhA+
CDCYibG0V3xiU5jmsCr5j3qvvpTG8BQl6Wd9aI+3D/OS99NO5iSj4wyWbJazBVlSFLUapdgvHKV+
TEEVisHu/8/I7CBXKiw5Yhyk51b7kdYHof05yiv36lJQmuZvmCinMn9VxiuqwTI8T0/OMtVJsbgf
BMsR9f4gxKei1FfWs/jVLq3NMoa6rXq1SI3kbPjfqOUASUJg2xDtVgHzGfqOVzK/lZxU9QHM4cqd
vnSoLm3P7rS8UHMxkbEdNtCIqq+t5TsMB9k67lqFnyuIim9/vaWnH835f/d2qmdd3F8GCbbol2Zy
hpRt11eM04ivUp9um+bZRF5pKLaSOtrMtq5s85Jvajp84BwN8VphvC0zz4gnfeG41x1TOQ3xd6lZ
gwMsOQ6FFnyGVwsX7mxxXW5U+eARo4qxfB01FDNS6VRD9mt7vXEMXHVzezeXFjV1GP+8YChIzOzF
em3VY0CDsdVe2uwoVC9uuBLnlzyE8D7Fkz+EGbMk3e0DOfNbTKSezziXtskb4ZlkHuzLeFbKdpuM
ycvtVf0B9Mwe6QxP/2tzdiLCuDWAmtEEZiZzF6cIOurG3ptIxapoGzGG5fESb5J4A4BrlxVwpurB
hmcrj1UyBxP1x3h0mM/bmTU6w7V/D2j7mGr5htU4fu3/CtVoG8jNXe3mjpAUCA3VkFpad4prHAtV
34rJuPKlFk/5pMgDNzaecSWGLgMC81qawWddM21NOQ7lYGt1vNOF59jYVtVzLfws49oWzTXTi1/w
wvLsCyoQCoAnodfdCMyCFnZpfPL6c16d3ax2/l7SlkfC5Tpn3y5xO132ZAAJSd2+1ijptVG0Vlxf
TMUvjczClt7TAkOHhtKmHh3SSrfbUrMjvbSDQD3qiYrIzPiVsvRnVS52YWI+xxqgLU1x/J4RkU7/
57bDTsfsyl8vdnh2DNuIgpAZ83OM4F6rawpHa5wQa99Q/xg19RqpI6NhV8OsdVz104D6jxcfh6jd
RdlPtHj+/xY0u8irqNZypMSCs9DcKYlHGrnymFqqw+Em1P8Yq5kGu6YFX1wDHhSd/ghf3tmDnbEt
v7rhJ3Jz0X3spee0fTS1F2GsEP/63OZfkriw42yrwvmmouUdt/ss/iplP+oeMrqVuusCq+jkv//+
sFkOFQxG4hUDPyzSH9sMDTKAE155FoejXA2bXAHakJ0b+ceY/xLT722x893fYXVM25X3yv/Dx//v
D7niKAKgnEpBnAfneJScQtAfexpwdiClOw0NqrEWmZCEvkUtN0Jf72Gad1R+7hCFB8kVT5pQ/brt
E5OLXTm5SQ8QhDul73ly1w7QZ+QDyNxqQL2gPgI4OXTQklR/rb09RZALQzPXGBH9GqUe3JQqD6eU
onCVlncNzBO317N0pOhmgmeGUBWN+OluvfDAPhRc34+52IY/2tvPld45uQa5C+xBXeDtY3cNcbzo
W5cmZ6d4HHyvHEsicVy1TtDsLPNbTy2htp4jNL16EbRO5G/66msf7AB1ObLQb/XuscrIWKw1CbfF
TAzy1YlomP4X0zIfN0CyYLfMJ+hYOn4Z8j0EV3bSHZr8SUOkts2/q/XXPlrpVi5u+oXNWWBJs8qV
xgibWpejmGQ6af5m6YI9VvVGUl8bb3/7Iy8lZKQuk1QKBc+ryb26asLeGPjIZR7s26LfdK5Gkap7
0CdsTyQfbptbysfQJTU5HnSimFT9uKVpJPACFzmz/4e0K2tum0e2v4hV3JdXLpIl27Ilx3GSF1Y2
c19AEiSBX38PPHPnkyCWWJ6pvKQqFbawNRrdp8/R8963xq0FrHBWb24bWd5GZ1ak2w9bwaQUOfnn
dmz9kp1M+76uii0aQebupR5PZv4U6w+g1gM/7Je2wWO0P83DpqpWnnuLLup8uNIO6qmqg2sLPyRN
fyrlcbT+wCdk2beCteD3/Eqs54Ft7fwHOGZHp/UF5hc8UyuzIcIX2S9BbAS/A0VwQD2k2eBDzZUG
nTfPRn1Uh1eV9UE+3OW55YPMM/BiMLw4pm/bxzxdWe2lRDpifQHhAo4VlGCSaZe3PEu4gFaVE4kG
U3NPw8h+5FZb+ZD1/mvbpIzUVIs3lg36VL3M3zOmdy80q39Neb/2tlo8XNh6wNMISkq5tcqZZqfq
BRyvM7uIJOpzmrmhgpA564pN2RUhHddC9YXeXGiDntmUdjw8SwdFE0APHdU6oHIWjYUelTWImVW2
UYYxNKv8qa/6n3Me36lNFmpjHLZD9jAa+kqIvTZ8aTVsd9TrSUSeJriSNQfgaHtXgGfUzspocu/U
9u32zls87GdDl6I+TRlrZdThW9Q+u2sBbbfd9J055c/bZtaGJR0yd0wnNaciFuvuasMLS/q1HeBW
YhIkKlTEsdduGxQRztWBOhuXdEtZNRlYJdrLsqR+iUn9p5rnXRo3fs0GMJK0ZkDrMUJucOU4LdpF
1ko1ADTGlSy9U1zFmMoB3bzPQ0oftbJ/qNX2O5r1o6os7lWl3mUFh5bbf4HE9IAA1qFZhKcZNvOl
z24cu1G0GtBm3SvuMt7sCIrAA4pgrbWmFLa4Y85MiaU+CzmaVGtiM8VhMUoWjZpy0jgNx7xaKfAt
RWroNRLNqcCwgvL80kw1D5lJVJgp6sHvs/t/aeB0a+U7sb+v9smZGWmf1IzqreLBjB4PPwvFfId0
yMpIlrfEPyOR18ZI4mri8GhoTH1MjfRBbyH4DHU6KPaqgD6W3RsvWNQw8HjdPgRLg0OdAFIuIOID
4b7kTIZJybWRA8ACBPchS7ojdsjKPb40uHMT0jIldgPZOIviGh/iey/2BIk2aPbYU8VooJnFX7jw
JwVs67dHtrQ7QG8lMunoVr3SP2sSsIDWKQAscYYMBB8iw6BfzTI5AKmxMsJrUzoUEkH3jMy8YFGS
TnQN+gkLr38QNgHkZOTZD0Ei3sfOsWlce8X7LyRYYAydzIDBg+NAl4siCtQrvVywuYAHAMpbf8A4
73MGctdm209vqtb6McHb2c6iXFmL7BcHClk+G0GIJ1hQLk+cQweum0KXPrWnNmgBygjUqTW2iA46
zbdbp12zeO1KMFqUQvBSQpVZl3toZkgAJa2ORxKBGjHYAsC6VuDhvJL8WxyX4G4A3SnQkjI/QDzx
mID7At2YDIxl1OqiUjP3JfUedLambXh9HDCiM1vSdWrbCvesDn64cPJ9bin3RaWHkFTctF0cZlUV
qQM5dtW4AmxdHCL8vtgxgvFaOoW8sFsb/RPQa6dm2NUzELrJ5HvZsC8IyJ5un72lVYPahQ0ieZEI
lN/QPJ5bq6nRLqa3fzwwQw846eAQvW3k2nWBdxfPuY/WYPUKCKd3sUbSHg91i/EZSQJSgEh5jV1m
yYguwEiCtAR7UPLMjk7ZZA64rBv3BbAx36rWkPxLc3VuQbosp8kqYseA7+foBqsbFJQQeWSxEd2e
rUW/AZYkQEJsEBKgH+3y7OqZlaigRUYeoMn92Qv77mvVsdCGbAyd/Ek/xsOBzb2vmV9uWxYDuLw/
dSBw/jEsTSE6qrWSG4hXc6OL2sr0U/V7CkRyy8HtjqvAhhTgbYvLU/qPRWlKlUFLutGCxTazvtCq
2xLIBuZoe12xs/BCvRyaOOtngU7q9ED2MBiqqi1Jvqh5HXjNnaa/p+mvrixCUt5P5lc0CPqmsa/A
bGFSUG7TnZO+3B7x0uk+m2O5m7FxOnTUaqgkONCB89XJOuk13RdduaFE3922tbKennQJZFDS8CZD
pDS9g8YekMv0wNIfI8Fj8+/OGj56bd96+uUcZ/2YmI2FdwH3norsr6p3gC5iw7a/Kbik4hptL7VA
c/3W1pC2q6al4CiDlJuuT2JWSag2b/O4ydq/k/c8urhu4+8GfwRdj29P5cpZXdm/cnlNAyixSBUM
2QMN7Xhstd1Mj7cXURy6G4dSToqR7P8PJUKWr4Wp70Dle5enmj/TMqSOsnJSlt3of06kJzkf7s1G
bLqYyVF7B1uIz8Zvt8ezdKueHwDJybipYuVeB2o2xbB9CIkDt+pq4ZgN6IpJ73vFPVBzeJ7of4FR
ES4ALyvkZjA+GRIxd02uVIKW3XDTbQFRLK5V234cg6luAt5uCn1fJlk4VJvcuHenlTT+4jKikwQK
fwh0ryjOuaZBRq2CA/LUwwyporgIGvZiK18YQDG3Z3jx2IMsAF3TAq0tuxjTydQ5z5Dzi9HGpH1t
m9HnagNNzgfdfHea021rC1lbzOuZOcnLEKvKC6sWXHveS1kDngCucxNgjnavGn9657HK7yay8gxb
9KJnNiVXkzSgIWmQ5QBHkLMl7oNOLL8fHi1vJRZbm0pxWs6uDTPHY4zosNPNXURbHZq4TuSMXsg8
ZQfVmzDtUPf6HydUOoI1MamaVUhiWpw/1ZBwTWrr2BvZHs3aYYXHS6uqW9Sw7rSZhbdtLx5OdMCh
BIZY/qoRvgbIXEWPOw5n3QdO/ZCgYl0/F+kL5Kg2bvyr+TxXGjYPcv5C/RoagHKuFKgpPUVdHQyz
ibZpKu/nVOUhkhJ/b49r0ashMSrQ6mBLU6X7odUaKI4m8NODUr1BbNOv7OTXbROLW+XMhLRVXCWH
yGoNE5bFfCM7udzdJlCBa4ajln8157WQZvEInNkTV9PZ1swLhyc9FJafiY5UwJd0UvzJ26yzsy5d
cXjDihtBtLK40lGDehhNC+bCm6BZx6MuKp7tFjn927O35B6B+xZ6za4nAFuXo+G0dfKhVkB2rda+
3tGITd+VpPe5aQRFvxIXLe2Gc2PSFdTghZLrPYyhf2LTZU+KS6Pbw1m0gCeP0FlFkUem3hpI63Wl
a+MWzT2/omiz71a8xNJ2Q5c2JAyRygB2XtrR3BztbmboTMyqv23VBhPEzNDt7BfYChCEMPKVOtni
Agm9HbxIgFmVEwoQfZgyZ4I9hlWJyY9WM4Pc/dZo5hYa4Ldnb2lrow9AZLlAwgWCp8vNQGJDKcsC
70V7siJlmENuOmC3yQIy/bltaWkWweyAgADyFnihypZQ+9CpClerj1bQTzm0HR/r5r7tJpHKPqRp
sbJs+qJFvIQ/SJ5AjS91WnhNGcdVkxfPOaMqwGUlihMJ1EJx/pDCnicethnaWJFhf9NAUPhjrNHy
kVoxiUo+4RmWjDyYrEHbQqJnihQ0qPqAgbfoWWLTUwZZLp8nJaJtT/tjNqwB5LdtQ9Bv9H6veDMq
AoYalgp1v49tzFf2yNKuR/obWnTQtQZ3n+SS2nyglg1+iWclBRuXCro+LODn86Ag40Bwgwo5Apyr
zJZRe3SGbH2BNhy736vEan3wMOQrRbylLWi6aIsUxHnOlRKYyTozAZ4ALUdqvldLxa/GOgL40uft
mhz4koOFDBwgWA6I08B7eLnbHVcw46dW/qyaLbub7bIBQUHs+KrTrinUfrxH5McE6v3gZwEthw1C
iUtbRunYRamYwEgPgDZaHLunmh3jyTJrcEml7uT6rlHPKLvHNIIOKpIMc+9+w1R/V9lQB+poNmGP
XsCdo4ymPxkjh6JIC7kv1esOnul2oaEqaEAbuulbmTXFfdZ1bA9Qfecja15szBqAOM9t0m3M1DFG
S2RnPpFy+K6OLL335rEK8QwwIUuRAT9tUvfRRU4x4KnrPFdw2gEk7r6hn2Y+dWrNoZNBv+G58pOp
rDhpCbDXOWqy98y1i2gAuBFtiQibWPFLZSTZDjwXzWKoUdeM4zmozy9j2uV3o0H1h9mxYtCcZ5YP
YrkDeFLsO2iwWv4wNaXvlFXmD2P5XfXYjxQ9WgFKUXyTFl+r+YvLj80zNEMHZ4tGWrYpOgrytJr7
aZxP4YRSL6hM+xHthCxoEiuIG7D8gQ5920J/OyQ9sNdGY6AHwMQTuTHKJuj1wd27A4HHQ0p1k7cN
WTtGS7sOLPXIuyPWQ0ubtOv6uVFpOQItX9rxc+IkjzZLI1quFZiWzhFSqChlAeqAO1e6amneJBr1
BgDABZClBj7aDNPG2ij07rYn/8jvyVv73JJwvGfxkA3m2NiaKCzZyVNOJ9Wnir6LQehpsSww9Tws
BIExhG0Nh0eTNxxS3Xiz0zkwWHs3lFWoTHo4TWueZOniRFeEAKuicRx9fZe/qzY0Bh1hVoLt5OfQ
vyTek95u4uKUoMH09hQsLumZJWkGysTMUp1M5bNlMt+rdsMs4NLBbSPLC4rRCLcIsJzkQXoOPaay
7tGCgwdePI+B0yZ+5uyQ2FqxJHbg9YL+Y0ncNmcLqthql8UNLAF+pQbolumCPONguo7zbBMbXQVO
NdCmJi0OjMqQrrs90KXZ9PB6xqaFEuRVuydtSk6LEa8tjkY5Hda4+daMKzfm0uY4NyItWUNLvS+T
FII1uhqAr/qrXnoRr8CNOCUbuMSVHbKAjxG0pqBx1gFBstBWfTmn5YCxDiUk93J9GP06i6dnL1Wa
XQPV8vsG/j/QUjZHjqJ79xpV05eewHsErTpPj2ggsTcGycv9jNfpdkjKNZGixSlHDyoIypAouboJ
bQMiEMwj+fPs8aBUmzBTgbIuXm8v7NK+gl4LnB4uQSjniV9xtq/KOoY6aYcHDRjDSqGcO31BdPu7
dDlEswfTfkoqOm41BDIPtl1bK9tqYcWBzRGavWjKQkOWdH6qOG7BmCI490HZ6Ouj/cDjfBfX1h3J
IRZirql/LfRIosUUL3q0Y6IjCS2gl8ONDS/j3pjMqBmD6rOY7+30TYEGc94fUEFToELep9+I1/kO
eZ/MKcjUfdv9do0XRHg+TifURbInzV1r6hY77fJ0I/oAeduHfJ2g+r78WZBPUdIkidmh1t7Goo1s
8o1lBqrNf3lv7lvvdHvRr6cd022KuAdbS5CTXJqbiV0oigk18jY7TdUvUn0vPay9VoSq9vO2qev9
dWHKkiJ8ML10jc04OxRVjLLdxsujApAY13mlyTNhIRq7bxtcyH6jmA1qduR88Fq6KqCXjUXwdFfY
gc5P5gD6OH2nsLfOPRTDpjefK/NvOR2ZNax4k+urAGQoQhhQUMkaV6zPY2aVaZsDTVUMXWCS+ywT
cOit0n1dGd9HMCJtlgtLktuybUYRPOZAEUIqyDeQdt9Yk/rLSDr3tQJtr1/wxv7WuU6+q8rW3BWm
3YYU3dw/6ph3v0BejyYDCz9PnZ1+Mwhpt4EZbFOp/VcE39YB9Use8KywI8CMnNckTv4U1LFokHEr
/s09lYGnZO43bknoNyNzvuS00YO2t+ttYpnjl0qb8zlKci976hpdf8+mZOzvbFwb9wADkldl7EjQ
gpVh406x+5BV7XwiVdXh2aYMx9RVvqZO4R1nXakir2zUbclmvOKSukgPU2J3W2R0rcIHs5IRORWa
LAMoCI+7sS/A1WKnCqJ2iop+qSeJPwI7sjXGAlgzqoBUKjGNTdvH9L5K53aXa1bnJ2Tke/C3Jzuo
WDRBzod0C9lIE2RA6DXp0d+zGUuih8mgx88avD9SSwBr6iaDdxz6PtCNDIz51FLdb1NdKU9p3jHi
W5M1/prcqdyrfON29D32up8mkDBTptzx3AihhV2d0tzu7nt1PKbKYG7rmdBdbjdzBCUDExwWQiy4
JywYW3MIHHRxPsVj2x0o8pXfLT1T/jSAFW6yOR9fTE9R7rlHeMCMwflB7JwGSjZUT1bHum1hsxwr
rHEWaMxKf3RUc48NoooD+sn+cMuKNz0v1cC1zWxTtaSPdC91NjyzmsBz4mkfjwNIWo0qvptSr8Vr
IHMiVJlQi2/0OdC0It8BQGnjK9MYdLP+izZujY4dxkNuuWmIWHMIlBpFmuBVzbSgUObipA5O9cqb
zj0VepM/pmib9RuQ0t/XTqI9jXHpbrO4q1B+Ad1fqyXtG6ko3TK3dIISHERbp4ytR81IgCYELA1E
RHiuMR1KqRQs4uiecQZfs0oHysG18VNlhvKuDYg+vRwdRFAfNnddVdBobNR6m1EVkz1VIM9ypzyi
rqpELmuGjaNoY6hbPd3ZcaPtFYN2WycpG2D88KxRmEYC0sdjoOe5vrVNglCscq0Vt7bmXiSXbcZK
63RdkT8BZrvRvW8k23rJDDnV37fdi7PgsJHP0oC4ADWqYEK6vBucLkvmop6zp9lI7Z/EcqA7lc1W
v48Nm+IM4OVPzdiNHHXgd4gVbYgq6F7Y2qTbO1rh+XNVKGE//kDKI7DARfY4d3kV6PR7a6pg13aG
iGZowJn4wJ/TSp1+uT12jG5nm36Y9AB0aXqAHm3zqU7tcusOiMDyCeB/6Dz3IenK5nGIB+OEfCLZ
KjqPN2NsknDW+fScUUUJ2758Y17f3WUWnpiKmTvhCHGq0AYPzDavWvqLDmW9qWzvN6tB+JoQFC0c
nnlB48XGIyN453eeu9Et2p9UBskI13MJ8A2FPb5AqKm8Q/OzHXXF8F71YPY3OzQuGUyl29GuOlxy
SpcGVYkNMVuuhTqJisdVbEDkvs+G9yHTTF/Nx2kb95CpTQtQVJOyz54qjbZB3afkONVMXYmzLnNR
0ENG1yOyUKAkFEhox5ZeD0WrtlSLYxVik4Dm+Xm2FsBcbk8YACIU6Wq0BDjID+G5frlrSFnljkrA
nlZ3W42N4bRr5zJE4uv27rwaBwJFU7CR2EgPIWLVL83EWo1AONO8Z2Lsp3rj6SuJruvvayrSAC7C
IhhCm+jl9/UYpJh9TpRnRfNrHlpr2a3LwEtME1B9Qh4Rws7ALspkny0ozjSFF83R0MJq2HjpRk23
BvLVa6xpsiETxE0CHokxIJ8L+bTLgSRGzJupg6dL28eyfBrpxoFjjIN+jeNEnjGQAIORFYtvYT2g
5CIZSuupnQvbzJ8JctJ/61Xonvj//wQ7AHdis2I9gDQCh4EQobscSBEzxW2JAyCTeueRvdcctLWm
l4UhCKIEG/4e+U1kUS9NlA0Y3ScbYpz1g6UE9trT+frzyGYCpAryPyRqQXF++fm+yufUmwh9nhru
u1+c5nMgBTFFlwakTYtki1JqwsCs+ggIISH6uUMH2g+cB9wIwE7aovnucgCjR1T0UUBEAJnHbuut
yfxdzw8aykC4hC4NAYiWaylpphHFs8b4CSAE5FnZGpe07Jos1G8FDBMcJshcwGlc/vxi4KnGWK0/
dl0akRxZzVDNQqZ/TvQZL2fJjnRDU7dslESFnbau/RQiPb8V1VfoWtZCGg4WAe8LGyI9yCMiELck
FwgOidhI1TJ+Qcss6KpBQMCc7bCmcyAdO7TM6OhRwXWhovMOgYC0p2ozVWIV9e/ToIdlHFpOyD7p
omDCAM8L6upgPVbh1KVtpRMc+DSeySkewK5loPs73XfzXY6/TdZa57+0yYQx9JiBehukPOi8kTUq
DEJL021pc9J/gEGse/3UCRFfFzUz8OSC4xUhk/R8VyZw8fJYrU6VulOiWv3crYfPgzxKRTAGjRI4
WVcM7ixHY1mzqSAEU07j5PnZsa7jlbfr9WoLFg1kWhCuITEr56VJNpWjGWvWacOKr2pq7FB3XoEq
Xy0AaAuhYI/uJxjBSZdWm+SVaY5l1h9ddJxFeRF9cgWkz0v7tfege6+Izxvjxtmma0j561/v4K0H
oBLqRMBNyBXsojWtqifzeEruYmVbfw4SjLQxsgZw02ALQsIC7ly65DSFpMPUWeNJV/lPq7W+peRz
AeCHBaBzEBWgTI7IRtqhpdaTZARF4alw5rvvCshSPjf/yFGibIyZQeIDjkM+zKAfhmxpjsCmbXyA
gtz4k79f/r60vqbegv8hw/fL8ohEXdxub//+yxOA+rOA6kM+EhJkGtgx5C4jVYkLl8+zdyB4CE6R
Wm6GtS166biFCbBAo7AuwsoPbvnLU1zTKtbYMHoHjjfSn46HcR/RcXN7HGtGJFfBq7Ix8dbwDiYL
ShJmWmhkgZWH/5sV6TBDtajMIYbsHdA3wqdDrAe67hdrsvLSWJDy1nTgX0xRLUI5WG5PadVSp6A7
VY48/VmwkBbon30u2KdCfhfkZvg+NAixJKIzV+4kKlTFIMhhkSNu6kLEyCu+9dJ1XH9fWhHSl5VG
VI8cyY+hDcy1LqW1z0tL0c68cSoFP99kkVNum3hlqeUm2qv5Eat0dvnoluKoCYvJ0ePP7ldPOybj
w5ShUI4sWzCa27zZ9J5vvnHldHuTrY1MitsGy5yblprkqFg7bQ5bujKyte9LYX/bVlOKZw0WhkfQ
YzPXWoDWvi/Fg8h5c0XlWJmaH0zzpK51C6x8X86sOx4dnGbA9xPaoPvh0Cqf84n/XnkR1UDBDnSZ
0gD6ZJiRpFXI0XVfSLOdza3W/769xpLblU185PLPNpdr9unAkLM8cqDpmjvoMXaf5GC6MiHFy0AQ
eEjOwETsBJAH07UHusbgs7wS/5koGUei5V2i1R5M2Ankx5AA+q9cyD/fF/bPZinWwDVSDPj+VNx1
VURf/rdFkFyIppiZVqDr8MhLsF6E1ehPa8WRtRmSnMhUVCXavF00iH3RZ/iL8PYIFj8v2DaBJEeP
mpxWcXsFMl921x0950mxa4C+VsIb4Wv+yUL824kj84TMFrSc0EZ4uQLgOB5Npho4Cls3DSY7AIXe
jq9pBVxdeOIqgqYbYlmQHaMB9NKKNQLvX9uYJVMDyfC98c6H0P72+akSuHvIFyMNBfqaSxuVDvZD
BAjdUXEeR3fTlmuYvqW1ODcguVXbGIaO2zDg9QElPzKyhvVcmiUQySOhgqTENYimsroEM8jbY/Wz
n6Jm3moQe25WGhSWRiGoEoHxBQcNmisvpylt6UgSpWmPlvPb171ftxdhcQhnX5cWARR0xlSNZXtk
bmgnuzgLPSsc6MqTa9EKIDZoewDZKcrrl2OooXOD8CAhRxal2ZOb/jaLb1xfcR6LEwXhJ2TQLKB7
5ZcRCD8G2rZae7SLfbsx7JXobOmCADThP5+XvDd3e4hnKGp7rBPq5/oR/gl0prdXQ+7Z+LgiTDzc
RWJcnDzJATpDxfWBxs2xc+6Gdpt6O8vd9JmfjT7KTtUvbS2jtjiqM4PS7spQ3BOlguY46P6YP6Vq
UDUrHmtpXZBOU4VwJNqPDanu7tjjBP3UtD2671nzYJgrrSBLI7BUhOag0RG4ZOmUq1ZVaSCXx+eN
jWvfAdSdGCsjWDQBhD3OCfIeKGBcbt/e7NLRJVpzbHhA8t8I0apVmd6lI4Ke0v+3IT+LRcW4xvlv
jtwITPONmSExo9hY43JaXAzDBTwXLw08ZaTz7nZlybrMa47VBLxfaL/d3sDXo7Cg3+mgcxmpIgiK
CPNn8YEJZFZBsrk+ahALyaAXckAzGV8bhFjSyzsQTFx4huFyEnlgGatDtbZjVqbUR/SEWpU/Z1H/
jXl3pX63CkS/ni+YEixNQINpuNKl85HE6H2hEAM6VntHjaZ6ZWctzNfF56Xl8Iy27wyGZILaPmQE
1bitkuxbewXNdr1/LwchHREUDZH0hpzUkVT7BArJ5o6aK+AamWkanstCnQf9DuDswtdkIE+eWMzs
jbg+Fj8d/+/oAHv47Jb7Pgfcc2/Swwykhvf19m4TsyPtA2ERBDIeGHhVuVxSc8cE/yD2ge597auQ
T6EyeiAf0AOXr9yTV/vA0VWwU+CAGvAzQO1cbmwhyqwoqaefjOZYe8/vtwey9nWxgGfHZuxQpUtz
fL3ThmgqQsXzotsWrjaa9PvFv59Z6GJbg8QALDjaA/ACSQZIyX0R3jZyPQyhjKQiLYmzKcoDl0aK
Jp6BgmrTF+q92fZrvtJcuPZ5aRubvBiKScfnOzuyq80aKdbC56EyizMONjYdpVEpsiZF1hrpbMUn
m9/ReQvc0KdnR6jYeoh3RUOBnNrO6i4ZY0WLT5njQ+LB/ezTzIEoFTCaKI+BNRnh++Xk6zXRWkft
nVPXP3bAjK6EP0uzg3ZApMyxk0S8fvn5wjTyRGNzfKLJnm26+fNri9gAbhbJbfBdyFes1jZWmytl
8mIbDejPGv/TJwyxByijgPSGJg7qL5c/30jNfi4VRzllShIkzRfyueoz3mWY/jMDV0ot1NZY3bnK
KWF+nmzr5rNhDr6Pkj3qk6i8CEqeywHMCdKGxtAkLx5ARwbEZny2Jsy5tMSoKYAkBuUdzJX49zMf
AWRGDuLOXjn1yR/vUV8llbj2QYjPoAEg+neQT5URr5YyDAprrQxkvyFLNgXxDX73SeDEx0JcWJHO
gaawbugMI3vJ6mhgAak/f84uvi+9ZUoGvFU/4vtDtxuynTL9j9+XVgG/HPFAZmYv7KuTbkCIeNsL
LSwCeFhAY4OQGXpCruREM8uNBz4b5UtThwARl/egZFGy4LaRq4sZWxQQagMauHgaw9DlTuqBjWIQ
zi1fVApOSfc1rh8yyMAkm3ZNCFK4nYsQAM0OGvTx0KWF7n3EAJeWqgwNqk5O+5fKPaAtp1B801t5
vEqDMRBc2AKTj5EIBnU5+d9XePmh6zt7Kg3nsYnTGswV+lfmAAJSl9skjY+3J28JNgy0DK4hUfqG
MJB0ERUzqepaddInOPTmwc6G+YHgto0mi+oRr618nwBYjhdho3tPxmB795Snyh4dm/Enp/dfYz/7
KdJhKqjFB2200yfBPttU/R4R64kb88rlIm3Kf5sBdgSNxg68j+TcNGrlzlhY6RNeFgHeo35vvxKG
lsnpdHtuJRd3ZUja/aQgCqs0M31ChJKD4bwE5cNtC+ILZxvywwJqp2B4+Chjy37a417T5yp2C1cA
+HQ5tBJqv1MUH91/IZS6An1NqW7JIhRFwMwOsiiA3+QjwJBey/oWk1e6zj3YSJwHbqk80mriHdLW
dgtfLfv0hQ+6tTLYpekUHhdyooDDXSHNtawpFWvUsFM5ayCrAiLPmn2yuvAxo+DlBQQWPx0Fe/Ej
zq6lOMsVDuxu+qSPT7GZ+XW19nYRB0peM2gaWsgZ4ebDXy4t1EDlNGmvpE/E4IeUpa8lnca7NJ/e
eTYd49RCC6b+CJK9hz6d/rZkfr29Zz6CA+kHgGcBA0Tw88H6dfkDIAScmzTP4oPDG5b5qV152x70
2q+WXhk+geZoaA99eTfmFgt76pCHrir7aGqn/nmcSf4dBNXao2NYcVRCrD7gdpu8NppThd6Ihem0
ZN4Ac+nddbHLN4AnvwOwRx6JV/a7ZEjaDlQWWrkpLDKe6pLbxxRMg4HWl+xhSvXuBXEnNm/mzCF6
VNFxyb1i/s6wKseYjc4RikzJe9y5zZdEBY7/9uQsucOP190HWEb05lxOTsnGQnVjbhx0jbBtPhn6
a2VY6snRebXzSAwYB1q1oGVrt5skx/ZLSeZtdK4l77d/iS4yVdIyeR5Ue3ANCIZomfKH4U7VWJXZ
h9Ypixh0sYoD5vkMQsFgkJ0cEjmQosNj1HXZlmRDE6Lltt0rMdgm+i45uVriA4lkbIrRaY65oqnR
iAaunwWp2XeS4QT4OhE9kZq1RkohHVSkXYH2Q+4V2B0krK+Ac26NrunYpNqBFnPY5P0D4Phvt2dH
HJKzyREmLDycAFtAowvieGmZmNFozGOVc3BTnfreoKTA78QT4NQjXTG1MBoBiYXHQ6Ucj3LJFNhZ
lQnbdETDQOJVfpma9FemoE3i0yPCxgPxpgVQILBU0q006ugDBtJ7PFAQ41VNFtDxLdXWANHS3Sfm
TXhOpMs+BMfkCCYjaCGwagbswmxEJYQoaBrZ6sOAUurt4Swagkwm4PSIKa5ksbRuiCeVD9NB02i9
a1umRGkHVYzeTb9r2LjhbXMixpP2gwePioY+8aiDZ708tjqtHQpQxXQYJ+Kbmb11GYrPk5/nP3sk
aT2zA6NDseIsFjYhIia83rEpDCShpPvdAZf0XHczjM6dP+vPdkcA6PtcOu1jxRzRlAAKERAEyAJx
iePQfkqL8ZD23sZgzGeICU377+35WxqKEBwFHlHHm14uBXRgqU5mK6OHNH/VEzssxx9V+e2zNkRX
GiJ1/AFIW2b5aUe1cPPOpgdvaPbt0D/a/Qnd+7eNiIW+3AhIqXyoHMFlmoC9Xm4EbWIFpeAxOJgg
9B7td4omn5TvY3OMSrNcySMsGsMbFhBhQMuuUlBuCnyimlTzwdPqXcUePdAaMDXz1cHy1X5lZHK5
BjsBZBrIFAlVQuQ8r3Iu3KjLolPmAzqung0dj53ebQMgvE6g3IMYSue9mkXxoozJfjCm19vzer1B
kI5GYlc8E7Ad5dQ0AdQzVio6wT1lQa0eOvOHydfQetenGDl2YGIBNwQzCnJXl4vngqGelnnDDnmn
tM/oRJoD1qkdmBccfdqnwES9FaaZnAy7IvcmBJrXWLcWRok7Ef0caOoQVQvpKTmPXWJSg9ID1fSv
Zat+ASHRX6OPVxzH9ZWCnpR/zMhFKtPuOPiUJnqYKuddZWCLxgPr9npd+1+YQJ5c1PBxT15lRzUy
DtB8pIeE/xgMd8OIB9baPgRB74rrXbSEVysaR1AZA9T4ctGSHjAEDRjjQ2Gwe4eMSTBaJEg70wjL
uV+pT384cul8i95wAMFRfcPDX6zgeXzuxS0xnLk/tM3UbGBpCtSKdMdJS5x7b9LniNpqYBZPoCfJ
/c6tk31uWy26FrvihUHvPUr1zPPb1uZRQ23Tj8dx2N2e+wW3cPEbxYyd/UaTN1pZj2N/6Eo1KlJo
85RTvefgYTa1+o1VbXTb3tIKACmIlxc4poWeyKU9vJrdEc2O/SEhOvKZiXKnkzECwdnjUK7yWQsH
Ki8AahN4OSB7jfhUcrAdtWoA5Nv+oOl/+fQ3U745xuvInjWI4dRoBdurhbKzOrwDyJ/ZWMlLLs3s
uXHJQXS6ongpJf2hr3s0n+nTT+JMr3OhegGv7TtjXKOMkytNwulqDhJXSJGgQ0aV6/xzIbR8jb4/
lGrdizY+7Q6wSSvEy6dDYZbm9+3/kfalvXHj2ra/SIDm4auGmlxViu3ETvKFyCiJ1EQNFKVf/5b8
cO+xVUIJObe7D3AaDYRFitzc3HsNuUHjXoe4adZYSeA1YNhbjdYHuAu3iqZr8QlPghluD1bQTZrT
gW+Wi3Tqrs0Amea2VmIm8j8y3VLdWNtR78dZZDYym0VMVBD4Sn7RehoquRLQPA26styIHmuhcK4z
Q2pwfg4vX8NuktcuIU137VMl+Qmt49ZnjKa/75+Q1XVDQQ3yK6BV3XRbbNFO0h617go02aexHA9O
LaOsTTeKd6vDgO1k4qEAjYXl9YEw3LpkSDAZuzz0zvjceE4wuGTLCmP181jQ4gPdDdnHMggqoHU6
3th3V+6lNSpz1QMUHHYl3nO+2jgbrqMrl/KcEMK9RZ8xIsv+t0eZV0ySdlensEKwMS7NUH5KpFYE
xEW1B9SynVq6v/Vqi1i0lvCAtQkcBHIeJI3L5WQasbpR99qr6T2rygHcfRyxMiQKC8cyTJXXZkgQ
cTYS7kWF6+3EI5mHqB46T3gnLaJpz3juoOTZXgutDkE/FxCXgelVqVgJ2pjeHrjjdC/JliT02kGY
a2pIjoE8vaktM49Og8IxrEBgSZn9jBTp5/1TsBR++f9Tm83fkRpDCWSZX7VNZ6S5bmBBJzFF3lBO
EdgvKJp3iuGXdueGCTjvQWLU+WdR5kU0ms6ENnejQXurtnyuaxBtL+vuVPTqP2oKzT8OvQLw7PFY
BL1rmbFoqSm7MWPttXR0H5Vv30hOin4S1uv9VVhZaLQL3PnRBmYCChQfb8vWAtM5ExhHqK+y+KM1
Wz2btX37YQT94wgjNEDpkBeQVpG7Glp8TtX7IisgO/XcaFBYG17wdITw2BTcn9nK7fhh3MXVXBQg
YgNghduxfuFmErgtFIYPLXui5OXfR5qBiHiPIv7cZhykLL12voct9gP+p6m8ivJPO1zV6en+QGsf
691AS6CSp7YpNQkGkqDjm54AJ32rUrH6ud6PsfhcqGYXhaHMSUV9HZEbOhUJoPK/K7qXSS9DfMqA
aXQ3OhtzW7ktcFPMDWjcfLd+OLpFlB4KES38qYox6iuzi2aV4TNIzPXGzlgbClrX1hzDgShb5ugZ
SOlepSG4eB47O6l5SMm5sTaSs61BFutYFgNgAcnQXtHzgxXua+v8yKD4d39DrO3x9zNZ7HHbaT1V
uMitU/eYzG0A+2DqXyzjs/mP4Oq3ePR+pHm677J4YUyKnqoT7gEyPqiJ9eQw4+f9yazc43Dc+M9n
mf/7uyFkbhVQOcVkbDzkk/JnZmiBDs2SLX3ltVME7TKUdmawyU3nRO+4k/IcO5zR0TolYGuHUpmq
6P5s1j4NWP6gVEKmdK5Of5xNwZDo2Nn8DMkL70k0KC43TK0gVmG4YZeV/NSJqdmI5mtL+H7QxaZL
B5pKUmJna/kZLZTUQFfgrJRf/nlq4AI7yELQNAFWYZETNClzExeKYNdsrKZHfeLyoOaVe3ShYh8K
d+weqddviYStvT1mFQD0gyFyijVd7HUB/lE1atgek/Jotz8ax35oQNKDw3QA4bY9t0VopReS0gsh
Mmym4/1Jr5xnuAeifgt0BoL8sk9a9R50k2jXXFuj9IfEhFn4i25sDLKyaTAI/sFtAtT5st8C302V
F7xorqnmnbIECiJ1c+7B6Bf5qRabV/Oi+TYfakgSvElkQQUM7Y+Pe9TMhq5gCW2uTUEfrZyovk6b
vUjZD6tN8rBiLPMTYX4pROM3dhrIgtPd/WVdOYxzaWmW2kACf6NvJ/KUNGPh8Wud0+8e/5YN/Zas
50oK+36IJUUK705o47cOvzLtULvdhY42vJKf9Yn6td09mebGR1zbKSCJzJ8QcDxtKYZh5FAuTUyT
X7Oy/mH38osARkKRSHvuL93KYcfZw5+P9BW01eXX66WlN1Nn86tGTTy+L0X/ue8e7ezb/WFWpgNA
8Qyamz2Xb7yXIC5cqyNantcit06t0gZTDydjtgXRW/lKyMMBEkPXAmd8uWoQaWIlzxMV7QP5p07N
b6Tzfne9ey4KhfgjKl2+hv+0kQrcjjq3zKDciYeVc4v3yJzOG2U9qlcLLmTh1E9uyHXFtxMTTqAs
CUYCtVpI2Wx8urfZfKwbzeOCWIgyFWBxN5ncUOJuqnP1CgOe3IerVh2MKenCXubXpEKdrDD3/dD9
0rPqK7LcH00z7WoFdSVtKgMlb0k4adZOju516hXfS3WYIZifKDEO1JWPtfCwD/T2kk9chKrRf4HR
2WeZJIGe1PvKFZGm82dW1ioEeKEjmsiIoHTYQcLL6O2XBhaBKA+A3ll1L2VjH9hgBbZiBFqnPTAh
9rgVNnoHy/4uQtEsY4GXHqqZiAI372ownqjNBvVa1ymLJ+b2p6Fq9UspNXFIUl17ygBAEH4j9SoG
uOqXonTN85gwz/btfk/sy/R9SPs6D5XMZReP2GVo1+6vpm5Q5u36Mbp/KqDTg+D48RPa6uydgPwA
MfSGLO5wNqZj1VqX0rWLgGduZNHxa9tPgaENEexuM1/jSciJvbNLYweBy5PVGDBT4eUR1i4/IEPm
t7KjIfzUwMNyj9Kkh7JsjvjjwgrGrCqrAmg+I28YOz2AtsSX0mV9OEq8mho3idWuYycoWcJDNzf/
6KP7kFS6409686mvk3ORe4+8apIHWTWXPq1Qic54ZFfQdKPZnhpj/zcxONSmCG3Dps8qv3ZK2y/J
sJe1+1rSjqK1Lq+pLAefaW2kaPmDPt98GbjS/pCazO+9qT3yDF7jxWCCxeLmQyS9zAgzxkLdUf66
NQ0kpPPcrISkXhWkncJ9R0C/HYL6mc/GrNsR1KC5T9L8m3Ttsyi718zywqF0j2bNY0trLxaloWGk
T12XHiVRj2bnPZDMCjLanuDd9QpJ52Nq2gdo+8G1qg+ndgrZkO+AmL4Usj3Qin92SAOuXnKe0nxX
od41dd+qSguH1oqEo1zgwovINniRNdSfymQ8VKPzWbPJU54KcRi8Rg3ZZJ+TBgzejA8/INr9WhlD
iBrs1S70iA8exOfya8mG9FgoIjSEKyM9xU5wdTCvrJ/w1D6pSdcHpUeToJy8xJdjnu4qDYhwT8mu
k0FRxRzoUybb0OjMn0ppOTsTPs0hCk6pPwzldyNxmhPP6N7uYeqOIoRdQ5nPGEMGaZO9lRRHE0Tw
sIW5TQAJRZSHXPKDZmlzyhtPCx2u+uCmDCG0tUwfkpBp0Cf1d9nB9MEm1ga0zF2ANnCobQ0pBpBl
sy4KCn4f8wtAlGoC+JR1sRunBOILwkFQn3guWx5pqRF4UFszvJ6FkzoNO0/L9J1eg+3YqMovvR2j
2uhDwtIiSnookAuBzpdnz4f/KBT2BIrn1142IfT3huMk8xwbNEnPtGPQPpQdj+oWwo1s4l9kNRhH
W6FBQ5RvKq8fB0WFfOvwVEzGozKW8G8wz9kwsIvURQE/7vHJ9spI9OZex/npa/MrYfl3r0hf86Sw
fMjHaYHWNAiKnvxRUvHd0rqzrtaX0dTCTNQXJ6+PyTAFLPUM34X++dhl31ElRai2rHOGfstuTJIK
4pT6uUs1n7XmZ3W0EAp4YAojUJtmZ6YCb0e061OhPRBTP2R0etZyw/IH6p1RjHi+H9Fuc098LLSI
Yc4N3NdNxSnNXZQyM2FfrE4kiAW89ut+fOr17KlSFZ/Y9sYl+FaxXERQEHVRWoTDCSpwb6WIdw8+
vIHyrpW9dVG9Vr1iignsbgb9dVSqcgwg/onIbxmhpu4IOhpjGItGP6oZVaOm+AuZjX0Jty8F7m3y
D+dhh4hwqfoW3XSD29dCbSCMaIelMYqoKvgUwpZyemFUa88M1sn7+6t3m0jMmEP0gCy0gaDdu3h5
MQCHC8Em7eJNJRSU09Qlp7GU3fPAPA7OR0Ygdp+O3aVsx2ojh7bnP/zjQuK82mAI4KW5gpZxddQf
nZ4MlxTeF2duNPyLU3TFse841BnwzN1D+zD9gp6Z8glWpPbPHDiKk5b2sMlJVOMEw8bmZCmt+wKd
VevcZB3buV2dm77lpIDDSZ7VPpQTAYwucxmxxPpZNXry3I9VzQK9bpNPkqriaSYqRVaeQIIcNVT1
Ra8N9VdLYMViig4hGYf6k2ZNwNrA5+QbUS2I31WO98UlOtLXUSnx3ufD2ZlacjbbWjxwN80uipLx
ECWo7jBqUJURPekgjaxlD30rYXShM+dTK8j4mRB7+CLKGhsAScsfTW+ha4tjFmTQNSU+T22lgL4A
6PmUiCYCY8bYw6VrqyZzmxcAjWBBQg4s0lm1e/GoGkTGOq5qmJA3FD5npuJrffKq2vB/vb/nbh8A
GAm9eSjvvaGxFnsOj3OtHualc4zMh4X8Pje+dXMVyPryzwMBVGvNLYBZ1mdpjFBrsp+6ShMXZjni
d1ao057BozfOqKFHGqrLWy2d21jkAtYxM4Hw3gbza575u8igWpM5Fjg9F9Ha+nHqs2lf1jX/XaSe
fDY6lQaOHIDWvD/N27fo3HKAPtIsGQ2Xk/lXvRvVIJL1XMnFxTIbHjWjqu6EM/6joAYuRYwCuKv7
1sQBju7jKJbR9DCLqcVFgzTjJy5HhoQ+0aKxN7baiW/dmUVgQJUTVai5bAIExOICZqqWABDJxCWd
BL2KwoRGCFS/497mLUQhJ+MXG7vp4jhWcm2mSflBU5Yd4KM0ACJRlN+6yc1OBJEgqkk6Ba0OzHbR
usmTJzyke5VG8JKAf6ZRTpNvF5beB0lX5FEOy0Ff5in0kWUHBy5e8Z0UuRsOzZScEUT6oPY61cdh
HA6pbH91tSkAFFIQZvqKR6OE0ogqkc2IGrqYRgkPFZx9f7Rl1KTwAxhcliGyycQHRiWoqZXsTGmh
MJM73jEzOhy8KdVDnUM2pi/hKmpTM38FovePJjvrjycnO2jrros6U+tPujaQKEs7vqclZ7Fa9mhS
9igE/ZlIolxyt9Nz39AoNKbtph0eO0qGcuMluhI2YMUGX2o8RiF3udwWdZHokwos4sXsVHIZqqr9
ziDtfda6atx4bM1ffbkrZnSlAd09SI4twZVTQ8C2E2y4tEpf7iYIesWMQHqRK7Bphwi9EZGuys+O
npM/uCnT/2Kmsw7trHwKvbBlkYu1TAForRkurjb+anqgrG0KO98k39LeWYmPeGHPZuN4XaJ0ON/Z
785zRlIVcEFEYtuug1Ze2wwYmPrZTdLofuBYWVAkuKhJYqRZsGoROBg1B1RoXHEx2u5ro0Ng0hKB
y42wRJZbWHw3DaAeFkZ4f9iVnAM8bDADwb+Z8evzlno3P7d1FDfTs+FSAT7YZ3+r7EvaHfMUyAQQ
Hirrx/3h1pZz5vpj53goUi5nCT1y7im5IS7D9IjKK7x9HkrzVVN+3x9mbVbWvDlRWYYr/VJwaAQV
0ZUOERe7cgKSmIVfjMVXR7JfKjO7WXX9ZYL29EbsX5vcLHDq2pCwAFhs8QnTfACymYrp0qXodyXx
ZH1PNBZMxZYyys1AgNMhPXSw/VHnQp798aMB7enZfOA0Nr0zLEFJ97VEc835dn8R10aBYAawYaja
YRUXW0MjQIMz28piIb5KNgAIoYEM5qBnvcU3Wx3JxHMBswFMcPm5KKtNVOtIFlPLOGl5ujdF5fd5
dcpt93B/UjchEkvnAd+BhAfYXEDsPi7dqNc6KQB5ihul3HGHfR7x8LbbaQO38lY4/RAf53FmFbgZ
9wC09mLxpKfi6ShhgugZRWjUMOhCpeQ5YxfSPwFMTbvnGgLzSpn7VD5B935jK94kP2/DA7U7Ywhv
MWVuV7GiU7ss5oMzl2iea6l879U2pKQ+TcBw/xeriuj0P8PNWdG7KAIwS52nFrTHmW5BK58FGpQn
t4DIN6nVYk6LJVVNORTWKLK4HFrfMU5eu7HhV/YGYoUBaUvo99n4ch9nkaToDZkDZgEyR+AVWlCY
L0V1vL9UK18GPWMTiGrgz4G2XAQJbAyVI72hca3iIaKgqvxQJqb44dW2HdLcoU8evCw2ovzqzKAY
CUlQvM8BsP84s6Fwk2nQcMDAgQl0lwejd0zTfONSXjnGjgqsyQwiRWhf9sRtiyu1TCZ8ICP1e/Ox
lC+0nX1FNpbwJrrj+sAoM6oF/7vhsptFqueZ5bC4e0MRuFLddTXxQnUwv7iIjP4AB9HApLW1v//t
llwmQFswMsBE0PdW8Vxeph0K5wCECJrHBk8jyJ3t0Y3YwSzyu9Tbo6jqP41lXZg9hSYvz3r/9/7w
twcAVTATM0Cx38Lfc6ns3SkrdbUwazurYtTmraeO8/KHZLrY+oxrw+B3vz2bABxf9oRE7+V8aso6
NimUt+hgNqFaD1sQ25W1nHWuYbBjowIOItDiDWNInbJGa+pYzfMrUXUYL6RR5b0Y9EtJzbM7aWGq
2cCloY7bFRsH4maOEGdFkxx/AQV3S0obB9udONWmuG2Fd2yp0u68Er6X9z/YHDA+XAKLUeZf8e6D
KbNLX+HObtNkn43oAk00LEY34sWxyvfm1Pm4Ge4PeXMGMSQe8kCkoJI0C61/HJLDvNgq9FKNHSHJ
ucSjKi4koaGeD7CPNBr6+F+MBz0JFN9A8kTd7+N4nle2E23IFMumyIKhtiKnLM5eTX/1ADfeH+sm
is1zezfWYjm9qjQM4qVqDE+d2DXavWgk1D625MTXh0H8h+QVWKtLOJtSJ2ix4BDHOR91f2q6IJdu
6fNm2Lg1V74V6G9AgELwGF3LpWKJKTl4t7AliA39PNWvrLka3Y+WphvLdot6AP9IRUyGYj2AJABI
ffxGBu8YRyNQidUKAjKG9CcGrOL0UFpwlC9g/ye0MmwaaZ2h1d4eBNofkSuUraLWTdiefwaiNtA5
EJK7IeIrcqzAPoWr0dRrvppESRWJjICN/1wy4ddb9l0rnxHD4ZoF2hya+ktKiMczxTJJr+CivSrs
q27v23/u0r/N6D9DLIpnblZhwzdYWMEqH3gV0CZzXx9e7m/7tXXDbQpoAx7cKIUsAqWpVoVSKC6J
O+NX6uaB5n0auqOmPHgjbCCSLWvR+RQtgtZcWIIOPW4aSLosEpSSprqReDqJh+lbBq863mz5WGhr
G//9EPOM38XFURF1r1MMUaNud7YL44WBzjFQKAgoeV0c2lF6PuuqpvEtY/qkewnzZT/+MKQVwr0o
IMR4qjIbNuZuX2+clrVtg2IhlNzc2RhmSctqDFqbCSEkzqeHClR8iWaOt1VVQFl9ZZURLucQDQ1N
qF99XAKRQiOkRf8h1qWrxWOOCl4pYIdWD+jptS5qRYWsf9XU8XbCNYavlc2rqJWGcxSoRIRIxb9p
tIeRGk1+t8gVQq0FtVUFSiWwuEdDUVjiVGGIk45W04Gren9MSqGg4CVQyup0R+wVta32WoHzkYCj
3fuu2tu+CTL2EZ5uNEQPIPPHGbfD4IYAK9eaB7qZqT6xsu+OsLVI9qJEUc2ywxZNwdxGL7PtXSU0
MxOkmYBrQB2rTwO6Pu4oqiBpZOrXkxcUag63MJoo/phUjt81sLSmYtCvBrwjfaZrrV9rRg2Hd9mc
B6oVZ31whoMKFsWeenZ1zjqvCACnUi5KmX3lpdM6fuXK4msrJEqCMsurEPXQEYS+sVH2fKq7SBjU
ijqW1p+ghGQcQDlxXoskNfboxBjh2GfdaWhIdiorOwdFQ+lOiqtQXy2y8aGFMlOcpg5adqIGogOC
F3uwx1/SDGadZHBINOpOeTKnlh6YZzX7vlDryEsBEEzxbA5bAx6f0N/IY8BhSZARKw+QvmE9C7sL
SwV3DGHCiBrbKHcD+EC7zlHgz+7CXEzKZDhXXWqeMgM1qKTX2EHqpI5QaUZdG8rTPsjGHhz6pB6O
ngkbj1rKUIJX5KfSGc/12PT4QP1wJi6D3J452Ht1UvvPrjLXSqlD4sahZDfgwR+3jpP5VgZd7hzF
chB/0Y00VcXdmRa5GqTLo5YwILkAI4Cnqap+uR/r1iIDal/II2adpBtYbQ5XO9ER243hZBE4KdAz
g1aEAO280F5/vT/WWlyFAxwSebzTbzGcmWvVuIITEnuydH0c0gczZxdFl+isuxUwoyzUcm+DbjdH
z2V0RR1vtjkCLx3CsB/PPRqZuTdZEh41RX5KjHSfcxqWnvUJMhUVlHzsw/1JrsUZJNl4k6FMCsjj
Ij9znYFOArXo2JuKP/AyjBqabdBZ1qaEvg7Ya3O9DXjAj1Ma8YbthTGQGL63QWeqZ6eCV6b2m1td
lCrev2KiceeCBQ9DKtyHeD4vridAUwktKs2DfR2IFCBuMYvu8mkLm7N2DbwfZnFFUToIKFdMXjw5
caZzXxmOuDM3qjRrO/DdIG/Yh3f3YN3TSQoXgxj9fnAeh+rJLmBbmBr+VP9trY2a1MaUlg+uye6U
JmtHjCa8L4ZC9509PhBEmPs7bu0Iw7zYnBULUaBfDgMSbm260yxtlJBAqASSyie3ogHgV/cHWnld
oQsGFVTUkuHrsCS6EaidlLUD428FAIjhb4abychODYm8DLcn8G+AIPzfRpyn/u57wdSN9iTFiF7L
d3UFqnj9KK3vMGL3h+qQ6vAbgoT0/TFX98i7WS72uz3g9m9GjMnNImBlgQvpxfYAm6qLXZvzYJDm
v5Zx5hOGlzG4g7O0xZLwP6LNpSZpSmLcWROcfBMLuCHyjWa/7s9sdaN4KGPM1Qy45C2O2Ci6hKEU
C+P21g4lIGi8/p547Y50Gxii21IDZgRgKNoriK8ogy2DrmXmRiOkHYNCHZfc3Beu/ZkPEotoPbV0
jNB+zv3ZMhFyMOneo8bv+1NdOXqo66EhPLsiIZ9YhEiFDYmlZYUdayMkZwqRVME4UUCouDJF94da
icYYCshh4KYAmVrWFxlr1b7C8zW2lddJHpIBmRGzDxlsVP+dHgWsyjyrmWSH4uzyMsttj7eZ29iQ
F7OClLghTPb2ikPOggC2kLNNrsrqOmIV0dNHAwT19Y8HUNO6RHZTZ8c0c/1cmT6binqRnvX3/hqu
DjO3CdCoQpt9GcLUeqQokBE71k2u+Iqmf+11o9tXulUf/ouRIIGLhh/A6xDg/TihQeWsrUbdjlva
+Q4xdt7o7IZNpfu1CUGLZG4tQmgCramPw8Cnq60rNwXwrW/jVtWFbwBevhNmmuzvT0h7k+JcZDg4
aga8pwAXuPWBn8F4amYNVty40CUfFacP0PLX/CxpADm9WkIEcGlWULZMeRNxO0MR3KtyX2nqP4Uq
qlfgPiX39a7RDuDEQT/LKhrg7jTzkbNkeECiJncKr7LQpsUQJPlQTz5q+l1gmZUV4lf9GZmGxrTW
iOdEVDIEyLY8Dryvj1ma237rNfbeNhPvnHKCCgjcEgLgH8CPhCY1vyaKZ3zSSQqQZVKMAWSzoLBI
JmtP9C6NSQU7p3HokghKtk1o9ZWIEpg6BAmAS0+QYrePHMghv1FNEdZQ/vJtqyqDyeynS0KHnyX8
K4Dmc5LTABRd0OI+BjxOhReyKdkJpA4nqLXZ1DZpvH3NVePSiRbO1lx8TgZV7mWFFnBiUffBBSRh
n0LhOgAwTT4kOetqv0yAfaPJYTJ3FB27SuMPFl7TmQ/MZBlloEbhueI6pxqV8wOao2JPARh40OpJ
jUfHHB+LZvA+Q49df2gTS40URS2hls9U35SGeips6fwpCSbEGmM6pUA6hDlsck9wO35D23mfWQOn
dIBS231eknrnAgISOKLWjvh/k2+wPgn6GuL7udGVwCwaiY+AkfiG2wLUm0BunHazS7U52wU6SMEd
AkcXHJ4y0CrahRrQ6H976cA7jWR2oBqZeyrApL0IbpknCFcOV1sCbpBA0+LMG9CMiUmVAxOD9sJS
tcPGMqSEIL+rfSnzhmxcNWvRF1VDSPEgMt620wdK+jyzcwtF7eqbPZApIJUcfZKpL1bTIkGhyUa6
tZIfoBkCSSgABwC+W3ZpB8utzaK1YeedTlGZf1H6P0LCApGBVzz8rNtNws8NIBdB//2AiyTISC1T
UQC9ApIybopv0vhZkmuWHizjEQUxv1WnQGyhTVZeMRChwiGcq9qAIC2SoIz2oHVZBJ4sehcKxOR/
tW0DWxWwS7wm8OegYHHTu2cJjEAkdncsjN8agRv8BIVee4tu8yZ2uAyOlq2h3zHj/a3l15J6jywF
mJaYlZaygwN7dWhqCE8offVT9r35AONo4zU3bRqM0LALrEFtwryhgNgwpw4xg/aRFp37708DJGLg
iKMihYbMsiteMysvJZt/Fnf+AuKQnOFdQyMDSrYbyaW5tl+RXaLRCioQugaLBkWCihZLp8mNYSrC
w3QAahsOKa9qn+uBmjm/AW0tQqIXsP6DRBIQMJTtu5LOfG9IsUyemVztHq4BqIRCKDGrsl2jTco5
Q3qHojLUasTIvF1RMBhoutTwHd6gkEftCoUUTwZVVmjHqgY1BzUT+yGxW3vvZTKJAD4tXzKQ8iNb
UfqdmRzUorNAu0WtKezLCv+OVwyKM0wCuwVYGUo6EqURaUaIZED5qSD2m8DLI/QIxP8WCmZuA57f
/ft1Y/mWRDRb6saYE82NncECkZq8DgLmfLae+K7t7JtRBFoJrdf7g66lD7NOFkynkRXdoHYqo7I7
kDYwqBjPY1292Nz+nFBIcdwfZ/WYvxtnnvy795WXqFyWE6BkA57BY5b5JhwO7w+x8uiAie9/prLY
frqXg0aC5C4Go1/PH1oLu9x8TpEC3B9nY8neuErvpuIANFyaDaaS8Bdoi+NG/FKJT/fHeEvbbqLJ
fyazfFZwyFnmyHfcuK5AAcrKz7mt+LrZXvs2+81K+xmz5eApmgdmZBdKVd+qunC06o1bb32yCD5o
0IGHtnxfKW054g3XurFQ8kABsaEAHQgSKNHGfNeuHsC6ZqgytIZRsvu4PyyZlixXBjdWGQkJ6M95
ZflCMw/maHxrLPN3R0G6mYajM2XH+2OvTREK7iY2D9i7N+pfelNNReXVbmyXV3UoMMOnsv1+f4xb
NRFcQrh/QIvGRQTU92L/W4pXN243ouLEr1T5Vrg92F0Hyzmr7OqSqEdhaPAOQw/taOvS1xfJOr8f
Nt6qt+oNi1+xOCK8AFheTqh7qcVVldSnqRsoZsQqEFHdoEz/aAT83o0n19rRfzf1pf4+kzqwAIih
sVNU8ZDbL23ubhzJ9YkBzYYbFi+UG2ADL1JT6Cl1YipZzPn44NaMBWZVx6DPfbWy/AceStCFJ7+o
7m6s6lvjfXlW5/ckpPDmOuzyjKSOSlpLq5DC9AZXgw4StIEzkfbo9mZ/sHmdBbablF/ybCQxzAxZ
BLx8CSlRUOh0kkC1vFZ+tSLBF2BChFlC0oMmdGcHt9khzEeniGpP/zGOjY1eEAxIes+m0NJV1Rdh
W+i2AhO5Y6MrfVIaTeEPOoBv9/evsXpIUE4HSgV9ZpD7P57P0m3RUk8dJ9YZwkz/126V8iwGWz84
eq3tKlqwoK9AGONThfSqa2AbV+gVXkejh/2sFI+QEVf2RdqLxwGkRzQhJgd0K5ZZEW178IZHUng+
ys3kkCC5CKBLqp6kJM1ew/swAL5QCdAx5Cc8q8yzB61fn0IJ4BMhfRXVCjfO3EIzJLdH/uI1G8d3
dQujbAa5nZkIry9mD35dOzW4FOMMQhCG1Uf2PxpZvSWpKEf87wjzL3h3qWSdWY6WhjRY7bOwYG2o
FOCzlRstitV5QEEF7s6QpMNu/TiKlaZQH4TTbezW/LNeVKfJ0TeGWD+K/xlj2f6sB01vyt5y4gr2
Qnlvo/pmT39caJj6konY1GgkpXIqRRlN6RYbfS0HgO3A/0zQW1TjzM70CoqjE0uIfCbGV8d+rFBh
gLDh/fOwtpCzPgyQfkirb3S+oNUNBC+r3FhrCNitHsTSFLZx9a6OAc1z7Le597LEbyt1mqS2MBwU
kHTfrkA9VIS+RWpZe9XO99Fc7Zsz98WOULkKnl2VenGiHjz9JyA68F0/mc10YMnGzlgLIe+GWvL5
UjCaGQrDXjwmF80p/bb3O+P5v/guKGwDJTUfqWU1jHtq5UK72IsddfyELsWnsXMe7w+xumIw8gFg
D5jLmzYfqbVBswsCUgQH0YjlHrbXkKuhVlRq0DS9vnd0SEncH3R17WB2hiIzatyAbnw8uMLqktLI
ZyYGxAaE9VCJB+lu3NNvOeXyHkNkQIcA64eC5WIvJF1ngSfcogdSokzGvZ/NqH2dLCBlu+rJ6RhK
s+RRdbsYFblHTWkADDOg5jslsAWaUJ0zvhYqO3YGFT43+Tl1/6YiAxLa2Lru104G4FWzWjp6RLiP
Pq4G8qixqY3Oi2k18Z8e7/Idp65+vL/ma++x96PM3+RdSC5MtwKuAMthpabfTw54ep+86VDmUNSw
IaqwsXVXAyfATIDja3MysUwjBmQoHEg05KFE57g4AU2xIZwYppYD0jMDRN/N2/ahBKl+r+ncPWK1
m8/357y2ud//hjm+vpszClytm4neja1OBDqdUnxJb/ZYAFNRf8wtHt4fb21fo9MHOA5ELVGdWe7r
Cup+Sp27scnbqKSQBP9/nJ3XjtxYkoafiAC9uWX6clmUVDJ1Q6hl6L3n0+9H7e5MJpNIQg0MGgMI
UuThcXEifuO62xKjpvthlr8tdWvyX7xzeexej6sWKZC0LnF6L33xNAzcxTJ7rC0ltlvFf20y43uW
9e+1q23UKln5qNNynO8r8yL4rBMg1hAnMysA+TCaz2EZnqwwWbmPloCAdJ/gzSE1QcdhfkBEhSqk
EaJHZ018tdJsO7oPXY/40jnKqDgnO7npdq5sbSTdO9SSt7n/fZeuXTJfeaJDcCLOP69l1hXve6ID
KdorY/LbsMr9qMEGjIu1l/HSS/Ey1uxrRjpA96yF6V+O1JUpnx5qT/0kp+OnukYhweuzU543e6MX
D2OtVCsr6XbBoszC/sQHjXHe1LioOFGZ6Tuym/xnWndoHh014dfffk1ikGYa4LQnvMzsragPcoZw
SaufFV/4lso1UsXZkyBXj4Wer5xxt/t9EpoRFXBQdBRvOK1C1UFxVhtaigl+Sez28b3PFbvNHxVz
ba/fboPrWLNhFdkYhK1Hh09OJyZ/tdXWrBRvT+zrCLMLzEezs/d1RhNWjm9s07reVLw+KMLqza/V
msXSeChWIJHFRQR6c3amjLFR+0Yf6uc2lJ4K1zqM3crBgeT/zdEBYRApZc4nOtw3ZRFP4FVXq4P3
qmdwSvaRqaTHRM6bbc11UW16rdFOnmKOu0Tuyk+d0frbEODTKa/AAreWN772QqGdRLSQX9M09/ee
GalfwiDscRmrhwNbqPsCrk/7QHoRHVvJjY+5orf2OAJmK8Qq3JYBwDr0HWRtB2G42EUUwD4iKc0c
ur56cHvkEYu6aNF6jdtjnMrx1tShJymVb+7Sygj3CmRSexQj/yFCk9+HnN1ED9hKfStL/bdB9MdK
isXXWi+husmRtQOb9W0sxPpQxmG79csofxIaddz3bqQ+QgDWWtstWsWu22w4x73unbWkgo0HOmRT
WKqy1/zwn36owCplvrTxcpRC1MIVXqwh7Z4iK4h2FGNaemNRvrc6Ud3iJoTlLmLkHxWYwHYRI5CS
9Y1ry4Hv7yw3VJC0lPMPbuMnG8ixxmdX0LO9G9YJfGhNOGQooj3mRaijY9PLp8JQv+YUtWhcmqqN
Dp7nUCVoN4JHM1OqQLGYpZQ8omH7j9dJ/jatBCqVzfjLWlPpvz2aWUHAqibeE3oD8/5K04LT9Esk
GEK3tjORfqrpbXAvs6O/p9AgmUgVzZhUDSmEzNFiFpIJQ6/U3qscSkcrpKPpu4+5mW9pOtlCKG6r
pHNKXf0e1cmzG4t/3em4Dj+7GBqvaYKeev+rPpjfRk3+rPn1oWvllRtg6ciE4zoh4mD13vhhGrUe
qCoK+q9uq+2tOHoEnA+wFX7SUB1Sqf3rVxNwj4nYCE+Z0uH8Yq+NStI6SfNeDd/fJzAb3cp7jI01
LNLSvTZJVYHdB9l1g+D3alFHv1P3XtVeauws9Z/YTeeu0ff377alQxOHQ2CZvGnhns4OzTb0EwXN
WPecmdkPVYOJX0vuSjK0FGPiRoI7Iq284ZyWtZyIjVUJZ3mgZq7A6o5XnuYL+SSopv+G+PPnF3my
1CRqOWgwEFo919G8tlo7S6KjV1tvctE4emlsm2o46T2nj7AmnLS0pTHwma5rRJlvip1ROJpaYOTu
uTfifRh/z6koxsP3cFz5jotxKHBgHTFRkufJOe6GSiMmI8z/dKCf/4Zji90YH9T06/01sQDiArsi
IiNhYOZNqXj2CsAgyjLp+Qtn9pbMJ0XiKBVQtIaq5j03SoRIHV6PCOTU1RFMvbRNu9480qkPtvd/
ibyQQSA2ROFgcqgB/zT7JZladkoPFek81LQL5UAfN5lmtRstRQ4yjKX469Ah6492L95mupFvytYN
D3kgahzyrv+z5pbb95EHfrAqQvAeTXxQ8vGbWXpAqOg+77UoGlDOE7xdnDe/A0t7DFrtVxM16vNY
yc22DYOEaicWi/eHtrDBGdnUWZFw54Jsdf0CUguahyFubWfBiAEtKDsvNhwxzY73w9wq9fEI4MKZ
bEwhiyLudR2n8/K4iwVfOLtoI6Y4yfYqZeBMMV6TUduYdYouj2CXaEUjh3RQjea11czHgeaHp6cn
XWs2gl8ezL57lswKocPgKME+u/8jF45wvHMwqfgjLYX6w/VvjEutG3JREs5D88EVAYvEW1ks6EBr
+2T4cD/W0orCZYnmD8xZsvrpt1ycFHqkAvoPYu81yF07K34Ipr71o0MTHAZB3uhrdiqL35+Xg46m
6WR6Mb+Eeb7jgSt3wrnrNQmrAwxefE2B7JmHwH1GsA9JbcnOSFn0yTXMGq6iEW+92v3KE8FD41Jx
d8lkEKu7sfujjyFG5Ina2p0h1HulaI1H1G+8j/c/0tLihJkz3QnocSC6ff2RCu4ZuYstDgDzzUOB
SYEkgxrb7n6UhfNM4uGGqshETr2h+NamVuh9mkLKq1AQJLVOUFqGkO2WiQQkAS23+/GWlhkPEs4S
3orT3Xo9qjH2OrK/TDgLtGtyaimd9TuOXuoCCrW4ssyWY/H0n2TmuRhmywz5w8SqMsYmTAlqg51h
0mwzZGxySbBRVLTvD21pVQMC/0+46c8vVnWsZnKuxQxtDDXbkw4WfBzD+lzLTlDKUEj+fsNyrIDw
nZ7e09v7OpyGPFkJo9I9YwR1FLzgvXWVQycEu7IKDnk8ruRc0vTvXVdsABOD4yE/IZU15lgeoxaV
SpqoFUOl/pSNLVp840FrOeh37Fs/stEh3gidvhMT66McFu9i0tqaFHNwG5/7rnsq8vzoisFK7WPh
q08gZ0QMOMOhPk6Jz8VX14deFoOM22l09y0mtnHxILSNHfn+sfeSDXDdlWleWFVXAad9exFQGsI2
Arjonk0B2avIekhTxm1xSw3DdhSklWleQD0QjhLSH8dK/uHZPAMFdNMINZzz0GoD7a/mWRnTvVi9
67hi28VGGbqD4rbHfFQPkZyEZF76yiGx+I1h0yoY4JAIzDfSINS+qWJri1KEa6vCS9Mf2nyv12fL
+hKnK+fe4jqDT0GVE2zFTSZX5gjEAf5iXYvpVo21nSk9ef3PDC9dF2h+Ym5cfSWpUxfndHIQgjQ0
kXVnJ4XU4sTYZKV79vUPWQ+UUEeUsoaXokq2UTtG/xWPVEH1bf4uanqW3QI0zNGnr6RsI6TVJvpD
ZCEjHJ8jQ9xaXmfToX0JTf2Q9ce6LDcIZ24qTbZ79yh08iZUsTp7DMSBAxA8XH3OYrgO7sHUXkIy
dK97CYLvmnvUopMufxesL4N2GouTT/P7/qklLU0uywslJiqVfIDZesYjmMQNZvLZ69+rdpcM5xR5
MsMfbWn8oQ+p3UhHWW9fBe0l7ULQ9T5v1mEnWz2IS1xIxBBZozXdGnlpRqafhNbzH83g2T3hqvGg
Swm8J91DYrTe9s0Xy3RtMPYwCZXdMEKmlPY5WLf8XZE5aBHUVYtvAnBMTRt3aviPVyEMCjZs7J0W
Yxo1Rb5sUhX97YZPVqZu3WLtFbwACOD3aiQ1rNoJST/bqrVbGE0YahYdqcZOw3zns2QK73fajVtZ
ehC6z6lakzx/qfPnDMhfpOxaXnuyf1DEfaKGPJ0Vu0reNT21XfdREuIDzNHR+JS3h1Y9V5lTWZ87
9Tj2720dn/T0Z1JAmwzMY+6fVpaFfHvcTw9fC3AvpQt0Ba+POdMc09qvXJWuh2S3/otQPSTR41A6
oDpInD7XxS81OFG1jFZFGqcVN7tpQNSTq01+rDjtzFakWkUtstSFdg519dnq/YOmU7RAPuL+EBee
xBNwHxjXVJ25cUcwQG9YeVFqZ1MOkUJ9qqW/9jHmvryMMLubeq8Z26pqgEerjqdVdqh8uT+Ehb1L
HUueELY4AWDNcT1JVjMorZcWOhIp6rPaN0B9zLewzz/BNt8OhnfstSpZuZCWZod3DCp0OiDlm+eg
0cmd1IbMThtWHMuVUX7MWhClaauuEQZvQrH0QF9Pj0/uHmoj18MLdd5MQdHEDoKrZfpZb/djs8Lm
XAsxbYOL21zWM6Ft8yJ2/HRoT/BeKIM2fnzOZHOtTXJzpDEaEIPTkwf+3g2sYPSyNPSwUXHEDo3z
rj6IYWjY8Lvhp0PBarz0cH913OT2U8AJl09VhgrWPGOTukJDQCSPnCj44uuI134vqxgp7uP9MEvj
grwx6c8hgQ2W7/oTesgwJk1jRQ5dqBK79mSfmxVgs+4H2fBRq43f9+MtTRnsHmDbpAe3PeFiVDrP
tfTIqQa9tkU/+lR56jmX1b+tnfL5AIHwYOQIpBc6W30xoGzJGsfIieEflsiv5D+K+sv9sdxs4FmM
2fILvcBXQ1eMHHL8nzjTfhkV/YE+F60anAy87AWe85rixXJMtDXgq1IOnN9SI3W6IevViJM8sCv/
o97l21p5p3Cnto9mtVZsX5wuJB/+L9wc+yTAK4awokRO13rbZERrty023tqiWFrrtB5xdQX1hj7P
7LrqzMGV0LLInagy/A+qN2pfwsJHxPlT4HIW3p+1xWCAmWjrTrJ38yLgoKVezMsLuldZbjOVGmcW
nCbpYvSYVy6ppVDYJVN3Q7dSpk1/vbliNVcCXN1zp6k4JrrPQwbnZPxBFnl/SEuLgg6uwo7iyL15
Kyda1kSKImQOhiLSXohEbyOM2t4MpZ+6HH4koXkSa7X++w/JyQFTD7ld7nlrdkE2Za+kTVimDpaw
oDhqT3gyonKwrUwWtt4Qyivx/qggX6UWE1Rxah7qk+TdTeVJG6RAF1o/dbC5C2k49aGw6ehpbOjs
mUb+WvrCLsw65IWttzoRdlhGnuNo0FCZqKKueJU1Kp15IIV4ycnNp2yEitaYCDfYcuvlH9nt0mgP
ZqyciNPbeo5KTt4m4lOuaME2L3Rxl6dBaev8lZObYjCvV03w6Pmhu+nLLnqtCp1/KxfCdJMLmFhD
8ihCfGNLH+xotsFlZRvzvtdH2E+8VFo7jvuYdNezjr4ojk9l6wkn2tXulm8YnnHSSqW90sE7k9zQ
sykzudi0FMl7ZzbSWSykdzNzv+WBMFR7mDb01YNI3HWCAcXCMCvUUBJDTSFymb8l3HE/K4Io21bv
IYdCgv1Jz3EHjOGXOKLkW/E21KExuKNfnkJJGWxf8qQHVOzd71Yky+C4YVFshCiQN7Gaag9JjK+C
XsGblUDDviT9oGy7LOowV0oMPk9Xrsz/wlkE3IUGFWJoFGr0aRdc3PbYisWTbUfqROWvJH93uxc3
//sT/SrE7CAyIwk9ZZ0QefBdV4JTbB1MtPh7i3a0t2/8NZjJwsYFY4KeFi2CSYRgdoP4yWimshCk
DmQEux4BCVeAIpN2W7bn3P8hhCsPg6VPSM6J+iW3PVW12a1Yepil4X4TOl1X7Mymc6SmAMBvHO6f
R0thNPCdlGx5klN7uJ4pv7Hk3vI7Lt92zA9mVlUUN0J3B4VS/BeL4jLUbMYKNw61vhgihxG/Gp0P
o/I0th/uj2c6yeYHj0ZDh2rd9NX+VCAuVl7eIyiHzFTkwHP7OQroRLpSt/LNFu4KvCDpWCJwjJLT
HOir1WaaRJqaOB6i5cH4LkXPQffQsn3vj2VhbihHMSmAxii4zV8dYTc2pYsfnxMPvY0fJCwOOnsr
heKFIPDzADQi6od99jz3b/1aSYwhSZxk9BBdSs/Qi45uL7//9VgIQ48NADssznkrgvsNvXM1SBxf
aRzKZ3bXycdcG/b3w0xraDb9PNOmzH+SGLvpWHvgExNF9EoI4p0tW4Dlu3CnSojMn3Wo8G7b2W68
8rRZWA4T6ldk1fFAvBGcKNRGisPYzR0rHj62+W4IQprXgoke3u7+6BYWN5VBzoJJ3AJ99FmSojZF
ouqooTpVUP5WKu5FOV0p0S0MhrtzMlshT1DhJF2fB6h9NX4N993p/OoUCd0buR7+O8GRNH1lrhZG
w7tJVZDRozl1gy8SgjLxgWRnjqpnlDvpFwjWsMYxXBzPpPqEej2i3fMkPDEaIdPdjPGoxW6sqvdK
VfdNnezcPPn7dYD8MxY1Gotvar1cfzoZM4LIzxhPkbbBS1/Jv4TADV7ryMMWSkGZ/P5iWLiQyLE4
6PiINJTmiyGrhrZHbSFzujiVnsfa8Ddy1FpIkjfGRmpqH7J2YL7HSiCvdWAWzgxCk9hhjcjJMX+x
lVT/LMsNckeovgp9vTWyDzVk+/vjW1oel0Fmi90XRvDIGkF0BRZi+yFa7TAsDkM2phTFmpw7ZxEM
3LPRoRszp2n1J23IH9C3Bky3VmhfnKiLMNNAL66kqCUzR3sio7qCW2Z7GEmD+75BpO5Flb4F/rd/
8d2Q+IMugdIZKdh1uBR56EyUGFUX1BtQHLZcfbwfYXFAFxFm383NNF4RlZg5UmoeLYT3JIRGgB30
xqtqhnaQfL0fb3GeAO2AqqF8jqrJ9YhQjAg9ETcxZ5RDKF/j76ErAKm7wkrKNW3Q2eXBVfvfOLOU
K+iLLNeKJnMMORswwGr1nVQNxSbtG2CpRi3gytUlf3//citOharJIOmmLaD1IE7qkgdhCA6y/YXd
aLCmibw4rosQ0xl5sQDzZEwENNpyJ8vw/dKcAC1DXf/pRz+lcHt/qpZCTaUiXuvI4PN/rkOlLlZQ
yF+kTuNbGzmLn90k22K4UUG5w5Ah0dSVU2JpbZAmU5FAvYeTdzZnSiqIsToYqSNnEj4pAa9KnOqi
NdbHWpjZpuo5iyTfYFyC/JN3q60UP7S1FGnx210MZbatKNkMRamaxEDtq0L1S4udoC3sGlFbfc2v
felevPxus0NJ8OAdezEDspgbtfyMAv62lTOuxZWEYukYx3IWDgL8IQh+s6xflBN0TRAQdeRUewRY
9aT4/kqIpckBVKGg4oHJ/U3txvD0gQIfayCyMlsZzqPwubFWkpW1GNOfX+whbdDV1Jc0JieAPTYi
et229qry79KsTOQuGQNrZJvmELCW0lSh633iSL1MH/Rc1vlWSX5ka5TapRNcn4wxpjQZXO60FC9G
o/q91xt5ljkCnq1+fmzGd6V4aP12ayjeVq3W7vI/uc/8aGWCJv8gWhnGfGBAsGIA13Hm9KE2PhqC
Nm5CoVS2Yi8Jh9BESkBv2zdXRI02l7Vhh2JPuGu7RrTLDHdiqdCHzaAoJZhoIdsEspU9uJAXV06v
pUlG+xHwxfQevgGIIj7bdUNtcZiknyM5t0f9q9ysnPeLn/4ixmyXj8DAvcRiP1RW/mDIHcrZ41sm
Kw9FmG9lYEK2GkYrmJLFcSGwQcKmYmo4L24iEgZltCAzhR+9KdqT3/5DF+ZfnMSTqNn/B5mdKD2K
9MYwUKxFPnGjCoFdaKVdhZ/uXzCLQ7E0kQcXRJwbNI4hSJNVgs7nyx5ReTmMMskuClD3oywdxVzI
tOunKhaPk+v9EeaF0nSDkTlWC50p+ORmh8Qq7aH45Mc/74daGhD7Hcg64q0WHeDrUEaqxUbkKplT
e/GTZ8p7qfNOgm+uwHemrz/fgDwZp4cWmoXWvEdluPgk6u2YOqKaAy4QhVfBNP+5P5SFx/f0yoIV
SUeX/81OFSsLBfwlBBpU+e/OPda6tbEEpHbTU5D7WzAGxbCysBfOy6uI02a7OMeiiHwx4sM5PeJb
kfJceABXeEjq4D3uj21hmiDvTbqgFii+my2EfnAiBhHNt1pA6zjcl/gCJ+bKRbY4HGSDp4bbhHCb
LTslSfzRwETOkb2vWpIfEFgMK8TJsm73L0YDihvBCBDWuAldf7em5ImaNUbkqMIXQweBYn6ti/f7
MZYGMyXsMD8mzb7560rP8J02S3VqKoO9RVIE48mtGOV2M6ysO31hcdMVRSCG2g+tqT/agRfLQAjr
diybMnYsNaheC715LxI3zdBsCMFpYcz0irzvOYiDveCECBQKsbbPuKw2rp8Lx3qUMPGSxGhn1WNl
FzlEmkgb06+JOwTHbpSj37HiF3sL9VlcWErloW294WCOQrnTcq3aGsiHHdHp6x23ylO77Lr+EAlq
uGWWWwceUffcAhjEPLiTf2ZxLTzqICOB9VWK9UPMG7XfyKnZbJWmkbfjWHS/azUsN0o+dL/KUQze
vEQLf3hZZh0zN5AeNJT7t2YTtwew1m9hm0IA8EbvGAj6eBAzX93X6HtsWgFfRDnD80py6Z3FUZD+
wshxEkaE7OrperSn+7vmIXk77TDG+HtU4WhRM/XXS0unPpWqFUvLHbJfoybt6jL+0vnSU4IB+P0V
dks8BaZHvWUC7/J2vllimGSPRSw1kZNMHuGVX3Hp0LbelBkIhq5+8LL+sS/F98E1n+JoPECF/SqG
0cqzcWnEU5F2KvlM5gazJ4gYpaWYwLt3wHQ6fRAexZacWsuqowmi/P6Qb7OHacT/jSVff12tz1wa
XDR5m7HEnrve6uMpGut9Xn4wSwi+awfF7c4iHo8raoIyeqzzI71rSkNtcvrmSevuc096amX9cH9I
iyF4wLFswBrcFKClqLRqU2tBT4jsA+9XhSfv/QhLEwQ+CPo1VBISlNmx6gmlnGktrRQUYM4xFp1S
GLl2YISfStNYuWcXY1ECpF4P1o9NcD1BnShbuCq7oRNC1j0lJaKipVH129bo061vFflKFXDp602i
2LwVyIZuGq16U+hhhjK6o/aesffgCe4a2e1WktbbfAiPL+5uJM7gaJEbX48qiyU1CpqULlEqgzv+
rBX/mONeoiLnAQ25P1uLsQzU4GjjsK+1WayqLvVaq/2IgkjSftJ5FG80kuYMNpXrHlAbM/4ZUbVf
2cTTvFznR4zwIupsY1ncF5KbhNzvfn+cDv6NrjTSRjSVbGV8i5HgpoC8XRKy9fDkiKrQAxaSfUt7
wGrdB1lfKUUvxGCZI+dgQmiA1zRbheKQiTB8itDJO9zHa/FLPsTPstespF9LBzA9NtYELVEqO/PD
vh+SapTxz3BAlQ1PsSx8tCQt2ZdcWMBHue+NPvunFDTtWW+7lk56nSLaHutPObzlNfvKha3AogHh
QA2PKuH8jZkKQ2F2vRo4PaCGtsdZuHPf7q/NheMXVDY1yOmNeFveGrpSKgbBCpxY+azr/jYW1YNf
PRWhtZXw9M3XJGWW5pF02prEI8CWzWv8fq7HbWoknCZu+SHRyhfsh45oJn69P6yFQwsuucj9RIFm
oYgGd7apAcA4pVsevVZ89zP3ZAHoDRr12/1Qi5OEAhTGSUANqRJenyRFbCBTlvMFUc7NtoOgkKyH
sbWyx9aiTAO+SAiTui2zyjQCZzSwyRT7Vy3zVg76pRCTZiDZK4XHm4coj8ew7vF9cdpR2LcIo8Fb
WgHG3XITFaBCIAA4eKElgNS/HkaZV0OM/aXv+FKxzRJrE1XSRkBYPov7s+4LkPma/heK98+e2r/l
+dqDbml/0+GBHgAGYYHNylaN66EpPMeL5LPWvub1P6nQoHDZRXYN4T1UtENaSzsMqPe6J32MpH8x
k5e/YE527TXRLdSUX1Dp6quYuW9tYK0c/cujnLwzySUhDs5pg3qA9BBsBc8REiv9JhtIn/aD1B4F
sxae0G70DqpGFp0ZLiAmi8TdR5gGJDwIoEgpy939HbKw58lmqYlOfT3cT2b3X5dncin2mu/U0muc
fNWKX1628s68pRArJnx1XuigBekkz9X8MwTRuYTSwGGP/KQE98PHqjyqf9VFs0dg6hFf8jclkhvb
r9Evvz++hY2DdhkMYszmebzP7wwzatK6EtrAQbfc3URKj9d6nKz1BdaiTH9+cQLUoaqkeUcUFNls
lSp6s0pDWLgMGMhErqTkrPPwvA6BamdmGdgT8sAtKrS/ByH4iCtO+TiOfnQccmk4W0gHbxWjX3v5
LBzYAA3wbqOiQ+I3r98W6hhaKLsHjlA0D3pfP8Tm+Enu2jdvUP/WGGdaKhehpq9w8SHdnlZvWhGK
Bphrt42fv8hooW5MMfT/Pk9nVUBGoBk20YRnH9QN4C5bzRg4g3KIs/7FVJ6kuNkU1ZoQwNLnuww0
S/YUcVTLzCRQGb+5qGML1Yc67YGQrdW9l/YywGbKyf9rCjr7eFRFcikcct9pNMnbGqOXv/We1j3p
JQCy+9tq8RQDlmtNEAT6IPMibz7kVZhjduoMlYDvV0oDro8wfzTcus8BFkq2jwlJrwdbUvl2q4U4
juWRqP9SumbNjmpx3NOthVkIrfX51ojSsEVQ0vQcvTcfpRjBzdbd+vHKy3FxGg3o3jLpBE8F63pp
+kme+rhQ+Y6Y1T/MMDsMo/UrKqjo1NVKprs4IMTpIGKA8wHnfx1qkgrTOjP0HQnQ+K4rhvzcaAXm
gtCHV87HpWNleqpOUN0JaT279AcB3fIhYB5RE+rPVUxXQCtetUoftl4vyc+lV6hbpSyGtWxjWvWz
JxAMSPBFU1FwKuBcj9HCJQxVwd6nR5O+5r6FQLxm1/FgDznAdepcsYG7hoEI7AbPClxny7074Kxw
fx0vTSpdIoTogJejPDRr9uduabiyGSdO3xyyDmarjpnccFK6cGXDLAZCS4XuBwcoQlTXw+UhOZSY
EiVO7LeHqviKNq4t1Z+RvLo/oKWlg0HKJBAssT+12RngyZEwtHjgOQpUP5e6HP19gWbC/ShLo0GP
g/2P/9tE5pmNps9KbGy7xMHVyS411P377yGiWqnw836gxeGYuIZOh9rkBXwdyKWiW+pFFTuN1OBM
WiYvmVK/N1q0kqMsxSEGLAPelyRZs20QBr1i9QacpHSsyL0Ur7AVKzuMSfV2f0CLB+dlpNkEUf5t
S0vqY0dSij1+BTZSFU+dgFVorJ2CQN/qnrjHWuDjqGt2HgdvaiZ9vP8blrKV6fXFaqQKZs6rRl4V
VpAQx9hBFOEdcN4rqqj7+yH+PH/n2xvssvynpzXV9K4nTkISKh2CNHGsQvukFiMaGMG2KxhelG04
24AbqJVtdP2TQs8h6q2HJAtPwNi293/I4sSSL00SPNSS5qe2GY5yYoH9czK5qLeVUKD7YMJ19f9F
oYWaJdXhqbPGlTjb4FESBUHTsMG7Pgo/pVrg7dHd8BLbbWC43h/UtBpvPi4g3QkQR8V0jnspw0Zv
U9kDEpyPP438wQLMmKQPyqjtuqre3Q+2+AVNqlWkZqidzAvOkuXVPYyplNVyBm5jYyIaG2vspVvV
+D//OncrFxG6DnNFVugSGLYnVerUKto7VjaeNdc8mEGIiUW7V9Exy+3BxihXlbfyKDyjdoaNkX+s
8IReOaqnM2X+dTXAyVP/jRLPXJQQXb28A7MJqigGToTzZr3xlTHfS2Zqbg2jTRBZLtAHSq03sLNr
8lRLczsxpCEiIRR6U0xLEJPxUqlIHTOuj9YgfSsyNDUGcrtdj68JLMY1sZClCabaw4OfZq1680QK
xa6N3Arg9yA8JXmF8+BXVf7+94sInLRlkc7gfaNPF8pFXo/BoeDHmP85yLkcijo5dKL0MsZrqkZL
2Qw0bUzV0BAzqZtdhwlciYzJsoCXS98sJNpd75dYtbZvfG30xG6ktT7t0kmK/jKPWkr9UFpn11OS
mMhzqmbkGAWcH8zG82JcWY0rIeYlCWodY+SZtLlTv05OQ1/EL7LvdStRFt/oqPpTIqMAwyafXYDs
oqEUS9pKWpAY3wa3D45CICSo+rXdsY/c6NAmvnRCgNiloRGo+7QZ4rXWydJKNHhTsOckYKrzW9hr
YQXXesstLIxoJ6ZfI8z/0rhfGezSBqfMOcFVqdze+BfFSgbJGcMvp1WfTHD6wJ03LZV3jhRfeLJC
HIuklftwKWG6DDlb/x4ZTpBZ9IxrbgQz6zdJeZIzy1ba4/2NtnjxXkaaTeSo1jTOkppGeGAc0zI6
pqq+a5Jw3wTaQweFyY7xbTOhqlhC/SVN9W1qCp8aN1xJ8JfWLcVrUh20A6kcKNdb0fAMDCI7Miq1
R08t7jA4G1fGuhQCiAk1NO7bBSeVAmHKPKEhC9rL/2S6iftoGrgs3/+iS2cKXvLTbQt0G8DW9UDa
DPnwwYQw3GOV5Htvakid4DnTnmrEOQ3hw/1oS8f/ZM2iolNLh2OOY/DE0av6hA6bomOTmrfWMYmt
kx/Fz16kPFpxu5bKL5V9wQH9N+L0lS+OZkuoNE0P6bYNYfXc5om/ScXyAdtgkCdJ84jG6l5odXuA
g2ibhorBXb2mVrI4kdBgTQgtlAfnKYbWKpDppIJj1Psgxz9GCJL3v+rSwQJW6D8BZveCVke1EJZ8
1SBBEBsvw1Mjxj8UdQ18v7TNAQLSTsQYaKJrXX/LuKcQ6Av09TxRkGxtbD5IWAoqUfxdDbTtvxgT
7RNk7thiN08WM/WNRkQK2+EZ+GwM6qdATbaGkv68H2ZxQV6EmbbHxfKIenNI9IpPp+mu7XsyHpGg
+jxhF0UpdhD7+9EWJ+oi2uxClcRU6DWVQU1aPX7t27mPUrq+Aha6HwXbwesxNZyASYyKpSNAjSdP
L8+ZsdITXTw1/jMQbU7gzMukrHEB4mxSmqfel/BBKrZlojmK5J4Nr/tYyWuI7sXFh+4hzFuY3jei
tDjzNFbmIwzR5jLFBbc9eaJ27BvAQ2V6uj9Pi6viItbsdC98kx5vQizDtUK78PttXapP7WieIk7h
dhjXMq3FwWm0TShuaPx3dgonZp0PYgn2zm8fYgAi+bApDYG6w78oBEzknAlQCN9pLjxmRDogH5+M
rrS+i8IHJf/Rhp/vf7vF0w6iOug+9F2oW16vvsxT4tabhlIn3i+sNHaZoP24H2Jh9fG0R7gdvX3K
vvMHIrgJVxS40yca74nfIeNTVJd20Wkfqt58NlLh8xDiZnE/6kJedRV1msOLoyKjf6cbHlgDGlgv
YMceWKsbVWvQ0B5/y73wXUCtPvPX4CILuxmBLjqjsCKxdZx/zzTXujY2I5i+5mOZRzaqwTodw/tj
W1h/Ks/7PwxpMGBzdixQWTwFQtr96NqQwHlQJvzjEHBHFmtw4MVQ4Bwkqnj6xMi9/oxB0ueFjPmb
Y0w6U6m3reTfYu/ZvbymZLS0TCblTJP6K3n/XGzQjcJSTP0moGGQOUqsH8Uays5gwdHIhZ0cBoew
q1ZW/9JsMe8MjdLTbfFpjJWWEkAeOHIYv/aW/NhV5Vs3rJ0XS2kNWFDQmTwEcXiZI50TsysMjMl7
R9BOkabtc/WllzdVaaIX+dBan7zy64jcqqKuXMsLJyOyMjyj6afy2p3nvUlq5V0YKR0YttjWuh+x
8pgIpy495t7KGbwwe4aMvifHCI/MGyFrI2mVVPS8Dpy9IzSPQ4jC3fgul6/F8EXMis39DbAwb0Sj
KQHPnSN4XqBREjzdWkFpncTyn4VQf61S7S2o2939MAuHI6sC+Co5FKrE8ixT6wtt1IS2bp04bu3B
/2ytoYgWvtpVgGmcF4dU6JqJZ4wdSNnsk9ih3hHXrPQXXYx3ZvqY/w9p17Ujqc5unwgJTDK3FBU6
093Tk26siZhgMBnz9Gcx0tm7i7IKzf6vW2qXjf3F9a1VbvEQaO7D2Xoro9ixjo+uNw3PgeGHiiD9
gm/ELzjkXYwJ++unp/lIwHot6Dkg/EGHstpcEkAdgNbV8GyPj1Ynonr+mJCtioTGPoFtHP0iMEfb
l+02IjDj4zSkf2ZeNFSYvnDccKlxKrpFfaAZ5AG5MvrB4KtDceViwF7lhbAsQbpn6gyArkH2r/5c
su+MfByLt7wJP/ITUhM/5r8MuuPeAYAVNzldP9PL7cJXg8dmIclEfdJafUDZBhzlT949O/gNhXOT
8f3cQUNnI2C8+HRwnaA5wlbRjAb50HJv391LD919QYIOMn9NZR4gY1CF4Ldz7iXS6w3DcfHGsNRC
kAd4JSbkQB1/vpRKCu4ktTTi1O/5vreG6q4ojS2eMt2GEIeC5gHQQFTfV25sEHnej8gen2k/PQPW
cueP9tFqi7+98tgMxWQB5voXBob1MinURsWYEhYjdIuDYXxEPTMMSnfD/F3cgmUZ8La7CyKPXPRM
JJG+IWyDxfbUwFCMO7dLHwFM381ZuXHhdJ8H00Z/2N0QwV3Q2TSFw4Y8SJ7LsjRfCzNx3lwWbM2Y
alcBHGcZc0bJb+37HXSVvdpqkudMTXQfDL4XzUnJ9n/5eHBsAXRjIBvjod279oaBlaq8893kOSC/
W/VNya/S/DqV3/96FdBhADMObAxYUtZYzAL6BFlHCw6A0TJ+sOs6oHDcKuqyrdjswnsskea7lZZT
ffdK+3TOJxNYlOcWWjCA4zwPRGWhOwCp5qaHjPivQpKf13d32TJcFkXxCbC4hXJ+3dOVdLZa0vjJ
czflAPgE3gKF8+S+dQz3NTXIGLZKZrvUKjHnaEIYuVoouIsCjKp9kTbF34bCy8/BLCcGIUAsdgH9
CLK8FNxsk+cqAO62fMFUZ2g7X+zg9/V9awwIYDNoMwMrB/zyOuWzOkWsCXKAz5bHQJSeCusIjpVk
V8q0O1xf6iJzWbb0bqmV8e0K6gWDVMnzrECJq1S5q+YCjFrAIBXNvJuh1zrPEKgdmo12vfY+URTe
4VDBBrC+uSKTioyOYcS5C67hOZW/kegsOcYTQOcfQV/8laIHvvEBtQeLQj/qVNDdQqZ7fomnOivF
6MjkObXroxglMPZ1xKC9e/1QNSZz0R5wgCYFH+EFtERWtnBqjyfPBZDbu1m11mOuIKvU10qBWjml
x+vr6T7iUvpAGghII+qn59uqFiYzb4atgbokaG1BWAGUqKoeh/7BmPZZvS8tDCPW9bRVc9edJ5g4
/9DdgRlgDVIoMehIeGElz3bJjlyleVh7ICt2kv9woEsPewEyQ0NgDZlBIICaQp7w5xrSx3Xyo/Uf
AhciTx+un6PGM2Az/y6zKrV0iPmMSRo4R25AybbIv0HVasOdao9sKTovx4Xy/QoeUFBztAcKyFZH
u/3sPzRoXYt+C+Kn3cm7VVbJRF0Xfa/QwH62q0bF+dwUNyVFC/v6eW3tZXXvWmbNclAMe0lAKaqg
KztUCBU75NPXF9JvB21NmF5UwNYpmINBQKRHy/efgufRdI8WbzfskW4vmAVF1wZoYPBEr/ZS5342
t0DKxhQRT2i1pdjzUT35EzE3boBuM+iZUu/PXpBRnr9WKMpQDhYFFhcJfwXRVKwSsmEQtJvBfMYy
6YU+/nozvIcxMLqKxaJRQdQ66udoq+QOA2BbopQ6U4cg11+w+Qu79erJ5AtqnEjO4rYtwN1PGvdY
QXpSwbjuvILSDXel2xjcPDrc6DvDC6++UjMVg903sKzNdOgEpCG904Ds//pt0y0C3A7GhiChA6qT
lU9UiLaBnEuS5z4vyU6wtt47kzeFbl/S/f+21Moh+crIXValybMJQ+MXAMD/Mqub62vo7hu87CKG
AokSoLzO75scbFfM0sNwbmDusj7dVVuqz7pL8H6F1SXwksYiyQRfPueHabR26Sz3UHnY2dOGHdB9
GbxP8BIsueKFYx17d4BstYtcRBoRm8lj0b1V6RYkRxeaYG4GiCakvoj2ll/xPtTFFro0LRGalBKa
H1Cx846JD30dpYwWG+TqWKTDCMzDSMVG81i7Q2QNIIIGXPLCo+YZpF/HJjdi6XvAZlYmuy2yyj6J
lhUbb0n31RZCn4W/CqHDmhEf+o2yHORsxO7kRqP52fGGKM2/4Lr8/XtCGkxRsUMiiWHDlcsjszVh
JgRUCwpz18asdmy2n6rx5/VrvlyyM/ASCOPfr7JyeSPA86ZyDB+YPvujCMShgkxgGlTFLhEjuP3H
jV1p1wNtBXolIJS4QMDUJgDfjVfRmLnsEPRgBh/ysFzQ+pDMviEdakPXN6h5x4jvQMADVkIAd9fD
CK5v2CXnDY39bPymAhGZqv50fQnN7YNlw+DpMqODrsLKvNZ4Xx2dKz/22QPhr+D4GeoNPJTu2DBE
u7glFG8vavwtG2eVlVkQe0aVhWVhPRocUx29Iz65PhuQT20xvP6pU61vxvsll4N9955bYteg5UiD
eOzHo1G0x8St9lzQxxGNIIujy5/RI8+6j/3QPpnztB9l8eIpfp+R4sYF9y8mCzZigEvUEW4rxhst
IETA74cLtPpNE59tsNPAko3JqzTS51Hk+2wQtx2bo2mQvywwDaAHMkY2tzdeisa+EReZF+ybDw+3
jtonLMUwbhrENkBHR8dj3a4jhTzyJsFUs4AQsYS2KqYFt6hrLlsTy67xn4EZw+rQFTnfdVbklHrM
CGIILzn3M3L009QK8yEFaen9ULsZ1GVyfg8ebfkiwCiw79BPuQGo59f1e35ZXl1+CJQmcA9RbIf1
O/8hk+enXdrkLPZSsGY0eeuEySyhG5sp65T6+fBV1EUeeiPrn5qWN/dlg9nTErxhH1hLKohFgdCa
yak+WviMU8gbo37A+Fz++foP1X6qd79z9SB7SwJsnrIgRj2ag0FKqrCCL3/rFGa6ZOfx49iabhTw
autb6UzB+xNaPRqrBr193acs7kBiTfltgbkII4+ub2/5JxcvE58csQkYeIFePP8MuQ95zZEnQdzY
ziGArviUbuXi+n38s8QamDLKpC8RLdB4nPOPAu1fC0oL47gZNOjWAVcS4nowraKevfz9nZEpR2p4
XseDeEhegDMP68k5JP2vvz8vWGYMXqM7eqkllZHeKWYLlqyE0J+dLzTcL9dX0F04EIjhVSDZglDO
ylf7QVm6TRFQzID64PeQYRZ8tfqfwJLvccl2frq/vp722JChACcC6YGLKcwscBjLRjOIC+q4e4xh
S0QIDXBfflZs2dzlsaxvGxBz/6y1evTQpkxkY41BPDn0l8uDe0y8PTiBgnaRRHPDfR5bcJwzEo6V
eVrkA9VA4sknfx93LZMWsD8WFByRxpzflIG3IKdXCh8RLDFN6BS2+wMiAUBhylz8mK1sSwD+j9u+
2DgGzxEgecsMzgr1UyZpl2dgVYrb3h9vgIz4OEti7YB1LR6GvKj2ZpurqKk99w2KkPZNASZLTNEB
5Tpgzj9O+VAuqkzDic+iPzoQGTq0dr8opgbjLuhc5zDmnEXVUJN7GMsqRAuNn65fFF3csLTdwG24
jE6to5+sM1TXzD6Lczs72t7JdU+uWe+hMYChtw2zpImM4Zf/XWt5JO/esjVCpAfdLxYnlS9fqFWw
U68S/pPyqtvJod6aatDVuYkPGhO64AMWofnzBWk7WcAfOiw20kS9elWX3ysfFK8jnOnObvi3YWbe
g6FcP6Z+Sb8rwzSTUJjW8AzWgq2pV50NQHgGLBAIJdHuXDmdmVZZ59bciLlRfa0ZVL5kue8qkGWC
fSdshPydsi3wgHZNFLs9QJwWt7PyBP5Ayk52OPLRuOdN1DufZC12xoBI/ltt/jWTJdw/JnpNlIGR
Y4Eq8fy8JSo7ic9wmew5nsmPbMhCSv6Lc6PoAXrQO4aUM115UMxtSfiajMV8sn/T1H9CFW7jouqs
5/sllr+/u6j1OGZMJFhCWU+Be5uMR6ePr7+7rSWWd/luiaS308z3Exaj+3ObtOzrXJqPvkk38l5t
aEgXuXXMnyzGcXUBenx8UA5IFjdl+cgdGdbgmRum6RWeqgtrCmfXz+JXP09R0re7Qlobnk9nYN79
AG9lJCfpGkCK4QeIEnlJUt9NpXs/lvZrkUwRRJC3iqe62GcZAAUXIbDiFwwdeQDAQgXhJ2i0+IcC
iGrlbSl06R4VEE5IMBbGHWSq599uBoknpFMolki9AhFtZr+hskYOpt9Zt0mfdydkm1k01ICQXb81
y9daexwMhOGFIZQAtnm1sl34meAU0WM5ZJ9RHnp2MjuSExA6ebUPlCA7w5/Dst3C3ussN8qqKGtg
Di24mGptO3u2/X5GbTVXw6kwbBgt+DGMYxvmrmFt8x98OeIwjGygkOKhYHh+wlYHy52lSONS+0OS
/ubBY5F8aOTb9dPUXc0AqijAOqHTAQGJ81X8wcqKYiQ0RlNwb8EQj9XTWL1ltQgta4OCSvsQMYiC
KAEj2CiDrT5dM/k2XO0SAZrJTZVbEUm7W8D13trKeKHBeGc54sXKBy+qOvLZLLfGwHRX5/36qyit
ae2iw72i8dDJsKBvYj4GjR8Ow6OEqDIfn0f18/rx/qH6WN9WTGIvI4XICBFan58vwwdMu7KgsWHW
KRSAG+B7kmpOX6AL4vwMiGBPVjYgH5Qp4w+dr+Zj27AMJZK8hzwt/zyoMQcLnV0/eUhd94PM5ifB
GaYmCv6pAkvTEeoIDeLMcdoAz2ivBkB+CygJYIZ1/X2oAyh1+wmN3b4+oAJ2HBlkXqujgwE+wOLD
6yels1lwZcDdg3YcBMorf8Mru7aGoqRxHdg3rGnfML/w4/oSuhf8fonl7+/8TUugQVb7KY0dBrGo
4gfCwZ3D7rrpw/V1dH4tQKwFmRTPWyp45+skPQjMwSyAdQw/2xWeaxybrJz2MjCKm+tLab8RMAxg
aMAHArzlfKnMHjoD5QMaE9k+yF4cEGDdDgV/mVVxM0xbRH+Xg1CIbjAHiOEtcHyAamq1nms0ppt2
Dcx+r/JfClW1XeVDKiqczNE4Wl1AbmfkxDM6qZhkqDvoapY5CsFhnWFOkLcSer12YW4YFu2Bo+0J
HJmLn+auTGVhVK03eCj8zcQ5gCvj4Mmo2Roi0lkv4OQxtIu6C4ZJ1w0iWZWkteYAcbI1PbkZ/2lj
NsQrwBGaGiAVRgvUF+0e3EMvdWnfV/MWyFJX2EPrADwZSNLB+r3WkyJDPtWy8lCG9mjo2w92ke3a
7hVT0miQDofaxUxt6e9Mf8Pjat7N2borszmTKZFGAZ7Fylffg0p9lhY9TRAODDs72+IW0nxLVM4A
2sCULnAU65nJufEUphJQ0ZeJfHWh7Kxcsw1bU5yuvxztppC3QthxYXZYx2SASkyV8lHTh1Sfd8Mz
1YQzn1nk+OPHYMq8jYdKNAETUDcm5pgWvooLvqakJr3f+wJGAbjHD67Lk6eC9NaLL2zrdzoHXbTQ
yX/qalCizxUhTQiqrPQBRUZ83qG1mhvZp/SBpvYYZamf3NTc7HfSaMdQNk6/S2pzCrsm93e8bcZ7
7s7W8+Q0STiIrt35AQs+1yVCQWR2BY4ztfbXz1P33RaRTPQPQK58gZIN7DkRXpfTOB2gcFXj1+9z
/+8NK3SAMBmMZjqaPesXWMHRshoD4zGFPk4STAdRP7kt3fBEGpu6qA0Bq7EUsi/YTBuT9RAnySgy
uCYcuXNiifMIqOSB56kRWr6xcRO1hmXB2S3yCmijrh3tTFOnBbPjUhgzvg6p/eql8m7KxbOaCVQ3
BIdlZ6HZGPs0c16KoNxw9BrXC1WCf9dfru47v5iXLDdTcOPEU9ffDnly17n+xgSQ7rUBRLjQ7wDq
fkGuMCbd3Fi45TFrS3JrBKR5naoeU+teTm9sPjkbZ6rdElCYNmCSGI5fW5GUDINjcfQhLPPRzYHg
S7YElzWxJCJz4EaAGdHwSBI6k66qEUsW5qNgHwkIOUAwV0NzVFWfx/l7v3WEOgOCFh3m/dHB1RBJ
GkFlTgJOrszEAYn5PTHEbSXoFNoNlAC6nLl7A/2W689ad5DvV13+/u5uBE3JRWugjD4J6wN0qT73
EkW462tojxLE32AnBtbUXdPllczJUgEMSOzM/S5nI+SHstCYv4juuXde+jaL1LQRCuqsFQE1A+gg
Fsnidem+7toRmFKTxkmWfQ9667UxgznkbItLWGdL4KoxdQ+lFtBbLX9/d3yuSB2Zoxkfj6n8Ybvy
phxyvvNt75eVoQfGpGMerx+m9posnHzLjNpS9DpfUSINwd0c0Dv22QQIcqeigNF0b/NM7EwQye4T
RBGRcli94QE0bxzUHFBWx/jCkuussjtAxG2QDSR+PAzTERSk4WS5+3ICwHbDmGg+HkD6PiIxFLsR
ja3sVYMe6zhnxI0dd4xrO/8wGs2HrtgaHrikTwGGG+UTTKahY3HpbgxIbUiZjE5szcJ8nNgcfKFl
0YadUw8LMTmP/NFr7mkJr2eL0gRY2AqOUGhKj7SnMAaNXR7rwJvug3FzBEZ3CAj7geQAXmlBtp9/
Z7Q0anP2OydORvpq1ObJBbs8eOzZFkhfc4UhMrMA1zAUtUy0ny8kCjOTzCud2IaELhYJXaCxGnh5
Kz36ZEt9SneJwB+B5j1qLGhirC7RXEA/UCjhxMSISVNGNqYCqfM2k9e/fiZIFFBMBNvWAn1YPUxK
y9aBwrwbk+CV+yIk5sNsvuXOfWXc9caX64vpvhUSE2iEgWbyEpgpeV55dVC4sZuMw85YkMFu2oO2
qfb/AwIQudm/S61idcpMj2AI242z6dWRL5DX3TDW2uuwEEYvhb9Li4aa3EDHJnDisaAAr1GVRoU0
1U3mW5D7GVz/fgGSbBg17aLBEoxhphK2ZXUHPVH0FGRiePEmiViR7HNnnzr0vitfeLbhGjQGFGQJ
8OnAcNsOQOTn991FJl3mLXXjkpS/HS53pV/eDI310aHdNzWWH1hNtpSJdRcEoR9mzEAyidVXtxHi
E2oMBG4jBnl3tYgtcrL9Mrp+CzWuHLU0FMDhAhDersGhJRNlMtaugyHDRzmkobelE6bx41gA44yo
tGNg/oLAzkobf0b9NO7BNaGEERqpHw3t78F/HEr0mZJjMH2+vieylM5X9TXkG0gWFzzdMul1/rVk
2re9AJFqDGnk7mmeBn6b8tw7OhYoFl2JgqbnAUQxZ7O5mwevvWto3z42lSI7nme/pC+nOMc0sMcP
FXrSCBSZf5RjC7i5AIdhCDw1Zryv/2jth1g4VpbCmnVR6nKGrERTEzYuqbMwEyilOVDy2FhE92SW
HvBST0PstB4SIiZ04f26d+LZ/KQIXqofhEP9nTTou1vDxvvU7QgdfdB7AXaFOa7V/W0LLhKDpG5s
yPStgSp5YW6BRnSO4f0SK6fP+WR2RsucOG/IHAaDceAeDAACgX0yiI2noiu1AKOAsXfMi9sAkKzc
kG0bBUuQxMdJm3i7ShWRbXR3PCv3Y29/NQr7IRX1npTpx34uN/pV2p3CFCBQg8vFS11d6VkY1tiY
WLvqmqhppnZvYNwrrhxrPLiFqjcMns74IMs1l4oLBC/o6uNJ1+m6Qs4+StQWZOft46gIsBnTxh3R
QQXgMjDtiQoIaCfJah1rhqSMk+FMC+EWLhQLMxHXs/KeoCztZEsB3D7WhtlD9Md0PrfMzKLAEywc
fW7salMURwgY84Of++MuB+4zckCy9tlrmuxZ9RNqXxXLbysFiZ2kBrbWBrvzl6rg7Ob669V9HiDb
EBIhxgJz86qZlwHRx62ipXFQG8+cea/MlacEsNOMbHUPtpZa3ULfZgbPhQQsU1QYPXOjmUqolSNB
Ut//w6YQmsBQIEi5qN6ocqiBZERlpc/c2xoDf6a/7zv3YUqMjeBd516R5P2z0rLndxkRyIttc4JW
Utx238rSCofgB3WmCDMYod3+zIr99Y3pLNP75VaXjjJepaWD/kvhEZB0LQb+dH0F7fP5d0Nrtltg
IAefc6wgg7fJ/WqmTugXW90RHYwDZJH/HNu69ivqhjatAiTYbid4KvnmOPPnjDb3A5hMTdq9OrT+
JZlxhLbQHuJNDxXZYhHQbxQ2Hm4WIKN19a0AhWJHyeSjMhs8ZrV/TILkixz/WpkaWRdmMP5ZZvmi
7y5IknPbAYwJhVnQFOQB+eFYwQHN/Y17qN0NBHH+VPnsi1FdK5gkoUbvx2nyqUq/yuR3kW60JbTP
F0XbP7Kp6Jqs7l7G/dLjAxpo3HhwK0yUuMCCZB9I8eH6DdQVEDFK8O9CK4+Ry77D6CFq2Uw1Ud1O
O0rZrh2eakg4EvUJnKZd74ctGLrUlrCz9n0hxHCXPhduxcpE2QVGtZPExzEy/4vMhk+Q+Nl4wvrt
oSWwrOKiYG+f3wi35dKyC+LFifklSfgUGrLudtA+KEIvbQHkBYeWr55EZdwMENKagMa8fsC6wBa5
BwauwSAHPMZqk0yapQ8xOD8eiQkZRHOQ3zvDKT9VnT++GIHZfyvnZNxnqu3CNGPzRkCgLUTgQSxA
RshRXVQzC1T1SSakH1uTd8ur/Ii2fdSxfmeR5kPg+0fF1Q+ZZD/tqb0B/vg5K4ZbKgYMUg+3oqe/
rx/Hcm/XMTeQNMGf4uoCqTr/HuOYzP1QMS+ejT4JM94N90mVitjMWvXS8sA5JkT+h979HxlPTBnB
9FwgxzAfXRbAuXkxAekR2MskgC1OH2bl8DIPs7lXpDokVn/i039A70BkAzAagANBAL4eq0wCmprN
jLpWV37tnB9otHpoiHvBSbkbNkk3ToClQO+M7GkZB19lMyYr5rnoLS/2CylkKIyURpZqgEVMW/lt
5vVHuIA8JLXZ7kduFrdgFizuR7eVz/04DDddxtWpTm25U4by9nXhPV//9Dqr+e4HroMfj2eGR3p8
BWVnt12FUK1sQ+n9/cAkPrC19M49JKvrpK5oHZNxG7YZxDJfW4fdMq/6zEC9cn0zunsMm4LueQCi
ywuJgwJdJM/w4NAC0BqIVgIErx4bj/2wyvGz3cgtzJTOVr5fj5y/G78L3M6YLAT2sxlBVf2R1VvV
X+33AdITPgdgXPTDzpcYlJ0qFxLuscxp6FXfPKveEed4/dx0fg3ME7ie4GOEXuLKHDo5WEGTtEXC
IG8qiMtMZXOqMwO8q1vwBu12MMuB/WCo9WKoXszdqIQ7ovNsTz+kQjlw9l9REt7Y0MYya5pxcL1l
U91gGctRce2kJyS5e9vb8tPa74+BkD8to0VI4PzjpGU+NSkmtGOLTb+SoronhbPRytNe6YWvYyED
u5zxS5AoJMiIEMcHYpfPdgh2XMkBz6DJrYMxk+sXQXNu8Io2ClYQ+kNjavk170I1sMRYllxieVG8
FuUYkgFp3RbubmuRVXBjJnk/FBlK7ISLozMf1YC+b7ARxGs+DcCuSEpRY0TEvja8wispaSWwHYE5
vIGrDUz6fIvJb2ONte1kCYYVmxkwiqlkr0mn7mk+v13/IJpABZPSPiJohEsAR64sTA2ZYWmJ0osH
WR2gOnc3tOPLVIposIHxpvM3QJG/YN5nw29pbh0swYJJ8WC3L7ANqYVZ7Raau7EYzRtkfk6ISawH
S/UHm3cne5YbwGGdn1xMDzjhFolEtJzOL17Nc7M3aOXFTJAXh3yS/Edy7xVzVPsef2Fmwm+7ggOt
FvSYSxZWLER+YJDZ3HOnML/1uSlugELb+sK6q4pmKV4DHjnEbFcPnDR9LQmaNTHx7gz2ZYJyts23
IPTaw4ZSowulkAUBvooReGaDEafDbL8FdMyCpjrOZvE2l/5HfIVbt7M3nobuTgH1iqr7Uk3EiND5
WavaNTIEWG7cFqILW49G6dx+AWxwX/7RgzR+WTR3gaffigI0bgYx778Lr04zGAPkukShEA8enjHv
d4MLXjTyY6Qsuv5sdC8Tg8p4+bhKGLJabdFrSTeofrRjx2/orkUX8+iCYmlDgEi3H2S2PvrO6JNe
HKRF+9EqhorEEgnLZPs3VBAQUBptBOu2dRUXq7iK0VHKAd50kZNaPM75V8vQ7Z2AtSVxq+wEkARQ
hdv+p7qvvoDN0w4LD0JZDbKG6wepuysLrTfKzUD4XjLv5E4yOflko60u72pz3FMJrIKdfQPL4biD
wvNnOzDssC/Ab3t9Zd0nRC9vgXP5qJavLQKgWzlA7okdm33/gYvgLp/FhtXRvW5k2ZDqXUg2oVZ+
fqRlCpkATrkdl+0JdEYhM6Kef7m+Dd1nW5hyUSNd9ALWfghjCqjQBpWDGgtSqtAaxQ8BLeKQlF75
m4Cq6lRgqDFiFQhRrq+s3R3MFu4L8NkXvrysWteWpmHHVjsNXyVtpo8U2qWRJOMW16F2qT+dIrQK
MAu+smDF7CniG7UTs7x6SKk45Ra/ZVW2UX7RL4PvBJQOdHnWT8DK/LaavAYdkOahVrc9+0att/9w
aGAyRLQNuAWwAudXghpl2lZZYMdD1Xx0nfEUpOxn3dP/bZk/3Yp3cdaMyiwbG8+OBaRXo4pAWUhB
SxqpId+SHdZ5F7TK/n9Hf+qQ75ZqrbxPTZUA85B6NQmRThgn4VfOXrV9vjMFmhGjPW0l97pPBZQW
iERQxUL8sfz93aqyV6kzCRNd/7n4PLL60S7E3gW71N9/rvfLrLIjz0oEdyvbiZUh6g956qSRK4Tx
ZZytfmupJQlaG2AgPZG/wlRACHSVJE2WKWybJ26MqoYTDqkzHNosbXe17xZ9mCZZdS9mpQ5VWVcR
bZm3k9KYdi1YChHVKMAE8i4/dSBI3E+J5fbhaJrFse2nakcqs72lYP0KM68bw9nv01uvqp8zgIOf
zKzJwV/jslMCiNDBxExjpKo+FLmEH/AsmK3G++GldEzQRujMF3g/aAONY78bObTbDUFImFbmV9cw
jc8I+Mje4Kq9b9WERiWK3UBYO0CPoiBmhblr2q8uS6wwS3kaOeXQ3TRulR7MgW1l6zr3ibeMugg6
2O5F+7qq06l1OgAPAjOIbBvzKZCGMRQA5fmWYq3uESBRR6fqjybh2goXWTBnhQ/LUQ3dPUBIsaxY
AgIq96kcKFRa3K0RNZ33QoKL+iYA5lDiXt3/3umStjccO0au9c331QHZx99XbhZiqH+WWN39IE3Y
MBQ2vJdlRcpyX4LJOjWQzLz+xHQObJlUR7YOelKAs85f8lzlk1H2vh2DCuJjZ8nbuZmPnnAAN+CQ
IMRkWFjkW8ADzfGB0RY9RayMyGNdkARVJeR/PWnHyqO7kaZhw9KN+EJz+xBcLOVnkANBcnD1nKuJ
9UY1UTv2aPAjIZ352ttC7oU0nL0zWt5GrKjdEaq9aFAghrtg2Rq7dpj6Aegu3872jLhRPWxEM9oN
vVth+QXvTO4IrbpgLLBCz9lL6Qan3uB3TQ+JoL78a6UQeEbETEBBAnKFW7FqmeaeQghPEFuojH1L
PDR/p1F+ohMe8PXbt7yTldFFExt3D6S/0JVZgx5AujQ2BWN2PHbyl8EsHtLZ5qEgzX9aCd8ajxVv
FhOQ58cHTtTegRisEztt99HJ8j0VJRrndCP5+iONsN7RQmmD7gqohS/A6A6Zmy71RhJ3EyTclCnU
HWav3D2lbR+nnetGZdWbYdDO9oudtv0H15xUaMNbQ4KpyUDu7Pk1EuHOoPfQUElPWbqQj6RsOBC3
mz4XdPJ2U9bSe1s2aB5QAwzeNsl3VsLkK84zvxMzLIaTtu5O2TU/dQPDBAHUMMWBMKe8YzlKqKEv
MXnic8c7QaOjecKgUHEXJIxHKj/NXX/TADdJk4gWEQC+x2QqoglkXsZuSlhUevQuS2rnAV4DmayQ
TWRiKuOFg65tVxlmc2fRwX0G0j/5DUdJ926QtYcmG+dDo2h6KIeqBfzRHHdyhHvsvTrdASnk/1aV
n0L2LiMhkb0ROU477W1GiwNqSOmLnxvJqbC6Yt8N5paMku55ocK3TIGDvgwI3/P7IRLHTiUyzhgE
smFjvVD6IMqvef7h+oXfWmYVgDJVz5OtsMxgNaFLXmz/cYKJtRK+8bI0LjEAHHMhEQAmDunP+X4w
j1n6PJUkzkCPpmpxrHrrJCnmTqq5DiVzj9c3pjOA0AkEOzj086Bbv/KIUPFNa7e0CUamu2hy08c2
yzZqpbq22qLXCVJ3SLrC06/WwKBY2/V1a8Uq9dwPbAqSvV9V5lsxNWNUSS//CIE/LzKlIz8Mhkpu
SknULiM9i4RACNTwtHkrazN4wHRP+nb9AHQHjrHcAOV1BFnwPOcH3syDnYzZbMXczo9pIGhkkv6B
sGYKMynuumazZKA7chCpgbkJgLplyvl8RSqA6zMa5LdeiWax/53nZPf3e8IIHRQYoR0PiOXKiQo/
6JwU2sCxMcVZ9dVK6E6iZTo7t/24RYaqg3BBcebfxVaRSDOWk0LblkAQAKpbhgK5vFEThp25BLh4
ZR7crixPVaYkqlpAc1k2dNyub1h3pOhjLdNzFqCXa380eI4UCalsgF3q3709PPXVFk+D7p4AhAQu
Z8w/gtF/9dXmWlgTJMoJ8gx2UjSSpn+qyjfVPBvmFjRDf6boxyGbRnUTDB7nV6QaFAh1CmHHknR7
BMkfMLpzwODlET3Dk9UPTxn4eR1PJDt0qjdMnW72FMuiCQ+uSaT07uqDTl2be2mFCNau8waiI85d
x+mRwMlnoFue29wNrVwCeUqNL2RyvZAHyRGJ1hSKZRrh+pfVHwXwbOh8YFz5QlaR8L7nM1xr7OW3
DbrdzIUZTL4DhRox8KwRK4+4fEjN79fX1Rl8ByVkzOBigB7UC+dfwKrywDGAZYq9rPfCMRXOsVMW
+HJMA0O2tNuikliuzzr+QM4AIkcHBSk8p/P1auHPTTkTgqKXG3GobIjE3A35/vqudKsAtQ6WLnR8
LyfgVCIFmZhw445/h57SDnRXkTVvuJTFRa23Ah3T5ZEQALvXR+fLJuGAOboxz9643PN2Dy7RPBt3
6QRWXtlFFGiG6/vSfS10D01MNMCEX3hNeLB0moIB+zKRfac1aubcPs1j9sVwig13prM179ZaNzGB
ScgUMnU3zk0LbErpHlD167v588LWJwgGjKXOCi4PZHnnl6Gd/LoQdEZxaCy9p670x/D/SPuyHklx
LspfhGQ2A68Qa65EVmZlZb2g2prNNpgd//o51Iy+jiBQoOxRq1stlVQ38Hp971kG4HJt39BUW8KY
p/0Vd6U4qIgon480DtI+u8vtx960oB3Qw4MhoJLbT3CuBbPR6CIrwDukkn4x6llod9x8rlGH3IIb
iHpIOtbbvDOrxo90ZNq4cumvkTjJUSUdVuI45uluHCj9VhIwoWPujYFtjcW2M6XxUnZZ58dGWfW+
U0RPHk6Hsi2DON5rzZ45pP2TQN//ZKj0t2FX8ddE6GJrdwNU6kvYlrpsZPdIGnK/V0W/MwbV+R7u
rgOJMrayp5dWP4jrgOYjGUHhfLbHeNZ6vTQGlKVUbPvMGBhQROOGmMnKDlhajriEKErYk838/K7Q
SiRrNir0oQfi2YvJ4K7Q9VH2Q8Vx/Cor9R8YB+iq4KrAP6CkzR/NoC7bo27BQgQSF/Cbbtxq2/dV
sfJGWvoqaD5O7Q5wlK5KDsihIEsPiEeoxSDsalbyCBbAnsTtA6r1m9tbYDEWKpRI7XEV4fy93AHm
MEJtBjXMUOvcKkAxgt+lelTtFetQiTMgqHm6HXBpbQD6BQlsHZ9wVQjIOr0fhDXYgPa5m6rWAEug
xwyCwbfDTDv3cmfrKPoD0oUseBK8n32Xrg1NzxgoCcyMnaPXokmToH07KuCvWeMO9+nQt5uq7O3t
7cAL4D5ERtsBlRX8gKsj0qZMAgWf2Sg4d/uCWEEvNT+qHNxmdfPAYW+DnUF8aEp4gd6Jn5r6vGge
ImOFoGzgTEW/+ZVKTK3NemqFpCqPJm5XHxZ0u0rwL5H8tO87eOuTKrKBFg8wOnN9VFCSE4sn6O8M
Zh9M1udZrO88teb5fH3VXYTxZgWXlBMwmFRpAXnKGmcv7YhDDVYXX4dEGGGcGjlqwaxJj6oox38c
MSRvK9N6vW7xC5BJI1MBH+068+WZ/L+Ut8h4bZuvoDYBFggKkE9jHvBxDOD+66coHGS4fDt919LE
f8rWdI0XljXQymA22C5Qm/ac2lBIG3JRDjSbUtw8zPypDtp3aDjCcQoKJd3aG3nhm8HFBIwEiwiC
TfPjTquEzYxceuD1RJsy2gu33PWRtrJVp+U426q4LGBON72NQQCdbVW3EWClui0/uWl3BGM5sPQw
ZSdkVwFRu5VpnP6yW8FmObfe95amNw0/tcUvjLRfA3Jgysd0jO8oGncxQ3WtG8upguTXnbdGNlw6
HYD9wmBCTAf13blLz2BlvCgbWAIRubOjN8N9sCWw1IdJcqZJjqW1tdNHa010fnGIp+K1gcIb7uVp
os9qozBYMlsDfi6nTHvsqAoi8Qpx+wOBrMwQr2BnFhYNtgcQVJBlt66RR1WFcnM6uJhAAJv1BqYd
De6wj9vzuBQE5dApa4MsHFrYlx9UpnY1ZmDdnACl2mT9mwseHNK220GWRu08yHR3no2adDks7UeL
QUWrDYr8dz14SMB+pdmeuivfs7guzmPNzmwyerBaSxHLVRKNLrLVUKME99wfoW+dtOOucdsfRiw3
sTeGGkOD6v/vW2eZsAPcrWdllJ3GOg1y2ERUzUNZ7WN5sLKVPXidckCW3bJcB54u2AbzK4OlQB0Y
vcmg5oISqvlUOUGv72y6Eub6+XARZn5lcKYXOq59LJHE8L1M+o2x8kBZXISweoNUP5ryV0/J1NAS
nkgDYzZ8b0xoFrk/DbLSN1mIAUolmIhTn3AKc7kGzVoWYAMydupEGThQ3xLq1Us+DSyYbDT/DTLb
TcCrEgIoBjsVxVOe/h6Mu2KtO7O0wBEDpQ7I0cGmaw46rxj0e3NZYjrw/LHbb0V018T3Ai+Tlv6k
zkdDDhrZkGR7e10vXJi4LpGIoX+C9HauKtC4ZVpHI2Ss8fYwxqNjHev+R+WVmxT43lqtPHwW0hRE
mxLpyUkG/lKXs4VKas2Zg4GEqvtBF9+t7KsH6nDZ/bbFO8vuRPRflsdZwNnMDaPboUmesRMkqLdl
+aOujwLOhrfHcGkNorppo5M7JQJ0dg7mXjm1I7v8ZA/vXfKhFX/cZqV5txZidvzQGoxNKP7lJ1Vv
Y0+HXvexSf9DOjPpiOBhNQlXofV5OTsmHXWOV4k8Cbfe6SPZlO69NJqV0Vo43nC0QRILuk4TtWa2
BjotKgEiritYuXYb0zrk6MdU6W8YodyelcU4HrSXUUMETXme5SdaL4dCoCxqeZXfjJ7vpu1GxKNf
a99uR1qYHJCFcMAB6Qc+5RyEa9oNz6KWVCcp8k2Z/UhRimyEsTJuCwVI2HydhZkNnByE4SZNjw/S
y02SZSiaFUATdkFsbvOxPUAk1e+l6Y+fd/K4DDzbRGOlwWcDSuonpvKgp0/cMnxhHP/DIFrw4oHc
4JSFTUfHWTLhSDumhcJ0Vd1w16X9Xg1vUbVykC/cefBaBIsXFbrJ4WWWRcAy2fQGB2uvz8ejZ7MN
Gpwr6d1aiNlOxWlqtqmHEHDc/QV05G8DlatPDxUqH1Pl1AA05ooep1Kj5W6ZyNOYsUNV8ydjlDvL
XUuK/z6WZm+BizizeWfMQK0ONzhcpPPxDq3C31XnOFBo4eZD7qT6UUGGPDCb1NmOdh/5eeS4j43l
/DE7Yp9kTOwD1LG7NxXnhZ9pAsIu0sq2PXX+aGXWgrA92puKlN29pTg7Vlb8J2vxtlCW9kqltILa
hDNGPbhf067DaeRYXxTJzL0mHe8Abc3oVRXEeHTjhH21dJEGtPYguG+PqMiPBlzJWykCR0aRr1ck
DTK99QLhqeKQUFHtZAL/2Tp2rcPIpUJP2R4C1DbjgwFgyaYVdgGqcpq8FlleHxWHdVvS69ZXz4LV
NdBkzitrnXoPg532vZOiDSJK222cVB7+1CPPCTiL965egpfp6vG7R2KKfjS0XX0LfSE0+Kb/jTOL
bYt0mxR3kJ3I74Dyt4HS9WAUUljiLmcSOC5w9f3ByYhvD4a2b4ldb81Ka4NRGICDMwlYYGutmYkt
5PYXcz+deWfbkcYiU57A3Mvsj4i3cK/xCahFZX9MvLV7ZyEHwVvor74MduZVRSh2ap3ILCpPRm0E
dDxJ7d1UmQ/s0jHzHvQ1mOjCDkVhDY0zKCktIKVLz4L/gGUVp6xyNpmePmXNGu5wOQRKlIC+OEAo
z0aPKwYREicvT71U3S61Mm3XiMzd3D4HFm44yFJDugbamaguzQsDSaprLWlBBYzrxt6kTgE/ywYu
EEWkPeAJsRJtaUVA7AO4FKDkoAQ++yYLOzaFwQqiwWtJGYccUpMNOUU8C2APuHLELQcD7hpFHBDO
5gB9KxVmzSpWnoQ8MvZmIwuJPTR1ZeXX7irXfkps5gcdaoH/izZN59li19whhuMKovUAkiSR8mNt
07gfrjzF9IvkHzEESTv+4/bsLa16NNiAGAFuHlJxs7KOnvSA7PRecbIERBi6Y9VyP7K0oBkO6bDn
tApux1vIUlCbgwf8dP9N0t+XHzlGhqP0MRKnWsVbbXwYIMNvrDWnV4LMgV9NXDWtNiBIUpN7K86O
vaY/ykh9Hp0HkMS/HzNXR9BlMxSQ8C5OTvHR5c+1GnyJ19GaaqA15VTzlYEXC3J71Mkn4cDZoCVx
rOF6KU7cUs4hsuCsKFHzD4SEsL9tDtpe2am2MaC0iu6WTH3oJXB/SKl+19CqOWUNTw9m06YPHOpt
QZsQdT9ANXWroL/x0nAzC4bStIJ0JKi2w45yY8QNCwq4eLwNje3tRdor35ASV4Asf5RN+qdrRbbv
B6/dasTlm1i6cVB5ttwQG5JH5YjSLoqfLmREDRHoeIv5utGfrKgZfSEq1695l6zw1RdEmSaQH8Qc
AbxH1WJ+3pV5zGOdOeIEBB4wXzxN9uWYQio6pcDrDtHYP+l54W5lSz6yLudQ4aYnkmRsMxnY+roQ
2hG4nGTDhfuFWFa+Mds422jgg953cfvmsGKtoLMgsHH5m2evNt3gta1zW5yA9tmLVnv3muQ+kvq7
p6W7yuwCUY2+Zw0H4GQesggwM7WW8y5dE+fDNl9dXpTXcMQQJ6I+NO3OhEH35/c8HiXQZsR76xqc
Sz2XNyVSo1MhxcZWjyV/ae3P89PwV58FmQ1k0Y6uC5SIOPH+e9YeIcS1beWDlRQ7oItWPmgBE3IZ
bDZkrseJ4UFm8WSN32vtHlI8Qa59FcOUJ70V3jOxi11t/dNBvRfkoyze3R7QxRkDJht3LhQYwXy6
PA+UKlyrdSnON+ct7z48Z+WBsnTvoXOBDioYx+gPzy4FL2Ex9Evw95fuc6fuIwjPZcVX+EAMHV8Z
yqX7B8h59KeQuUN5ajaSVmuYwspx/zhT2baINwN5jfu7evxVNAduf18ZuIXGAhhO0HiERCm4gvOT
VKo0B3oWE8eipvNpXxpdkMEf7IDfBm+GAQCCxAbjRAmR7AbTrTdIFXsYqw8UDAaNHTzN1X3IEaQ7
t+fJHYXh4C63XRYAl84CLSmtxG+JLF/r0u6/6BS3XJZ5zlMNZf4XUstX0EtyKOU0P+2Rta+cpc6r
oLAswbN6OA566gSpXQsJSV+32LSx1/+q0qwJBJHRfqQRTLybrvCrUolXbvT156EjyAHAR4YvB9JS
VMkulxZ60LQxtFaeECoAe3cUb7X3FlnFyrxfL2GsXUB7QDbDXECC8DJOkeL+KihLTxb7J+bc9+JP
v+QvA8zW8OCMtPJikZ7G9J2W/3RVFZA1YOECIXgKAhkHsIEBj5ojG8ZsTEpNagkSgA4vEzSk8oOk
j5k4ttEbx7O0gW+q971N/rT0t+b9EekhaXd5Va8cCFPWdJkgTFhwmLVgs7rIIGe7qHeZUA1Uf059
InayIX4OxwPX/tFa29Y5URKy4uX2TpqO06uI6Dqi4wgVWFRtL+evLQDCrnsTEcmdq9B38bseQlDf
Ph0F3UaL4B+whkBQvIxCrIjkeHcgR+xNQLrvveyL0x94K1cS/etTCP6dZ3Fmqbduam4nJrcypn1H
eSbQvJPhFRvqpUh4vhvFSqZyfb5ehps9Ygw3HgwvRjhifuNZGCX7kX9ABDYzx5Vtdp0JT7xivNcp
8CjXeGa9qVJNiAFY45ju2tx+gcrtQSvWhBivPwhh0BkGkxlobRzjl/NUZjZRKm90WESIQ8SbvVaV
v3VIPffQ2ZN1u7LcF78Kso/orwM0fPWwVeUw8hE+RSHXujs7jXxXEJ+QX7cX3/WiwPsbSjDgTeOA
utrctikhqpFg81TJcJ/J/qV2KoabQf3qI/teKPXFTdZu3utthZiQl57magKgzxZ8knQeCAaMhISX
ia9yDltk57cp+0Nl5mvPl+szGMEm5UVUISCjMd9dcCUa47FqSSiGrxH/4ECB3R7BpXk6DzDbVkWq
u6VKEcAd9/3kxa1BCnzNlG45CLJLx4JWF7r1l2vPcDOuaOORcLTERqomUNqLVW/+w5egXwCHBlRu
r3AltmNIE+K8JEzSlPqQ96N7oAZAioXCxcriXpyVKfsCZhRuK3MKB3oWRqyki2VHyi9JVnyxdbZ2
y/918bo8vjH1AOOhKgRUx1X7wyR9n0PdE99DsxjiKTjkEvIgZf2mQb/C0ZUVxFX9BySL0k+S9NDR
4oCOiV+jH0dlub09ukufPGGZgRTAUY9JvJxCMo5O10a2HmZmwg/uYPONLJ01HaSFt9ak3Y6jEKUO
dGTmtYdEs7M4MVMSpnDm1r8Imu8TwHKNJyMtHiYAhN1Em44NQaGeu36lDb10RAKSBBtdqKRA72V2
RKL4XJRMVyrMBxis+OhWV4Gt5e3XAcfzrjOIONrm2K3cNEvnCRRl9YnHRaAhNyu3CFSb61bHDuwF
lBdAA1CPdo2ct2js9g4pfrsiobUUDzoMBK8GYCOR817OZDpCRrGKaxLWOt3zxj3U4sjoLosOn18x
53Fmm34EI80uRjl9V/RN5dUB0spfb4dYmjCASLG1rUmdYJ7byTyiytNHBQhksbeT7NEmESSTu+GR
GfY9WNH5yl29OHZnAac/P6v/sUTPEpcgoKi/2d0dtNs35fjaWZ9vFOOgQqkPLdYJHDunGadlmsa2
mtZEXwYgLZZgZ2f5z9ujt3AqnweZqw4B5Vc5WYIgRa8P4G9b25I7LbhiazDK5UCTY6EDIBNAcJej
ltEhyvl0iXnNodZ+R8191b/e/paFiUH6BAkVpFGQKp4v6kKHi4ymGQrkoceq/gaZljyxgSZ8uR1m
4UsA0JxKfIDzTafh5ZfUMJgYa2qp0IThXsr7x2aItrJaM2BfCgMvL1xjf6295+pZVPPyOHEzvAnK
ZKdVXcihIAvo/MoOXQyDQ4dC3grjNmfujb2DgnbbY9A6Yz9q3S4vm2/QSF+BViwd6tQC+RbIB6iX
oCJyOWpQzskrKmLsGs+L/MjQxsBk6REv7F1em40PbcKDiPUjLRUs74tfleHVfpvFX25P3sJpgZ+B
2UPjCNzL+UE70GREOSVTIYNOWM+SJ83mX9uMvptRgjfY+O12uAWgDkj1UAnHNQ71iivtqw7g5Ajg
bxXafWbsVKlnv9vK6w4pun6bRA7ddvQUC+ASyr5VLeiERWT1aMo4IEnd/ilLuwOZP/rlOFAgxjqb
gBgKwUSbfskkkVpBoGaMPLAi8sDJwtuRFrAH+Gh4xf/FTU+Uncu5Hm20gWtmq9CgRfuYxPl7rg2w
BlF5m+wZBS4K/qj0jlRWHTRg7G5azVkzYFrIVdC6QHIG7CTkf+fcOriJlw5vdRUOdbI13fLUmGuW
S4sjehZi+glnF4HoMyFqE0bOSC59OsDQXdtUcQ4N6bVC5sITZ8K+gygEGMwkAHQZycuQdXVGOoY6
K1EC+54yspX6Fx7HYEi/6N3p9gQuhMMEYuJATia4HqY/P/8wswY/WzTIuWS9r4wKBN5u47mvht1B
bUQGnRFvbkdcmC2k0kCC65MGBZKqy4h5V8J8wYZmpFC/c5QNUnOt7rwYYVJXRPaKl+IcSKQLSB66
onBCxT5q7Y9Xfj6jmrw5/vf3zxZDKVudJp6AyLLbBT3Z1tBogYVrOX4aMYIH9eTuCDiUPiFgLkdK
Rq0hLBcSnqRx3xNuHJyo/XF7MhauhIsQs9WWjQaBjaAGnTrP+ZBdvotFN6IvMxw+HQeHESQz8C9a
jPOaMgU1WtSdjWVWorqbySCpHszu9bNBIMwLNClFLxrH7/zYUxSeRBCV18MacE+UqLaFke/jhK5M
y/W9gjCQRYL9J6BqwCteTouLYnBR6aATjwOcnbQddU5cf2jyvUHebn/Q9alzGWm20JKGkryoEEkb
vnjyjhvgtaangn2+1nYZZ3aIlzTTeME8I9RpH1jmcyuZXzZgpgiYTsBZY/v5z0K6Mx1vQOBdwTpc
D4AeBiHrEJbv8O9I4CX12Dm6b6iV9O36IEC35N9Ac9xiMZbMJVOgyDW2Q/u9Qhn29qcsrQWUUyb6
7aRBOU91egCGwKYCp6WEk5Oy8sw3sv5n2eS7tMt/Gqr/djvewhdNuIe/MBUTlJrZza5JaPe0+jCE
Tu/8ZpQfW2dNDOH6SJiEEJC54/mPm30eIrLGWm/NAiWo+KebCFRbN12+v/0ZC2kDREzw3IcSzJT2
zo82xsyItR0eVmX5ONrjLkcXhQgKL+Zj3D7GxR3r+LEsPn1wT9Ip0NIDMwfanO5snaMb6iaDgVdD
nXtBorpfvbS2RFjfQSdcSYyWRhEKfaAcoQx2rSgBBxyuw8AEubZ3EN2fXn/Skq+3B3FhLWCG/g0x
nR5nV3cGGS8UKyTS7Ebb5P34WNf5SsdmMQRKUah/op9wJXguNa7LXEuR0mYd/GOL5skg/UqM6b6/
rHthUqDSA28EPBew6C4/A2A7Uw01PkPrPcj5smcu3YDy7jsDdwoCM52f1nLlYJj+zllMVMQnPUA0
SgyYrV7GLNEqNipba0K4c8M5E0YdmV74ohmfZGY8ubGkfq5bPsQ2Vtq4CwMK4g1Q1HhRguF71ewc
kqpIWtHi6APGMIkC6BXcXhULzxDIfJpoqYIpAlDwPBsuiIailpa0oQlMXlvsSE0fiXaoGvC01EFv
kg0E9Pexq3besNbLXRpWHIQUBUO8/eZ459EExtNzWBsqCvzKhO1k8vNvG0wbPhBieVBcuJIch1My
PKhzvJEld3cNVqXe0qMZuxvFVhbJwtmOBhdeURDXRUN//n6MAVPtORdd2Ncvk6lDXv6INWT/UbxL
y4/bs7ZwXEDGApVI1LMnuPjsXLcsTi3RYNKMxDnQoSkCnhW/oduxcvAuxQGJDoAcbLjJzvJy4fd5
yjtR123Yjiwc4vQUyerFcdd6XEv7Cyr6hg3BQx1P7/nnFCnT+zRqQyLCIvvH6t5j86i3D6UduNl3
R+xuj960XefbGXOECgoyfiAe5xmZZlYCUOQWnsKZLxII2/7iCiWFtXxsAWQyiVr/G2ja3mdHrtdP
coT1FIg/mXCjtcTwoFR0MGn5Js3WJ3HzbOXFjgO7E1jsdwZsLyYhuP25CwUW/Ayo80wudxMuYFq5
Zz+jJqWrGoJTRBjgQDbNY58KvO9JUNkU7Zxm03D+Tkj+UHcCXm+kPqSu+Xr7RyyOOTYhXnJAmV5l
PmWve1XRZlixreVzdnC7k+OAnLSGZf279K8mFzJB2B2Qs7/KRzqIxA1ahK1h9w5Il+K+GIfXEu6Z
dQ5FBzLSDc+sTSre3Sb+OUDsrLC5g1xSBBVxf4FRsDGK4al14ydHz/elyZ4drm9rsgafWNpak1bv
1LoD1Xl+j7UiRjEmxYAweijkQw4EhZuvFYoX7g/IDaC8ZGOp41KefsTZzCsIc0a2yMewyNNAImFH
C+H2vC5s3clWHRcICCuTuPhlBPDF45LIfgBX0gwcQGpHeWrGX6b9mpCf0Xjvyi+3Ay5+0lnA2V0c
l4UHGwmktFJ70GrDd9eMiRbOcWRJILsCi4bEby7NGxuNWziSdKFZZd805e0a1UAMDpj/vKhBWraT
lcfuwtY4D/g3+T2bJMtK8yat9A7eLSCYDzvAPyFh8oV8nvs1pX//+7C/mcBZnKHIwVhhiJO73iMZ
3bsqgeK1V+1uT9Da5xiXK6LSe0OIXnXwF8791nii1avoPgZnezvMwv5BF5cCvzIV9AGQvwxTQAsH
wN12CC14mNfG4DNUvOqVe3ZpsaH8bU+GKDaF3MRlEGqN/2+xCSCP6/ylKD5fHABJEz1TKP0uQO+F
29iamxR9SG3IxFhpENPRz50XomC90a58zdKQQewL+Qmwc1Banfby2QLooYhoUehxhK36KHNoND5A
6OH2rCwdB2ch5mRgtERB3na7PlR1ugewcWiAuQiq4p6VD5Sm4JWtLIOl1XYecJY6VMLS61whIO1+
cHbfpw+F/GD6Sh6+PHLoC0DICoW1uU0pTOUsodByDzWQB0aBJmIysVrXKI2Lo4cWL94YwIZesRV4
mcLoI676UFakvwdZST5iS7MggqH1vTNAqIG3pDs49egdkny0Vw6ipa9EngDHbhjpAWA5jfXZ+qgL
4ILQgiGhXnyM8LbVvS8eWpi3V8jSW36SK4B2wYT+uVLCcaN+jErV6niHHmJb+pBBFe3DyH6NcLkr
6A/LFb6TrhV5l74NNHgCrR/89+olVZjJSJmhSNgAkBlgY7OngVrdsyo1beUL/75bZinIhMwA5QRw
aYD5pt9yPo4auj5kQEnE7cZdXT+n5ISn966AxrBdbRpdBaCk+GZf+xUoMBrZOeSOalD32gqo5lj6
z7KHQfUv0qLtnh+lXPNj1JfWGRg/GI/JTfPqzeeW3igqEz1+Ze2jxgmKSH82IZyF/BRo9Qcr3dN6
gy4nALM/bOuYy1MescAacMKaJ7iFUZlsSramfL7g8+pBKw7bCy/SBWnc2hFR7jJCpnTZ4g9e6vpg
qxOtP/HipyayE4hxEnQ67jwMkBIpfqqEo7vS+aWq9pHp3bXQEtOqeOtmz32bndxaD+K6XzkLlqcX
wzcVdEFimj++6lxEndAxvRKsczfxR/VEmhcl5U5HFlm6eIxF28o6RvUvSzxw864UYTJATJgJqPtV
24rRwHYGALIjX2n4qux0e4strHW0g5CPTSUSNDSmW+1s/UWV20MTz0X3qYav3lgY8UMsTLmlYlyr
zS5UY/CwQM8fL3WUEOZPiyzuNLuqMWWlVpcPec3H3ZB14509dnUAIaH61c3b8qXSPO14+yMXI/9F
nOP5i1LqtMbPPtI2clvP0KIKe9fYtJTA0+CpHp9EFe96wD9VtbKrry6aiewECSasTHDXsfgv441K
s3qS66gBFTbon22e+GiEtYGtovQAAPwaa/ZqEmfx5ocx1Kzq3uubsJ/EjkHD8wVJHhkeqisfdpXv
ToGm6hYeZth+c7w4cw3gPvuhDXXZ0aCmsXuPQrLpu1r6ZnSg0wPau9YTWfg4E09BmObgYYIxnU1e
TU0G8r6qQkclMMKW7EWUSg9ML9K/3V4mC9M2qWbBlgRpIvyJZ2miyym6YalApIj+EDV9Bqn2GPVs
27F2TbR14asswCXQsMJFif7o7KtEqnQnlrYMuXUqWrCdj8R5vf05KyHmbwUgjBwIGyGErt3VcexL
/alfQ4AtxoDQJXQ1UcPFNXa50jlKmUkqozKsU+g0djbvtqXO2BOPlPP5tYdaMZBmYIJi1Oazw6MS
j0eaVaHXcZv7RaMPkJOXBojWyOGKJmEH2qp0pa5/XRD5eyxO/AiUc70rS1BIkLepGZcVoB53zRiW
0X3pPDv6W108W6h1Nd/y9DmSR76mPmRh5C4SgymugbQAkC2sxvmbRbWsHzWjqEIw9/JjpjkqgMSF
tvIkv86wbB2Ehr+Gr9hhV4wc6fBh6KkqwrhtXpluvHeGHkAVehOxfINuBwRm23KjS3sMvISsvACu
V4/xV1MYNVd067HxLlePHnVOPpCew8mp2+QkBgqV+E27snCuR/IiynwfWCYvoAsApyZPkLcer8xI
rTHXpx96OVmXIWbbILEpaBi9zkPKoQf/0kKHHnjhvdU+tvH3MgmdTzdoMFUACSA9xdsMAm2zsmSV
FRY1tZyHg76pDMdXydr74vqov4wwjerZncmNrkOrjvMQnsi7gWFR8ORQZs5ep9HDOPKX24fVwiRB
snDiFaDrjZx3dvYmaUthDjXysCmgKGLmQa6vlTanMZlNEqDAyHVglAMy0vzyIlHh9tkw4Ivy6H7w
0m+x4g+R3W5yTu61BixoyvaW3t4lurbV1RAMEs5RtFnJuK6SEUzd+c+YDazpiNor4A0YKrvLgzQd
nuNi3NZFs3dARAHS4E9aqY/bo3tNXfob1Mb15kBx6QqpWyRW7Wp1xyF/C2tIjx2SOn0ACW9XGdk9
BDi3dgdF02T0dcgwmbUK8iFDZTeDpAQJSJVvJfBlK2fPwu7XIZME2SXonIJcNNv9bevVVBmEhTAf
9i0ZguS2gSPxSpSFrYkokx4PVMEg8zdbWI1TaP3oOCwU6cPogt34nGQviYDyb5X7Tf9SfdrHexpq
JEfQ9JtwY/MGBUAvmuJdxsNKPDtdDYnTHbRD/DR5rCZtw5Lg2ZEfbs/v4lBi3xBQboGXm8MvNa1Q
XdbgODDloWXbUYfyZrTyllmJMUc8xAVreUPxXcnkMA/j0jH9nqo1XY6FKGiQTraygD5Mr7vLY8dV
KHhQ7ogwFu+DfM/5W268fXqwLkJMP+HsZGsmvVlSIURiPEBW/mDZP7SsXTltrnNJgCTPvmOWkhed
kemgFImw0d8bwvcmh8hzMgZxvsI0+HvUz461i0jTeXP2OVZKTZULW4RUtUGe/3YY90s78aNkB3/J
rcN+OhKPdGEFbi/3gsLPnu9FHwWqeIYGb8Bw55MHwpVPtQepIN1YfEDUMOg7x/e8/DDmcFg0pD/U
f5g4GjBkSZtXqDrslLcFzdX3jD/wR/FF/s7qEcRWgbfjRjr6JoaaFxy79q79m3Rfc0jx5NnLSH4O
eJ80hYEew5uXPBJ97eZauEqwFbAHp7I8eg2z+U27wYgYF+VU9adGsa3tbGW7LUeY2G8Gcvirlmph
w2qI2nkZGvoAKyig2rzt7TW6cElMz/L/RZh9A6F2O1gGIkC17x7PLj+O9rgefTjSa1q/9dqf/yEe
uLlwW8CDBIZQl4tIzwnTiGEUQGPwoIwZ5MxDQndlH20M7T7+NFAT6tU4+oHPQTUe/rKzfMnGw8Rq
+qgIB2XeW/UH42sq5ItThDI8GFwQkQeA6vKDmpE00NcosAjsbxb7WeQr+crC/rbBPpseI9D1uqp/
mqxVcPM2MEHgoBXtS2p8ZRLFpDXG/Fqc2cRYPXKWNNIRBxsrddq9bO8j90llK++caUHNThF8D4Th
MR24jf9aRJ2dIjpPTS8u8D2QAN+VXG2gLXjsanflNl4LM1vXQpXcTSF2FWrR3i1h0SU2Tab+QxB8
w5RJ4irEGric+4mXRWrLK0NXVJvOA52+afZVlu5u75lp6OdDhg45iHsGfMAgDXMZBiKPkWvlqQwj
Wvp5++wmkP27q0aIJa895ZdWgY0o4O+henbFZXNoZOaRzWQ4ujDaNaDEKNBUyDrvCPGGlfx0aeeA
k4JE2YZqwhXkfaSZ7Kw4l6HbvBGc77b5H8btPMD0A86Wmkrg0qaiTAJTr23c7l7PPiz45Mg/pbn/
/AzZYA1PeNCJrDFbCDLqRh6PiQxjE0X0pieHlEUb6IyhmG3ceyp5vR1vcZoc2H+g5If8ZV7t1WjC
SNEJCTulX4L80kmB1+xPPf51O8zV5QDC0GRFYOgoogL2PNtEsgG0yIZsa6h098ERug9jsTpiX/qo
3SdMu89MdyWbQd9vvtgREzkZChJQ8EU3YJaXMbcdVYnvC40MBEa9onpQ1FDSLKjD97KL6VZjIg6S
NhLHaHQgJzRWxbvLo+6+z3rI6rTKu4PXWrqzeKw2HdKWQORgbpgey3bQK2yAqejwp14X0EE4G6tm
73ncwwEooRrIEG4H+0/NhGFFZnzpSife1qpuQM6t+i1Yc/KO0UwFQ6N3fjuMOtQzOuqrJhEPKMdq
WyNN26cm484Hw1W3zWCzOTaNESRYgGW+qyHnUbuNX7EvxfCg9/lLVTjH92SrEnp0HRmwF+2osf5E
NeOYdgbbwnNdbUvVAYqhk9J3gOcKWsPmQUpK5iucJJs8we8dBogKpUAsBS6DQ+pQt5CjL0fi/x/S
rmy5bV3ZfhGrSILjK0VJtuM4tijHSV5QO8nenEeQ4PD1d9Hn3BMRYglF7zylSmU0gQYajR7W0nU8
qqO8ZB56p8gxQZP7jk/9K1GU1ldqguITl1UHxqcOMwr1Xdw25q5Gbd5RT8JzWkzWIVYmB92dDIxM
He13qhb+bbfZ4Ndjke2Vsi28KicKMoER9dqYNgeFA1tdH/CD2SmJz6Kx9EbSEK+qAHM2WKi2KVX3
b2AoFV6dj8YB3Wlgs3KM6L5P4Hw0ITV8khLdQwsBGGYzbTxWfdYcVGOMvEiP9d1gRvFO5WDHUOrY
RLP+lN1V3UQ9YmKGiQXPL7WyzC/wyd9M24weupyDTbNzu0NMiPIFZV94XVBnQp1RnESeElvDkblt
s1cHi39yWVThaFnES5LJuEvGhu0Rm0S1Spkl8TOrya9xMNXvSJe393UC6p2oB9nkgFeixA28rtnC
oYChtBHmx3m/itHxGlxI+mClz/ZY3zvtJx35hPAxLuMdoD/Usjiw5pvZvPbJY959sgZZ8PXKUs8V
fQQJelTDgeZBTKggnFEMnOn5M7WfOxJ7HM3cty3NlUFbSnjH4Low1YNTtllLEKsI9YcIOJd1FHmx
SvwSBFS3JV05BoIkwVSzkfCBxJhLpExorrD2hlniaSIrclqdEBq6gNyNUO4Vw6qKJywIGRENSFBg
oJd/NcOpVH93subOVc0gPQkj7VhzJc3yijNoyNgE/PbnLgyS4glzlyjmHeNl4XzgbzQg0aA5DkYZ
FRpLCRMa0ygHVclzxJpHc6g98HW/VPw7M61H0zS9pFReKot8spOnyj4CUvXY0vY01kdVBW8Ychpw
+LzcSmB86Oe8cf2EAWYOz8YiAtlzFXvTmPo90AJSS/Wc4XuX/+411euNYTfhZiseKh7uOyfzgLUX
pk9hb+JuzTyDnkPkoGn9RY9Mz2DHGCCelWGetIFJTt+V+zWvwFxp46DaGaSr+nIFijFDnCwZimdW
/SZtu0P16Z5OP0M0Y0op9tZ256UsQZ92G9awSj2iEt2j3qneCGs8JjKdXl+xiwkJ13qkGGB9KiGE
mW92FjBbEgRc25SXk5jPxsVhVlstxg2L8dFX6XXxX+5w3n6GLwUIDnFWDFbTjdiTnU13VVshC6n6
TPl5W8o1o+ZS8e8VCxfzqN28Q4M+yn+TRjX2qaEArxfHAbeqQ/aOxbiHuAD4+Gw1RxhTMcHzigu6
RBnvHvXJf9Vp/kuLnG8AZZZpcHWbzHAPqEgAyqFYgp8blVPZLhYgpE9T/lKR742+NQo3Tx6mC0FG
4LVdeed5OUWdAaQr9PEjoEQrz3BbTytlpZqrewWAAbhV8HxGsn65V9ra6FJbSYrn2In21XBPrELi
UuprphgRjv+JEM4v60I8Qbq4eMZzxvJZY433DjMMr9GRAQKEc3QkgCPrCyXZtVPVfwYDcH5njj3z
9aQB5/KYON6kRT/sFIXIk4nmv5pFAKPMQsD2xEDnGush3sNttfZ2j4rMwaGjb/dG57kO7BrV7PQj
B/hiRoKPPIB2KYZ01KUjtNyzLx2TxfrWLAQ67BHlfQ/kCwfM5mk2pCicfU7Mv9oRDMvlvapnEsWs
q/5/QsR0GQdmKEOGDPkJLdUQEwTjT2hwiZDrtOq8j4GLjkLJmblQ7BYo0rKvR6bkzyktP8U59VNj
2k8kOeW15ptDtgeD60NKVXunT8M+svAOMMr9bUuyelwvvkHY5Dbp2o5WYK3K6i9WlCBk/tojs3xb
yOpyumjLmfnCCVrflieJhigvGa2ieDYpXje4DYm5mSZ8XssLEYJhN7JUV1LeFM8qnPsBsJTUfsDh
lUxkdbUupAiRKOB78LbimAh4BHcgLtvx2AXH9uH2cq1ahQspwhZ3p6YF+3ZZAKXqLXVRemE8uOU5
jSR3oUSMmMwonBwmBXTiz0DHeBpK3ZvCxDP0nwORxNUk6hcLJLDzlbo3MJ+GUKxWjAi78uv2kkkU
YwqGNKaoy2AV5tJo1Z6n5l3SxGhccCTYG+tiQAiLqiYEpsVOmBxiZgjKAhWfn6cpBIXkGR3Dt6ey
rpY/MubVvLjarbRvCZ3q4pnrlpe0nxXF3oXZuDd6WZ5pXS9/JAnHMm6tsBojzIZO3xNVeWsnvDlv
T0YmYp7sxWRC221GpYOIcpx6JP2qU1vaEid4Pg5XzwD3zzSEZ0ChjW5mWJABDt3XsHkmdr8fjO+I
evDY2LlJtCO9pAx9TUeAEzLQx2GvtFjTAhgcqY4dnWpHWmaeHj+5xT7MZHBy63KQjUCXHJJ+4uu2
cvvQtQoH7jDCPF2XIz3PQeH6WMWSKpQ1Pc3INf8vSFjD2lDazqwsWGj1sbHZrhhljYVrR+dCgviM
po2KPgcdElr7l6q/kfpTwyUbYf5IcSNcihDuMj3W8grRLezn8sBzuMC1+8jwxu2U78Az2NXd7+2b
e65wR7RzLt5xhM094UXKbQT7njl/M0ESbRSShs+15x0cHbR7okESvWDCdePyVgG6TV4+FxqAbMwj
j/6KeOp37s8CnAO3J7O6eAANmR/UAF4QA6p4qtaTW1r5M9jZfUrCXVY9F8XPEY20Sn8n7a5e3Q7g
b0SFF/IT6JZcGgajA9FabLr5cxmPXhmeVKXwShk+ukyIsKv12HEVdLqiDGFsXjlnT9lo7jSQeN9e
ujUDBB8eqLgGWl6ucNOoXoKig+TFczYmhxRRwvI3Sq1Q8VCCGT3fMbPYjymVCF01DRdChc0HFMOm
0XmKlLf7HI25P4Z+BUAJk8jqXVcXERiMaA5E48hV92fjupzyeWO02pPJEFg4xp3E+qzOBcgBCEa5
AM4SzdxgtGVbqSgdK/Bmpe5jU7denH9xnPNtRa1aORTjogAbESlbzIqr4UjRqNjlz1WtPQ7GeFac
UeLrrK4WSruREAO6wxWcKfAiYqNUUGTE3Z9q8rUH40z7dnsWa9sNhZgAakXVIlDtBF9HidTMckLc
d2Or3lusR0G967va19H8p+xfo/rJ7JIPbLZLkWR5WhHHU9oETTXPcVg/cgCaWhMYOh3toRmS19uz
W1tAXKxIs2AzoBdznv2lxwDsOQ4mWbjYMcLy9V+EEU/ZXA6J1wKqoZDNB3EYTq0gxCFstFiJJXRo
+aJW1n3ooEnp9kSuEEdBXIgrG5YUtf4ohRfjB4Piji7p4/Zz3Wtf9Co8jDQ8a6Q4ZulfeQgo3eQ5
c+eXuPagKF9N8h1ZDkCpA0dM8iHzhri8F+cPQR0IwiWAywZw2bzkF0uaxazUBtvpPtPafclV96+2
oJ2XxtTwujQ5Ao3nfjCMuzwJj3at/iQRavXNyeokjq24b98/AwlIgnsRPJti7aHD3BrhQ3yGFvID
qoyPnBmR347961BFCJumiGQ5ADzzyOTIii3e3xjLNUBLogHEX0A9uTORwHINQgCigK2uaz5PSGcf
gfKSP9isAAksmvPtmB4VS/kK1nbnczWyB5qYPxrC/zbC5rc2dK88RDQ1dmmgOjHIYvRcfaIAmj40
SA3sQbJxQnW+7qMnv0CCavKBQH0fmcDVH4ZDaU8PxJ2eYCl2NqN+1sWIuwzFsbPa+T+th57JT/VU
ll5c2X+DUO/R5Frig8ss2TlhfJgq8xgjv8hToCGzOjyoiXrv6jjlahfkuh3tFJQ3hVqX+re3jWAs
37ngsBZIriC2DiQP4YIpQJmigpO4CQ718C3dyN33PjqALHAGkb1F0atwAiMk7Hqloiwg46GxPqP2
pZXhZK5NAKgqwElE9yZSRMK2D3PFnWpStME4+Gq3a2WwTrLxhQVykrGPQ8BKBITsMuARdJJHxvX4
qFNFbB/xkne+LMF7SVrMakwMFmgHhXAfiSD/toYFUwsdzALmLj8g9F67fJMdgiev5hAwvLUU+FqN
x2XxwFUZqKmBAwE7COzG5bkzekTr9ChkQV8cQQOR6cdeVtQseA//mQboowFGhf7mK/fLDQfKDQUi
Sse3Wl8N/UnZp7Iaw1VtXEgRtJ3rA2k6Q2mC3PiWkC9uvt+uDLBSoZgBTKYrzcZpmU/ItLJg7Ctf
IQck0z0m81TXtHEhRGw31jgZ2JjZLIiqL5N5dLnPtNPteQjviHdtoG0U0AbvmHrim4UCfW7gCU5F
3PtKuzebHWoQjMTvIz+uJCdkfTp/ZAknRB2cKGuavA0aFI7rAAg7bOV6E6cj3hsJrQf8K3HItUcQ
XgGu0XCP0vYMyUQswb+qWj3uUHrWBpHy4Lo+aldQh3FbL2v790IvlnAQB6tGNwZAigPHOCClzGQ0
dbLx5yleOBlNN7QTZTWmMLwNdIcWxw98/9w2iecwMN/EXiAlidBPXhMW5MlbdEiqrx8YHqlHkHsA
AO6qlbwZ1KTjvcYCY/BIvdMlp2J1dS6GF1bf0CfiTAOGV3VlH98rXX7Y/v1IiqHbfu7bu+qhJnDx
UsLyLpicxHumSGLfHn/NyMJjBnQE6i2um3jVEVwAoBLtAphgD8wa7rjTdY/FnUTOykIh2waIB6Au
oLLUFfwCJRmAU5G3Y2CFv1EOVfy1eRqocUFpGpLluFtFH7RJrBGAJPYQqJnP+8OU37fTkSuSSaws
1lx6jacsSIlxf6vLs1AaKqDM23gMuvxYTnvA1FD6kEiCQ6srdSFE8GjV1OBaryZjUOPp8lpOH7i5
F5PQl5OIOU1SMyzGIGH3fbhDUwrJjh/QxsUUBLM3VmFrcpJjCsmv2d19VMxdzDfGoGcTvpiIcPaS
QRmn2oI2InY3oGiBSd41Mm0Lls9oBy1E2xQWCm1TiJ3xz5P76MrwW9bVjV07P/uB/S5IKXVORzUq
xwCFbhoygrJKXtn48ywv7Df6hrQYxVRjoE2gAbtLMon9XrnioIU/3y8E/Gjm5MTWmjEIpz3VDjVQ
CKrD7e20KgKUUKjhBkIUSp+XUyBOmGcovhwCYMKQat/HnqXtb4tYXaULEcIq1aQZcoZ62iBvngDm
OtWnfze+sEpRQ1Iz6jEFt9vZ3Md52D7+jMRgoybcnelrl0uksQrVln2rBlr/ianKjgGO+LaEFf8P
pVgozMDLDhtV3KetaaJQKEq0wGX7vrhzkgc9fMiMg0v3OpXIWtMGHpG49wCTBsBHQeF53I/grA71
oDNUFOvvrSbxb89m7WxfShD0DcgaTlFnqwd974dPyWEAdZtEJWu71gZOJvAJgd58dSX1gMeZrNLQ
AjX3UTNUpHdJeHd7FmvrBChYvI+A5ILyeWGdbEqNYTKjKSh1xcvTwgOGyQckYDu9U+ygZ/vq2laq
aEJhTgDwAC9qE+/39vHxhp8hEHCjIvO23Lfo/sDTqa3GADW0lKBu+APn+nJ8YYXabJyS2oXbQcJj
q6J+V7KPVjQAJEEVhAl4owKjW1ifJGNTZ2odD3rUH+deNEm+f/6+i/DWfMcBGwKPecSR0IchnjqV
jGjwNuohiHMfzLfMOGkkuK0CmQjhKDRNnNphBxGgrYyBGKKhvkJynmUiBOuHqnZwnE0QQZTDGH8a
mKdVEhFripjrJZFQheHAO2K5kaJ8KkcXUgLjmKi+o2w/B/At/ze8WDgU6XZRqQTD918d46lNt1+i
i+EFn8+w2nygHYY3232ifCrsXdFLbMWKxVuI0JcLpJYhV1W8eoPwa9N6U4m0M/oaP3AcLpeJLIVM
oG5ECXszBJ2NAlvQmid/396sEjWLkD6xFjFuz+fBGH4oP7Pinw8Mb2s4dognz0Tiy++PQO7rsHLo
A2Qts455Cf2A04qC9j8S5gleuGO6AbgGVkBCXO30e5LuPzKB+YoGmMz81FoOn486ANoi1gfVVO/U
ON/J3qPzUb0ySAC1/q8AWzhntZNxx0BfSuDYTxlYWRDABNSArwxe6UgYv1Z0DV9vDlEjy4EbVDgU
MfIK7qBqVVDo3vi7lJg92eiCIsxmACbOgNGrbtfBb/2AxVh8/WwTLxStMFbnU43x62nX5l4oe1Cv
2FQw9ICpBlYJyhB9JBrlvOUaBame8z2uH3XAWKY/N28miAA0L4ovANQvMl9lSNiB3DarguxRmVC4
uN2mLoYX9KvaCYkBtlEF6uhx/o13spfumopxBJASxn0wswstVdD1qmYoCimD0Xhy2TNtLMmls3IY
0BmD7DbSmYDZFXvwipERbmZ6E8Rl+WmIk0ObMC81Ky9kzl6vZIhrKyYc+Jg4ejbgF3AehGsUDy00
e0ZDE3DnpJR0B/IJv1MDe1sx3OxzALAGHt+M8zVjpy2XLYuVKqxA3BzE/4SNx34RmV5Wlg21KOhe
n0GVUCki6CXvHSAg13kdpA0gJOJDB8bh5shKz7bebu/glUMyA8YDexoAf+iSFKwVcEHsoadhHZhD
4CBhS73OPN4WsbLJ0HID/w+tGuiGExNe6Im00snWq8BwfOocpc1DkvHF0H7c6jgiaMYOMuezQXw2
/H37+1c21eX3u8IpjDggd63QAEFnO7/fdcdP08ecSxwcmRThXgojXvZhTCAFdTPRvaH7tN1RGZya
bK3m3y9sLiJC9X/mUkVARkDOVmKxZLMQTkasWMwoCWYxsYeY75X6IVS8SbZpZbMQjgeltFVrFVLs
8JhnO73yb2t89fj92bFie1XDqsniOcZPwVOlPurKKVYPSQLKUsnRuL1ciO4L6ig1SpMCV2CZ76Ni
17LH9Hsre1usrxZCH8AYBR6hmJfSIsut+9qtAnSAAkJeWlKyvlr/G98SJlFEpLfMhkLnxtcp+gS4
yyK6K8NP0rTzqq3CNP47EdHdcW3adB23qoDrfgo42NhDX+xtza8r5I+Iea4X58NmIc/AxFYFTDuC
VVB1Xwu6TzdyWr/fH0jLI5aJPh4wDQv7FwDoQDtCW0tgoOA0fkm6bifZwbPZFpxQRFX+SBDm4VBT
T/IQNtFs7t3uzih3ZnVOlUMd7UPt0yhrTVndYhfihHQk4Y3bWXaPA2N5Y+Xx7QUHc5Doz3SEW6rK
gB0fo/IqqNPjWztKTqFksUQvDsG0VB01LFak+YblNaj1+hu0vXb5GO4+Erm7nAoRbpPMjjnqhDAV
U4+8AWzP0cvtLbx6Sv6sFREukjrTDGZ1YxUo2QENqKb6ZeD3t0VI1C3mklLwXkZJhwUrm9E78WSQ
eI3r4xsE7Eho0IHNWp5CcyhdEJbPt0hzNybP6C79yPf/GV+4pbiWs64oMf5oHsz4PpfVZayr4M/4
wumzXTz6nHT+/nCfmEBd8sKNUCr/NSEAykKJ0gzAKSxRYWtRbwMVM2DhN6vcKdanND3cXqX1WfwR
IVipsS7Qv/XuGroe0G36HOXQH1A0YD1NvF3nWm8RMmOw87LqkgGHAcSpw1G1JWUSa+b8cnyy3Eg1
UDqG2OFVYJmHovBoetDtfd683V6oWZ2isb2UIugCZGxRqnWwfrryVo/HJEcm7BBr/iSr65rN6C1B
gkZsuzPzsoUgQFtH6Y6mD+iO0we/V58dGU6abOmEPawNIQKSnFUB6vvGGCmfu2n4nA4feEldLp1w
cRSdysiYYQMwgE4Be3DEC+cDVzpKat9LH5HDF58HZUfDQZsNbnMf3qkoqUWrn6Qtd81eXYoQbLpS
jJMOntgqcPKj1j45xgfs1eX4wjaehnbokgjj2wGZPO377e0r+3ph+3ZIXiLehgsjL4Hmvi9k1nzN
jlx+vbBrzcjqEsDcV0FYPufpVzU+KTKcetkUhM0aA+KxaEZso2E8hGTXB/9uhQT3o2SoXbNDbKEO
CBgtClEbiYD1w/b/exTB+aWdCquqI+F8Z+vay2CA2PkwRF+05Ou/mQZSbkspFPfFVOaQArQQm9yR
jbSy73fSH0UDwHE5vmbFwIKp4BboNdKr9yDy+MD3EzJzs8/IGuKdNzlt3/IBJikffG1Cc9NHLMUM
JoFWjBnW5cotSAB+hCLEQMt3SeNl1hFQsED9uT2L1eMAQwSKYqT1EHhbrhLAX7OYTjgOqguH05vo
W7OxyP8/irgQISg6tznNEGHHPfFryr3279sTWD1sF6MLaqYz2fswIh7ShqfaS1LJWZANT5br0yiN
UesFnCfFPhbkTuqAr561i88XzB1tid7ENg5zYR2dQ/n9hcge3DINC/sorHheW3NAysx2Y/KEOE4p
Mxjri4TSZXDgAWlMfLKoY4twtIlJICaV9rtU9g5enYI5hwRnDlqEz5dKIH1bZ4xX8JApmm0OFvs2
fqCEATXwqIGaGa/nVr+liCKhbWHyPkesVrtzwXhhMMlGXZvEpQRho5Z0yge343kwkX/C8smo74kq
Q/K/UgQKAxGhBRikSVCN8Q5XchEwAKVUbSqAG31tU6BPvDkF22qUBAHC7annia4pSVm96gn10v4B
UzgMPcBXN587FB4CjAHstQDlRChYUDnoUmxeRn35SqbiHohhaadKvPGVtQJ0HFIK8MWQNRE7Hx3F
CaOERtVroQAFDO32MtN6dbRB+YzOCpQdosEJSTHBdLQpb0tUfJSvJi5Q9cXztXjrFQoJOHBz7yaq
GfA2XW5apUsLxaVu8hqZ96NflvcbTStyVcBhRSEDypRQCyr4MczKu8kKWfk6ogsZOChhLNlN1yoA
ZxMaHnCLOkguiAmfoY+rtqns6jW3PBBU1bKc27UGAFEJ4GsUGDg4DyJQoBIVCXrz2u4VbLBqdbCa
O1ABOc3mWYCNc47J49SpripGHE2YpqmhNdCmmtb03b3WMMPfqomlCEHRjhopvYaSurMZnfIhkMFX
XethObxgmqiSjnUbYvjqMTFyL0tl8OorAtA/44KABiFGA7Q3y41qFCDjGNraOVNe78enkBn7zQu0
ECDYJfDwdhwMZM55AgwYc0JvkPSTXm8lnLCLGQhnoSEoRrRSzGAomY+AlvfLzdEjO5WbNT0bCxRY
ASwY+FUiRsc49OWIBuD8VT/W0eAb6uYKKAcRXiQK4VICihQX6lIVZNTVqend9BXVFJ5zx1VZFOXq
nnsXAGcSDwe0d4psbJZJaUo6JX01sy9IEyfaj7gLbmv7WhkzijJuOsuak3ii3SuYVuapw9PXYmx9
09yVxq4FNJQr69i83rZLOcK5SDSajW4IOdR0veqvOHG92xORCRCU4YDZsmIjBFQD3Y+DsdPircEA
9AiAfgPGSbNn9CzhYKRhTUaNW/0ZhbhdWfvOJCvFvdI3JACsG9tltrHo7VxuqNxxy8HJ+uFsdH4b
+qG975vjxmVaihARcuAMJIWVQIR2IOYXV1bNdbWdhOEF65q01A6dHsNT7aH7B8B3nlM9lLI03pWu
ZykwfbiyVfT7idUAmZkC4nCElPhBUTOvR7nS7VVam8bsKeHRCxNyVQcwACuLxWTi5/GFW/ecvtLx
rYs27ycdhVbwa9AUjuS5GGyvJ61Ro3rUA/MNjI6qKUEVu16k5fDz7xcO7NRr6FSsMDzph32jHqO2
3ryXIAGlDERFxRUqrwVDjjKGuisjXQ9i5nF7l07+Vi2g/AYqgHVCzAEO2nIGqNqjYQWvJBjzfVvf
ZZ9YfYfm4NtCVpYJMcSZ2A2VMsijipNop6JwC2IGZRztGv1lqJ9vC7jeS/h6Q0fwAR4aypWESOjU
2M1Q08gKWPTS88krfzQIt1fm+baYlXnggpj7gAwUqmvvyKIX6jbJZNtlppgBdw+6siOSWciGF2aR
6m6N1wqGZ+qLqbZeOm2NAQFwBsAlcwoNXVJXVDZN7caNSqkZWE3p/bbTXHKkr20rig8RlJlpdsFw
Kuo5dSmg1LrMCtLhtQFsc6dpvmtvP9ImmrOxa8FGOGtiuWPdfEorpRysAEDJnguk2/D3Zi0D3gFO
OOIcM0rPrKYLLY96AX7YvrYDQzt0kW/I2pdW1IzXA1ZfBeAHiseEI1foak+ivrKDHOlxPO73yX7r
BNAHB+AnJLcg5IrSxurcOhvQZBEQ6rNiV2ebrd5i/Kv7jcLiZbblBqr2qf07Kw+3P//6MBN3jiLO
51gHv5mw/oXbM7u1NBr0eeyBPOnJHdiTzX/YxubtuhQk7CSjcSJu6RCUhPvyQRn2Mty/tZmAI47o
ugWkp6vy+gEwCzyss/BsuMUOWP2W8RpyT2PqZvuKIkHIgOeEKsErvK8WZUlaYlTheTJ2Bf0UGRIH
9nrHzuPPnLFgrwRet7BQWTXoNeva8IwndcrvElnx+PX4yCXCwQfFKc4DfPHliXPzxFUKV3OC1kdm
rpXpeXV4ZwYhmsspQXy7HL4N46rmeuwGYeEcrNY9SCzS/PeLzCKeJbg6/zf+vA0uDIYFfi9WgNEi
GCc0Afu0+6xut9xLEcINao5ZTrQUIsAop7RepW+NnWAKAKJCaAm16QAW1ZdTGOI0a4YxVQKHnRB9
cItYctZWdIAoJZpN0Ik9syEITiu1ue1WikkD52uCVk012tyhgRJcDQ4Aionx8gVxxXIGM9Cqbdot
DdhDabjAQ93IwQuStaWAeYYXWm7yoWYNZTTQkvQYdvZDyQ9m7je6b+ntHSWOxAyurZiBUlyA76AB
H3XGS3ndUBdNnENekr2Q8tGSRAhWh3dx6BAzI2gDEm4hsAjFiI1WFO2t3wv3gJKqD2gcxCszupkG
pg1R432ssdpyCho0HFHqQ61vdmYM9EmrSDnN0HNXD7nY6MbOYq4ZEDDVaDvQIty+htYWCPzwc1wD
IOngq1qu/xA1Zd8BcCpomK/+UmU1KKvDWzPcl4Ew+1W0kldtZ9d9agUab3esPPSZLZnAilmCvUP7
3hzHAg28sIGqSosrlCdjgabJr6saLTN7MBR9YJUuhAiGyVDzzOg5hABMB5Gslzze2qaBY3c5C8Ep
rpLCScMQAroRfCHAHd/+Wl8KEA6Cyso6iedlQkW573623e3u2FyHruOQISyNt7Rw/ajg1jAiapOA
lNM9aKb3UyV5OKxoeiFB0LRu8I7O6AgBVd5GBubzO8lWWtms6JQ18HgArSCqCQUt6yxGh4JKraCK
Ho0vBt9ui0y80dGOiwp3RGeErG5uMTpwvbCCPvnqfFHI2+Y9iucaoIR0vKRnK748yVGplUXfQcOA
eCY/4vHn7eHn1RWufxvUqHib2/BZr26ekLh5NlWKElg/LJPvNPDOV+D8LV1Z5H5FzeD6nFHfXeDH
IiK6nMekN6pSp5Mb9OFbbZl7o6rusnCzr2cshAiLFRJ1SsJZSGF+KQ+ZDAp53inCYqHHBA0gM7id
BWyn5RzSvkmnuKNuMEOX2e5PyzrR7J58TbTNWVhg30LbqNkG8RIBUutSkmqB9AdWES4NH48NvD6t
IYec6cfb2r8+Gnjy4naAewrUsKvXHEgSzKnkeXsuyO/8aFa/tg+P7uU5BgekKnQNLmfRlaE9DIXD
zu7w7EQ7rfyX4wvWj1ZTSRqG8UNnZ79uhsdxLfSoA1hm/n54fYJh6t1pmAbqhq+jet+YB7b5bkDP
MpYebwdwccP5Wy6Om1Ok4+y4OfM728r3AI3eb139d/8FboyhIdogRu4VfaQIA+X12dbB4b1X6eaX
9HJ8wcdo1dCiBsjpUF2efs69uKglAq5tExLTiHUDVxTLAzdjuUIRQC/UgmfszPrvqUF2owJ2UwTu
81oWSLw+B5A0k9lrqEVF8nL+/cI9dpsm6s2qbc8RP9auV8uaY2TjC7dozLgSkxbjg2B9sL3491ZN
Lz9f2KmD6XR21rP2rLThzvwxmrJCvpXvR256BpNE4cbMqrxcH6tnVU0dtT3nReQ19xpw2jbPAE2C
eDEgZ4mtKpaElAWI4aaRZeck/9buC/598/A2joE7h92gYCKs/2Q5o5VXVXLuHJ+hjVxiRq/vNqCe
XgwvrH8cKrhZSwzvZ+aP+r7o/uXnC7dBljNClR7j6yj1/qtyosPt5Vn7ftPF3WzNQBmIlizVO46a
Pk1KmpyzaG+MR43uBxl/zcoOcgie0BZoTAAJITZOGrzMgDsaJWe1V8E1dd/w8+05XAsAISeChgi6
IV0JN285h55R1N0pZnHm6Qv1jHazl7ocfhZ/YSHGOE1Q0IThQT11MAfgd2vAawZV7r+bhbBRcQBZ
iRBWca69MvEnGdvavBGXDsxyFsJGnWjaw1/F8JkxeqbxVdmP3Tdw3W4+zYiTOIBlg5+HFlax9xcp
cRQtx9lwbkowJGYg+duKAwYoC8SIUf+G0MJ1+q3MLNvs9KE7W4Agfcn0YLMWgJSBEDpwzOCuio8e
pgC5judqD6KLxzJ3d1FYbNfz7KkiMQZCH6QBhBMdF1Ezjswdz3H8EB4jd3N4AQAHF8MLjleUDGEU
cgyvW29dfrb229YHcXkdRQGowgCYPTxiwXUxMvjZeU2mc63dP2fa3dbRMTIgk98zGMgfCk5859gT
wJ3j/hR9K519WEtq0cQzgCt+Mbxg7CJUKSVgSulPZASoS/tNN3ytPERbg5KiGMEepWrUaKEJMdzY
VWCskjGFi/ZOHF8wSHBdQ5fFGL9wkWgYP7FM4p+KlwIEoOYDuxPlKyt8HxpNI5UPPT9p9VlzfUfF
MXjZrOlLEWIuJiSRkjaIwJw03Wvq3UYucNBUYAawRCABBsYlMjJLm524pKtTkvNTpx6d4tHdGpqf
x0emCPHBORWDcoDl+J3SaGUbR/yEIAz6pBJv+/IgB/ZeMQn8Rnimy/H1MM4cAhyAUwKKgNhNvfzX
7fWfrczldYAJIIKKZ98MVIwUt7BAbcwZ+CgGdjKre4WiwBTsq/e4DVLlfFvQymYFXfHc7AX36xoG
HRUlGU40iChjy6Ohr0kuZ9nwwlkANRrwjSoM32dvSv/D2Fpz/b5OF58v3MrpGPOi7zG+qn7XmlNy
ur06KycN9R0ITiFIh0DMOwfzhW+Rk5wgCJmDTL4+aPw3+ArLToats2L1FjKEvVSaoLMAv3J30iKf
gpY527s1GHYljvCKIoCFgi1rodQUaSXhRCRJO7ijjiXSX2xtvxk3BnoAgYUzV+Aio+SKr4Qpbk1r
aPTm1B4UenYriR7Wvt6Zm04RMUeThOijRrqW1warm1PGd2bmm/3utp7XxkdEG+YUFgNukXDp5z23
1Zqn7GTEn5K7Lr//d8MLlz5NmFkShuFH82zmb7UkUbjy9XNJ/Rz+QkIEdm9pjcY8VtpYUdmpIb6T
7ENb8tqXjC8GCGumFHFEMX6f+gb1eokxXTkASCQgTYtCcWAFi3FU4gxZnFdKcUqHuy69DyswZb2M
MnTulUnM6YoZ9AZvEVssdJ+cogp70DGdqvhRcw6prHp4xVQsxhd0XHMF/nCJ8ZP6RXc/18mTk0oW
SjYFQc+kBo06iSFCBZn6F6vxb+/S6zsHeM24zVBDD5N3RSAFElc9ai0ynGLD043vCG2q+j6Mfk6/
b8u5ngbk4GqDnSBkfhYut2s7xbltAln5VCZ38T5tNjupaL8GIi0K3gH+BAdpOTzT6xispWw6Dd0/
0V2ztYwH+BAoK9Rg4lC8gL0kmIqBmzxVQ5efGHACyFuxOaX9HwHoXEHGHF78laXmHGWsZtafevZb
t39vJBOdGcKgYywNqmFR7CQO3wCjNK+VET58SHfpEX3sElt6fRAgAKuPZyBI4pC/WK5/b6chsvL1
cDJT0wubk6MGNN9aMoxZADZ2zk4BVgoWT8hZZKgvTGyQ2Z9aIIiB46SVPGOvbRJgl2ZkcRyEGSZT
2KNTl0UoyMutk/nI1K9Ole1Tt9yb2tvto/COwLj08yAH9DMIosLLwN2zXKyJGrSN6tg+NdFJ+4VW
ZcU4NP/w8Tdace7CUvJwWDl5kDb3+SDndp1U6IsIr88R0roITd2nEjS9t+ezIgCTQWAeAUkbcW1B
91PoOqU6FO0p0yzvMxh2PjQ+wlWIhoFzWbynOfA5mihq2xPKQXb6Hugzks07GwdBH3M6FRE3HRX1
qF9Y6mMoVTtGGXR7siKQr8df2vgLKz85/0fad+3IrQPbfpEA5fCqVocJtlvqcdh+EWxvW5micvj6
uzgH5+4WJTQhHw8MGxiAJaZihVWrPqMdTyZiSd1crDtZ3BkjhRQ7XQhZUgkfKzlI1V4wAG4J6jUA
M0C1CRh3ecqysc4LmHw13KAfrXmOrPP+3YY5CXXiAHKIio3lYkVDG0tRmjHL1e2so9nstmvw+Xfj
cwtUKvFsdGHaBWR+Qc/p3BLkh9+zXPxuA72D+DYsg3XLGaOXhhkswl3ggEWW6Ec5vTT+hHrEVv5q
5gcnfyL5M/1ZVQc6HYbQS4tbPX+ACQq88eOlVNhFf/QpTCHdeRpl6TidKmldMFnUraSPvfR9Sr6n
0scsZywZRhvM8Sc1eXssdkNX46SjfAQgAthfFvdWRhrV6iKLcV+/Nd+R/kCS4rGArTOO/CI8D2D+
2VlfTmsYU1KpdK4DtBaT6FnaC4LACUePSFhWCHfBduExeI0SJkU8WW0QlqE7Wl5c70WYQQJ75+E4
AUfAUE3LGdRjG/YahWeTfFF+zj/2Lg/LIIM7C6oMcBoeAJEVgD3PYZ8FVnZqoksk0sfr/V2Mz7d+
GIvJjIypyYLJPtTl06ieLVHger3DEIECIYbxQzaWt94jbbSUop6yoP83tU+OItABmzO4G57TMQ1q
bpx8HrBCitsTd0AF0l5iRxRGokwEW4uQC/KWfApKV3tdTfUKM6BeFHog9AzDSxa6tN/tRy0FcXe8
U42K6BSCdMW36Yfmaf9hQsMYYFFRYYMoMGcTjUPdV2qbvx+mLjuJeDzZVV1qKHy9id5fyEIh8sif
1XpogQgz6iyQ0GDMOEsftR+gbSEiapitDYc6goEKumHE+jkTwkz0iua6lQbok2Y5nooOw/3p8UJt
zuQ/ETwtdloqhdqbZhpE5IjdLlXfTg59eMyFymNtRmLN7iRx5l0aTuEAqr80cBS3TU95f5pAqtQJ
3rGtK3gvhbsjNW0qm/R2GrSJOwwuugM+Xq/NWaAMHWW9iNmiF+JSBWayPUiyGWdBOB80xW1GlxRP
Rhk8lrI1C9QLMZJYNOJbNU7TlazTJoOSwNJQAHjq94flcT4ZNRfuBiCefEVmkuuZbabwntXwWFsn
W9SVdOP7WQ7ewiukAfLMx7TVokFiIW2KQI1//TDSn7tXZzE6k35nHyRzXQPyUhdBrF4zK9ifN8I3
330898ppI0JINWyBwJm/Okcz//z46zcuNepGULkDAl0EznkC9AHcHtHUNmlgdNDib5LxthcSBCW+
kMBNYEbqXW0qJkE/Fvpx+Pp4Alubi7OjGojJA/jC57DTKSuMcY7ToE5PoYu4yOPh1+vDypvgAjI8
E4Ko3A0zm4aYJILS0+pLTJ/m8kUWFV5uWJiQgSQ/jCSgg8HvtjxBeHw6FD1DF7Xf0g79TT1Sncf2
ZJ8G69B8TRJX3R/ZXkrk9JI2DnM7jJDYs+oFj04XC41VRcSd663RkQxGIumdEBiYvOW8JL0uuziR
crxLsauE1zD2Hm/OpgA0VNeAZkdPM74YfQ4Hx9bB/BxI9Dl0JM8m3fmxhPWDhCkA6oqThQAo2vQu
pzBak4qGKGYedK2X6/nBTl9p+zynycFJ9k8GwEJ46Cy/BNgtJ8qJZnTdk4YoKD/W2pFagqd1Y62A
U0HHOkQXEAjgrWUprdKJ9nIckOapPNBst4mD7gAoekJqj9Xc8EV6RJ8TRQa3e1ANP3JUrAiU7MY1
XAzPHsI7JQsaIho3FMNnySFMnUNqDp65lzwGWGQUbQF7biCIgVgMOwx3QpBq6kO76cubrHslod5E
Ys9IL6262ypYyuF8O33MaCF1kGPVt4G60/Dv40O73mobiG320IFpByEAbh6OWeSIGGfJrf1lmi9z
KzAH1kYHPCMWRsJRZRhP7qB2qTXIPXKgiBLb/5jydEqvUlyfTa365/E81psOQTA3UIWGEwu+t+V+
RFVmT0nRhUEjXUl3iuaTud80gIOBCjcL0VzE1/m5qKXmoKm0FN2i8Uh/liLcxMZOLIbn9KxO9KpU
HQwvVV/tn7QVRA3X2gkFdIgX2oDRw4fnc3ukbohaq01+A8WOpoEL/ZuT38zEC/crD2CdAQdg0Xvc
DZ2bh4E0mTUYbXGjaEpkmJJr7W1bh7uHQgDYIVDniPoY3AXvdS0xO90mt0+ot3ZHEPo8PksbO7EY
n7sT1EHr35yG5KbPR324kEGwFaLxuTuNNOIAZDq+Xx0v2XiyBWbIxvBI/cAK0QCuAuyQMxHAOEnq
QqH5TXLc8tdehngs/mJ07kZnemOXhUnyG6Ce4Eht9N2PA8YH+J+VJanIE3OL31cDVt5J8tsM2E3q
TSIo8oaiWIzPLb6mhG2WG3F+s/Rj3Z/m+VCIqFZEIjg7cJyloUWr9fymokUdWhTbZ2Uv2xTKw0GX
wOw/1pwaim+p7rouzjWVVlil2jerp2rYbQEsx2dTvHveDGOMymks81s4X0BaJgw6r5doOT53hcso
rebOwRmNCo9qXu98zPdSNWKJoBzY44P2ZYC4cweJhMagTYCFBHB2EXstRT321tcM48OXRsEK+I1g
yCyXyIqjsoiKyAzU+iO9mCJ42PrlhC0MBCbqw1HAgJu8HD6v8m5UunAKci/+SeNTTw6T4+1VdABu
IfAHqnw4vMADLmUUKOx1GqOXg4xex/GoObsV6XJ87lGuwAap5hLGj7WAtldVE4y/WiMAJVFVpSId
CvQTWkQuvz9WerRhjdUukNEdsNRdo45d2foS9f8+XqdNOYh7Ax4MHiiTbzhfa90o2TLAPQlAPU3v
FZVHdSqCo63uBGaBkluV2RcoCOTN4nDsrKpIyy7IyBlBzNjyNFE309WZhQhwrSAuw/gAUAu9XLC0
t3PTHnRkCsJz0V6+PF6mjdGB6gEBHri+AM3gq4btBhUA0lRMwfSMGFlUHf9Pw/PMnFLf900+Y/jB
flXOXbr3VWZww/++nk/ipiTUzLrH8K10io6Gfvqbr0eADxXVDNnALX2eU2QJTXUK+lelvPTR0+Ph
Nw4Pvv6/4blnOVfNsA8tDD9lRxvdetIPiYjEd2N74emwomqY10xtLA+PKSVTkpaVHCRN6BbPkyNK
n23MAQJQ9oebhkYhfHimLUeVDlMsB8QI3UjS3LFAl5hB5LptzQNSYGAw3xYx8OU8DAf+FO6aHBSm
R0fPFqW3t6ZxPz6Tf/d2jr3s0HjE+I38qUiupDzNyWX3bjP4CsvWatBJPLxdVWlUyVk4I1Z8TIan
SHOrQpDm2JwFCmNRKwSgvs07hrFBYl2p5jlIyFmNDn122d2XHblaRu/F6pEsaHGez60OTXQYz8w5
UGrP/HcWcYht7DNq2jRUQwAqiZg0dyWSEj3eEqkGQqI6zLln7q2pwucvxudez2q0W2x0YwVZcUST
WbQc0QXv23oPkD2BGEQYcFpBSbc8SfWc6y3tEz3Q9Ngl4UlPjqH56/FRWq/SUgZ/WoeuqmvkawIl
8ZyPcbVb7WF45jDDYUOJJ19jaCM3XZajpQXmKD03h7LKBKnFze9HBAyGDCrb4Jos10jSy5q0kakH
EV5kWw269C9mgLQokAXI7SJ6zCnuppSHVu4GJdCqt1G69ufH67+1x6CdQUkVQmGMnWT5/XPT2Vrk
YPgkvVazOxXo0e0/FrG1RAwsBAAUFB6A4ksRuTmmRTrUKhCHF3l6ma97hweKCwXIUBWMNpYPvVjm
bJsN4iW+nNYHNxNy0pr4vEXKEjwY9+NzJ5QqfZI2Kcafqj+DZh11tT1O+ZPd9oLrtl6npSB+napQ
0+kAQRoaTvcgUk5md/9SQdHZKPliiRTexMucYdDDJDT8ygI9Wdu68t8IQIqP0aogZ8nzwkjSOM0Z
6uh8p44PsiuBd2P3DDAqIwwBwz7AFJxKcpQ0NpTelP0qwhPtOorgtq2vA+zfu/G5zY6jdjSrEeNL
3UFzPD07JF8fz2DjOC0kcLtsJZmTRC0koG22gv6lvRv9SkWAh42jhKcHdrYKz0RFtdXyyvV42mS7
G2Tfsj7l8Sf5L1aJJRtMVmmFKDq3SpCYmlGVKL5lXyLVo7PrvD1epa19uJfArRKIb3X0O44Vv7US
1yGXJkTm58djGVuLdC+D7dSdoQTaxxl96iEj011r8goR8mxzDng+Ac1EpHCluaMJZhhobxV/1n/o
+asDLFgvMMQ2p4CKA2Zh4H3jGRiKaCidPiaKT/Pe7S+2vt+IQZ77TgDn4qpEzoyibRR/ML52p7YR
IGQ3vx9vA9pCw0ICOf1yC6ZhTmqDOorfx0c78or4L9QFMqL/Oz6P8I3IXE1hZip+opzT5Knab8tj
eRAn1PBAAGvNu5xwEvKoD9HbpTc/2+3b58cHdEtVgHCG8c8h1gzI7XJ1WpnMWlxpsj8ZbtGBrNcF
01Mvqm7flKIgXq4issA6NnBSEDE382yW/XY6keFKB6+sLsLWGVs7jeJ8YMXR+g2ZK87OsLMuMYdJ
lv26OWbPqXR8vFRsKbhHmpUjoyIAKVA4h9xdzrLeaSQnlf0EXR3Lk/yHjudJOxnKWySKTW5ca4T1
IAYxPdjEPO+GSYe4DotY9vvobKaeER92tzJnjBj3Ithi3mmmnEjDoE6YTZjdGvRbFfHRbWw542KE
YrLwj8bzYUikAlejo82+bVFXKlsXTRFH5TVLBLuytVT3ctjvF/MYSOpk+uxL+jFuDk5xLkWU2ezc
8BuPCk1weiAYDaeaMwhGWDllqzuzHylP0/iMepb+yyCiUt6cB3LRMC+ZJ7RyRuvWjK1env1JOdf1
uSZnuj80xgrewKKMondUPfC+luz0kq2DYNw3D2meHfS53G9dopgF+FkTIASAXbm9CJuI9rD/Jn9u
DzD+Mu/xBdw4UsArvdPe2uwGcvvQhWqGp0LW/MY8tfYvi8aICZxELMQbu42oNzrjgFwPSW8ePtgj
yDRXmaL5af5atLVXTwmQZH9I6RyGSODZbc0IgTL4j/C9NnR7repxno+6b6fNUTee0aRb69x8NzM+
LjuKHP6/HD6u2DC+WrSI1v3B/mglldvtrvjiBHDGIJVaeKkaBMjZMzAbeSrY+o3bgUOl4FCx6laY
hMtbXhihVqKphuGX7WulXiryqrQ7CQ/e1wiRuXfHBeAZ7vAOWRTPrUwNP9Gbo2IP3vgXhg4m8Z8E
7gEpErtNTLM0/Dx9G4+jiHJi431CLgJYB1DhMngtN3yizHFCqKL7JroshC968uyYpzR7Qdm90GHd
3I87WdxTOzWj3iMjpfukU91cPdjU66y/cCUXE+I2vevqKW3ehbSH3/L+WC+ULJihUBICqwRcFMsj
ZU10lBxKdV+qLjS9XB7rqg1bBEVlyHYAKAXuLD4gkWlmXhRKhAuRu9KPQoR03Vr/++G5vSZlZ05J
leh+r6OZ06GtX21dkCxgdjH36i1mwG2xHRXh0BeYQUTOCCCXxIu1C5GOAG6U7mjut6JxsQH7w0aw
H063l04z0GzMdH9kPG/HpBNo2s39APUhg2QhM8F7q2U2AmtozLpvxGeau46IHXdrQ4A8xokCMzty
XJz2QBODys4pVX1tOHXkpFVuJqId33os7kVwe57Hw5Ajx6L6MQp7Zm9Un8v4kO0uxYImh8nJIJ6A
M61oZYcwksxSiVTfKA7x1170hm/tAyxoTUPq2kYpD7dOwyyViq41KhzWV4t+NESU41uvN6xmuABA
eiGwzI3fGoaZFh0+vzP+ie3PeXEKUZfUf9acb48v+NZusEoYZukwrcu5NJWKWPjcS4hP1E+Jc6Tz
k948KSI2hK1LeC+FuxYKaey0KDGdxDnM4yl6AW/0YJ2T0NX+hOFfPLIMkoIoKhzCVV11VCFhNUk5
tr4+1v+S9CIE6G/tPksyoxEQvAKHJzovjHwuHXa4eiNI0BdY1AJtc1MATHznXMIl5HRW0U8a7RHn
xgy86IMkH+oPowh0sXXTGc/G/8rgXiULnIuS5BjMH/8ej6dWuXT9n8dna3OZgHtBQIf9mNyup12V
FJoRKr4qXa30Ga029o6PZk8IlsOYhimFKvrl0xc2MtquDwYM6TJ36x+DLLqF6wkAtAumPChcQC/Q
tmopYJZV+PsSbOjxZaamS9rdQEVWAoUqHwZBZwhbLqgTKtNYS5kBdZ7KR3vMDvEseP7WigQ1+QAR
AgwJy3BV/B+F4KbOukL3q9abs39Qu41ssxx91zRv/2aw1IuKchIwVPIasamnGG1JWt0PP4zmc0ie
/mZ4RAdR3QhsJB/NHlu16Y0UD5+cvfSg2GxufzE+bGbkOVlbXR5IXRPwzkgJMgrNdMj7c6v6j8df
XzesC1xvxl7EsJacmRZb+WinTmwgnwCv9QL2n0xkTG2cVsa0wTxL1DSsegABYkMjQ5dk/xTq8rlM
9lLkwrVjViB4/0ECjjwhd50NOtdSSaAx9GY6fuyq8fh4iTa+n7HYQSGhsQ1aWHJPkaKTtEyGTPMl
+5/e76r9OwzzxcIuAJQKk5C7a4ARFKwrp+aDf5cOX/T9cXjEI/4bf+WcRjmxzNrW/CH+M5Wv6Vi6
znjev0RQSIwEFqhagM6WCqk2QAxjKIPmZzhAyfdGF9mv62OKUAFiKzCecAlwVpcC5HYEOStNe1/K
TwVK9RI3iQSKYksESGHwaoLqQVtFVxqjzVDfKrV+NV9iy8+ziyYiFN4UYaHPCXiFURLDo+WaLkGH
aV1vfSU/6GhnqLiGLZjF+omGjnuvIQbsYg2xqeNMHcPKGvxo/I7quTF9pvPB3p8kBK0DEiLQ30iY
A6qy3A51Ko1YnszBd8CYH9PEjXdnFSCAscyasPhhaXJ3zim0FEntaPTptzT8rIsgC2u7bzk8d17R
5Fu1+xLDyxRY/9izIoDlVHcwVbet3cLpPVkSoGHWG8Pi/1AgLE+/1iJaHSeKKUWljxa4zqC6enpM
Iu1A93bBhU2OtwjFMYxwGJ4AtzVAJpGu1xXil64JXLsjxLavX24MDtNfBcQQ9WO8qwe0JBnTeSJ+
jCrvo/nHmVxVOYq6WK2vCpPynnUDZ/+qyRSyMvGc9JCSAZHpalXsivw9thBLB3whga+DK7M+N8Dd
TnywQIHCJxXx32yODw4RwFaAsgIpwfKOxI3WdBT5SR/VgsVBi3Y/3NBSaHcMFBeLrvB2zYiGHpoR
Z8SXhpuV+hY5CmFoWzNgb/Y74x0rGFzOQEdvjKIDz5RfzsR9mmKRYbC1x6y3EdqsoVBM4SNqaJqd
2s0UNX6cH4hVX1plulT7wTdQ6ndCOJ9l7rKuSUYIIbInVW4Y7H35jPf2lUhcYDdgRi3XqJm0rg/b
ovYNNxmPuuT9xfBgU0BcBVGulfUaO+BkDslEEeeKgBv+Wv7zF+Ozel9Yrsgq8ASZtRSmY1pj/JB+
Kc5y+nn/8PCFkEsAMBU5Ec4TmkpapQTdvfyk86Y3Mri7h0cUFLYZ1BAaAfDIJ90MFXRAU1tf/j42
zyPZDUtilZj/Dc99/VxhveIEw3emF19nebfRhOFhmgHMC4aplReHAvi0tcDU4Eff9e4fDdT5j1dn
43qBvQjZKEDBAdfm9zaltlTFU975slS7MpzQvPQsUQRlQ0dACGA8iNMg6sTjwa1EllBwU3R+YdBD
dgwTUX5+4918p28Fwg3NClHZs7xgZQlil84IW38yX0b6nIwvE+vhJrhnW2sFjARMM3Dp2ghiLqU4
bVNFqYS1mubCjcjvRv2tSiKCka21uhNic1ZHj7hGafZYq8b4Vh06IrjLG3NgEFjmRwD9DBLX5RxG
pHDqTlYaXwrPqXqo5/0vzmJ8Jv8uFaxQ2S5KA+OjJlly3gbtMIv4PTdsCxh9qNlCkIy1xeK2QY0L
RxntrPUb7HCtTJ6ufmtIMJIg6r4+vh0bm8HqGMCBhucHipV7F+SmVrqR0Nr/pjh+PgnWaj06K39m
yCFUMqKDOeevdGgc1qqJrPv1SWsuYStgyN4YHq8NQn3IbGqsPJbbilk1aExGzY9o5NZ16u7mgWC+
A7Bn4NRDidI6FyxL1pgaE8Iz0e/nPv5379qboJnA4A7gJGvMUN5XraKkveFPH/LmY0gFHvVaZaC0
FlFQ1JFAyKq3dEqMJtGJovpN7cbGoXa8sL4YncCg39gDUAIyAB1sFzygnGKy7QjUgGEj+ZZL6q9x
+OXxGq1vM5KM8IFkcJSCvHqFPR9iu1IqavtJ337uQENEag1gSenzYzFbs7gXw9l4SW7oU2FV6Kym
lq4yu/2425PDRrDME6D6OE18B+jObFGKqWCv9fqXivYYgu9nq7y04hlsG8EfZmnDKeGUUqilqklK
1fCL/FfUnug3uXwd1ZM8n5Lxz+6lwn4zuA14aQAA5UQpNhqKZ5WGUNlRjp53dylFawzcNVAmoBzT
ROcEDiU+G1o897Jk+kR1U3ppRR7Vxk4vxudUkp3I6SQrieUrtzrMXDvqBPbGhgAE92DMAKkND1fl
JpBmUtFMtJL95jntr+G0G0BgLobnvr9X0UdPyhrZz1wrdAEU3727i+G5i0A19K4uRgyfGF4aHxIR
lHRDKaE5rA2tCncWS8SdHhQihWmYARAmkz+l+hrGT6F0cmrBddjYg4UU9hV3b7Q8WaBBqYBs04zf
pXzNwtPjVVrPwoIri3gkZoLmEvx16zJJ1nMA2/whB8rlWHWAIbmzyHVma7G81JCCkCcaDrNICa8z
kiHtZjRBmXzLORfzJ2n61ImKJtYLxTLhYCREqARUb7zvOWdqrjRpUwaf7Fp3oVd2XwbU6eHbWeCe
KQvOvACUEYlyJy4DIySurWTu/hQNokngPgXfESxWMLgsd1qtjbQo7IQEXQ7qkFO8+yAthuft+iys
8LhaGD5WPzMqjPjt8UHaWn8D2WIE+eAgorXd8vOTsU6U1FaKANRArtopbrkbkYB+iabxnsKCAcZT
KalRkddTVBRB5jbht7Lc/awhpgM8IRrEoS0wHLjl988yoZY9ylWgEjDQNi5qe73HK7R+2SCB8c/C
jsHTyRuoRB+VVimVClxZh1h2S+clVVy5eCUpunzuzsYhco98LnIciLbCZFrOpmslMsvFXAVe43x0
HK/rDqarjLvvBKTgOrAKHzyjPDFDAU7dJhrQFEAvZC+cnUOzv6BuKYGzyUY7h1M9QkLekcOQyN5Q
nR/vyloBQgISHAxOCLNeZef6TsE6oCzPSkemQZU9FyVCuJeme25FcJf17YC5hM1/Z2JDgo5T49HU
mHTGHQmalqLExEU5q0CRb0lAVugd8Pdea72chxWn8ehEdhVoyWdSXndzUIJhD+xGyNggCw6vkVN/
UljOSp4kRTCF1zE9kP23G+Mj5GPhQMH85vFAFNkgy8nDHN3EwSlmaG4rXXZvNNqJw5pB4QfbCc5Z
V4xkNqeWcXHpJyp9MOtnAG7zSmB1bBwnFvlELTEKNBnb/nIbQlPJc3voSSC5Wf37d+b8qgWXbkON
IAKEti4Mtw9lyx3YDMHj0WihyCUje00Hw5MG3atA6j/Kbjq6VfPt8bptHKyFPG5GeVyFfZ1CXh9P
R1Nvj7Io+bS2DhD2xg2EoQlTedUKspfTecxGEDiG1ckOY1e33UoXXPOtWbB0vgUeSgZF4azBCJzT
hIRKGXTTd1X9PYsQHFtzQMAVnSxhE7KAzXLfldyyutxWQXJ501rXqV+S3H+8D1sni+koYMHwUGPF
lhKqDHjfGkSzQVkcdXKV0hvSjYrg+G4uEwjeoUcQ/EY+ZSkEVd/ULtqMBJXzu7h1qeAsba0SS7zj
/G6h2ew8BunUbBQBnX9rzmel+qJOfx4v05YIRJv+p2RQWZWClGnc51MVFkHVv9rWuR89NRRYIkzX
La1ZZGgQaoIqYagavvzXqVoN1MskD5zClzGF9DNVNXfCXzl8ezybjf0Argl9kLAjKEBZXfaxwEPe
G1Ba1lcTBaiC/dgcHo0WUGGEsA3iW8vtDqc5rNsEDIj5W9IdhB2QVgulohYHCXgExfE/xIaWw0eF
3cdzKFe3YfyEAJI7Kae6PurxWY52m+cQYDHmI7zmLNjIZnr3jGsjHbq67uhNK4rDmUYiAqetqeBt
Yq4euORWbOHmJE1qbLcYXwGv8OSBUMtrfjXVj7j8uXPL2VIhfwCPEjcFk1rOJM/SVhuJXt9MIBiP
hajx6GrLURGAnrJI87Pq7FW5htpJQ62ZZX0j9UWSn5W9KRbGkYs8MnDJrH8Hn0xuiizs9Tyub7X2
JzpqRHC7t74etdKA4Rmwa+FPLhdnHohpZ6Za3xzV+9XuJifCx9+Pzg7B3SGiXWF2VqLVt6r4cTA1
gYex0kzc6OxhvxtdT9uoR8OC+vY9nQLp+9B92XtwAEFBfBSViSiFQ/ZmOT5CQU7ZR119U5JjmRxF
NOHrpV8Oz92wUZbzhuQYvmteE/o5FxGYbIwPhCVyWyi6wivN998Z5ijLxiIdb4M1eEZZe+rX3euD
fmywAVBLDmIoHpcVhU0em0k33GLHbeIPsbR/fKT4WP9GPDtr3kxTMavJRsHVrT01DkXsVRSPY4d7
8e6AoAm6FMl1hDgAB+Y2eC6yfFKt2Lg52XcjvSWo5ZJPIkjw+pQiZAnyFVziTXpOI5xQ55XotybQ
tNFrm+IYi6jgN7Z6IYOzMvrWamGiQ0aSqF4yfKk0kd/I7hK/VMgg6wgJMZ+I93/1suuKRIEEGnuF
9hHa5JST3/L0hKrHTO6fHp+sjTWDFQD6A+T1GSiV/f7uZssgY80JaLxu9ixfMtkDTyHagp/3CwGd
CSguWZdZyFkKoVRXwmiYtJvVf52tY69dyt1k2MjHwqfAo43K4zU+BE0dQysqMg1X0FPSS9S6j6ew
se/IQSEbC7wf/vBOnoEwtRY3RLsV0rExDspulk6WNEASijn06D3K3/Aik0Mnaxz71ho/hx9xkwu+
f2Of78fnI/pmY6HvCUKpt5z2rJeEDhpEU0SuvbFICyGc0aTU0WTHBELQCbkyL5LgGG0Nj3cTxDKw
+xBuZL+/O6tq2szAXpoWvIfn35EtuAnr0QFfh5cFul1Q+yB3vRwdTUE1SUs67dbWL9KTXVweH6C1
BlwOz61NqWe62sQYXqavjvXUz0/DdLay3Xl9lDPez4LTT3kxDzSXWu1G5l/z+Jb8fDwL0SJxelyl
DY3wOmg32l6KD0QT7PDmIkEfIdwO3Yd46XIPAEggZkINfL18sjN3oq7+u3T2JqyxRPAPAd1Fe3M4
1JzKC6kSZzTFY1eMuutMpUsqwWXbWiVghNEAE6FFuItsmncHFQQ/pEhSx7ihg4ubgPx/d9M0NoU7
AdZSgJmWc0qR1791Wu8OthfK7V5vmpXFgjYAPjsyK5C1lCBVvYb4oqrfvlB0jDZDUdBha4mQlWBI
fASuV1Fe0NdniUY78zaU+aFuXWuQBJvA1mD5jsIOQDtHOIiIvaM123IGXabHeKdb69YPH+fIc4qn
4VwHDtl/IxZiONNYKtIscmyIoYmne9Hu1ogwmZDgAkobEQ2Azbl9sOdwQhlwq9/i5tj0x1ZUqPz+
9i6XCUEf1LXhRoB7B6dquUyaTRxCbDm8KZ8ay3BVErmh8Yvqn52kPEj0oHQu3dtwHi80aiOQLgKg
E1BOPuIUdmZpWyMNb3EUnUNJOvl7tRTDi7AaCaQtAIrg7l9ZtE4DVEry1k1u2x4lUxBFWR9ejA8b
k9maQNTw7COZYcZFp2XJW4pmQ6Dj2385MD56R4A3kv3Lh7KcjnZyDpzFTVFr1yrOwOX9xQLdCeBO
VROOOp0qCKDyqXmT1d3KA3YM/HNERd8rM7nh5b5FDT+NpBvifRkFHlKQIlqvP8bHDgDpxyxKPjiT
KZHUlkMo3QrrhSjnQVQYuzaW0Cr0/VIwCNtKdahSiyiaYmRv9vxEnLfUPJFp9yO0FMGpDTJWhty1
EGFIHqJvRbQXoQBzm0WMQYSEp27FzRYBb5kZxM7edPmpeC5FbBYbOwCIiI5oD8oI4FRx1kw/xPlQ
zFL6Rn7F7aHYzV2Hr8fjjNcHJTagW+JWJ6sKtagmJ3tD+xTUJ5Rf9x7/5fBcxFvta7O1egxfkBe7
+1BbgvO/fnoW49ucGQNKPzvrdYyvdAdqFWBNcLPSzZL6kNi5wK7cOKtwqBA0QRYQTzYfOhlT04xz
pyBvlvm57Hp3HM/KLJjP2ixj4Lj/ZLDTcGfPVEWD5D6FDOlIB5AJHpUodcPj7k1ZCOHMMhss/GEe
QkiJivo5fZnJ/iuBYC4eHjSzQcaXL7UdmtAkYZiTty/N9GFM90LwEMDFmIgFK+hJsQL6ZXlfjxGJ
rVuR/WzLg7a7dQrGBzoUVWfYC6SDuD3Iyz5HuVxo3kbZS56E3Z42LvRieG71MwnNLNF92bz1yXjK
k1uZTYJDtCkB8Dik2/Hk67w9lquJOffzgAWqLTcBy4QxCCRsXAVkG/DooNqIkQJwSikN0XpTrmzr
Bi7Evjqa2SkUtenbuAkofYBdDFf9/cotb0KZGLpaNr19A17yoKcfS+mFRvUh311NoCL1gLgM+LVB
6o/k+FIOLZI80ezOvkUpfQmfC6EJs6GiFgI4DRurcVxP/Wjfsj9148XOyUgOVu5ZompMbsEAnWaA
VLjUyEAgRc6TfUSq0xcgu9LeEuPl27kkr9m3XWrjfwSg1gWJEyRRVi9R3jQtaO477U3uI89C1+Je
9f5vEtTlXjRFC+hFjCmgMkI6h38xARUFBXDoYMrAnuEeo5jA0SobBcPr0jlJ48s+Y5UtEILTjEMV
jhaWiL/ZKVIpsTnqb5r6x/kRaV8erw6/wejdjdA0yMxgMLGbx106R266oo7K1I9jjypubfpa5g2a
IDjDXW1UfcFTRGENCyICh8cjFptSa+xoqGIUDj8p9Vtafxm1nev0LoK9DlgxG+Rj3JXLlKGCVWZH
flifbOVG0uvjheL0H5uCBeUHNgyU9bK7vTxGBJ2jJ2eOwmuVRq6iv6k7W26+C4DJDZQ5kmQgFOQm
kBPSSWqjO9diOMonqz/u/37YrCjoBb6cEWAvv1+xqTUpkeFc8/7ja2/s6wz2/vHISyN0xXq5rsCc
o6wRRS4tBw218DJ8HQqBx7NxTEEvjwAuO6K4aNry61NTSrUpHiK/Mdww/aWZB9Vx60hg1W9LQfdq
GK2Ia/DeehEBIzWPcuRH6rOGrnzGISbnVuQ+b1wGBvdC/AfpbySO+Sun9bTqkSa95rXhThqwJ087
iQDYdsCBA3wXWglniSezV+ywnWukYq9te9Dri7Ct1sZCoRoFYVYYHTDx+WBrISd2NrUyzmoJuq/B
lZ1nCo7qYSc+B/PArgNuBICfiYWyuUM75rYRqXXkXOdfbfYp/9L1u88tBDA6Xg2MOYAKcNo1MmxS
G5FtX0n0CkZYc59V+f79AM1gqVhzPvxveWwVqUEYI1ftqyWdpg9GKlCra53ENhpF8yg/QvSHj/LV
42Aas2PP1055MtXXuTzt1RnYADDNsmbraO6gcW8baaLGdMg4X9vu45g+xSIevK3vvxuf7yU+hJZk
KwnGdz7l4WHcaVBi9fGDrCUI21kVAW+yjpaNWPQYzlcEKV1NfkbOckpF7Klbc7gXwh3RxiiMwQQR
5TUDxZfk7owlrebAbYEzJ2aDfvHz1dIPeokaqn/2bzHyVaiptVFvgQzv8oROVjWZGZXma9F8vzba
j8ejr1Udqo4YiIhRpSLczH09XAlHS0hnXBXnk9Jca/IyJW+PRWysP+MoQH0ZkocolOOumEwlsM7o
lXFFGy83f46jfx+Pzz7xLsDKNgAVtcjjQgXBO+GBSrmazcDdh9ZVJf/O7blIJhccFS7akbmy4sE6
FsS9t+bDjqyNWUF581myKWxbhvc3r9Cvh2l4Tk1RZ2CRBG7L+zrP4gG1TtcIj3Vhu4319njJ1q8D
oPgILkFzgKJs1YystB1iU0THrmVhHE3nNOiJi5SNG3U76bE0PEJoPIflAnIDVBUW+5K7yMaE/nlk
sDrt2hDnEE+u1IgC+KsTzCQAmY+6MLhCq8TuaEh2mCeVeu3K/0fade3IrSvbLxKgHF4ldZhgN8fZ
fhHsbV+JilQOX38X5+Act9hCE5oNe+ZlAFJMxWLVWquezD/6+KTtrJD4OgagEvEf9ylHca7HoNiD
iyLfmkmK3B+Kh8Lda8SRA8LMILj0Wu1JjLaOmoJnaqRPxC4PpfKUdR/vr/bGDBmIywDcDH74beq+
z1PFLHo2EzVHSeZ3ZvuoJHt9bwwBtAVE09EBxwisp8iOq9wsWbwQlNI9G0WIdPsbJgmeK0fZOSh7
pgpWXKWZ61aRPpOygNAJo0Fq7j3X3F9CMhGmhCtTi0nF3Jsqu3GMiRhx4Rdl5b9hHwFaBBQibCHq
cYsqHm5Xa15nLTpxixbFqk6KTN9LiDnwjbrqQFiFxjTyHlo9OgHbxteMY9I/jCwO0vR7r+/Lyv2n
K8CyATbmUQGx3qC6IF6Q5qVBHPsfO/qZ7V9tftL+27wuBHinzFvcuczRvM/01F/y3bc2cEwInHBR
IxA8oMW13rAoJmlB70SdCchgEfMzyaW9ceR4bgCVWzi//aaOUdNMFLGydCFa+80efbs7GTvFn/gK
rLrgl8iVZTVb256GtlgIdULzZ6MdiubcypTUb26i104ggwzmPJ7UomJcqxW60S7oxFhCaw7KvdGr
/wzib/tC6CeaFahExwwOIDsO3inWjmN31idJYHp7Nf72IhjwtnPnvhzQiwE2r+HTb4ZsHJs9gMUI
WBmUDm8AilHZQkC4d2ZiVe/KIZhaQmX33NZSYLciOo2QJcygcLizzqXzrJhwYy2/8ysZHmFrBNfN
i8ENt7O9YkDzSe+E+p/hZQB15P49xL9w5ahhM6E8KQ4EAgScAL3esXML+M+cgqkKGg9lQfywTIG9
s+zj67EwwdmGQiC082+4hqqjoIg0VbGj2qNymJbD/jEg+sMzZ8BH3SCwMzg7LYI4M/GcU6qES/4u
ds+R7NhtLQZ3B6CNCtcJgLX1TFlLVCWlSWeSjk/Jt74O1eQN4+CV7sBLQdwYsPV1D3E9JJHbLAvJ
o0tlvri56o9poMhQd/xWFpf8qhtRGqMA2yJSdKxGqYUQtWyWr1X7qFlhoaPy6vn+0mzcfnAFEQF3
kX3iO2w9pMalo9dHeIhZygtsSTEfWfOEIJQti3lsnEQe6kKUDiXLEe8STmKranM2O71KquVTtByt
8eH+QDbbR06C72IceNFPYFVcaMNUa6T1gmn2a1n2Xda+8P1qs8Rlb+Qa0b00yMD8rHc/uZFX5phX
xMORsMMGXi+F2iV6kc+GStQk8/Vw8XYCIfkpB6iGq7ACOI/CnML2ZW47FgWyIcR9N6eGj0JmEmdw
w1ZxHVakoOCG3OqY9mWmlgp/1S+VP46B/UXxDmDu3V/ojWMO2g5i7gj08eyNcC8ZTuk6jYOn/VDD
p9WhR2iq/pDICqVurTc8ToQPIP4KbVbBmdKzyHSipcUhNLrA89qg3BtEw2rggccjgCB4A1CzXu4m
Nq1SZTZcEYiuWU/pJEO3b4/gbwfCjjXsBYGkzliIWR/t8bH7s38dODofxVGRhUfwev39UzM63Rxp
C0m/z+qja5BIJmy1OQBeWBwMTARcRD/Kc8ZkSb1+gev/m5W+BYG3+0O47cAAwx6wTq5FDcilcOIq
yMZZGp3tS6U90ica7V7hdfPC6wuKuLa2lGi+fHarwJPVp789CKAtYlpeExNILgvH2SlTs1ILy7po
NerfHR16bnZnV6BZdtWFiHw12qgpE4YuvGOfHfdSp2CQOA4S7Et4mVCKE9/wWhWXRo2zftGGIztY
seRuuzVHsKOcXI0uYDBEiVQnBhhVizX3ok0fe1xotdWCRHI2ZW7BxjbiMhxwbYDj4OmJ9UloUxrX
ija4F6r+GJ5K99v9XXq7zjxGg+q2nC7Es4Dr5uNc6walWIrLUPmqNfhOa/iNJEV0OwQoiXApKECz
+DUhHuZqtszMqPLLTIPqZabh/SHwT1x7NOvmefdXz65U68ZktNB8ZH1f6EHpng9j9FJ3p7Q7aTtx
zthVSHI5XKoB8RV4s4JLA6k/J3W7qr0wPWyVU1VJttXtXHFwMH9MgDKOFLlgNRKT6W3e1e2l+z3k
/k5ByNevh4PEk41AWd6kHL0sr+t0ydrL5Cvj7KegR95fi1uPDzRIyLXg3bUVvE7Ad88hN65d5qoJ
usRvvD6s4kOLQqDq4X5XGzOFrjhYFL/5yNbL3iK20i6GqV0M+yG3X7SdeBTeIlwlHmDkpatupOUX
jypLDe7ERUfpaVVHJVNZyb3bs4d99OqVwT1GhEs4e1E7t0YTGcbFtI4Le5yX40yPuycJXcBnxRmH
FRfTOQvFBOatbVzS4VQl4SyLvG8Mgd+dWAOY8tsMv5XFhY5C5tNlaR4U7xgbz4YsRndraF/1SiC4
B18JASLBV8qWNNbUEl2ASRfBHzs7S+CN+48dF0X5XyfCsdYtEG0nMBovigdtKz+VcVRu5wm5NBs1
d0GwBoRXpIPNy7JYWaT3F0ULNRbO+XGS0fRujx52IRKyHOq3Af63THA7Rog3XnCwhywoiwARHBRe
6HfywnAwUGwNuUEuQ43ArOhbqlpCzUGr+0tkVkAtfi1kUvC3Bh1XEjxjvBuBNAfKZn2yXVfRsizr
0MHn6LNWBO58Qj2/MjDKUzPudqPAwIUwB1xxqDneVOzhQkjK4mT6BaXX0vqUeJLL6Xb3coYvgv3Q
MoFsnYhVZWNWVA6M+mVsn9P0CAid1h7nX3tPOe8EmwtTxms0CROmK0Nil0WiXxI9rA2/33/Kubov
9LRAOITahKgLiqJG8VLi/F9mFQrRT4UeOjKo0MYBue5CPOVtrFatBUHhS4YcYRxQHXghyd0k60KY
pRmottIr0IUxPWU/hvShkZV/uu0BV5EFhx9ZIxh20aMderpURe1VpF9+2PlDVQ1yFSdZH8IooPw+
5ZauVKRU3uXl2QRB2vh6fztxl3LtUGHDAkLPxTLgEor30tAPlMbUSchchJVLhhZ1aIIeLm77Msef
7/d1e4s7SBAi/wKTAsdEDBGZQ9K3ZjNQ0hkPH61ot1lHEW+uUwM8JJBWIoWVsl5PTCuixIKTPgWe
8+3+128sxqp9wVtTK2NCyAPtx8WDmp6ZeqLVbgPFh4BaYojccC48n8Ar79a1FNx+VKVEtcdwrtxg
/uf+GLZWANAtC5kdhG1wdaw70KNZK3EzJSR6nL/n+/1lznf72zq3j1efr6tdRQEUT4ihmP57VssO
9e2tt25fWIFuKeZR8/D1tOfJ8oNe/cjUn0N82X+Drzvih+ZqIItZFi7jHV1G5R/3qOQ//90yCM5g
qpQOTU20Xxp+PQQyReGNncqr2IDaCJcV8TNhlbWoVOva82KixKHyy21P0gfxxj4CNwmWA69ifpwF
w5QVbqfQpcmJZsWfC+NBQ4x59xTx+DvYvnh3gXEg7CXDUEaFmlVMIvoYP3qT5KTdThF8caSzEapG
BhIpnfUKA7LdqGC5dUSxDhoKqwxtBs32w94xrDsRZslNnAa3UN4RL38e9Hd98Ibm+QsSCXkUZRJl
KbusiCqA53qiLu8067HcKdMK3w+fj3bhCOBM32BK81y1ahuRdpI2L14Q7ST5vjbPpWgAjXD4PyFS
MNpOoqmp2hMrvyQ/p52y4DfNC7Y0mS0t7b2lJ1Eept3PrN2LjMTsINUBbCFMNSIEwhk2S8gGdovd
k8wc/PxoAeV5f3m3tuhVB56wRd3BqZw4N3tS2WGqh7p7MpvT/S5uj/FqDCLSVnFiqk6T0ROzowe9
VUL25991oK+PGe56mmQ1xtA5v6xfkfGW5lGrgIMIkK4RcS/QvuuUxZp6Ep81PfN7VyZWsjlBiMgh
+sPjHCJ5wR6BWKl7HAE1ek8fVbaP6Pm6R7kItYM6QkCDqcISe8C0N1rp9cQ7Uwh09sv+uDTcOjQO
QA0IGLB26/lX60Tv526u4aQ+OOknt5ZE+zb2KLS0eY5UgycM327dfutWQ2f3XUtYe2BKWDnnLjvs
3kK8Xg14QtxQ37gsSV43JRQiW2KWCDE9aez3/fZvH21IZXGwOWAosKFiIc8OYd0x1gxGTPOo2n5h
P1PvpFEJ+2JronAjQxrI5fJ64quNoQZmUdcjI00fdOwhXw7R/tQ7BgIYG6j0PPMuplGiVM3VxfUw
kNlnWpDJWM9bE4U3rQmgH5D/uP7Xa+01eNlG4MMQI/kJddmgxEMhtUKj2e2jgr1oQewLIWS+bwXD
rbNpcsepbUnUKT6Ur2VJ8Y0zjdQiVgIqZXj1iEzDrFBNlG5NZzJ807UnKlNp2mwe2Cnd5nhLqIat
p4lrQUIKrZpJ/pzYPxzz6/3tutk8jBHXHQRzW1SampD+cLUFaEVouQUKIBatzMve7AFvKLxCcDej
kvV6AEmsaogxGAMxDaQJGPNlYZKtDkCFRcYSwhucwr3uINZZkvW20gNd1szPXrUbbgQMIepuoxQV
VzQS948RWSw1W7cnCzuU6XFUQrM/7l8EAAiBL0MEhts+YQTtXESzugykRQHuA8Ov/e0j0YSQtIVH
OXbpuv2sykc8FPuJmPqLbX3YqWfOrx0QChHb4Qr5OGfCrTA0bTnXjTKQuLPDX0ojw8ZtLTDyoDwB
BD4YgpTrz69Yn8fLko6AgvwcsrOeSNyWDWOK8l88JYctipSfsIFopE2q23oDmftnvXky6KVvX/av
wFUX4iFQkqbx5gxdlF7qm0nhuxLnfcOaGlzymNOdgdkVw2zVrGjK1NmArEVHt3g/6+/H/qxKQiJb
EwVGMmKRiIvckqrjzO6nqetn0usvqAzW0lOzP+qC1CvEDJB4gMwnnoLrtdaauQZruJ2JQj8rQT99
vL8OfCnX4SlAG3i8yOP1ZhHXWTc/9e3o2pO+kLo5tk0AzY1Ie85gk3q/yJ5HNbzf3cbONaHYgzgY
7BM0/YQIg9EicVqYEfzVBpXpoeZLZViKjSUxYfUAOoFyxS00NfEM5MwcWKdYcYNaf5cr79Wm2j8M
4Nc4XYVXgbnheo5GC/PYZgP0wH/mfjV82z1Lq+aFRUmn0kmdnKLwCBBr7anK32CgIHwCzWbYKcBC
RNJNMw2TRSuvIwCtpUdtJ1Wf279V8/xsXoV3nHQ2aM3QfAxKhHoZrJ2StzcdCNsoZzZ1WB51hC6u
P39fpBVUNnYRQs94kCCQCgsrknlVEz7xOCUjsZNgcv20fOqm/a79q1Q6HrfINlhiEGlGjbNxzuyB
NIyeSmQalvFQveEBZ+HxgCMOANDt+2Gm1KEWjSdSg0rql6XEyG4c51XzwkUXd2Y+L54yEi0OqzJ4
yzFDEAmoEK67cYOnyAegEEc9wzXdsVDDj+QS2lplTs2DvA03FaLH7STVgjCkNRFgmjvUpCyCxdjv
aeDpyZnnAM7A4+afcHUUhmSKMmdcJoI8vn/AO3J/+xCswMUAQDCcYfFRMrix2Q92NxF9Cnqw/xLJ
Lt24RjlxkT9tHdRBcITvx4txmdooGnHSgl/qz3bwmawe9sYmQrIVxQ+4tDEYvcImgvDJoAISPJIu
Py7FaWf1F9gKvBPgiiEQySFSoruaeYoRTdzdHukfVfMna39Uft2BMEVF33UWUMDw519m/SmZHvZe
BmgexHb+fubqlcL0lJo2GW0GZ88ZI38xv+qWZIlvT8G6A8Gb7AcQSCOgi4nZHKfh0KSXaWdZ+/+s
AcJH/HXOI0mCvR5pUrtd4w4kq9/HysWSXMcbI4CEBsJIQKxz0TBhipoGcnFW0/akUKuDU9CTip9p
Lg67VwJShmBQwSvGkRDJft7c0tJMtI50F3vyDrq6/9kDhZ6rDoRp6lJdLc3cQAdQoR3dyE8MyVrf
njW4qSDmI1ACyirehmtzZEZum0Re6l4Km/lVYQS5KgnEbPUAdB32KgTckLYVejCoN6oK9Lg5coLn
CgdJYkHWvrBbHaWKLG9IvYs5B10etl93rzH8ob+fb6wniKrOMM4dmh9ZMBUlBLeW3RYb4u0OkJQc
XoASeXyAVzdCHXdQWAVr/tJArh9lr/xeVot6c4quehAMUtPM1Vjr6CEpX5YvjkxqY+O0oRwOz2fj
5uTv8/UAukxvZs/KvMuSH+MU1eUe6P5bDbqbPF3OibXQwhA20ZSkWdsipHgByN631Mr3vuxfZg7s
AVRT47WoBQ/VMyrcFX3kXMagmj51seRVdXtrYn6umhcOMrPGxdIHNF/OFJVpzol1ZPVD5u7fSuBj
AdcDeU/MkwibpbFh5KNZRBe1CnT63ip/7p6lVfvCYUCpdFXrgfK4LEbg1Udjv/sIh4dzXl8BszdQ
G7NclHpcmujiTB9Sv0hf7n/+xkZdNS+YijTGI6cc0Dygbn3vu0sokxXaOGmrHoQJylGexFx69FAH
bn/IteP9AWw27yDBgOIzPA4jvAMHPKTT0umiS2Gp/oOZ7Wf6gOMFhQ1UV0GW7cYUTWahUKMfo0to
F33gQqtl//dfty9Yipkllpq4Q3RJocMYPxnLGyydaXHXCEwvbCWxMB5yMko2QCHmUio/3eSnDAy9
tYGumr/RYWzNNhozmCFtesqtX7H1S1ckF/KGpeBSC1AtegX5iiPQbaWaTQ1TZHQH+zCc8+Vpdn7v
XwZcx4hzQsMLLE4hhFRHcQ94LO4D8IzhYftskQn0b2xUC0ly6L+/KuWIecKqz9y4KQf70r9z9Y9W
//3+ADYmCXIOwBRCPQrpMDHLFpco/kC7xLkMU/mYmOfkvVcd42KnsDf3UkEVxGuTm9Pb5yAykWbT
V+im107xoe9P90exsZtWzQuXwtLaVRo1aF652N4X13fHL/c74A2sY3l4aALexI8ydC9E2F/tGagk
0rjKRae5HxG3u8D7Gjsfyef9Fw9yeQjM40ECN0Bkdin2mOWtCZmF2az9uAsyT7LiG3PF5WD4sYaj
BIzE2sfovdyhlVl4lzgPLc8v54M2S5ZjY8+uuuCb7soPc8patygr4Ui+JPZpTI/3F2OjeQQu8OQH
mBv5SNHNo9UywfjCdnffWqh6Y7dK1mBjijyk5HnWGcSom/hRDBeDqV2ZECgKmcoZtWsVQ+LGbI0B
0QsQfhAAgCAcDx5fTdEwpmM5GgYwQo+Lc+zL8/4peq3Xg+Q/UEjis63WpnYavSIho/s0Bam+/+GM
DBgYb8jPcyi34EQiekQns28S4jh/pi71vU/3P39rAa7bFy7/qgRGqy7QPjPxEgmKPGh36hhzi4Rs
IyYePiqitKI6mDMvajy2S3RpSz2w8nNVynbR1hJf9yCcAiWarIgh+nIZejLMh9SV2CRZ+4LR65os
TXIb7at/ijS0hjdsoevPFzykWbWBQ27QfBnBiw9Mtv96xhrA80KYH/ELUZVgtADeNRY1Am/lkeql
n3cPldUFkyN5NfNpFkw3EhaQqeKqefDlhWmqe7VMUyj9XIbBN5eXYzDoP+7v1puFQMaZ12KAwQDS
5ialqrh4trXaolzyPKgWn2V7V0JoX7DY5gwXklpoX/k4PVXk/sffHDUOOUZOHnh5RLPx3lkbImOm
buFmpnJxNeUUTw9WdgLRSHIhyDrhM3hl7RQ6LEytLeXC3M9zBvb7+4LtNUl8HKiciMuTh+PFvItp
4EnimA0cgNNkfSk1yRpvjgAEJbACkY+8SUsl8CVBTW9iYmanCOUk9EPMDvdX4majouoCqPsQI8ON
AKdMsBdxZ6hJa3bWJdWMsNWOSRXYRRposnp0G0PBo4eDhlBqkgMx1ouR96ZXTQ0YoZZ7rrSnqjy6
snKAG0NZdSHYDgbUW5FX6ELRfAMg4ekxQZGs37vnC3kkyDa8ylNhTdbjSBeWZSMF49TNUHbonNZB
lfke200q4cQxLg8G/XAe1xMOSAFiV5ONjXtxqk9Dc0qTwEskgbet6bruQjgefdFWjhYzF4yPr1V+
rnvPV9XTaEg22IadMgF/QowVuAaInokjsfo0nfvYvSRBA+6NB4WF+yuytbOgNQwlKVAZ8LTmf786
5kXUdyb0R9xLnftmFqbZWZUpnm1N1XUXwiExPAgamryLVnvJYt9Rgyh9jr/dH8fmRCHjAyUN6Bfd
2BIrT2dzSVXn0lgflIikb1gHzwZKDGkHnHYRB1XNhlsh5hRdEtS+UQPG9qKIIJiHEChoYpxjd8Mm
ccrMbbyW2uAonVQkQNODIhMa2VjpVRfCMgx1D1n6GV301dEtdV+PFb/c7YHgcKOGBdAMXPUZcK71
dsqdqNKMhKbEQ2bssUkljsHGKnOFVQ0HG9x4KHasmx90NgMnY6WkcAM7tHe7fzz1A3l4FO8DRenm
lVJoSmIns0ZJGwdNgiDWcfcmXbUvHLZJY12LWmyUOF9T8zgp++9TvHUtPLQAmOQ+8np29ALKHN7S
UjIdZ/Ojqn7Y//UAuRlg/GKTopN185FjzOoweSkxvfcWynDIvL6NDQp4AVRewCOBb+YKn6+4AOpl
mp6SnhEjOg2M0HG/UwMTAYF4nGOoU4mq22aSdKbOMISMfuvMQ4o65urX3bOExDbe6njugqonhpec
xYkafWlT0piHxR9NiSHiO3zlGiNZdd28cCFEydB2Y9ylpF18N/rB6DFhxyiSWFNZL8I9TWdI6HtR
nZJFebQYamV+qlpMVfCWqUIpLkzUBq3HayolrhItJU4UGvNB2a0i+TpXf9sX5qpLEjwiHDUlOtY5
nJvwDZ8PmIGJdD13nYTTjHi91i71gPOg/JkHf9mdb+Cfj+OATADe6zgT6/PG9MSKvaLIIBHvG9ZL
aUqeERvGlLuTqOqFkBJeW8L3F9WSlEvmZcQ8gXG9ZBLGytYe4kFWXtsDyytSPVmb1N4U6zlprJ9m
FYxHTz/asrLoGg9biOcBjjcvXoVoKLIC60nKszHS6xm98Nhb83FKQzt9yuNQbUMFnuzYLf6sBJ0h
o8tsTh7g3OjT49k5IZwCiAsqWo0L+m2fo09js9+UQ44emFaEPLjQsbA2qKtjo7D4mJM0BqruSOmv
3XsXStCAOGLh8a3i3ppjq1tcg1IS9R/M73W9l2kCtPt188LsZNlcjqmH5hPmpyYNk6nff/i4xjCQ
ULiLcPqEs80am46allJS17Cyyid1t1oKhgBCAG5TAN8gFSVsrLLNi27pzIRTKNqgkwFyN/bPqnn+
9yu/27HnKUaBIJBL3VCDqyFZX74/hGOBWxr8Ep4NAmlMaL5K5sJqR1A+URx17k5Dr/te6vj7NxEw
n5gc5M3w4BI6cSiUpbs64wTr/0vGMFYlFmRrEChEw+OtuE5vuA0jdFvbPHUxR+WhykOvOoDI8oYh
XHUhrHJSFkve5ejCqw8xKt6Eb2meq4DBRHC/bL3KZTVBG7lJU5LbD5lzUiTNb5hYD5mN/zUvWAkn
1rWm0RL4GvGB0nPN3nk1FASPbxgEErsg3wKqccPESWNKbWeqUqIARxRladjJAlp8o4i7FdCD//XA
x3l1GDTFKAvWo0aMUzF//N4Uu4lpOMzXHQjxE3tuICitZClB2YryPMgADtvfD/w2VynEoROa99LO
NuJWoURxzjZAdTLFtM32oWcGcjUgb7hU1/ND87xp5xifn45H1fPncv9tg0P2t33e/9X8N3QxqznC
Ns2+ABnr7EZ98tkHeMV+LSl1A0hrE6ejTVukZM6+mt1p7t5yiK/aF+6CCT531ikMn78E8fCCcbzh
AFy1L0y/PrXMdhN4w+6IwreHt1wFYJ7x6wwvT1xn69mPYzbGpQs/ch7P37vd8kOY/OvWhckxyroZ
hmjC1v9mzKEhqwu8ZaOvmxfmxpwV1sTZnIKmdyzbcC6Ruv9+f/q3rBycbBQdRuiFq8Kv5wfa4MU4
1kDPeZnps0/OU18EUzNLLjMe3xRtEGDhOLxcbeom55BV6tR10EkgUQxqr/W+c85Jdh6rD8zzIEm+
m+rLl+WqOyHc2tjNNCMZlBKNfrZTX+s+3J+0rXVBKIOjKaDsh6DretKo0oxWN7QJyexwqE9Leupl
t4+kC5GLozIIqHUOz/iV37XqSxv/M3m/749iy/BxhRUwZQF7u6kAVTIltYoZTyCAcfHgzZr9UVwQ
Y/62Lxi+HAjyyLDQfut9TCMIL/+fqv5jZ5LgnmwUfCKvzCtC927cJWUGlerL/Gx1/3IQwu2jzGxw
9A6DmPpgzPwq+mDNJ6kXsHUKr6bq9SF2NQjNoUuXp3lGIhbMUxgn53g5avEbbiKkFhHuRhCIVzNf
T1WSO7oy6lVGDOtkXgpT0jyfCvGQXzcvmNqi9Zpad9B8Uf1MrWP2p8kOkXaiyfe9+xbyRq/KrIiF
IrclnL5k9vJiWBDZyCoATnxPHSTW6nY1oIICED8wm2Al4uZezxN27eQkbpcTqsNjot/a7tCoj1Mu
E2S7PeNwOaA5ZfMYBJw/4YCYDutGlWsoQR/Zr8DO3S3LARHe6w6EszGac2lUJTpAmXHfzsFW340w
xiPR4rXRENRF8TVxqlLNHbolKQryNLPPzfhp90rDK0OmCXlqyE2JjEGltBurcZOcZGfrPZUlsm4t
B1Iz4OXiHQpiIlTM1ss86V4x1TFlREGNj+mD2+0PY6w7EK6hahid0e7QgZuGbRNO/eH+9Gzs09UA
hINQKpOjLgztl+zbZD2ORQDmWGp93N8LoHC8HiTyfYh9r6eJplMHabS0JrDi7DwYD018ztj5fidb
awHnDCl3ToS/EV1mjRZpHoh2xPqn9r6Y+uf7zfNvXJsm8OqumhdWoh+pWk2azQjLh6Bqg6IP3UhW
enprDBwgDW4I4ORA0a4nqmC1ZaU0Y6TKnoiuSLIzW0O4bp1vhqsrorCX3LYytN5Zjw1lqPHG/GaU
YFA2hoBQAz4er2nOAxZuCEuZI8dB9pWY6gsriUxnT9a8cEMoYKKiahWaj7DQjMjO28YUwVt+FYDn
GCYxn1u3ZdnFEPwi2VT4kwHVtYtS7D8N3LHUAIHnZQ5FHp+r2GWWA/tIdPa8LB+Usj/RvjqrYyu5
hLbm6rojYb2dInUVEJEAsAho1vnlJLvlNmYLiDXQ+gE4QpTaEBZjgOAvqtjNALro31XnCB0/UxYo
2zBQyLsiDIoANey4SO6vkP3OShYplyz72ljvvOjQJqdSVgxlY6ZwfcKCcwQHuCLCdZ2lcdoaqM5E
ejsovk+y+kbcNgi2Y9W8cKxbS808rwHSBUkaKApXJ4V+VRO/Z4couG+lNgcC3iBOH3+MiWFXw6mU
KW849Kg5GlmQM4kJ2Wwfi41ae6jQjsTE2oQYk6v11oigd/OPOp0oC/d/PocCo/4CgmYA7aybjxyr
bfqyg6hi9TQ3Z1lhoK2vR1Ya6HWQQ1GlU2ge4EStyh2oWw7d459UlTiv260D/gPFaISaxHyNGzOj
1SZEpGc7bId3iiykvnXaOBvxv+0Lc1+i+moN2aUEZY0+HZXkq70/XswTNFC/A6cMEVFP2KZj6THD
iTD7MF/++z6Rpe9vvXvePshY2Dmc+ig4G2qh5iatef67e7SHd64WGqYfeSH9vX8XoSNQaBGtgZXl
C3V1zylGYjRTjXGw52xwfdrv5gBjhaGBhx8eNINU17qDClXeZ6ZN4As2ycEFESI1Jed4y+zxAqDw
ZLhpFdNXcau5rdvNMfG0wHAKf/AzAKelwtF8xkXDBNlGBCHghIPmJwyEQSJcn5YO3aDciXG2xqOp
PecpsXvAQ4KoeYP1uO5O3AB2naSJ08bEyAOWh8ruSjdYF/h/iIMDyI7kmdA+KjZMY+bgwqvs793w
YTbP+zcWQg5wLqE2g1CvMF22Tq20suqEQO/cVZ/mYX8cHA8JsF5Q9v219olwofYTcxjK/MK8ducl
e3Aedn8/TgO0TAAyhza8KBFZaCYALoD/EMU9x8lJ9lbcuOZw5eByAKQTsWRRwnHODDbiWoqJVl7y
Gorzh1gLvexTPZ5GWVGuDVuCvmDFkXwFLE6k4U+6kmSJZ8VkQY3R9Jhn71R2Ni/OGzyDVT+CZ6D0
WmxG3IcyvJeFBaz4dX9JZOMQbFVOjYpLtmDF6cHRz40dtGUw/PH2Y4+wp7BruXIOh1QL47BKqAuh
6ACkflOUu7SYL2PnbQ0E7hmHioAcgap7a5uI4kmtMrR5QirfmZ6o92TWYVp9lbwutrYYxJ6AC8eb
m4varntho2eOiwoSxmD/ps4hLgIjC73S1/NgkvH0N+5zWEQ8A8B8QYBFhGv1IA15fRcjw6w8KgfX
lRzGjescpea53ClkW3AghRWp9a5uZtuMiYMyyUnnx3pg7IeQcEeHy5GgsAgKlAg3euzZQ5wXHqI3
mh7EfuZokntqY45WHQhPDA9BR2tQXUpGSw3iKayGN6wCeoAAAJQGHRVo9PWKLyyOlCo2KWnS0lfU
0v99/wBujQDbFu4aMsC3yM4cBtOL8xJABRr71Xya1N3yRR7i/BxGD4cEWCFxEYDttSuFowoN59xC
eUamIbU1ArjKuPl4kh+h2fUM2WUdD0yxCuSnutOYKOdkP7qWgy7/9qCve3Am1i+9gx7yym/Vp948
7V8DYHbx3AakBkLMwjZlUGstDDcqoL+g+7US5jKPcOOs4a5A0BrSaq/6p+sB9PlQWlbkIBzLnqPG
OxRGfHTb/d4NSIB403PGAfQAhAO9ZJNVRJGbEa04mp4vVdzcWGc0zQUAgNZCwFdYZ6M3lgEh5ZxM
w3F50Yb99mjVPO/+ymuuNVBWK5XmRGk/9sxHUbRlt44Br7TBtU+QKoKrJmZSswkct871cgJmL/Ol
pcE3nOZV88I2Tcyua3TUiyZ1eqZ5qLrvWnDdZI/Ijb0E3RNeoA6kFdxB/CK8mifOUe+MTs8IS0I1
fxgbkAvesJM4NwKPSFRdhpLuugsVOtvmqDkZUNrUeY5zSUJqayPBTwMdk8tV42pYN6+4aY8gI0hD
Nev96X0GsPD987y1EBxzx7n6gAaJpIXB9EqzYXlB6PBszofSOg3JN7g2b+gF1yesHkTPUN9yPQxN
jRadpRF20wzWwpcFwhuL0vqt+fkt/eCuRik2gJxEVeM8mZGTiq2ceNNHY/oQG77aBHomGc0GUhJX
A2irSOZwDoN4TbS5plQjgDakb4609oGVWMBZck80A/3NH/SX3D53bwgRIqOO5AuvowYZPGEroJZj
PxpLBYiYEmSnSj/cn7qtnYZgKvDceI6jYJBgsrzcjFvdxkMZ4hx+wd7V7f4XGS/wDCwmz+0gob3e
A13VTalrAOKml0/F8NXZLdQMi4WZgXOAu/tWecUd5iWePB4SGR56qDVVp2I/uAdd4M6D3cCyI2Cx
HsKg5KnlUoaYVx/i2lB2l3/gQ/jbvgiDrqZoUJ2loERrR3+Ozkv3wdgtKoY+AALkFHserPCEZbD1
JIcqBJbB8uiZ+cmSvGGdcfiAyIDcAYrRC16goQ9pb+qAkyodyD1nc5B4IBvvCs66duGFvFIeBVuC
uJeuRF1NybA8F19QiXdofdU4NO6z7Rz3nwm8wiA4jcqRNhz/9XrHiP4PYwtEjtVkwYSUZFRLBrN1
6qAij60EtxYAUMERGVmfaoPJaSzlQ/eepf+yeWGuvEZJKeXNK8WPmf6MZP7y1gWLm5Vng8EOhWla
T9ColrnRaw3OnBtSKyiGIJEN4bYLzD1XDIZoA8pziSmYWI+sce5h9pbosVYeStufRok9527AOrSG
LpDWBtwQ8B7ocK9HUcYpGwbW42VkPzE96CoUQzwldmjtR++tOhJf9rORqAlQZDjf1mF0v9TT7/v7
dXOu/g5EvJfi2XNLyPrgbNvnBPhGaAcY4f0u+IrezBV4aaAGQnLvRhlqSjtzcMucwi9kwej9ZDLq
0mYHOBLQVYR+6U20KIkG5NAnoBjSPlAqP3IlR2Jzjq7aFxw2Re3SGSASSno3iMcPyEzujwyCNAZv
EFsWT2E8A9bbqU0KzN3sYATUPlRRyECg2L8IPGYOqW5ONxVTR4zmXVFDg4p88pbPqfPlfuv8BhCX
GLYbaBjYWAixC8chcgaWxN0C6p5fKed5DBwrmGRPmK1lBhUX73hI71ioIriepAq+jDWVU0Jq7Vv3
1M+/749hq3kkCZHyhEsON00YQz+7Q11HCBVUZYgiLzK61dYmApAOxEwAHOFtCJdoNeVKDc0jcPmV
c52lvouSneNuDTDwJa474Wbr6vUyOw3NogKdgFzqHv+ftCtrkhNXur+ICBCbeIXaeqsq7LHH4xfC
9nhYxCL25dd/R33j3ilURBH0F2P3PHRYiZZMpTJPnhzWHkdLSwSAJpDiQDaK9m7z4XkK3oOmsdAJ
avwTHmXw5fEO3F/TBPWr/xtedgNSLTLMKcLwY/xcDs+BebDNQ8f3evwrj1dCjUvbgTwnwBgCeI1t
n08lIirotAKU+FT2L8P47rS/zc39cLDTwu+GSuANg5t6LkJLFRIlZgTqBv2QdLs1Ntz7zcDwQCeB
Xwl30J0fwNNRH0cznc4VeIkK7R89+Px4OxYFoGBT9IMSXTslr4wDlm5ylkznYvAs51OkbMdXoTYN
iRaESUWZmmz1xtLhVkHb+AJaWVcBrVy01t7i/prGsOh9h9gTMiLgJJhvAQlCzopxii6k34F1l5n7
CcQv6I+8lr1dWCtBgCSapAH0gU5Xc0EaHfU+bEf9zFOQs2TFc7vZRQYnC/xU4BoRmcCJnQsgZc5Y
OIb2OX/VzEuerhT7LH3/7fCSOmS9MsS1rljnpntO01M+rPhL9+o2/3zZ+qGBiWZP+HzCD3n3t+L8
U29uiQMJggEUIV1ccOC5nq9QYHXAx07MOtv2J/ZUVSsrJM0ARCYICCFMjcgW3kAoxZkPXxZ2MxGr
6c9otO2CZWs3TOHeMP/epHPvUtBqFC6AYEkHz8xcioG2inpt8f5sxLY7fQ1qshK8WZrGrQBJI6yx
bI2OQID6NQISxkBKeK2hiaR0d3OQjioCsWOaThARnlQwaSp/e1OA4PvPxysluRz/kYLEjYMHKZ6n
crYzVxsaFC2kTJ2rOMfBbayDtbZa7zbuxrF5l4IMC4IPYLBBBELadauhVcm0rDvn9ammhxiVrN2p
jyLXTl+YeRycr+NG/sI7keKWvLnDY4VnXA+L7jy+6cW+30h0dje8dIf3RpuUhLLuXId+M13YRqP+
Pj4iqCLshGQ9So/mn8/B1KFFbdaeOW3ciO9afWNU6z8SxL0qPB3svnSEJ2aPQAmw9ly7KbXBs6Vs
M1b/ESDynLhacf3JUJ+mD+qM2Gp3zshz0D0x59Dkx8enV7K3dyIkY9VWgBglrdadm/q5G08byU4x
PNB0iPjhpoBDdYeWHXIl1vJmGM68eU7iA50OWz8fuHEYQYDfkWzWTXmTAWVwoOHjOfzB9RPdWPMo
Ph9tx4DXA3H0Qn10S5CTT8e2PlfkNYhf45WvvzdQiD4AqiQK4hCTtSQDVY5m1/C0r89TtIttD+en
Nr2wfkuabYXYYh6IugrcIaqkYdKlXe6cKgbcoyrPgd+Yb3Qt0i/++dw4oSXle3gUc0B9gKQIY972
ZErK8hwr+7586bofte2a/X7rXsPpgKKhFhtuxx2TZzpMfankqXrm2s740mmbNUHkYIEIhMmAvslO
oGK0aKOeZtbbSL9V9Ntay/l7RRM97cE2gmwLwuAyaCjLC61HcxzzzVCc71pR/Bl1K+tzvwuo84IO
oIQQ9Cx30aaY1LSj7Ti+ZRN4Wi9d9pToL0az4n7czwNSkBzEJQQRqvxeKe2u5CHNx7ek9FHmt3bR
LU0CYBv4lkhkA7Ugva31hGT2EOrDmzZ8puSQVy5oBfvthhVP9xsp0oFVyoiNhUqGN7X4JwHPUvGi
rhHA3Ps3cxGSbg+EDiYjEMEcIBZEilDpVxJs9+ZDiEAtCyJz737B/IZrmBFoTQYRds1di+3a6EfZ
eHXlokD7seot7AqedgKzjIQkMAziS25cgbQoKqPlAFOG4NSo0V3NgJQ8qrxgWOO4W5gUVBweJ04A
QcmUJKrV0kg3wYL6FgVugOhEuKOdPyaXLj88ntPCBs0ESf4HeLxMu9GnAepyKpTfqM2KNjYFgNkV
zCr/nQvc9fmyAcLcgUscc4lHb0r+4OWhXFPHx7NAMGougoMFeuDAA7+xbD91x0L5rq5Z9zuN1wxk
cEFihHgUXrDy5redOfVWaSWXMXuxD3xaOcULw2Nk9NFBIQpyLzLWW2F21OoKxeM7/Suwvq6xod8t
kEAyIBCIgiCQ5+CWnS+QOuopbdW4uKh+PXiojAvXSI0XJUAtELPDqwxhwbmEKgkDPdLC4jIMh/zv
of1tUX/jUYXfDzgGyGSAE7tPnzLTUvBCa5RLnD4n9JkEX9q1Cr+7XZiLkGssUjjKplH1ggn10OcH
tpZ3vrMgGB9wbNgpBKBgSqRFYlVqjPWoonlFeJme/ghe9LV38dIMBHgIJ1WUVMuoD57GLetScEuT
75S7+f7xFqyNLjmale5MhVJgdKtIPZIgeNOu6MGd4cMKCYSp8KAQjpJ5pZtM73F7g5Beyy5F/5Sh
cGp45f2OrAGI7s6rEITosuAigb8gx6JAvN0QOx2cyzh5oPNAmkXZCAOFy4z2kkDMIruG+Cyup7lK
oJUrU3Q1cC68Ul1C93Fbbn0aAeFmIOOFIhrMAd2s5hKUNlWSsO7MS1j+04W7sNk55e/NWz4TIZtW
njb64ECE+VrT1I2HjaSbYpUAJcC1gNIjRJvlss4gm0LaKqZ5wQ0UdrvKdE1r6yUngIAWeiej1QH8
NdkzN3tG0iFAzxWTuoXaeaWNTtBrvY0XDpQgK4djDooBRJgl3W7UXO8QbqTYC09RPSN2jU/btwIG
HL45IpqC5mu+22rQqJ0dTKD1RPun7tCs1ZsvWCcAlgWjJ6CNUD/pvE7lGIxaatqXknodYirNuSh3
ZO01uaDhoqEoejGLoMEdOaldRwpyLzm9tF+Lie8sy7NLULrlu+Qjy3UjSEz3xl1LuGl1bZ/Ry2R4
iHoMdLsxnE1E2o6osuoubjD+t3Ys3DEs3MfbvXSgAMIFQyN442AMJc3TDLSmC5noFFTv1OxT+K3J
P7BC4i2GlIvo+i27TXXZ1rhFNPtSd/lp0puDY+0ez2HhwhC05aCYFF4TjPp8DwiLYpIxh154WBz0
+kcQ0pVVWpTwXj2K9yr6c0gSnNoaQ80EizIy865SuROQxR+Yw40EMp8DUi52WoU95pB5deyWHzBO
0GdxRcC5vOtkGQEUxrJgohemPg3d7yo+kY0YlXcTK8oUYWcRN0fj7PkMLKtpE9PEXaeMB9W4jmue
2Xu6Yxb6gIEVdMNAYAAKc8fJpHKQuZKodi555lWa14M+2XgqR48ZnxGaL/9SiwPX3Sb2VLKfNod1
IBzSUSBJEAPD/+azi6IgaEiiWJdoeKm/6M02wpL3xbsdXtp+NUirKYkwvFEy92Dix9bj9Z5FEpTW
KjRRturVaDajbaNBDnMT84lsLKPC52N49G/CAqFt+h0aI9EnQspwtC6T07hJGrns7+3fj1gIUBJo
3yz4debLnwTwQEYT1XO2i46mLgBlH1ig93Z47y0KkLqdC+Bjymt0VA4uQbrX2RvbWAcrVkiADN6D
gjCCMg8AECxxh/qX4NJmn6ibZ582rw+AYaLnIQw5wJ/S8eynqW5zwpRLV+/sN3MtlXdv//D1eEmI
VqYIksv4YhRBkAmAIeUCTL8r2kGXK6nO+2sIAvCwg2V6RzFLfg1aH5VJqKF1UMffLIrUduiW42Yd
A8IegUGsD8Iqd6HTpM3LGqUEymUYz0lyKleO6L1jg+Fx+yCShjAErOz8BJmjAiKGGO0bVO0ytl7y
ve1fVonRJLjE+zECZQUwQ/CfBKp4LkTvNSepeY0WS/mxjN406jLHPRpm5Kobmx8LUTizuLkR0AZ6
RZ5P1SOlHdEhwNvFnZpzm33bfGRn40tTSe06s0cL40+Fi+Ratlaiv3BmUdIOUI9ADt1j4utq7Ksu
pMbFCsBv/cb9zZ+PCApiNKhuR+GwjIivDSsfhgYvCtJlrmvXaxnVpc8X3PegasapsuViMj1Hr5Ya
JvGS1W5zyn594OtvRhfSb9zWqqodvW0wOi//yMmZgn79sYA7hQZuAc49kvMwGfehpk5hIWvTKvVT
4OrzwfbNEeWW/UaeRoQ5UMuJjDDYv5HUAVXIfB6RktSqnSiF35BXTXl1ro9ncbcJ0vCSd89Z3OZx
GXK/dPtkZze7x8MvLdLt18suU1LUCkGsw6ffi5J4SQfQzdZ0lDQDKbOcmFXaWmIGU7xX6oP+/1wg
yW73iVFlIA/lfquelLO21rdZ/POZy4evBwwdvgXiffD4pAVSey3qUDvF/UaZjkX2PPQHnn1Lik/5
cDLJETTUx8c7cmfEcYMiI4KThPgWmuVI8xmqqQjKdsj93Dkkn3FR/87XXnQLm45WgqBag9GAkZVB
DHXG8gQcU7k/GhmCpKcqReV2tqJ+CwdXF/Em5GqBir5LgY2gcNGtLuL+aLrwbHb2WOwfr9SiBJQh
4N1IwDYuO8RKQHtLj8rCN4NDqPzu7RWw3tr4kkOWcIM1+VAUvsF0lwy/2bSifEsC0D0QgDoUycCp
lExHi27XRasqiW/rHuJB6ZrLvbTP4hCJFstAKcv3Z8xUTcnrKfGRlQKiQFH2pb7Va8JpRQ9WMJUB
rALtkNQj5las2mh+6Tfh3kEwGWXHG2krhIGFs4H8kEAqg4pLsoBlR52p6lTm1/k+0U+T5aJUKvi5
/Swht4a25ijDE7Z8bsVBWKHlppakPjGRhUJ9wIpWL201zARuChGHQHvK+fiJ3Q2pjisal1D7+jur
ta2epS4Q6CKRLURgCvPxI00PepVXmZ9FT8Fne9yuCqBAE8927LMAHM6HL0ZzqrVSSX07/NKzwNX5
xqZHYpcBnwEJKwAYC76Sw7kaK1Ge+3Hpme1Xa9z6PJmPL5NM8iwes6DD+Iazd8Cvsn1/bz9fbtcd
Oiww1RHD2y+IwTXJiqUQaiTdQiIhi0oigR6+41SpxzSsIsZTf7LATM/bJ12/QCMqM35Slc1PLSzV
rTDprNI+BTuqU6T+qL3Q3NXJ58e6tnDDAbIgpgL+abwYpfENlg0WiI1SYTMKVrttUriZtisOj8Us
qJwQIGgggV64Q9YnRo4V04rKB7VKlu+r4gP3D/LkCLYDDYZjKzeWyeykonZRlL7OL6rhmvnKOi1s
OuBCokIeUBIYQel5EheOzlhDuG+SXfbp0/C1GnZrdVFLiwSrgQA1PByELyXFtnPNKJMBMoaMey3+
bn2j4GmCOkcwJqEW8b5IZqyxcLmaVP4Ypd64G8aPTEB0PxKVLBQcNNJhUhVYDXOIKv+N2eUuxd/t
pwhZG9w8UIn78o9UKxy7zyosEJhU2iY66NrTYwkL6oDX278SJNPd2KVWUbAt+FOYuqFNdkgv75Xu
Z7E5hIy9EG22AVu1AEqXI1hRPI3VOBilH/4oo5PDP6BvcCpxd4IwDFwF4jjfPOhspQvV0bJKvy6+
jqVH7DV3Zums3gqQtjrpGW8jHQKM7Kipx2Ar1gneC0JAJmrkYWSRa5x/P035RHql577eetx2h7Wq
gIXPn40vqZo+1GOgRRh/rFy1d7Uvj4/RgrM3G16Iv1n+op1IUSk4RnZ1UqgbIN6wGZMnVgj9lgFI
RzkUEmhzERroh62YUO4n7HU6tWuU2YszuBle2l9LLSPSWhaGr0FTpe5rbd9XbEXbFnfhRoj0vNKs
rBtQZsT9PDtQOKynx7uwMrzMVAofpi/TxOa+lXusWC+8XhofjyqkR2Gwzbsg8VBFFFHKhPtOsy8L
l2zGymGLMTTCGHh+AjkgbXGcZV2WhbTwM/RQ+ovXLltxtJc2Ge8EC72nEEQENcH8DJkdK7vQGgq/
7zO3PLbBc9iuOKtrIqRzFJeFxpUGIpxYca3n8I+EbyTrE94qUgGC+AX/4dqUlK3SeiXQOzP3s2HH
KzfU3O3HCFom2r+jUgxMB/NVqoM4Bj8Fy/xA+RSbT8EaP/bCnYNLAAENxMeQyafSLuhZXztxbWW+
Oh2blLttVLhVevz78SyWNgLYFoI+Dng34JKez8JquapoqpL7KvGVEl06oRBrt86aDGknMo10aY+e
RH71LbPPVbbryu1PK/TKEp6e4IBG9mE+iwQUQJrVIkQ2DF/77qxvXyQ80DEw3j543cr1pVUR5oGi
28xnza802ZfagdkfEIGed8Ddicf6XVurkFg8nKIw9dEBdFJ2enRR+9+Pt1ocGOmBAjQ1yt1EC7D7
9ExKsrx2GGH+OP6RdECduDmqTR/LWDi08F0EuzFSuxSEDfONqBODpXHUINZQHlXFPQ+Ku5WHQCg2
kqwImIgG1SCklRSjmFJbL1PIyHi9P6t5tX88B3Ec5+uE3Mx7YysAsgSHyXwOZoGC8Q4Nkf3gGLSI
yGy+3QSVJCgzYFtFu07Jh+kiJY+bXk/8CRiH52otDHCvbEivwiIBi4WMzF3+m3Vj4Dh9wnyDHBmF
k7q31mo8FkRgYMFvgCgMhEmb3A9UH6vIif2YHLSpAw8f2RlrLbwXdmEmRPz+xlcKReAwQa86P/th
UFAKJptzreB7RlEgeCAApkXkRPIyEOdo6zglEPCV1F+U+PPmU4S0GOAAAoOAp610iijpGgvh+hjX
A/OsE0EG7rGApV0Q8CjBMIf9llWN1nFuFjGNfbynbHVnF+e+9h6LWNqDWxHiE272oBqqUA1LGxvN
TkQ/m9s9MfgvovgCoUMTtK3SFtSm3gVlFmAL8n1W7ZKVh+29waMA2+EOFRGZeyqOUK8JmEaoAvKY
E7FeCP3sgH97eLH1zc8qCBI3hPC6gZyQ1glAjMYRds+P/ihA3fVz+y7cji5dbqmD5tDo9RbBn/SK
/BUu9+PxFw4S4rZwAMSTQbTkmO9yaBll31ck9FXndVDeMgQCnJWdWBYhOhKiYAG3m6TMEbVKO9Wt
0I/NQ509T/qzEqzMYuGsArCJ+LYIJEEppFuhoVHCdEYjn3axN/w5xdGKMizO4UaApNBKNU4GehxE
Pp9eNfYaczhLm5+3iPEgQoLYHlIC8PrmO9GqfaCpNYfNmMp932huVv7xeK8XVwnV0MBGIZJ7F6if
zEJXktyA0WiP+WfWnLYPD/CESLUKBIgcwUU7sybJCyXyg/RYkdO4jR8PNz/S3Hj5QMPwtsUFNF+f
MUxZNnEMXzvn/ktQfuCUgg3bFkkMYDPkyoQkKiifQF8Hi8pdpkdu+Ff5AZMqGlCr4tWA4KqMkSG0
7TWWk9RX2ck2PHtjk4n3JRIEhaIaHaSI8q0ARuEcge4u86vxMBEvpk/gjjM2Ev39R4oonwMBG4h1
ZH3uVCPPs1BN/UTf2ZXXOG5Q/BibYeWKWzqtKFEVXO7wNe66DrCpChuryTNfq4/OuUk/cJxuh5c0
OgvswGwH7HenWW4POGj752N1uPeGgfxA7hCtb8BTd4e34tYUNt2Q5b5Oj4TttehAnKO+kf3mfTNE
x10YDGFe5cSPoXdJBCZdrFLqpeY/KHH7wDaIyw0Mrchd3WeWOgRjSpOlfqs9xeGLuRkdIILCFlJi
CA3D4Za02p6iWJsyM/XjIPBGHnr9Wnpy6RzdShC/v/FjwOgcK0YMCVz3UDgwsA+YPcRtgUxDBgBV
NdL4ZlBTcKgi9TbRt3TXDh+4FgBtQPoZhTqAMEvXAsnGaYqnDNlVFF/quyjbHIwBXydKtU0dRg/Q
T+lFAmauMEsLjI+wJOmP9d/kI/ZCtFjB3SzqSGVcoxWlnCbOgGyY4/LoyIpDZLn19gQf5oEIgGBq
Aue/fJAAeewVWiLn5ijf2JUWH9Bm8eKE3RMgabmGZsgbmlljjWXSPTKcjN7tzX05bQ5lYBKgy8Ja
idZlsg8Q6kVjkTJLfTo8afEpXfFilkwSjDbq87FS6CgiKVvAed2mMYZvMm8yn5LU7bLTlH9EiqCx
RTYap0qOKilB7MTMRqqejV6BCvrJRfvdaM0uLXhk4AlE1wdUugNSbpG5WocDdDqjCGiU+nGazopz
jtfqbBcsh6HCdAhOXg2l3NJy8aZNc/Q0Z36aott4N66s09rwkuEAwR5nJMDwU4yqjedyOzwGQT3U
3uF6oChYlPM9TReNaW5kid8AvTJ6+UqF3NLn3w4vXaAtIKb1YGH4MNunyZfB3tjYQ1xtwNyAAF6D
vqEeSFp+jRScGnES+xMyYtNZ3778gopEF88SQDTldFI3oUtj3pLBJ9WB/hVv7H8svh5qhncVAg0i
dCh9veM0ZCy7tvOrwm2Lg7GGTVo4/7PxpdNTIwhmGmJ8mv0Mld2g7u3w78cezMIOw4tHqAq1DIiJ
ycRrsdP2KUL1aN5cfTaPWvfH4+HFAZFCbbPhpZunbVUjyGwMP6Zuxo4JigZB3mJ66PVVbkYSYzfA
8ioalCBmeEdRp1CWEJWHrR9FuRsbv6avj+eytFQ348tLxXOlM4Ywbf3mWms7tga0Xtrs2+Glpep1
nrGwwefr5lOcvEzDc12u+AELdwPAjHi7oSMnfHo5sFrXg9rYKEb1Y+05i71UPxWgqNv+AgL1DFD8
KBuEv3f3RnR0FOwqoVNjz223LEo33lw6jbz5rQRpqQCVKJxSSIi4mzRg0d5t3WlBiCaCSgQ8Rrio
5/eOkttloSak9uOv4CkYih+Ph7/faQwvcAAoYxFZeunzSZlWHVeTxifJyYg9lDdvh7ohTIUyBDyp
wOGHW00KlnRJM+LpUypX6+h0sZuhxPLxHO6UQQgAf6LgKMA7VHb4eBCqaPrFgmv6WoQe2cwhIA0v
TvKNQ1+WeTZ2JoYHwSHCuG6i/B2aW+P0kgxpjeo2NlkTJME1aHUXnM1uT7ZeP5CAQAwqUOG2Chqx
+SwcvQ4VPWydazH+COg+i9aqA+5OEgSIUIwIcYtktHSScl0ZQOlVOFdDe9PUwivxQuw3B2UgBFzp
6AOO+g8ENiRt0CcNfeC7KPJ3Rv1Lr389Pkh3NgkXD0K3AggtaqPkZHcfJxZBRiP0RxJ6MdxVcKup
41tsr9UILKwVJoCaK7DUAkck0+igf0cPnYAgYh7M7ly1P5tu5Zm4JELHUuElRBANkDPSk6E0+lhG
oZ+iS4h1Rtd01h0eL9eSCIBMAQ4QxCBIVs6PlD4UzBq1GLMI9taPgB3M3x8QgAosRAFA5XbHjpr1
uUmKUlGukXZm6QuMYL2meOLAzJwCbDlSAv8TIXmVE53e6wRDP3O8gj3z7uykz7XuGmjph6r/tRfR
gqmCOPFkFM0PwTY6X7JcpwPBhJRr5hYlSr+HdOt1gfmgwlyoBhwovOLnAkigVKhnryGg+Fvjv8bt
phbhbnGk8CgFSbTkZZpMTRvNSpWrIVpHaIVrJivndmmF4MPCjAtMEWgF5hOom2KiZYIJ6NHeBl3t
xlZPuOSwQDfjSztQd1OE6pBGuTrhq127dvnl8Zld+35ZKbipNAXalF2zfud0IJ6kfz0W8N5NXD6y
tzOQjmwV1E5TCwkx9bTM1WI3+ar80n3ll/b+t1N2iuFW/+jcHWM30E9rjLxiC+4+AOgN9EiDm36H
UFBi0MzGQafgstoDxQkSKG2NnmnBEgM/ixAUoh8IxcpX+hD1gZUOcXDNUtcm+4geis6b7JXwx5IU
JEx1UT0tUjliL29udmuqVYKGErgTpxOnp9L6mf3S16jzF4UA6Y8tAw4CijMXkiSVMTnmBCFfJj11
C+NHrLprxaoLp07UFQq0ouhoK0f6laLTEjAOBFeUI2nfOdsavEZGU7xioPS4ek3ZCTUVnuZFDfeE
shfrqrGtQVkxPDpdIpWGzCCYY+ZL1IRBPpVJH0Dnd6rpMWX3WGUWV+e95SVysGgyJsVu1MJS4tqk
wVVtmFtEmbsZiSoyvipilw7srvB/5hPIk77R2xjHddxr+hMtVt5KS99/O7xks2yHRRPXMHx9VrvP
VbSy/Av6PPt6yaBEQV6jjj0MrnF+DPRd0HqrzakXRYj2eiDwBv5LdhWcOtfzsLMdcDDsqHLq6K42
trvQCKr8K0KaRd40VVPXEBFFx1734jUI3pIew82BdqFSATxTkn+bMSsZhq4Lrj2gxiF8hEM1fS/X
6NYWpSB9g9SsKNyW4et6kjm5rZbBVWm96JIZbv05W6NlXdwMwSlrgaYJosTvb8xewuqBAQvoXJvY
bcejMnm6suInCKMmXRFogC0cT8AS71vpIGenJUqiU1wRP1OUCBGXBx5HTXVfrlyHS7pxK0naFhKq
vdX1kNSRnUa9avuzaTYRyXSwvrKUBiDoa0J/9OW3zUFBGA7n/eEKxQAsSDq0CktxzwYWvfbMDdGA
azNCWxpfuL83W901CngwFIyv5d+CPHPjZM2fWjpM/84ACZe5BDAkhH3PKb1axVm3jmawV4MPaPY7
hQtFLRj8N3EEbiZR1QWiRVNCr2b73AObGhy2Xw+ogxA9QxCvQ3h2Pn4cGPCaO0avLHtO2BNbCyAs
HlHg8JC8Bk8gAFTz8UNF0dMICIbrYD9VyXaWZbHHqOEQnWdE/EPSAMUOkzqpU+dq09Y9N3xj60/h
MWNbhTNuAT5112QoM5quVCtomPod5ZbZWmB5weLhs1GIIhhlEbyWVj+jrWGNgWFfae9VRXbeF/hh
r3VKWtgDhGNFfAIJNRARSoukjomudZFmX3tPDb/R9PvmI4R8pmhCJwIUoEeYb3HKO0MpsU1XfTgQ
a69u97/QVAgrBGgCwDpyF8JoGAYnjxBb6TLQzI+t+8/jz3/PbUj2GoktUZSFxpmid/P8+0dFqYqe
Ds61z49W+Nz+Y+cvmrGPqVuN+/5nMO554aX2Tlmx3gvWA73WkIDEoxU0eDIusrfjzi4jk15p/mKw
o1U9pen+8dwWriLk0hCSAs4JgSM5whmkZTCSwQBMaHqqiDdEu8Y8oowE1PmPBS0dMRCg4L5D6wck
hCVHf+oaNeh4FfmEej24l82V18ri+KgyMGCndODOJTOSU7Ou0hHQPKN4UdKds1bDsKCI4GEFFAw1
VXhxycQVuCsqrex66xqgsVShJU/qMD21xmv6gRgFItpwBbFGQCbJE4nN0lALtTGvbWK5vHEd0Lls
3grEIVH6jF2HbZGDCIPB2mZCxcY16V8q/Yls5jJAnlaUqyJ0h7A2fs7VJS41wNuH2Lx2+o6Nx6L5
/Pj7hbmQ1HE2vrTVScg4MSeMr/b74ntWs31dJXtKQe7stO7WpsLCwgPpgdcXnqhgmJVxXA2x2ATI
hHE14NmecnZ8PJsFJce7UTRdE0T3dzCxFig4fQht48rJDoxoJXFjZ+UKX1ByMMkhcIu+NyjNlHXP
MDu9svveuNIBKHS30U+O7UW22xm7x3NZUEJBxQv1AGEkcDLSPUJSu7XVfjKu6nSh9tOwBjNYGl+0
mwWwEQShaGMsnawi1zWwftlXq7wGylvqb/98QREEcgaQcMA/nw8/lLodpeAmuhrjsdzla0yaS+dW
IEqAQEec4C7tScKaOHFU0mvd77N8pz5l3xTw1NQewFYfmMi/kmR+Ay0ng1IkFb2O5i7mrrIWtVk6
s4ApofRTlKQj7zZfKFMNstEZ4RMW7DRaB9L/ma4t1uJW34iQfPMwGZMKTQEoIoWf7OansdbwfHEK
ggblve3uXWcuK9JYy+OYXvPgbcqeYsNLNpewwnCIXor/FSGdVsI0Ky4aiABYzOyOUbkCRlu6koAl
geMGONo9xBcFExRuV2Jf29ItzZ31LYUXUqwcpSXbARY5VKPjD4C+0iSUEbwog8rggKJnlv6C+g8W
eYZxmtLT9jMLFw7QSeRKkPaWbo1kCkqrHBUL74yjHiCcufvI+HDR3/sIAwo1P7MR05iCgl1c4Bmu
pJ2+FuVa0m5R4oAOGYjK3uUW4EA2qB6kFpw1Lwl2dXnorT2KWkn1sho1XdoUVLPg1IJAGokGcbhv
3nxlkyOwAKqXq9a5xPQo2yvKazV4nKxctUtHTJDl4upD+vs+4EIStarDkV55cTLQR+klBufLGivO
ghDE74DZFDFCeLmSNbFiM2yNCqqeRl9I/rWxPzf5181FQHhaotMO8qMibQJK0vmSKVbVJsg52dcB
SwbU4IouLpgrCmI5aDxwpzbKHubDh2GpTrSrrOs4uPm4K6yVIOfSGsFbo9BCUR0ic3oDPTb0FW2t
q5UAn6a4en3QUP641mhdWFXJtQJ6TxPsSoIvXo5X8JIWU8JxiEP2TLMdBZc+Z15ieyNN3Ljzqml7
9AJvApBFCEZhkOZJe59h0+LGHqD19g5UMJu5jLFkt8NLt8jQMDtXVQxvtt+GZ9X+tNmm4EIXLcd0
eIjgEp/vOs2LrgKjjHXN7BenOK+C+xdP1c34wg7c6Hkf13ysA4yfPhHtUK71WFoaHhhmweIkCiHk
vAjLe8NKW2rCZH1NVN85bl+dm+HlEpS+zPKelBg+UZlXxWCiWnnzLSkF6gYBY0aZhcjBzJenicJq
CrmiX0l2TKdDX55IfdrOmYIzJHC64KsGwhVKMZdSjMVQ8agyxMVRgqdgDVm54IkIOJygesYL/C5h
GFlqO0U51a+88SIQg8ZW7NrWyjW+JAS3OGy54H6D9zmfxFQHqXgzwTPP9opxisK3hK2YwEURILBD
HSpeMjAjcxFRGBml00fmNXS81Hqrin1EDttPFJ4wcMEdUJ8jCD8XMSkhYV086Fcr+4TsrdlufwCg
QRQosUWjKw087vPxHQW8IGhkqF/tzi1tZR+Y2soMxAiSgUUxGcUWiO68wD/OJXC8/CcyYrOVb02y
N77WCQR5bbLj+X5aK0Be0G+8w1APCZMOkjNNmg4Li0xz+ECuA/EA33ENZm4PJdxKIJJuZJVio6uW
Sq5m93lovphrRexLM0AdJKD+eGrgJS7NQMkIG+EWYgbmc3loNjZsFU97uARAz6AY/51Mbb4bY2bX
3FJDnKfIQ57vlGab61HeJSBsBBkAlsnGQ+HF2HV1ol9H8kyq32HOVxR7aYVEYPu/AiTHI+0zvWEc
AtR+Fzxb48p5XVBqUdiMBAOUTtin+QopRWZqpTaSa0ZfyPQUNs91t+LaLM3gVoRkN3in8cnscUrV
4kvzhhb0m23GbAbSHTq1OS91pyfXqP2m29+2hzVno0v+i1lyrUP8hlzJV3Nodlao7/5/ny9pgG60
6YhyPmzAcALnjwsT+IEThAaIgloT5G/IlEhbzEjIQhvhNK7tx124xh4gtk+2eMjdAUcCP+m+u1HV
8zRK8sG8lvWrGvlF8VJXpzijH7BEsHECwglaxzsqHsbL1E5C3bymumcNLldPj/dhSRFMBIUEOQtY
2OTbrSvrhJV9bV4zfrabL9OExgUr/tLiSokeLsifI6hiSGfJKNEn0gqxUgUK4z6V4S5P9iunaVEE
wmfAM4sYsybpWh1UkQF0knm1gr2dAfCNWzRLfnX8xwdW60aONBUUPupFAajf1ekPseGC9yL8AL4S
xahIu6HcEqS8MhyVaHGJEuoJIqbQNYpPInIAtNfjeSzZJrj1gh0efsEdbJeoY0MmjuCsZRx4+Tn4
wLMOfsy/45O57tlFPzDDDoxrNL7ij4L4Mjk48cqur81Ccv4iYzL0Rswis7z8U2uvLNKSasA9RnJV
EM0gJDGfxIAH1qSamMTUuIP1R5N/icoVEYszoHhMoEUotkJ+ShS1NTTZWJlXM/jDfNP7vz6wzTfD
S5eobjZqRwcMr2mu9kLW+EEWvx6xH9hYbDZAVvMFMqbRKUyjMAGOeTKqU7IWeloeH5Et0CJSpKak
/SVWzuFqwnCMz4USulX4+wPLg7znf8cX8m+eoTUZcxUUYVh9tNR+c4qVZ9zi+bkZXvz+ZvhGbUhf
GRi++5OOrqke02HFsi5JsPFKVFFhhtpXGWUYj3UdTBNOKKdPXDvqnB1bzleELO3CrRBpl5NgNENT
hxArfyk9Nqx4GotzQNqOCjgmcqjS8Dy3A5B3cPOq0wspXmvijcZ++z6LCxQEMOjZDlnzjQDfBfJ2
PTWvFX2yPF58ZAZIRCGOBSgmepPMhw+0qWajxa2rmu/G+EtcnKfNZLwCFg0cAxLMiMTeJdP0tLWb
gjPrmjTP1Hne3gpSjI+8KeoU4XEjaDWfAvhN9SY2cemopdcau24zP5s0vqQKE6lYmBOMb5LXrjub
xG/XWv/cnyORPMPdD/AZElEy3iY1B6qxDO7epLqBCRi5lezrzXVfyF/fCpHWaUozgEFSCEmqY5Z5
4Vq7uHtdm48vrRONeaYHYnz1n676zOrP/0falzbJbSPb/pUb/s653JcXdybikaytu1qqktTavjBa
GwmCOwluv/4dtMdXRRSj8Moz47DDbjWSABKJRObJk/ceBADOwDyGZwmK8BHeW27zQKiRpXNnnLr2
QNz9/fcxhsf7H/Q7ACNfURW3uZI0aY64VeSGajEGRTuFf2MCFxKEK7lX+qQ3Ysc4JR8mVK7rh/9s
eOHCibq/JpDOqT9WQVbIMAp8hZevhuUSCQpUVlrqqLNtIHSRBFm91drNiBTEi9Pf//yBJB7dQ1wG
+y2+0KuppEnR5+bJ8r65h0S7G/uE4XnzR54qhTYJqpSjCVbdJD2O2/fChGP07v6dQLKMgy1AeaGK
eYHYq0kescI6jepJST9psuDk2kHjiWTQmwK9hbT18iTQoXXSFhb9NMSHwm/L+xUJw3LyVFwInD5g
Obw6VabizkA4GX5f13413I8uRPYVDzbcZ5yQWoy31aD6r1ipgOm//vh9knE4rdhSHu/khae85kdE
53UE7Y1pMYFVJvL1PiyMr17/4e4NXogQLs0yz9PYGiDC2ir5yWgk7WZWzhkCwjyWil2Gey0YCl5F
QtD8ND8ryQYcgkoeKC9O8tQZ91tUZEZxJfOrGfkG8RiM06TkcQtCJ7Qw8h0mmcaKmgIACO49FHng
7SzS18H1c0fbyvNzMjxUG+duUlMkP208O9AIzsI7UKQzaUqtrtDeHVo0BipTfSthwe1tXtEkXg6P
9yx8Cw4zXB6ETG36oSdGdk76INUCSsJZdpSv3/7AL12IEO5MWqtFXucQEWUhWt4i5myhv5AMSroq
BXxmFjK6PLYqRBiM3OtQq6uBPTUJiROkZIveappsvzUeWBbuB5Q+IffGDwckCZMp8FqrzArZ6Krb
2c5R9XwcwVbbJiRwvEfX+dKmEhXjB+1aIsijkA1Cvu8Kn4Cmyk7E+zC0XebPuu+hDHkM9Mkf2KbT
t5EpK9xeWUl0foRx4fc4FENQCWp5VAM0k571LGxJEA27dA7suykHkXcF1BBJNGRfUTQsWGB0a2rq
MlUo2G5/aeqzBu5KWYHOim4vRAg2phhK9A8uIaJstox8T/ONOn6/+/g4qol7CMYe2Q4xE6hoPchW
3RFNOKzHItr1puoXsnq41WlcyBBckjxrW9qxGZqdBUXld2VYqPdbASCwOUs2srG8G9vSChQaJW4C
tM15TN5lBVLv7wdZ2GxNq4Cy4TBs3hpXZBTvhkkHPhMtiDwlYOSg1/uyfxuNd7fHhVohowK/BC40
7wC7nAm6yfUI3vX0bKGxdr/PVYnfs7YZl+ML9wmq+QZrSCd6tp0wZW9yEkphKSsiABWBa8Ix8Qj9
Cicjt5kdR1Zbn7Xuodb2Zn2YkrsjHxxqiBcxB0QjsSnst9l1INWxu+ZcflRVXIvnCDHZ2ydj5WZE
zR0APOAr4yAeYaHShpRE76Py3BzS+Jh6khnIhheiElObxNVIQPfdWC9Hr/h2++NXlBWLAvYNXlgJ
B0uwHGNF7IrmcXme202e+wl9SqYgvbv1DXBtnKQED3u8AnBxLXXV6nHkkhz09OyjBR4UKjnUa0vk
AJyAtDgXJNbRNqmbdUTVinOaB5MdJLK33oqeepfjC0eNlFXZZibGN90gncMpD3RZ25i1fbgUIazQ
qJdmpkZGcR4QATT2WfqQ0XAeJInAVSmoaUbFDsDWVy1FQG8U1WCnL85zFqR6oFU7ynzL2dzWqdXl
AoQfGC1QZaCkZrnbdoQM2siw222+AajGq7dlKwl0rU3ExWlD2YZpIMkiHGs0Umrx8GjRao+8Nced
EczjrkklcItrtUJja14ZhIQUOEzFzKyqd0mvNCQ9l26AuP7US9T2ep2W4/NJXkRlkfXokrHA+Lrl
z+7WGzdecbfxgAg8CrBUyOMYYuZxtNKCKh5Ip5POCVtQlyb3hxyxy3gUAFEKxx0Z7OUkcrtSgUop
yLl2H0m6K4qQ5hLmtbV1uhQhnI0+VijeJDk59yzQy4Bam/j+R+xyFoI+TcCwdUaCWdjttss3uYx/
XTIFVzCzbl0h75JhfFYH6rTLjAfzfiPFpwBlRdmryVvOLzfCM/o2KrQoOc96yPStm4S2zLNZm4WD
KjJQFeDGQJnDUoQS9cNUdWCoc4cQtZZ99L5Jd/faDnhNFyL4mbw4E07T9w6lCTmXWKj4wLq9cv8r
bSmCz/JCRJSYbaM0EEGczxqwWsXeqQPbkkxkzXhcTkTYDt4LIcZ7HGsVbdphX6vbv7FQoM7i5eDw
yMWaGYTIJ5TpGEj3q4c63VTFTsqVvjqFCxHCXhip2/Vtpidnp/MBy3OL/e0prI7PC8rwpABSS3yR
t4pG647YyTm2fUUNWplbwJd4+Z7ERl+ML3y/x+NSfYLxmfcmzv20eOMC2SuDeK4eigspgjoVCA2S
BmH+s5Vt9fSRwka559sLJZuIoEvD1NlNk4ON3fnsAovuBl76UAwSIbLdEKwsetZpCdLDyXmctpGz
SWX2STa+YGJ7A/Ave+Tjg5cYeDAquSUk44sJbIUUnkscjA8CyvZnJguXy4YX3ipGlzpNk0KZEJio
P9sSN1w2unA/6LQzXFi+5Nx1D1a97WW9x1c1iFPgIYYH/IB4S3dD6zqTMSVn0CZZ9S4nbwjzC+PT
bT1dncWFFEGFxiFxBr2BTaJuYOX7yAtvj7961C7GF1SoBc1YGTuAOLXzoT+l+WGU8RWsSMAjCDkK
vFa44yTsct1RoNHHOD53pV+j2qPajZ0kyrWySKgLBcU7SgBg80SowtR3xKwSBlKxKPI950etjtt7
lwkAKjx6gaZGEMIVA05RXefzRCP1ZNl7Ow6c4k3HJDtxPQkuAh6+icrma//bjhOjHIxCOxV64MTm
pktkjoBEgpg0mt0sbfNXCeSLZweD7AWxNj64dvljCL3H4RsvvQBqGI2Vlol28tpDN7+tZAwkq+Pb
yEgBMbcCS7Xs3tIQGNBO1HxPyPcMT8fbu7wqAJSiSJSjcv7qSKONCYCRCiZg2m3YRVNgyWoQr40G
r6KEJ4kgME/SCodBJ6xX2dgDemwE9UdFA9XrqZb1V1qbBkI/yCDhDr1maqHeEPdqq2onAtBO/KEH
Scj963QpQJiFW0V9D8CHdnLSIxkf72ekwyJdfL9guRvTiim6pWinOfKHJJTxsMuWR1DTeu6tvlQx
vOLs++pQqhKTvbrH4IwAVB4gbXQCWR4DVo0FzZmpnSozQBuz1nvraUf9fmcYi3QhRVgk9D1CTSIq
i09enYLDlIS/7t9jsGqgizMQVOAmEHywspvBe1C788l1i5DERXi3p4osCJi1AN1FJxlDFXdBV6J6
AGrupFvoSuwF6ixjPF7bZ9QbwiIhNgOuFv7zi0eJMU8V0dxJPWWoJraqXaLJog0rEnDA8HBDtA8c
C2IMjgKRQhyFGqfc/Bx7PzOZi3F9dQIWhMpu3miHq5OwRkguayV4POYTQZPO7q39GUCq27u8JgEk
KrASnP0RbMTLNaq0xnQnl6inWXlS5zZw5jRoKklkaWWZeAE/CKJ423rAnJdCyrGYjQ60nKeofKNO
b7Kft+ewNjw/a0hBcCIN8VpLZm+MmJbNJ88I4tHPZPmNtfF53TgufpQXXlVJ0mFGlcE8TeCZ6eM3
jipxXlbMBUi70MUc6SbOf+ssV0efncQromY6PerOp22gxPebI3DYAanAbwMgqITVZ7U5dwXtplO3
j4H1T97M+huSbO/eA85thm1GW3kbTPvLSSCwMTp1PwHXDFawD2nz/HeGB5KTHwRwf4hrZMbMVijo
RYr8awH+cu9+yDSvk4Mbj2JO7tIL1jSh7jCpJAOIEIiCeJdLTgBf4+WzGY3XUWZtg1gE5u6qj8LQ
N0XbdM6pjH0CNToXaXh7hWQSBD+ekVhvIQJl9dFG0zZqE7YSPVqXgBwcMnD4vwhKMSLDKjkT0ylp
H+CAlfSoyxggVo4Clum3CP4JFxZbKWp1aqfJORWj5+cKP8om/Vo8316qlfO8kMK/4kKKlbn63MyY
CFH3TrbTZdELroxXmw3+OKStkCAD8fRyfM8ui7HrM+dkJS92+eCOu4q8mF+aWRYBXRcE04GnFUyQ
eLK7dtRJ35cgwNKQPN5HSWjSbfTNY5vbC7a6LbBPvOUYJzsTDrfuWcqEZ5F9UqxvmRK07lsK4om/
sSswU0juAreFh5Bw141lnLntBHYApfSnOoyj+w8I2GBRi/7KXXhVlFfPHtHGqQfVqbez8gP74cT3
ezRomoYnKPJAvB2SuExm23cD2kmfGOimvxMi2YVrtUV/LrxNeIcukEWJw9sDLg9zTPVTOwaT4Xt3
twEDKMXCNQowEmKH6IuzVFvNKM02zczxlFrvkq2ZvLutRPzXl6eCd5QDlyquORhBQxi+q9pKT2IM
73yi7NgkT9n9BQVLCcK5sxyWj3lkjKeIUp917yeZeVrZAQ3EKADke/jHVdm/mrgOMfRiOqVkCqrO
9vvYONy/SpciBDOOtuzom15DhAHb180heHacTIZ2eu03Le4F4CaYDBDP2HFhL+JyMvSejeOpbw9g
LSkMv6jBEbeLlcDRfGvaMDu0ZaHjldXDS0KFFwuTCNo+4Q6P+yanTdepJ08fArdl4SBbvDUJCKDY
cBCQtLmaFlVSXLFFOZ+MLvatoIt+3L05cGLhQvFuTjB4QiyutNEa1K6i6VSSJ7Wm/limfk/ujrkC
gIbIAO5BMKbjol0ewyEaXQrykumUoY132sxBLjPnK8u0kCDo2NTOStprkFC7gfuFyYjUrm8LPBlh
5gDN5Cgw0dcxInsy2ZQwdM0dfKs9TspuHHzD29zejFUxuPlwWnjRh2gOwe6JwnqDslNBnpWZBhl7
mBgiNlnr3xa0tlxgJML/EFvEvgvLBUI74qRVNoC3/JNCfUeTbDjfUOEw4nGBewNULKCDEMGsc9tr
AzNTdiK/7Lh9ar4bX7uhfKq/B/fPA96Ig/cwIIhX9FddmeaZUY3difZh55u1ZD/Wlon3YcTBwLbj
Il/qrY2XsD4AfnSaaRL+jLW7m+agfyFwWRjb4qolhtuBCfOswqbTyVSfCm2nvdy9OqjzhW/LmVcB
yhWOXZnooPOp9PFEytavPlnT/TEzFBKDARC8lcjNXXFZ4MkBfHGsjifL3DReOMoor7jNFtTIhN/E
+/HoeGM7wu2X1ZY5zp7dn6ox8t+4+nMdSR4xKzuM7waiibNVIggr3Bq6DXgIa5v+hI4/s3WM2g/3
bwEuJeQXAcEDfFS4ILykatRsaIYTS6D9aOH1nw0v7HDjGiwt53Y41WM4OwGVHYBrb5wz6vz+fMFO
qKRFkGPA+K65HTo/Knaa9lBVm+F+t38hSKyeGJrS1lITgow2bDI/c8/ehMatuMPvrgKBII7oBBQE
daAicXnd0yhDyAiCynC2cOYIO9zekzWlReU77myEtwBiE1TKmiicghFplTJ6r6kPxhj29ycNPGTC
ERzif13H0OyxLuy81dVTAXh1yNR77QauHhSk4WXB+0Cgv8XS7AH8mppVmnfo3PGoT4+/bq/P1SXH
AYQcfALKU9ylIgdm6WUsB1ShO2njsTU1X0HjtvK5lWGdr062IEY4Gs7odL0+QoxRWKFqUrTa/HL3
RGCbHI6JxN2A4vflMulxPXmocWzgc2xm92DN+7bfj9m321Ku54EmVVBZWEAEWdDIdSklqQwQo2d6
fkqMAAwwvqLdDUyFGuEKQpaOI4JASbSUMHtV3bodJJS/msfsXnCcMLjw+WnnFi6dMDjVHyct7KN3
t5fnWpuWHy9c0QBDjrQlWn5S3If6w2TvczSIq/a3hVwd6ddJuByC7OHvIm12bHtKbLVGfkqdh7g5
TsmjbUk8ppVt5rcQYh68IBG8RMtNaAuvQOeGJD+pwFT4fbq5PYOV4XmqF4VRJqfZEctlyWw6VBus
4sTU/U803L49+somLEYXbrm6aZoRMytOFvMTI4yVPYircxk74cou8Eg74GtgM+ZQ7eUSxSMOXOmQ
6lRqH/poR8ZPlnL/Mi1ECNrEOvT+cJusOmnuN10/NkV490ItxufbdBGm67tGrVSK8Qf1KRt2sXuY
QMgha5yxstlwvvGIQMIa7QLE5MGkG3Hax1V1Yt0xdfzOlcyCm86FW8bbYtuIi+NBB2SCmMJR0paa
amRXJ2r7zA7aeV9ofpV+UspglgWg1mRhyUDYgDp1+IGCauG/JxWpC7AMW75WhUO+AUTLAPQFvMZE
krW48nYwL0RAQMrCmfhw8y13p46iUo1UyLLe0yGs+iAutxE7zOOH21pwtT/8VYRCH+SOcH2AI2cp
h9ExieZ+zsGQE+Ix3N1t0IXxhYtprsrILCaMr6Z9OM+Kr5X3HvhXCYg7giAd5SWiW5uqbm31Ngwi
a7d1f46tfRr5mYwqb3WdUKIItlbOgSkmMIC2HTqae9lp/qykQS/jsL6yJ5gE3sAo7ALKBm9gQbVU
c9AaL+qKU+LtBncztcgwSNZpbQaI3aDABmkk1CwKIuwkbyN9GCECNSWzX8nwNVeGl0/hYnxBkyyT
mrHTD8VpbEK3f1eCe7j50Fr72/q6ulC/pbyWAF5YraqYBztXIIXWQVu/6+uPkSk5epKJvEb3LkQY
nTXYzgwR9S/N9Wl5VFioy7gKZEKEC8R1aGllE3Yji3xibDXyNmsCW/32n62WcIfMoNxPvIEVvDWS
lQZm6SuyYOf6huBUgDvqFQ6zNCBIWOpRkWjFaUgCtwyU0S/V8PYsVjUXZXzoZYPY4FVceOzUSaF9
D80lISV+rPl/Y/xXqmGUBMOsCyejaFinj2VSwK73/lsVYbXb4/PfX9xR/GRcjC+cjDSKurRqaXGq
8PHFbnS3UTiwB03yBlhdpgsxgqlVjWgoWYxpsPxblB4t79ftaayOj+ApgvO4atHUa7nTejxZkZ5U
8KzmEGykg6yeaFWTEPmAbcJ7GP7tcvyJzZXexlgm0JChGoD0OxmSQSZBOHSxOpN20orihCqf8UfS
bLu7qWaw1XAIUTMGYkcQlgt7ME72yIbSLk6e9TBOuIYkxTF8jUVV4k0kkZPEixi1Sss1GgYNbdIt
nDbdeUzb0CK+8hLvjBddlwBX1jb7UhD/+aURJGk1pDoEoYFGAjqPeXO/MiGDgMgyfA+EQfhWXYyP
YAjVysLjT0m/ip+d7Mft8dfO3OX43P5ejE9zG4x2RQS/BsE0JSjyYPS2tH5b0b8zEWA/kDFESeXV
e8yz0zibyik/VUrwicpiUWsay0GrIP+zsUriU2wgzqzVSZfD7dCT9xZ8aFuy0TIJgvFT+6m25goS
KBr6gm2LHd27A5v8UOBcI7bJ25+KFV1gIy0jRRty5NEfaP5S9fe+VzE+YP6c4BHpNhR0Lffajhmj
GaoET9TX551lbG+r0tpRQBgO7MK8PvqK7bTLe510cJ/ABfPBYm/vJonH13OLiqANh1eJMbo+B4qe
gWvm1GZ+PvpUBold+/zL8YWToIxVlmYxFBTFHm7h2/fWoSHZYaPcELYOzdQQWhaMaqE1WpvYQ/eU
KGg8635D/YrkiPEvvDR6ogTB6Bkp6Mc0ZFae6LBXqze299wc0Wb8vl3G8iMAyA+yCXgV9HWpRB6L
ZsOds+ap/ZjHD0b8Zxnrf38f/0/8szz9+bntv/4H//69rKaGxEkn/Ou/nsj3pmzLX93/8F/73z+2
/KV/ff1ZNKQQ/8jiNzDwvwWHL93L4l82RUe66cx+NtO7ny3LutfR8Yn8T/7//vC/fr6O8mGqfv7z
j+8lKzo+WkzK4o9//+jw459/8PDff18O/++fvXnJ8Wv/l7Vd85IRxHv/HO2vX/n50nb4Zcv7BxgH
gO5EyQJIfvhgw8/Xn2j6P3DOODIWzgwa80Khi7Lpkn/+oeB38DzixMPQNiRxuavWluz1Z6bxD34n
4r+j1g9+ou7+8dfHLbbn93b9V8EQSCRF1/7zD77dFzoHYCzgmoCZoNwB1C7IKi3VYY4jkzpWrx+p
q/lE3cTkwQbDR1Bqb5r6UTFlnNmCjr/Kg1cFmCInzEQqdCmvMs3UUupJOyIkF6bZVz3/3mjpLill
5kCw938K8pBtACoYVRCWYA5ypyGA6cT6sWjdQ00q1GYloK8PL/b638t5uXwrUsCGglQomP0Q6RMf
m1mPmEOZl+YxHvvhQzdFoANTiRPSrJWF4gT7xicEUWj/hJw4eHjFp7MzNmkRZ415rAd0kXOcbA7R
ui6S3DEr+4NON3BLALUEz6LNv+LCn+hLveK93c1jMdQkNHrrA4uHZDNXbvU09a2sS9Br90BB/zj1
CuwpL7tBpYEgz42VGnU95hG5YKYHSu7kzyU4U+CKkTEmWE1Q6fnEapAsdIdefaA0bl5Yk480bEuv
RcHxYEWDr5hzkwW9UzkvLB2qeKtZ4Gnz5yRNP5RjNwfEUNNfSd0MJCSF3n+JkWdmp34avH1aURQu
0xE/9G+rh4iQed00jvHhDO4agFGCFrJ2UM14Rqc8g6jJptPqNyYlcZgorrlXkT0cIwWdfNnXKurm
h6xVWr9GglHiTIt8QfwreOcXYBwASUXOQTjkwJrUdtdjkXVD0UJ9VH3T655SF/zH7ZRuFbXeWGi2
V3jqIWlAanf/IqAmGUeEO0c6/rbcY7N01KgDWfHRpGgVacTVdC60d23Tzhuz67IjSc0QL9YafQvT
A1Ua462FpigSfoWVreBEQhzcBssDZRO+onN1pNcIs446als/26yI9kgmfun7lO6Jrg+bKVPpE5tm
tlPqrtpoEdH27Zgph9vLcXWOcQnA5gO+BqVHDSwuhMsTVhleawxuqTwChGDvJs8Z34MBXgZTvN5z
iIEzB9OESNh1XQT4r1uj1Zny2MShE80Po1P98Kgy+3DSgiRFcAxvLPRfaMhT/P7+GcJD5eBFJG/g
bCxnOJYaHZp4Vh5d7aHRMn+wJQllbhQWRgOhdlDZcvIHMNPAJC4FlJmjMa/1vMeuN7RAI9Z7U2m2
pNHTME0juo/d7E7fDH2HliKFXWtdVPm2FOxaztus/qLpzy59bo3n2wt3dZsIQgQHcKBJDByu7T3G
6teheLG0wyDr8ndl3xH3QZEGEnicngOUaMulQyfiliomSY4oBwnSGPXKOnq6x+fekDESrOj5QpKw
SUObok/XnCRHpkXb0nJ3DNmj2+u1ogfcqUKYFy4MeOkF61q7yDbndZoch4olu36uDy6N200R2480
qqanNiGqxJitzQrXMKfZd3BhOcKs+mxiXV11EBk3u3oavjS2I3mpykQIqtY38VSXNUQ0U5P4htPE
fmXJ/DB+BoUjhNAK+MSBP0TtlMh6oc0Ra6qIJUddP0dx/+AquwkXbQc1KEAhV7/vXFkzhzXVA7wc
nq4KRhL3CgCnTrWeGRAZ608qGjlA65ThTNo72bf4UYVZ/V85ooprlZc6vTUkR5s2OyQcej+Z8OC8
rXpCgOpPIfD4AK5EnfAVylnNooZYPYRob+1iU5o+m7K3fTrt3NxXapmbtLpbF9IERc8pdWZSgoEr
j/OdzvIHrVF/5Mnkl54RRqnmN20VWIOMLej1TrzSkgu5gnemTXav0Ahym+SdWne71mNhXD9UqZ/o
+ue+nkIaI0eoNT5hLMjpY5L9jJM9MjABUb4OzVNOvg+96c9x9xQPvT+Um9Sm29yju9awdiNaERZu
7GvKPm6m8+0dWlW3i28Xwrid6tRunqnJsRqSrYbbHksYjugGauUvtyWtmSHu/f+lC8J9N1idzawJ
upCwM5LNb+o5+RE3n2KS6L7C2uC2tNdAw9WmgBURxYI2ChLFMH7vMWVwZiM59giLzu4eL3Gv/arN
jT9P7IvRux9ivOLGGgm8MLf8KDunVeEnDRrzoa8kKx7S/mynU2A4ke8629jKJGdj5RoDoPb3Bwor
H6UsURvXg+UvM28L9p75DQPJWIBWALJrec1WIpeBegM8ivDaEw4GUUdbq5iWHLMya0KGHLPPTDM/
3F7yNVW6lCIcA1R7JFEHFo5jQ15a1jwNytduMh9y/U5w56tVcZEFRyMaXj0mespp1loUz9bkSNUP
SVWGvS7jyljbm98S8DJY3v9ETeeh6TGVDlEs6jW+25z/jh+DBsigcQQSFjhYQ9gVVnbT3JA5OUba
OZ6MfanWgWLciRD6c7FQrgSsM/ByhiFMpSRVYVRdBBMM1Vf6j9X8dagkr4bV5UJ/RkQrwKKMDrDL
5dLtUrUJqEWOafGEwFlA211q1eFt9bp+muDG4l0g/5IirJdhzJhhnZDjqBeqn3emHrbgcTjMoFzd
kFR/so3qc4WCvza2vlgtWLBioxklX7FmxS4/QlDy0YrRvkHHVOexVfw6M71wGomBLjmj5btKvFHL
eyGof24heH/BlokgAMAzy+WNyIT6B4YtPORT7/fl6LuzGZj62+nd7SVePcEXggSfyhpt1gBnBJPU
M3SEfrEQscElNU+DZBVlggQXPuWvln50k2Ppve/6yh9dZKSNBxcA3tszWtVMQBTV11ckHm3LpcPd
5hkDQhzHQnmOU2fTTM8KkTkAq7MBOAfheh6lEekCmV4bQ6Ok5Jjqv5x49mn6xnOz0OwSyaX2ygMp
XmqgFgZrIH+fX0EuR1YoTtMScuwN26+nLnTRb3J4Kr7RBIGJYg/q6dSfPXQM2Lao2lUk27aymqgJ
ACwd2FgkJ0TYCx2ylDgjn6j33BnPCd5fMlOy9iJfyBBUQ2/UDp3AIMM2lR28YAcN68im2nZTtp/q
dqdkPxRXl6iJCTUQ1tUFCS1sF4IfiAcIpoWhmAKOakyQ7RrOKRplozJCxtW8unhwg19zdwDeCKoY
OaxT2iInx4hZWzyNFYNumqiWqMjqTC6kCLYChdtpNxoFOSZR5jOn9j3Ez26fqTURiA8BRc6R5Li7
lmeqrDkZqteR4+w+saJB2y4ZvGrlQOGhirg3SGnB9SDmtb0+yeKuaMmxUT8S/WkYy3eJ/mSomSTk
t7YlMA2gU+ccQDjBy5kQI2oTlHJAn+2fZv5OGZ67TObmrTxKkDf4LUOwqSX602so9CRHM5nZAwjv
0BWmNKsdgu0PeeV8Sr2WnoFaOw8plT2/ZPMTzlI3q7XCeshu3ZPXf0ytL50MBvJKmSgencv5Cdow
u0Qbx9YmR+Wx1eydtbcnf+79KE5942c+1Sjh2pls8PH0cnLZ4q4pyqVwvgAXcfhONwaWDAY5Upb5
U7GprU8kV8G7/v22yq/KQXYEhUS4/F0Rn2AXmpIYoI44FpM3bKyWvLMb0Lq3DTUCMkqZkdbFgeEE
MRSgnERxDjWVvNZhjpwk89u4Cu3uIatBDKPLFnDFnUHEGwXOnIUboRrBKI2mWbPGgbVttMSHH6qn
Q2ATFppj4+dMUtK0dn0tpAnnTZuiqGYppM1N6HzKlcZvsrM2+0iYJO0jSwH+GJ+HEkbL2aDhpD9N
psR2rZ5GZIVQ+Y6/wD6xVJhirGikObAsY4xXNjBsdsCmwfUbtTfDRvOAFa2NOWwmOuzKqGolDtbq
gbwQLxxIr9a1TuPLrXiTz4jjR8qzNHj5WnghHknw/fJ8JXByIL5aTnLOE1dRWcPNWucrytu6J9DS
pzT/THApeM0nBxz+B/gSIfJDkqfASsQH9TnoiwQMIDIZlnAimWojlJQwcvw4obQvIaWf9UlQ0kdn
NLaG8zdeNwtx/CRdGIAyTeM8ayBOHTPwQJ+z5uecfrx9+Nc27XJKgssfm8rogA6aHKv+oSxfCEMH
AcmqrXo9nA4fbBycbUBksYgirTfcCXrZom0IHDy/jN/FlQreeuUHS6qjWsyoHO8PHZW15F4XjX5r
2C1+p4uiqyEztJJfUHmFAnt7zokPkOgYEq1yd46a9X4c1WjR1Uba0WjaYWfngETcXuLVWwReOu+B
hOTTVfvDVMlIDS4AzF8/l/ZUbimrw7k3fuSkeTKw9oYyH3gQzKjUTabs+uFAClWS1V3d6IuPECJU
atc0MTFHcqy1J69pfLU9S5Myq+cDfLGojeN+vBh2da2W9llXwh1oNBoUkWcfLDsuNiybrQOtmOk3
0/SoWpUpucLWLL0JGOVrDY8JbNrypNiDmZd9BsFdlakPWm/uUk2bwYlr96ETW25I6nGSRITWtxWg
PrjUsLZoibsUyqqpTzNWw9xayhOrn2m/141N2XVbTQk9RNeY+zGi5oZo2QYxkk3/5bZerbmq4G1D
CJDTYYLdayl/6NyI2T33udPoyenMEMkWyY2yqjQXIgSlcVNi280Ah1stP85VHczqk2HL6iZWtea3
EDGI0yQJatnB7n1U8uozfK2Uvh8d5uctKMVBzZhJdGXN/4Byuij24lUnolcwR5HZTF6FOeUPoOLy
s+wBsdMkl9yGqyppw8lRkfwHxaRgvHttduvIhkqO6OnZeUngWF8zqwg1Ij93q1MCBBdtRvBGhyou
NUHL0mbKRshKRzcgRA+68lelTxtrkJmyVYVw8MBDWTVvfC8cNG/IKtCvwJSXIEcYox/JtNXZ1rUe
5ywKDp5bBUgdka7wTTuI4PnYRb8dph+3FV/2EfznF/di0Tm4TDQcvDR9SRoSdORhJt9uy1hVSsQ8
+JOW080JMnK3SlRABcjRg9tkufsRTamS+hQnW6faRrNE2vqMfksTlCWO6GzVDV6dVoJ0fBPmLSq7
kvPtKa3ai4spiVd9YWaUZNi7TgejevQ1rv7WSb6QIFgkxwCMpmyxaAULOvtdnEebJJm3WT8G3sdm
lnEavm7ClS94IU8wT2x00maMekSM0ijQx7eU1n7avi3JgSc2GHmoxpL6lvoutXKAZVmYlJ2PRtwD
lUFLJGsrGhVqa0NKcsw8ydIgRR+bSEZJtKoi6KDMq+iRexYDE6gn8xInm2AlCfvVMmc+zLb1uUCf
cUnp8KoxuRAkaH491NaY2VjUkb5oOdhQCri6aD4T9TI6FJkkQeu1qDGBxYKkYrb2tQ5+s+aMpH1Y
lC9/Q/MvpiRovlsUrDK6AQZjjgef2D8paWS6L9sfQfcnMx/KhkHG7DznibEp2m9oM7u5PRGZEEHh
Xwm9EhVq5mJTaPQL+XOpE7e+K6AMQvk7f2cJ+6+CDyI3RyharmW7AY1NlfzXpI7HjkgUbX0yvwUJ
22/EReKZMVbMqe3H3PgJ9tCN0rj+7SVbvYfRhQFMKWjfCVD78rKousEpJx3O9xhbziMaUTk+ILml
n2rWpsmI9ujG2p3lPTyngcbCv2UKt2SZ1YApWpDJ+hdVmzbQuApdYm9PbPWGApoOUFr0ZgQRtDAx
NU7w4p7xqih/0czw7X5vkp+9GjT2dizUw21pa5vFm89zTDJIOUWtKLqUpd7oIXKdFOquLhUzrKJ0
2LW0zCSiXlMKollHOgyFCEDf6VfM1i2jDTiPIwKADcgdPM13cWnRbNMm5a6sdl635Y/IgbYb2k+h
M58th73vmPnQql1AFZX6czftbs9/7VRYJlDLwBgBsiwSmOhuP3slxTcRMoZw5bTiV9Ep/ngno9ar
6oCxBuAVpAKBmxMOBVq6Vd34/0i7st24dWX7RQQ0D6+SenQ7sZPYSfwiOIkjitQ8S19/F33uSbpp
ooX4ABsbAQKkmlSxWKxatZaXsVOWfJqT32jpXF+HymvO/30pFDIaoyJEcnYqC+BUnMDUecCTrxVE
KhtckMUa15LyBQ4MMWCA0JFD3VsySLlt1UsnFuSP9bapubVduGMGbCrdfVIZPGgzPwlrh4PvNZny
b7MPLOj1RaucV6C1AHRCORBitZdHxXR5V9oOFq0nj0aihWjsEOfxug1VBuBgKkcQUZtidubSBi+W
vluMkp2KLH9o8doPAHZaE8dRBTMhHICZDUPI10jBrE7rGQNYBTvVbWGFvQaxVA3Ylmioqp9tNeCy
9p21OT+Vx6DBCGYatBpR3pM8EvXaZtbKmZ1m7TZpHwY7C3n5XY/zMM9vZ79cidfiW8iHHyQT6IPj
NYMxJKm+l2Y+Ku60ZyePuY+VGRj9d2bsp2KfTvGdXt3h/bniHUqLYBzGxJZQu5Eb/KUJtl6SOew0
QGObP5degXfL3IWllaCU6QZJPX2r7bWp6Fe6gcuFWtAdxZmAVoOoKUr14tau8opOCbALP92tlUV1
fqNnYf8jfkGFZtJDfzrVM8BrIRDvAz8uThtSgDWS1TK5oqSKX4IxCUyjgg4NgNpL152pVpuuAVQe
H/Ek6CC9uydNfOfM9UGzH8bpZS6qcGzq0CTxh7l3Vr74WweDefTBwJuBZpUpQ9PrynVmurT0hLsg
AF1/MKL/O+hN2G066zu6WCv23h4iwbAk9CZxnYHnQFpu5lZFg3EZeqrdNkyHp7aawmH8mTlbmq/p
ZKhsgccOEBX0XnF1St6cVSSnZQLQgTlUGyP/vHwh7gLgbZBb/1zfw0CmDhwiQFCA28iAG7+nLuUl
Lmhi/eagH/GzI9RUV3KOt0cFCo6IbmjPGwgFcvzJ9Y6kmLTHEzJFWyF/qCcW+s+z80yKF+OrvyZ6
pPAMmIMYrED2ii7mpWM2uTHZLQbQTuWYoZtAIjP+asVbgx+80kfC8+t6CFcdhAt7xqU9AvxDWrR4
hutOtq1iPRwq+5BRd+fpw6MJlGoy/V66J3LI0i5Yqzgo6olic/+uVvLLhnoY/ptR1iCU7F0P7AJL
DK2n6timR8bjW7+3N23l7eOx2xpaCaYUO0SOvnI6FBc2foZorGBmBaPpb4aMtNgrbVH5cPzpYHRG
aGlPM3ucs3TXZm1omt/nPgkGc+1ue3tJ41BilhyVYwxRgf/xcvPjXNMTv8zoyXd44PlDgNYHuqpr
LqwoGgC0DWidgL+j/if7MMqpqT1nwFYv8y9tR7WogqYqt2hIwYoGrsYH++DslmFfkGBVGFMRDhBm
URwHeyM6WDIFjQgQ9ZykqCq5P/WpDTL2pWlefHbH2M8VXxaRRbpeLkxJOY/n9pZHRpiqx2c2v5T2
hzQvAyf55C47yznG3rZcU0NRnZ9zm3IVxFpcvUKzA+eVt0H7gdr7tLxh8W760TWfqG0F+M/yUeHa
vWOxaPGgKoKiJLqwIpCcVQSTuMF2Tzg6NDtZw4tWP/OXVoOGA/TevO6L5SXbnKw9xt8+CYCFw8wk
PiUm5ZCsXxqNS73p5wnv16nZiMJr7PmYmVxCo1gp3Clay5eWpNwSLL6LkYg6V770IabZSPu1aIwN
nkSmj9nJsCRZOGs3tKJ3hpHvqP8pnqd/hpPgNwhUDOYecE5fw8bZFk9tvDBNrHYgRA8bMlZB7AKO
4JhsjX9UeUTxZsCkOGAJ8ChpZ+e4XWiuzylGKsvQMrt9Vn0E/5Tt7msLlIKW96hbmLJ048i1IKaO
Lp6R8RNly6Yx4pUHk+LKw7r//hZp7x1jYGZfom9WoKRXFX4Q+8/cbQLHcYOlh24hTcPV6rMqFp4b
FX9/ttk+hoDEcxsxWOcPfuVFY+FuvfHl+rFRLs0XjJOmjweavM1t5dgYWfBxXBd933g7s/ejrnMi
z2pemBctlhkyENddNyr2S45LrmCfx5wRUk25I1sWQ+9oVEdtJAMof6gsEuam2a/cYqqzeW5FukyM
kiRePaI4YpBs11Fj39f35ojCwFr/XGlIR+DGhCq625r0Osone+jjnsA9UOjaADxW7Urb/W3hAG71
NvFWsjzl7iFZhnYJJk5Qj7l0jG6xvbEuLczszECWLPdz+Y/cVihACK0vjNYhPQb3uVzo4X0L3B5B
DM9rPzTtW10rNyQ5rlb/VHnGhSFp5/qZFMskDOnUPrk53dTUCNk0HFDFj/R2cIJ0mbaaz36iLPD9
uhMqv9rZIiX3mEw7aTpxDzvLni1b8GlUIGDXk3+UH/v/zUTAxBw/DppM1+FVmEyLbcxpIJ8KMRpi
5mvkMooUGbMCmHsTjyeQUkjXvJk1Y4bBBODsjSJCEzNGpuzo36C4vq3QDnanlatWFZkwm6DDQfA/
wGQvHXAm5sAw0Zee5u4TG6aoTbLAmNfmhZXf58yK9H1Mu9AMUgIUPv4uOxClu/dA9i/V83UvEP/K
m1B0ZkXKGipkohgLx1omowl4Vm/q6YZPHybWh9UaE+jaiqTvlPsFuqlAGJ/6qr312Hws6ctUfzVY
8+n6opSGwA6BEiUAN+DHvfxAPSeD3mlwbQjgRFb9qM/mbatFU9KE1w0pPeHMkHRJA5vU2Il4C7Z6
hcRZF88z336Ki3qNCE/5nTCqCAwRZAzetL6avNJB04rvhOHtcDaPHC22Lx1DT8oq6e/rq1KepzNb
0s2rAw05LQygCtdql49jEWu7fPY+dq7+0rRuuivy+YcDgbmVY6X8auDy8FCEQaFSPlZ6a+QW7dHB
d7Wu3LgJxgbKIv5cWDbmsymbVq5H5TUCTl2wOwoSeRnI1i7abNU2zGUuCpV2yXETY5prc30vVR6C
si8kTgXpCf5w6YpLE1duVWX/wa/hDHfm/XqIXTMiHayUe/ngCYgK14+d3WAc8tYp10gcVPslMPSg
/UN9BVnL5UriqgZM20chonXN+rMONb3AJqxcg5CqHP3cjOR8DLoB3Vwg7dN9v9wXrDYBVMuesobl
2yzzGaCy+hwlzdJvJr93NrHBNXA7ExoVkEnZDAvPgzFzzL1OUx+Z6ZIcwe+xOsUgkgw5bp7/TOHM
Z9nplBjOfxA0jRGWzoiWe7eZErAJmPbes459fGP6PMRTrFstQKl3CIgnqE94mBaSTJs2yEDSBRUa
JAs3gM95m8YqNmCvyVEaoR+tJV05mMo0ReR2Qq7qtUp6udhxRjsqmZFJ2lXlb6qelFE+amCXLEa+
4UbDg7pPirDw8CCqwEv+vbHL4h2hVjApIGMBMyQO7eVvyNjo9DQ2cHnoT5hy8xmI6viP64dVFfhQ
icYgHYCtLqh4L20UCTdGI+ZocLmRZhxrKAIQvJqLJ3Tjk3al9ftauXvjQmfWJE/X/dLRChOhITW0
rRuH2jwjy5zv0eDYDF21Jc1Tbs5IaPqNZ7SH60tVnmYQ0JqoZGIKXU5x42GGaxGEjCnOI90ogyVd
S/xE1HmzvjMT0hcj00Jmd0SAtepxy6ELZ+g37dzvmfalNB/tKVhNzJQn48yi+PuzQwkmV0bMBYti
1s9sIl7gUx6B1SZqZ/rC9O31LVRG3TNrUmjPNWJ44wJvYQDOLnXzUcTcHiTt7zGD1w7mqsEmIhPG
xbo3aOwV0c6fa/aDseP6lIDSF5GeAyUsao+4EC93rkdvPaMaqisZ62+6sgxZ/mVxgOKELFfmWoFn
jpgYp3gXp/1uzr21iqRqL1E9QksPAr9oeUl7qTu1lZYjnpC28TsD/AWV+x6mr++k4njjX8ce4jZG
M0dusphmnmpFCSPNgD6OCWGafpcxM8JLOSppGYzFyiFTnAAYhJKOYEO08OC/3FVgCWY31tGqBC4q
ZDH7aGm4KQzQi83+o22nx147du5aL0+cK+ncAf6IwWOgrEEyKF/UDXGaundqdmp8FIwch3xpU37b
kTqOCs3N/j0uI4oA5wyUIIb/ZQmH0uITVO74a7M+Q1+s0m9Hb6X4pzjXFzakfN5mBZDhMWOnDl2x
2YqP3J0hqnE79o9N+o8U8+K9CrAjiuOgahIKTFJOH49IgcxkYCdreW3u5l1Q2xbdGrGWbUttfCZ1
UuJR6bxc907FEUB3B+9YTK7g28npb4nEXvOzkZ380btN4u4GNdRhWgGvKsK+YLQHASvK7Jg9km64
1hl6zU9gxDWAq3gp3bUJVpXzAQ6OgTvQW76VoJn01saAFoTMQQfiYUQ83TrAzBVr2hsqjzg3I90t
rVnEeC2gX51moM/ItoZ3MPZpk0cW+3b9s6iCxrkl6U5BIaY2mxkLcuctge4sVFS1b5Ndo/2jB4W3
yUxv5UStbaEUNQoLdWXosrCT6T/b7q2TboaaBhiN+N8WJoLX2WXpu3PXIgdip0Q/WCOYW0h5EhUG
/sjrJsiqZiUYKv37r2fIxXM2mHbnxib8G9LklRu3UD4F+1uf/76+LtVdBs4vtJYwaoICjUyLtXDb
5wUBJfZQAFPj5t9BV3vQxuYDK7uf9bAdtJfmxaYoEi3QrX/PrqLXLUihUTH3pVDVxEMTtyYBtsgD
LKutisjRC4wBsyyoXGNTL+CQ+Xl9wUoPPTMpBSwQ/cTLmMPkqOsfs55GUwHaNgYmgbY9WFm1oUn5
joAsOvr/XaUURsDkV1SDwfkJwjFhRZ1k2+RmGZSjToKGZvt8HPiKSaX7IAd6Va3DI1RaZbWASrIR
sE8j2/RovDLUxFpnpbSsNALmXzHOIlTipTMxkbbCaAEK81b/DJQd7R9WG1nKr4XHlJhYAWGLI53u
rKIMdJl4x6SjEfIZ40Daj7jCWwpANGO/qgGtPg1n9qQlcQKm+6KGvSpl90k9Bkt19JZbPd0OBmQn
YiPIzQPPvldrr0blXv41LA9C+aTWMEhuokqqHwoLU2WOt0E7+O6686utAAwmrkycN2k7vS6P23Ry
gMZAEdYtj03WBL21u25EdWuCKk4TsyW4OmWtbtCHuWmXwwi42E+8yW4GK36+bkK1DgGBQoUPtAsg
o72Mxo5BR/HURwkHqOa5eLb8B7CCvcOGoKs3UEUETZMExCnsvOztNEU62h0JZrPyuQkYSr7Xraiu
LyBE/1jRL1fiJQO4MpwEcb65L8xlM0E9Vs+PNrFXLpTX4S450T23JMVaZ8riJC87XJQ0aQ4ks/Ng
ArRo3/V02jRp1USJ2bn3GgGjW23lzh0zsvt2HL+7o0sDkizTrtSTNKgsr4zonNaBtvRLMFENhKuN
99VzEgwsl5hRbs3EP9QsxURWmtGdO3X9qQPYGtSBr7rF7RrLg9IdkHwKYDM6wDKKIK5MUGGg6Hla
GINkcbdBWg1y+JXL6hVP8mYHMRCJqRvBhS0TLZnxgsdSAmAqyMIBUD365hx6Vi6Q+85mNtiDkX02
LIFTBe6nuacOe9RZHQ4OpO1+9IxGy1ge2vEDGFNz7x4w6K1mPCTECO1i02UfCHiWAjj19rqHKcDR
ACEjiQV9KZqnyCkuXSxnmNXXaIUks7phY36fDsBjLuXBpizS5uU0M3rb5UD1FjX1g4GCYLXsd3Xb
BhDxisAJfpxTYxPXsxZe/2XKz3b2w6RTzE2HVa0NkK3TT+HEqiA9tla8v25EGY0w6Anwq+AykefP
6nqu8TEbJG7TJ+azUFsTYVSe4DMDYpVnmSFt63YmKQyMWQReRHx7w/jMk8fry1BdhBB5+bMMKbFu
IKGCL4DTa9gfXBJNAJmCxa8hPiq8v/DZrlt7DW5vXF3I6QK9Aa+Rd61fPBB81/g0yB9MYwlHF2OC
Uw7cyKe2hTK0foNn60DWsmxxvV4zK+2lUEIoIS6ExzjdeOCes5AFBtUyhTp1g9b0Q2fSg16v1yDE
qgcS1Db+LFd847NvmI6pl3HxLDfjjxoAJFiYjrkf2980SEOv763SFgZJxayC4GyTIv7cAlA/2/iS
g3vMOh4HXMfwcTbs2zhFbXGNs1N5yM7MSWGfuXY6WA3qG37yjA4A5qkfynzlqlSmTcB7g48MEDlQ
p0tpk9/kll1OgGAb8eSEekWPixfqy3OMwdIcJBJJt6ty8gimy6JhD+/Zzz+25eBfLHU+TCNsj9ld
PLf7zmpDACqCynvx0/fUb84WKgt/04E0ZeUC2k7wdEAun5W7HujD+4Iv+TvgjaC8B8uKGOxAT0yK
25ZOy6YcUVq5qew6NCrQhGrTSlld6YxnNqQQvPSgBMtHnZ1arQ+6zgvn/NlpWDSC5RmNmetfSumK
Z8bE35+dMhyHuQT7LTvlbvVVJ+kmtt1fUFSKrptRBy8MeYI6AsPUmqwL4/R10tEGkzeV2QSznX2s
Yvumyo9DWR4IXz5UxbHyw/zHillxcN8EL0+wNAnePzSeL5c39Vrh5gvM1nEblcwN8+rBqr90wxeo
jATmUAYmukG7pV6DLimvOA/5PC4BIZItRRSCW58tIK0HSXnuhm46TYcx1trd9fWtWZGWF+sY52wM
YQUkkyFxqzmKOcLXdSvK2xQ9e8FtiAaW3Ge2agC48wlZt8moISrBdrhkGi6gmYYTxiLeZQ4EOOjW
oZboiPNx5pK8n2xqzrjnNNDqm79tEAx1X1iRv2PvRE0WeB70BaFEfGlmhrxyOo4Iwlm3oBt7mKm1
ub5vqrN1bkH6OkbCTG4YLXJT92fZoqkbf6zr1bRA5QNArAEoAhgAmEalOE/SiWRkxD3ZtEdMKk5J
5DEe+XoaWcj953DKbvV8T7RmWySf8uJDETcrH0wVsDACgz4BSPdApCF+4dkHm/kyQG0AH8wCdzD4
msEb1Fub3rGjInUgFM4f3rGvZ/akmGVlfud3OeyR3DtgtjU0++qWlPNKlqqC8mO0B/pJIPjXkW9J
r806ydIsnzAM1g9V1Li3/jgHVX1ECSfU3QG0YdQLcrwWzCIiE8h4v/RrTNtKDzr7BZKPpkyrhmLG
L/CKx76xt0vuhx5bY6BUepAOyApG0m08R6XvNxgDsXmHx4gXmz9o4nghrfQles9H+2tE+mjMpFoR
i6E3PN3T2jh69s8uLlY+mXq//hqRckZut4U5LiKxSqt9nHhRNen7VbSo0soriASUZJg1Fu+CM3/3
hpqVnoaEo3RqTNT3oI1qh2yCbBvJt9d3TXm0MLAqKN4BPfUkF6x0SDclDKao7mzcb2TmwVTu7THZ
WO/aO+Ax4G5Ck0gmf8xoaaMAsYhWnxYWyZOAjLb5SnlSdZUI0Md/jUgObVqdjcCPdMM3UifQlxGK
QePsbk0rL8C7Y64B9pT7BzF7UEBCAh61vMtPlbpeA0kXDa7tEB2loo6FQL/TLdF5ExW+heJ2OuYr
b2jVUKCJKcQ/VqWQbNG8WroGjYKlbY5Gu4SOru2g4xhBQXCzDP7BnYfIeLYGfzul/i8guz+4dnJy
2N3C2dEk9wItIdgarjuT0m8xv4bKMOBpEKC+3Ax0VGtj8T3keqiTcHfXWEnorfJBrFmRFm9nbTvb
tY/bQMMDAz0t/8GZ1+qZSj9Cu/ZVkAsjbJKRMSm0HOkVP5WGF4HxLNZAa+TP4bIm1adezX8NQXjm
cs/iEgD/mRD2WtXkg3XU3C6AUNR7ouOf9aC7f2kGLxeNtQPWU/lTZCT+3rF4lK2SUYovLKfDosv9
n23DoOilGatlROAHMHkcG1u0zu4wkuqzNOy7WzHsA7z2yltGtX2gbMMsNSaBMYYmXS3VONJ60RBU
6PiZLi/zcNunazVApQ10a1F1FirnnuTWRllxD6SlSLMKtqeltccEI7PpyhdSbR2QW5jsQ0oqxpov
t44Qt016zvgJiqwB+EQ3HJ1UVIV1UoSkXgLGVrZOFbqgFI83C6bcXNsSyz67ZUzM0ZlL3HEg6/s0
KPo5/pUsqRt69eCFlQ+KaCPW3xMvAV4Bc70AuoNz9tJoPGW+N4w5P1nWt6rY4qrbkUebhmlT7a4H
I+V+nlmSPMMei2Yqkoaf4mHciukuGm8bb8DgNiKSX4/JXjPXAqDaJh4WmPHA6KtM/zDUo1Gay8hP
fQ3AIxpc5a7qzOyw+BzaInzSNnjPbVLO1lRwlc9fEDb8sSzFq7mMp6oAsd5pbmYMz+kJ8Ibzbd/r
EG8KAYGhgQFFjob9ACxz5TZSHQ+kDqKsBUoUjIReftIiw9CZUdocbNX861TM88Ga+bd0dpKVu125
SEy0QJYSzGzoHcuLrKlXZinySHOsNmVsb1MaDrzc2j9a07kZqsd89KPW+3XdkVTn5MyqPJxtzLE3
5BYSy1K/pd1NAVlbbf48QRIT6nrXTalunXNTUpTORwM0cAzpZY7WewvcTg31zTRBc+XhuqFXBKwc
qM8tSYGaYE0aFyiXpgyKNNvUKYAaU/4CFA+PUbRwhy3XssCa0c+Jx299vmPTsRyfl3L4MK4dVXEU
3/wY4BEwUAwmB7SPLz2od5PcpSWqeU5TRdApmfJqe329Kh8FY/wfC9LGpmgxgEYBFsC2F/Xc3WBj
V9N2tX9iwgbtFmSCbyYQtNhFxpdOyHCpvcsw61lqmARARhhD3nwZgtKcjKDr+xuSrQ1DKp30zLR0
CL1GT8t4QR7fZFsd8TuZAj9vQGfchaOzSkohPsjbD/Z3odJd5bm5jUQbWS/1HwDSC50k3XYthwaV
oe1aazdOoHLztY8dIyspptJVMMaEDpQJ/qQ3KMiYuUZiC4hM8uzFv5Nk5WAoT+DZvy+FmCqFugBv
gCyCjkHVNB/dYmfTcgNe1JWFqA0JSTKhqIoE5tLn2cz9KZtRhLWMcjNlC4SH9N1SbAnQwNd9X+ka
yI/AlSJ4kuS+uW0x5H0CxdTlWthmqdA33aStt6lNO2rWAOLKk3ZmTXJEarYcPStsIPFvYw8ddLA7
O0/XV6TcO6Qu6DpA/+GNTORi+EU7gNXvZLHPnRaZ5hMD98GKJ4gv/cbH/xhBSfnyA3lQSKAVwWMG
nkZAwAsOUMPBBPcLmkR7YrIgm9aK/6oJbrB0oTUp4JWuLg8CsrigzWgCl9VPX0b7jphNJEh4gWLd
mlDbBBvDBHkmt9rYpemGtAvzot5UYHk7Vvm/K3rALUGxAMwzeKz1N6BqwnTetfgtKdiQuyW9LV8j
GaizvPfUss9NSeGkmsee9xwvOqbRXas1QavrK9mg8hDgTQo2JDxM34DOwORKR2fC+8dsbw3qRSBw
DmpnCbOUBaskT0pjwGEBR41RDOREl67je/1AugrGmpY+Qp+0s5otSaAWCkaSCjoA10+D8sS9EmLA
JzEGL13lJu7qjgPGj2rlfezysCmOGQSIrhtRxl3IZgHuC2kSIFcvl9SMVcttN+UYriNPNnPnOw3D
uB+vG1Gda0C+gG7HvAWkBiU/wLxobXOz4idtKQKW36KI1AVDAtx50a+YUn0i0FUBRgw5ZtS/pDfd
aOcVYWPNT64eaYu5KzIaedl8rFCUgsTL9vrCVJ/IRU0ErCEAFuG9dbl7fp0NdtEjlkyaE+QlpFWZ
Hw7F2vNDmYCc25FcodDmhKCzjJZDdgLFakDBdOe2X2sgeMDEtdW9Jpiql5avBS7lh8MLHF0C0GqD
WuhyfUOW5VC6RKwohmM7goGq/krzX9nConfsI8ZDwb+FgVz07i/tQLMToNgUb2RwX1W82WAGgvpr
Cj9K1zgzIv7+7F080JKnRg1X5wWaXcBZZJ917rRA/x7Hbo1v/fV1JF8zIPD7syTJEeO8GMd+FrFi
3hYE6ns2KDuTUP9etTunNE7z4n3MtM9OtoTJeE87IK3a+oAZs4UaUZo85c193h+A1PB1XO6fMHLW
iwrSVNufru+96j4E1B/6YibINqDLcbktaaHHTmth74ss9MmT4ZCN3f2CwCDkFQ54oCTvgbOeG5R2
xhtbK3V6IGi1Jo46v4oEnrWYV/rTyq99tizJddFicadUg5WufylAQk/4XvO/2CzKqjXFL1UMRScc
7wITM/goNl/uoAn8HJlmhLfBjX/6fD+008/r30gZZ84sSBcPiye982pUAcaq3FRNzkCFVYWss9PN
dUPKA48ZKAekW6ixyMNQNG+9tDVQO/LZU4z6Hh+PYwzSmbUXv/LrnNmRDrxWpmNiExRxUFGehhHy
DzdTegNyi13VDNDhDuPsBzUe+r4I5+nGH6tblyX34B7fF/OETka7ssFrv0c6BE0N6tgOwsgnsHtS
th9t93MppNjrfpd06RoySvk5kRihXIYeMtLCS4fhAMo7ZChx5Hxg4+tjMyzBuDanq6pZCaQrqnIo
q+COujQCZUR/XKaFo4k8fqupdW+m7RYdQaeMUMXaMuB6V3IJFQGU6YE3GHV1LA6cMpcmFy703TCG
fEo8MxzJfsiPMURIXTR36xunLCPLAiETZmL60HG//7vnIo3x0ILCC/3N26Ec/TknWQHb5I4sw8Ev
MZWc9WGhrUn9qM7IX0tvHhDQbmtJo+Hr6Ut9pAXZgrd69O07ZP7B/7ImoO8v9xMlo851HFjysw5D
1fNHYK9uSd6HWsrXeD5VPnm+Ksknfc7zlBLwKKUL9NrJU+PdTcXzO9bzWkDFrBfQPLINHdWgHCLq
p27cWRa9SdpbXtZhtrQr+YQS3eudWZJCst0QkmjGgPM8eyFKNz7grxs/jgjmpPTW+ZWM8202NTs/
z+9mZoS5W9y7WXknSKT0Rdu3UHnNHjgbtkmio2zv7vj4nY7LftZaP8DU34GSbgmAt8QTSltLu9QH
CSxbtgvFSqgPSOFxLJIMbPL4+cW4PDDbBJn9rpl/6h4NPTtsCb+B0O0HO/duaNIFGPlcic9KF3fR
iQQmX5R/pXDYl301gosehymP+U5nnnMYytx8NBe9/tCQd0hZIlMXQu54VWkYGRXOeZaaQdliYpCc
gPOhCRhZWu9suwLThyAkNfbXfVCZS2NCCqQ8YKAyXFdywsGZ0S0msFXGdwOpdovrlWGZVZ9RCD9q
3vzgJc3GiYetmbd3122rEoVz05JXdrSbqrnW+SnDBDwUQQbglAZjreqqPMmei2KXeKNiXy830wB4
DLke6vY26FxxktGjW++IqDwEL26gXFB99XHBXBpZYsj6tWWM9LboDotbHChv9rzv2wBwo5VCl2rb
AGEAOwqkKVFGkbKfkptt7RYED2GDf3ZRfjXKlq2EWtWmnduQPNDoSOHQUawnASvsdNstRbSakyo3
TaRWHohzMCcqGfFq6EXbmY+o1E3bLHmq0HKgab9lIGz9d0/zzyxJn2f28Sns2IMl8zf0DwJt+H3d
gHK/zgxITlbVVswphEtOqbZDOSvgwH6spjBr+yXlE+C0ZTEmlXFfkFszQ5GluZ0HkJ8W23csBuAG
QMYxIA+UyaUz2yNUm7QKi8HcToneOWDVq00EpROf2ZDSMWCK+JxRODHUeocWqjVQtb2+CuVuQQUd
3x1Af7w9L1cxtB0md3KenWpebpq223Xmfc27TYIx2uuWVAyNeOuArfl18OwNDwumdpK68HuEmDYd
A4MioSOEj5FuD+Dr742E3wxJrIEEpiGRFXffzDm+7aFTdGMPPI1KDWycrj0GjUecf3fMi58mOaZL
polBHwivy6EJx+nYZU6wOpWv3gCBzhVVM9DKSyGJJEPeTz3wEGCtjRJAB1jyMEIz20yCMn5Eq9aZ
jsQdAiupwtRBfQHDOlpA3yHmjgsapXIbmQaAeJaUIaauPmhuiSqD25BtRzY+N0KzfLj+uRVn/cKI
dGPOReK99hpOQvYwNSFo4fGgc9eoIRX+i4kmjC5jmgLXsiV9uYxOKXIEQAgIcyMoOILmICJwZbDm
/ftJAeEH6h0CnIl3mPT14txuG4fAEn7HpgZ/Eu2rre7e2CDxub514jdLVSDLxzwtsOsgmgGv8eWZ
hOaI2ZEO72lUlDF+1VlHtwB2fCHtd1SOynBIq2TlcKq+1rlJKQz4lZN3to5qBOCfQRXPnzKLRQnT
o+srU30tMa4JYi9BBCOnUbzRk2LRZ3yt0RiDAbqY+3rY0/6jbWdryqaK2IlhL+SHgvgJzyjxW87T
w2LIehtTrqeMOkVQ2IYdTn6z9nxVbNyFFcn/tKyCTCN65khptlM/BVzIWE1rLF9KK9g0TIOAEh5S
Tpdrgc5XDW1Clp2gSEu75RMa1l5XrySawq0kt7MhrvvHiLQUI6Np7kE99FSX7rgBcOUzSADsiLLO
C1KrzDYd6b2ILWzlgadeHErFgiUYCkJSgsto3wOliCK1pk9ppNUt9BDHMXL7f3+fYH1/7UgHOCN+
kjqQXzwVFdv7xSN1x8Avp9Ad9te9XHF+YQjoPTFrCfCWdJjGpganWNNkJ+gX7GPwlESG9cHIjP1A
dLAecnq4bk+5gRgteJUsBVG4ZM/0+4a6TQHutNzY4t0aEah9Ze6Ke6imSMGBYiGcClAa/nDphJjE
X4ysxbJGoP7RWUgCiINvXK7dUoyOzn38YfR+jMz9lnRx2C1H6gA2Ah4H/gUst2AKePCKtZUr4snF
T5JWbvvUjlHeyASd9oAXC4fkB66ZAbQH17dY+Un/rl2G/ejl4M3z0GanIX6YYmuvt5CFdsuwmLZ5
X674j+olD85AqCViaFeky9Jxp0bbYWur7FTOpHvs84wd6lEHvAmAq5DkeXHvVV7/qQDtzmZhnEWQ
rHwGJwm7r4fC/3Z96UrvckAUKxif0daRjo0DuYCSLfAusMB9IVqN+8HVIPqTrNwNKhQS3mogRsJr
HsoqhvQxvcXoFp9gj+MlGwPUqnoEHrtoAqu6B0f3FpjVXWz1uwEc07G2s/jvHD1O/pln9xNdcXbV
os9+iwxCMpeBZ5MBx2ItHl3outOp3KxOTaq86tyKlIgJvD+UefCdNf6VlIFlBVChNe3va01h1TE5
tyNFWMts89b0cHK1ytzkqJfnrA3r/AGtupXURem6aKyjdiwiIOhXL4NExxw/IRo2bqjv3TZC9w+x
YbGPOjsYbUTJZ+JuuB6y4fN1L1VVaJBa/zUs5ZuVOeJqS0e0OqcYxEPHsd8sZlBOW6d7bZ0BPxQM
dbbitEo/ObMq7WzVN1lCvR4nlTkBAZZUiDiuvhyUVkDl6KKmBTy9KW1q0uZzOyw1UhlQASUtePrG
dbYLpTOiZQughwboncwKjdE+0jgcxw+EkdRsdhxvghbsJxAsy9aAW6pxYVyN4NQSaCcd/a9LNwF6
OyeDVeQnz+o3naEfgMfYJ8u2cz6DGyEeh01Sb+z6iXXv+GCAOuLVg6F2wGvELpxlhSky3cRN2/wU
Vx/GBE0qaN1na0ZUWyksiElXAV2QjNiNnjut6+enxnV+9aP2BTpb2yk3vlRACk3Qt7ju++LivUjc
EDOBEwLTDzo3YKeQrot5Qk2WsGS6AVkdmntE07cUqWir3ySmtUvaaWUPVfawNMR7Ic4GCsTLPfRy
SLNN4zTeGL1f/izctAkR2JMIakJsOxT2Mxo93r5kGEW5vtC3boOVglMYTweMh4IfXVqpVjvx1Gjj
eNP1GF/Jbco/Tdz5mlqLvy84/6iZ9a++04yTWbDhRKEUcfDNwlgJcm8+L34FYhtmU8VxeYPWGwuw
cnaETjd5b6Jy+VQUdpD59c6vbjS0xK+v+U3sxksTEBsbj06wE0KS/nKzm8HmVcJdfNzpA3jUN9yy
/4+089qRG2my8BMRoDe3ZNlme5nWzA0hS+89n34/9gK7XSxuEfpXGN1pKpguMjLinBMPQDtOYaZv
bKMVS+TuyTKSFyCreXXnCdOQVvQQckcwXmOfO5YZ72UhttNgC1WxZorlQ9+ecjETuVjHcarNFgG/
0R2AwlvlHa11ZiHELP56e/LmyVmcDBgUoMPnvl0z1Oty8ow016UxakdXjt788hsS6rd/f21DouoF
5G6WjhCv/JhFOShVYnN08yo8CMbXSMocMEtOlGf3ZoK6fkboWxjOJH8DeXu8bX1tdAA556iMrAQv
3cvRKWI70b/eGlxewMgs+CkQwKTc0v1eWSt0D0lakaCDfriM/5pBCqu4oaBei9peb8SXKhQf8rqK
7Ip0y+0RrXgW9CPI5bA1JFpWLPaFLE+IOdQ+06kX3a7p6NvXFT3cuVxOf4RGKN6j60ChLa3/Wncc
bTYSuUTbQLLAMs9f9uFeCCYjHMdUG9yCzjCB1MzbsfxrubTZCPxv/AcpCZiJl0ZERcilRA5GV4Q1
X5eagxFZ3nhOr64X+qk8QbkW0Ke9NDKi5K/EbTi6bfI7jhtbImK3esfc316qFSc49xKZm9bOlfNl
eiWXfbVq6RfgJvpPQzhoVHKS5E61QBR3W9CHeSMvjjFHa357qAaaAMtKn6YIjRc24eSSDD+mhf+5
m9K7UfkTibIjy45UfWn14eX2+K5iLtZK0YAeUg4Dx7HUoh36TCj5lMFt9Mj21JfMTHYkEDY2/Nos
4m4h3M5ksisBPQucTJCHxugWgDpiYV/Uyu9kLB7bwnD7JNtYsxWHMZfCUEF6l9NbSszlolpVcTVN
bha21W8zTdrOBktmvt6eurUdiLANelN4d1ZtEa7WQ6LnkaqNbhjUtPzVLXyGoilPXYy3z6VG3kCA
r3mNWbqXv2S1SWtf7nilUXvLM5TJlbL0JBauEgg/u8qujPhQl9MBhdWNOGRlP3Irz6kqtEUY5cJN
1VFr0eI0EN1Ja/aBNO0z6Iyl8lWvj6m8H9QdFZUNkytzikmgOYjE6riohcmmjWoBHS8adpXBobHS
vTCg1vVbKTfmcmVDIs8nQRFGKItLbT4WH/zgOBlkdvRWdL1aolvXGKn/5qjeHgo9MI9CoiZP4uSV
x9sbZmUB59Q9UNi5Wyy59YVRXQvrzJAnNxxezLo9eIkbS5pteRoPuMCGrH3b3togP9qTF/bGxKy8
XJ3cTjsbyUvf9HtLPurJQ9EkG0NbcSNU1ed6AYhfg1zOpalM04wsH9PRBZdzFGpQqmm3r3pvg765
sj14aOCpZhgV1hZHoBnKJhvVYnTHQYrs0KteoBdGbec2xVatbM3Ue2MDtDdMwtLFDknjuAqzNON+
KZy4ib8IKh3dtFremZDKb6/T2uR9NLXY9LkxykorYSrRXqVYsvH63rThrFb2AvgvyjoaqzSLUlwu
kMYjR2yiYXT1Nrcl9Un92XbU11GP2kpwrXhf3C4Z7lmUlatssevQ16NrVYxbRK3QFkAsytPv2/N1
nQThYUXgBPeZC2XG010ORqBrmTSoEoPxi5c8fPb8E2TXQjxX/X+rIofGXSx+vm11bZUgqeCX5r5I
4jIMZU8i/B3IuHtNGG2avZ4UJQ5t32///kqG7klenfVCrGd5liIlUvzeYHRsB98rEaHjvWttkZLX
J1HDxPzEw87iyJp6X426wDrR32s3Cn9i73t/CJ8ypz13wuO4hbpYcX7UCGb9T1J0sxD95Zo1Pmkr
Q0gml4r5zhcBP6a2gF5CJN9V43gXKML+9nqtHOCZHj832YEDA67k0qAn5lOQ1MXkqnTKpaNn/iUM
KMB7sDEPxST/vG3tWtcGHjKIKZNuY8QE2Lw0Z8l+YLRDPbllqfZ3ikFHvYEyl2PEfX8qoLCgUB+V
dkgvWzcOB+VEb+3sSTcSvbLD0WrcOJ22mqOsHEVKuQQowGgRDFiyZGSJVhty0xAItYFI/IgqZFcW
W6y+lTAB5vesykW/JGLx2fV8uEsb0fRVMe+JSzzkLzyIHq9m8jMxYsS5EhFgfxOflSHfOI4rDo2O
wLM+EgkoCH6LV6HQctZ1Y2Rs+mB7dbbrRoSY8NX1tGunHxuruzpG6u/8x7nE+VyO0RtKlr1mjJXR
uIUsniBBnUpP/zy2P5PkSfO+QPx4oDGMMe3Kwi3FvQzPuEyJYXwn1V5TMRBPoRLbt79rbY+TEzOA
s+FqcRiXnxVM+gQpsJ1cRXlV5Yeoj2x1eoz+XvGNJt1INcEjg6yMouPCp/smuiuyxuHV+y+q9cmg
LlsmD3n1R5Oar1GoOqb15Ol3gvf3TyIMv3eSRcmZbNRib/l0dZ31OTnE9Y+Sxsc+0ZrZObr2u/o3
0OwAAbDbM3q90NDlKEpxsSA1cwXyH0XkgxG6n1xNzB5xKxTZWlawuG9lEO/9OSqkfpdo40bce325
zGaRcmZz6fCzFjdabyEGajR4Dz15E5RjY32awg0Pde2AMQHw0UL3Yk5/L6ayahMoPgEmkMsZx3A3
9gqiCV8tumWKXX7w/hpqyZ6Zy2nwv8jZqMtYrTWSWtBUDqiYyPIpV6nuEZAH/0pFuFHxvi7ZvptC
f4IsJa1wrl4N46QOeN/JLX5mZXZMhXbXqvV91Qx2UwY7VOcPtZ/BcQncoX7sm/IlnVBuSJy89TtK
ur2jJtLGiq5tJDasyXkBB8Wfy6MZkxuRZskiV0r/AfZvj4eWupd8qv37hrzZRgh57el5pnFEAQLP
0IalfyLpXnmxKjED/Vs3/VD+Pr6HLAFrgcITTKgrdS5UzvWMhp2iC0L3gKIL5yJovwpGuJFpvPbq
2GEAQPXIOhCZXM7aZNI1RylD0ZUD2Y6k9mBZ4Q7GhDv6wc6zNtZo7dQBiIGcyJNTpk5yaa0atVRr
zHnWsmjnJcWuoEYyjN6GmetqIfuTKieJdC6Quep0aWcotIobkoefwPbXQ7tXWlrQjRma4uWuD35l
VvVJGoqnPvaPioAIxqae4Txvl6mlyy9Y7Eb2YeZxWeLWmuggBPX97AEs37ob4wNBbCI2XxEZOYTe
Dh3kuHEGcQvBtjrX9AJnnoGKSMsHiNfWat81zIFYPJoUZHPtXmg2CK6rNpCe5EokQUKt6HKeNaFL
iqbjwav337PpFQrFZm5z7VgTkjOOmdIGau3ShDh3bmoKjwtJlx+EYHpKvPg39NSvinzyvO4z8mUG
DQc20hVrA+PlxlblcMzp6UurkZB0cS/GolvEtRNVD4L8RPvNjW26OrQPRhbBBNIWFNC1SHSHzvpa
+O0+H7oD7FqnMGXHjGUkoo1DmsfH2zfu2r1EaEqdFPV26MmL2CKki2CQ9yUpn+qzbjzrqMYq6hMz
G9Foe6zebltbm0mYDWRzqSRQb1ocBDkpRkopWLOa4Vst+K4w1Pd0STn/B2bmcJiyBUDKZeF3LFUd
XST8mCaT2Al8Gq+8WTiY21auw7+Zlk4bACp0lEaWBVirzcoarK3omuFpBPbfKU8GafAu3ki7rE0a
+gGoIvBetODdXG6/ylP8qKo7vH9UOWqARJcf2FL04+9H89HKYmmqTEnLNuhFt39p69/SLMx4lLeA
4GsXDA6YdCb0DGoH81A/PFYE1qUYR0WEJPSY8etqWzuD71jduN9O6K/cynPTSFqDcHLJay7ehNkg
8/YchM6dkGtzG3TX7QiFrk+35+2aTk0qkzbaKLXhligpLQ4u3y5W0eh1bpm6pfGtzw5ejmTTvSn/
I0hfq3LnRXfjb/UZXcg0c0NY3cl4b34KhbvgRI87NbY9R/2htLs6Odz+tJVX8eWnLW7YKLYyzwz4
tAay6PTQ+5Gt5DvD2mfKOUCS7J8+flGVU/CFDXXb9LuzX1x5F7Oy8NQxS6L0Haar/ByKZ8U7ahnZ
GluW7rT6lEZvKoqz3wT09kfv4KVO+DkXnosDbP5KSGzrddJJUPj38WlS97L1u5GPlX5fTQ8+/3Nu
y4fgS/Ra+HbWlKdauMtM+HOT7WUbR/ydVXxrGIs9ZBp9Vymd1bk11MPwDlV505Nsuf/SSLodk5w0
DDvivdkGh6l3Apq3PdRpfvCF1zA6xqAEo/xsDt+0IjirruZ/k8rnLNtpamY3hQopYZdMsaO19Cz7
Egl/6t63Q4i90cbd8p5QvzWMxdWsB4NhlYPfu2r2TK57QPOKpn26f5r5/5PdOfmX4GdqV2fD2014
mDaz4yctd3RWoXQTSr7BKTQeBSf230Zzh9xn0wW7OPqai06pu81T+DKc/Tt5ryJSY7V7Js1mWao7
Kf2UH/JnYXDk8Ul9Ma2XNPoSC48DQpp2/2n4Wkp2GD91j3ps57I9wLyQ70XvyUp3CA5YwcZErJTS
OREU6pE/pk8HXLtLB1SMplAPPDlcRD/AkoxpvdercjqnZY5w6JDJbpQnqe0r+lMypv3ntG4R0xrG
La7fO/P+ckVkiWBaIo6hfIr4/uWHSElXtl0f9u7EdgHc40ha97kjRVS1sjNVjWv+LmnxWVEXzEtp
n1j6XhHP1vgvjdTsqFf2g2aPvLEaW0BfKaHlLzIppzn9kgR0/hUR4xOc5tjq1cmck2FQlczUbWr9
JG5pI22OZTGpcpvLZWEFAGaEO/TTjW/aSeBY5E+K68c0YDYBd+2H4YQcYEhDrTRA+5Fsfn6Opafo
STFsVTiF+7A75rHjybsu/5UfgjsSDIbykrc2btzealO04hqZf9AUxAckKHkeXM5/qATEyknaux5k
2RIl8VQ+NiaYxdyZc3SC9Gh1074Z039a5b4u/IdJD7bSK+/0wKtNAMgZkXFiWkKwy48woyoS0zbq
qWGOT4IoPKNqQr+24DmPtbsMVdFCrgCu4WlysmyjvBNLx/OSYy5br605fQq68SdP7IegMmmB2NUP
XemdyEW+0oKJeXdCSdn5MDyEg4VodDb1+0Y5KKZrtK99BhTO0B1f2Dhi11EREwv2AHKJbFEGXtw5
hah0aWJmvUtvcFA30S5POzKEe49E4e075j02vZq+D6YWZ6ioJLWs/Krn2tVfKz+D2kSVNNdf4E5/
UbRwl2QCmD/aRivjQ9cn37q42GWvTfA7qRsbTv6pM0W7Vb731Z2Sqo6sDUc5PW185XUYwoTMdTPi
A9L9y/7Vnt+ZeR1MvYv2unEYhe6QZVK9S31d32UCDVpywXsEL4hbjpGYF+jP2ahdtBPq0bLLJJOc
qRZUzkbbHkpKmAcVsu594GdQdIcs24elaePIUp6Pk86rodEPtaw2r7eHcS0ADZ8GWS7aTsweFGbt
5V4F9Apv2ap7N0daypCRlmpRIxNy7axO3bHWzqZ5HMbvquBYwQNayQfTsjMJHVRpPBcEG338XS63
FNivH01ou0PzgeoGFR2Ew+VHgRiR5qnt3d70XjPr2OQvkq8e2jo9AYQqOzeYmo2gamU5MQkdR0ef
d9bgvjQ5lLCyrFjEZFw5U3SHSNVG0LE6KDqAz9L1tMpcNmQpGqMXmgTkY8YdHQTHRn405MSpu2NC
JaW9y8cNTN7Krcg0kvCZOabks5egvMoShj4ZGJNknKI8OhGdPGiPvvhY/6y+dol38LcaYszudXF0
kW6aBQKBUlElWcxi66sxUrVS75qFZ6fjv5YnHML0VQm6c5v+220l0Fac0oW5haMdZXUs45EBdnRP
y+m/7P8yhHs0OTY2x/VTbW599z/DWkIBs3KwctUYexI9p659rAcMblUdVm3ANiOjBVIJ6sblBhSG
MKORKtsDuNxdUrMxaFaVbWHO1/fEjIIVZ4YIZMRLMw3MyhjuIEMhDO/k6dR+s7R8b2SuGdNRXQS9
WfyDXoLTq97GAXjH7ix3x0xeBbM9o/SWwVEyNXXReBr3Yhm8qMmx1t+MpDuq2f0kPmn0NG39H5Vq
qxFMeJmumfQF8d22PvbV53H+OOsf0Tr46unvBaJoUA4BiowSOEwKUQsn6IV5hzxUAoAvfC36P8L0
79h/ve1o15YX1A/URXCr120tRSEz/ELCxDh8r+XHIT+qxsttE2sO5qOJxdJq0K65eOIB8N4nw4pt
PRKOU0I9Qj9W4rluTn9Pl5/njTzvXP9AiHsJ76yVtDeiJgVEmvZwJconafgRCN0jXK/j7bGtTh8Z
crR2UHIB5Hm5beXIUxs5xpKGkNljImi2VGQbgcc8P8vtCSqLugpN69gJi10QZ1MS6lY2uD2aev2e
gp2Tlp/j9vn2UDbMvEMIPiRLUnHI2lzHTGeehOpTNz1N6uO4+Ta8PZj37PkHK6OfQ25uSwajfxOH
YxBIdlwNCMlsHOrZxV5P2iyiAmSEutTiqk4N9Gk8Hl/uYEVUDh8lvdxYlvkXri3w2zTtAeO17AWR
+oKuVloxuCagBv1r6n8qn5FvsTezWKv+CdYRHGxw7Gi1LMaCcrxcdqQwqYvykrb8e1HZKfU5ehoU
0TFpdmuOL5l19pO3QP9hBYFtxQevP4fNz9jP3vzsSzR0j82onMYtnMfq0f7wZYtnTQmhL1eLlj1T
vamyYCvJfjJs+WcWvvhzO85xY85Xiiuc7P81uLzxJE+lJxj9YtyoPCfP1egDOnrTq4Pffa6kX2Xy
byd1yNK/NJspptUN9cHyIoRo6HMfer04uL6ZS7tSGEBTeYKyERutHsIPVhQ23YfjEcpSQsvVfoB0
capkW+rmxbxTt7z+6nX7cR7n0X6wo415HPstW4rwvzvL3T+p+NRKdHn1bKXQ59xILjwptA+/7WPW
3CUATBQCiWd1yu6XZlOvCiKahQ1uPqKpPRw7Otb14+t/YIRiPmggiGVYujQy0G0zi2qFK02+swrJ
KZsXmbbA/z8jizMZ5HAnNE8e3ET56remLernJtsYyNqW0z4MZHG6okLt/FrGhul98qIfAkq+twdx
LcfMRTnjA8AwkRHgQXU5Vb1pmn1jSAgLhl+glZCw9u4ao3TaVNuZNdSf+jc8tmz8VJQVqXMRBnvV
2qP/z8Z3rPhSKs3zVxDrWMATL7+j8ny1iQyVJUtCmv11mlJ8N80wuIvkMaFTU6Lpox32IkldKRHT
T15QqIChI0kaznFlWKcOaF2yE9RSjOHbpeadpmXDPa2SWp80bbFVe1z7Xp4Rc0jMbr7CIJiRmQhN
z8qoNci2rE2Fn3lZJkf6zoxO5mmBa0yKcLw9S6tG5/2MsCYgg+WzaZAHMUT0ZnDL7ovcf7fqc1mo
3G2/CvXTbUsrx3SGPhL0w4WbO+NdLkeHPF3SJ1iKB0XdqWWgnyK5ooNs01obUcfKoJAZQjgGUQFg
scuV95VCaFWROhDyd2IZg6ea7tEl9YSHUU8/3x7WyiuQIhCZInrUgvpZgjpHq1I9+iRQWO3EN4Je
Up3W4wyJUfJHMZp24LI3Qt8Vdw6KAlXkGShN3055MZG83kBkSqKbVZZ/SKfY2pno+55buH01Em8b
O2TV3DyRxPLA1pbBVZCZWd5nIvVOuNAK70+hUY+xaP72jWrLAa4s3Nyfi/q7Auryitkemimysn0i
uWruIdBQOcEwObSPO+jq9Llqth6Ia2sHMQcFGbYkvnXh1MsiMPSGEizUnOkQjqemrqxdGAl70zfu
aiP7VurS79vbZW02Z74AM0klFOb3YvEMXxS91BTd+I+SKn/SpkRx6ye9jP/8B3ZYMjJKEvDNZU28
CSsDUfxWcrP4S6bGzuT2jWTXf99PnkTazExkf0CFoBpxOR5JLrUsbjoYtHnwzbCKQz9pO3jtG5tw
BWs8o/eAtwEzVohYF0uV13Gtk22UXFkophdNS5tdSlR6kAZp2JtWZ+zHoal/m1YkIEXQ+edOM7fo
vCu7c+4yMHOrtJmhsLg6Wzke/FCQJdekPNTE3SExi4Pp+w+NJe+D+NftFVwLpy7MLe5RSaVpFgpe
kmtEIv2TtWNhlDt1+IELtZL4qHMB6bSKGzL9EKCVvnGNz7++eIlgHakjKgwUoJf6BMMoeWUG0d7N
pdw2PK68yTv2lkm58qEojomo/kqEYgOEtnIgua+hZ8y4CjQJFwV8EwGGmtmX3DQLPiPKn71lnXIW
xM+5lhwUvdgAxawtqEbRAsw1BrXl+TelLPCsjoIZPKFdFlHc9Yr7sIwPae2j+a55G9i0teERe4Gy
m3UWxaU8gRxPspjrqez6gTOJJITI9fvlQ+ejzlHdRyT1bm+h1fGhJEc8htjN1SO/GcdWz5tOdvOp
tWdFC+teS8JTSlU0lbe4XiueDQzJ/xhbPvX1qR/M0qhlt+1Aq3RS6UYZ75k0DIPnptuSlF4JY+GU
A9MCVKjDrF9cgoGeyLFBC2RQCrDXiJopWCP4tLs9getWAIezK7nkl15HjGuvpbGN7NZ9Q10l1P/o
WbjV8fha7m4uRqBjM1tAT+JdbvfDuwlQx9Q2assy0WmtsKsmmp4zsRqfeZrXe14FvLxTbe8XNCIo
PAR+hRzdl2hATTcYuJQDv1TuCnHSba6WLeXia7WZ969DjXDWaYDuvvB6ZjhMVSn3shsEE1RBGUFC
6xjr1rmnc2aauJ6Wfm/D1q2rF9E8ZqVh+9PXKj0i3gshbgOou7ajYezSA5FQEmHAhU8UBDFKBQ0H
Qam7rb9bKeTq/OjRZUaPN0ytrT2VbXqiol8go6ZwebMF/qTVuSxILiDk9hSz15wkBmJ5e4et1U91
8nwc0Pf30pIllmRVkXatzxZLEb7KJ1k99V7QnbSB6Q3NTHydeMbsctN/yz3WWQPfdAT+eUYi9LOu
6u25NfvhUI2GtJeasjwM8uQ7Vd8pjsov21HlgZLJUIo0m0Q+jL2X72pPSvamCXKHXob6qdMKzc6y
Uto1PW0FlTg9B53kMa3it7od1EPcpsH+9rjXXKGJrNe7VDW9TxfntzTyuOsnVXZLLwpOrSl6rloU
8U81qP/pU7KFulSZuyGplI3AaNUwac8Zf0ltavk6DWJLyRvfkt1J0A8V4iZZkB2Kmp5VaEUo/niX
J9LGy2dtJ1FnA/5G6EJubxEjCXCIh0BNFDcg4rX98G6ogRjcns+1Vzf08rk7JLEJ+O2FkTpThwH4
NfuIbt8ApSKEQPu9Jr6Z0Z4u2HZu8SL5GomCnUR/gMRsmF/z/hYOEnUV0okUPi5Py5B73G69J7uC
YE5AENTqzUtKY3JUlPLOaV70h07Up/1kShTkfKE8lL6R3+W+au40q/yUCcik6VIT7/swq+7rTYzb
yvMTBWzwCWB7kZxZurHQEkRdFiLFlQpzes0BxexlpdGOudJv5e/Xttj/mrqiYsTjmFlK4ivupOx1
mi3q6tmSPTBz+Zl7617e6lK7lsD8MDai4MvJ7+NRr+SYsbVqcTeW3cOYiodeKB95Vxwi3tiF7EpK
chD00Qn6kl5H328v/+qI30HNs7oezQgvPwBwSkd3v1AhdWHmMCbqb4Uo7mRj+rfQUVaIJv+YhVtF
xLWbaX5y0yiaKgmg+EVGQRe9QfAj3lKhchcP5tHTfEcd5Udr+tW8+S9lQ0Z7ePCNwqU9027iQ0qj
P46oLlRbQkZrdzitdbgnuCZhlS3T6Z5v0YVs4uVqzCgG7bNXC24Z6k64T7rHsRVtuRDvxOLJ109V
+qpn3rNv/it6/oZ3W7kfua5htLEGEP2NxZQEhl8nitpLrpc/stLPXeDtx8kDhvg7hgdxe9VXF2AW
2YR3NF/IS0R+NvRlX3jzg4hwWZOQ+MvGo1nEb72uATAEMVnswibZJ3JLNO0ahr/LUv9lqOrnMGv2
wmYqeO3NZCCkoCNHAUEUNPjlRuxGPUhzgVdLJZZfJ/lLoHq2l6SfrC7dayPa04Pp25Y/nBvlTc62
EAFrs48UxpzlokTETri03sa63lqkit1OEA7peCfV8T6jJykFVsl63Zj8lVuF7A8BGW2252rR4gaN
WA4zKWLZVZWOnP7oQCC1g18vUQUMNbV7GsnqzeiMTeBAoS69lxG60u1vWPuEWc+HnDglUZSQLsdr
6W0Uq63FpvfNZofGu+dYRuIfblt55yYsnqJAjwgWKLyC7FjmKMHOhTBEQ2L9zjtK/g/J0D4rpI71
ilq+EtzlQ+V23o5+bmexzGyPZGY7HYqi+BOM0tHCKyR96IT+rzzrnGFKz1IRHLtSPEf+VoXw2hGS
uJple3k1I1KyfDUnaoFSccwjqKnanmB9X/pfwmZfK2fRo++U8fv21KyYI4SBFgTdkO7kS1alQtVb
qgZi88Lv5qKHVdqVdqp434UdrSyauZal91td7VaAh3g46uDksMhkkf25XHfJCjLcjyS7iQ8OW/+R
0i4ptXaWFtE7+U5H3Wn6mZS/VEgLKd2i42YrE/N/fIHGiwT2FTXsxY0HINwSeqjJ9DXqI6eecmiV
3n0ren9G80cq/QmE6JPfI1oh1L+9UObuzZxu6I63p/86RzLPA3xLkIIWUjGL8z4ESeaTzJdd/Uuq
GfsA+N2YHlo6nrSWdirjl3ErbF5xcJcmFw4+q3I/pa+yDKSlBYoaK+XBmCblVW6ifm+ORrpTIzX7
VatteqgSJXGaNDRtoS3+no11+SFzQPjh0ZrTtSTE0cquJUTCYUiC8nm0puSgVp34cnuaVxwAtqgq
wU3g+LPil7Z0gYxerjPoKlAPkaoCflLDr5G1yzrNEeqn0HpBtDKn+3vhAfjOwUzY09dGd3TvKR0O
5vDToMCEmCZI3BmkjVzb7S9cuQkvv3AxG74fxE3VyGR2cu+XCjjYbw6KRa8tMK/ecFckn2RJPYTi
m2eeU+QOc8eXHkNrsltp61NWNyWoVRLpBAHiEj0SFInV0EZedkWl7u2+f6Kn+tTfV4VpR5p0ls1f
ZVScpPw4aHSIbA6V9HkMy2MTGARuhxEQUuyY/kYJ+h2LfOnDFeI0MlF0cJtbSC2WsJSLMhcK3kB1
2yWf5TGs95nfDTtxnB5gBwlPkxbRMBXg5mvU1RbuJBP3fiO9IAmQ2CiS/GO0Tb+zPN10yjxIdqFl
Iohu1d/5Ry5ilSIdouRvUmPEFBuT7CWP5fSxbZJ2N1A0dtQpHc9dW291SF2bbZD42hxszfSZxbtn
voD1rhPe37F9Z5PkGV9yyaocU80FJzf1Z8XyjczORcmyDZLSu9s7b+0GgFM1p6Pn5NFSKU1FY1JW
JuzrnborKZiAtzSL0IYAIYy6XVnpFuJ7BUWLWho5f4BDXPqs5+I0GoLhlUGmuKnewvroxOrTAD54
14ZJ8FPLjPFeUbsRcZ0alWktF2OnmJR7P5aqk5yE466qfOt7XzSS44dl8tvKUcfLkjK4F0pP2TgN
87lbbDsuYp7eyJPMBKrFPUHCPolKqVNc0Z+OpSojWVe28q4d4taRgV78dc4IeRx2Nw2jIYcRh15O
TTZ0UtTCH6VG9k1WQ2qBf3/jUI2lugdkCx2eJQKpC/1K9ZNedb2shp1Q7krTtBX9RQ89x0/aUxLb
9dvtHXYd1CLIQWuguVkWYOElVjNP884omkh1aSCtnVJFjB6SFm6MEpiSI7ZRtC9afavz/Eq9B0yS
ifbUzH0nwljMpI4Ta9Qk1Nxqyr/pvnouleCzF1qnqW2fAEX7/nCsp/CO9icbrmrlRPGSo8DKK4qU
wDKRMliZVWqdqbpWJcMRUqdgH+XasLe6QT+EsQDmqxPC31XmVxuLO/vAxWadLzkawVKUJKhbRPSe
obemx5vOTToLukTKXv1ajRuX6XXMTjcJ3gwzxpdzsYQxmoVEqoZktBtXQrT3x9CwLaFUNvJBa5NI
nYO8OSh7qoMLdz+kQh5Fo6a5YtO5PTrkRvB98M6BH+wLyHJFPX36611KaECdA7gkephLqV0cdN0W
earPoJMsPYjxMQTSP/qpk8XDRs525URQgQSXT05cgyIyD/5D6CMPpd+SlNfhoMjHkI6uUimhASsc
FXoTW8G32yNbOwrvgY+uzpobQAMvzbVSXVJyp4EKfZrU6Q4lvSw85rkS2HL80rXmvaXuIFU7t81e
ryA6NcwoWHoIwsi2XFqtSpAy2ugZbur1ez+TOgA0BNKWXtni0O90hb7mVjVsNT+63p6Y1WirRgQD
yW0pOFRbwZTzkDNduYrHQyGBWIsj/3x7bCvZmksriytsFMCM5Gpmum0ZfFN8hNel8JXzsPPM/KDU
HlC88rl/U3xIa4EL5hOxil9dFO6LYePMX+8lvmQWd+DYU/Vc7iVDKCNBbH3TLWBgpuED+dlihC8G
bTDwN5b0+jK8tDXHMh/2rWfVZafjtt0siJ4nc+B9CiMveSpofL5x/lc27WyLXCCxCeTlpTYY1A+1
1KrKRNKJKRW68HsY14MjxkW8a/2K0m5eyXd+qg+IchjGg17G/dvtVV7bSgoREakY8NoAdC6HO8Q5
jOa+NtHM6MDSNU0PDFFVNxZwdaQohcLRZ7ui9LrYS/BdVRqvt6brR5+GorCDFJFr5SktM7Bt6THy
SnvyaQezpcaztppkQxBs4SGuAfK4HJ5sINtU+MxwXqblmerr8KL54oMRDOKDovfixplZM6dq+Nd3
df2rbqmxUFtZF0/m++UkCE999W8Y8I6QtrILa8v20dDiFrQGJR/LcjTdLi0c3pKRuQWyXrPAWs0k
CBRvqAVdzlxoVn06JrrpprHXOECNKqeQEBm+vf2ub3MwWFT1oNZT9rnS6uwavR2qqjZcWtLlg+iM
NMJMtnS1t4ws7oYithBICxvDjVCJqDtxVmP+fxtZrojSZqZXtIwk8R25eAQdswu3KrsrIyFpyqti
FtKR6Xt5uSiWxHNQHtEHGkP/1CcevJnYKdVqd3tVVq41InPODCm6d1bQpZlK7nstFFLR1WHcWH7+
VEDQV3dVor7N9BG9HjYgLSvnBoY0+HqgsJydZVfKMZvSCdcDPtA46tpnw8mVyraijaB1bfZgp6Ct
RPhzrUOUif7QjukkusRj3ckMk10MCecQDH8Ptqb/H27gvxGIRJKX82fQs0RsZOYv0vJ/K710ssB6
7qp+w6uujYc63awHiAe5yqwBS9Ll3MOMEud2YDwE0adW+/L3W2EmCs45EvaCOruJD9dhUMRioVq1
6KZlY48Vug3dvit+d9mb2dhbNcHZG1/G9siYz1BDZU6cEl9fGssItEHHsA38x8Z7aMp8V+o6qnB3
W/2zV5wbkumzfCpuhzf6vB8/jCqS/UmMjP8i7bx25EaWrf1EBOjNLVmmDVtqSdNyN8RI06L3nk9/
vtSPg+li8S9Cc+ZiY4DZ6KjMDGaGWbFWJz9K5g89+DWWf5zispA3f3/17LSKCqHzyN9f5nd2+fd/
+/sEDLRpRfz5+7l98/s1aHkzs4YppkcCl0uT2cPUae5uH/2WewkcmaBWI5dehwa1kUdNlQChTcvX
TKu9iZ65Uvy8bWTzyN8YWd3NAVoj9PlVVjLEqGMP7/Hj0Ij+1uTvJSQZt41tXTNvV7S6o9U2DNOh
A6UL1OqsqX8XU++mZnow9gDjWxcoV7TBE/2bYXblX9psolbJ0T1C+lIyFP95Wj7qmDRP+V4+vOnK
AsMKKx+fzJqMK4Dx1dFah7u6peezuOZ/YL/8zcCFn9G3ZQp/dUS6MSqL2ePMRZ7/rXb6R3muH5Ce
ycK9qdqt86FgI+plQgVj3aKPJGOxIlpbj6Z2ynXXqMmr3BIdpNtusHU64namCQp9GK2Hy6/fBlQT
5UQ+j0bvuP27DlEN6o4KUtiyHLmjvhMUbn1H9DsFEJ3chbLJpbkqTqNSIxd+tALpfUIvkv/PsUy/
3V7UBr7hN9KP14bUnq7u6qbOE8AbhhWLvmr9VKDfE8MOzVyJfeqMB9Pp3S4OXaXpP3Zl6E9ydoBC
9vZP2NpXePodISpJv3PNXxUwgxE38FI/zrCV6P3n0n4WQtPyDKXPocw+/N+srdxyMSsTveQc6Fke
uY1eHdtQHl0qNXZ4gpD3CLKh3IlWty4ragtIKIsSAwCiy5OUizRrlM4gTAnOOjNB9jic4SwSzNED
mOM/Xx9Ex2SG+APIjVUAjjReOjA8D09XxTFOzmNPMcEO5wP0xoCzXCPeQzNvLk9QP9CqprK3tmgm
oaZMJY6qghhUc5QPi9rV8jsqmQSZe33xjS4dbz2oF0Z5hOjHGn2fL3HpGCmNiYmwHAgM34budfZf
o6IcZl11deQX2+MQ/+z6HUfdWihXJnkhYkEsd5X08tz1ajs2iigWLXBDluHP0ZS8aT4TC55uH+PW
1y84bi1YM8Sw6uopUKJB6+cQW2YdHIPU+FzUlde1+Y5rbptBBI0GDiQ364hG6IHMqcIog1N+0Hq3
5fTGrNoxsnU/c1CCfZu7kzT+0v+pdtUSUaLyOIa1N6bnEIb2xn5eph0I+MabBlkSSEBB4nnNAV+Y
FUQoIlCHJHhxJ/ozd2rZqsfbJ7OxGvENi5IEdQkGFi5Xs+jKPJXFBK1fn0/HUNPbo7Yo7hBOUKFW
0s51tXFAJB6UsACy/gaAX1orx9LQopFAR08+JdbT0n6slvPtBW2bgCkCz4ZYYP18BmQzfdDzfGYg
bFw5NJ8KlP68qG53zmfP0OoBnew2rWoW+2hWv/r4sYo+zMZOBL1pgtK7KE2hp7AuVXc0OdVYrGVe
CqasH3hc3GJvwzb9jHkZ6AMoUl+NpeVSLMXRGCmPmhJ0T/ns6Pe0yb7cPpVNNxMDMbrGNSDLq80a
QaUbqVIpj5k+docqMFJP0o3grlsYIIwd0Ia37W3dqyIUhOKFcaNr1PDSOqNR9oXyKC91fz9K0nLQ
jTrxqMPIFHKk6GjFuXFW0hpHHxLA0IpaHQZp3AOgbK1cVDWhTIbBlfripct3TkxAIiXEA8iAh+pT
6wSfh+JgSv3H20sWX+oqb4RaS2BsaCzS01+FPhM148Eaa+URLIxrVHfBzIOMwodVVSddf7ltbCPK
EV1d8FyaULxfi/dW4ThPcsv2ljkTOI+SDXDQ/L701cHWPvf2zrWxtYfc5txOIPYEWmq1h13CLZmz
tEFxJetHlX8fDcSCi//wub0xsw7dstFhom/k6W/tL4PZeHL0d+7sLGXrlAhnIB4SlKCwsV0uZXHs
eoDfjJdQq9B3aZfiqKP2eE/403sFQlzvFxRHjrdPS+zPhWuAsCKSAXlH75+myco12jiRmQyznUd1
WVw1CO/HcPja9afJce4HvXLj5Z8xjT7fNnp1eVHCELcKTySAG2C3lyuVm1gfmkGVHqW8fC/V95C/
fXSMdocu9rqoLsyApBOdbpHMrMPRrMolRw+kxyyvD4rzl/mPXrs14HzmPcJTH9f3U7FTqNtYGTcZ
3S5kEAHKr3PBIl2AKety5KdAJlBQ7oYFObgdR9kzsloX/M6qlsPoi+Rm65qUZ3D6aucJ29o8Orig
ohmPooKyVpwb4syRC4uVjMU76q2u8cWxvmXTKZweuvJXmM8oz/25W4iaKjA4dPuYbBXrflO1qU29
Krt8iXwhhxk7jctYljcNO5/y1Y1B7ke3A+JLUXzgCb20MoYRZfrOjHxCLE+SU7dCTkxB4W74ddvL
r77nS0PrKFoubFNqVS3yhyQgMfmSx34AsRAwR3kP0XHtEWTpTIUIGCFrurrgofsozcbI/Ri3q5dz
l8Gf+sd3IH/4rZHV8QytTvK6YESKggfZwYLUnhAFv71rm0thaFNENUg2rOGQwWwkw5Doub/Yf+tT
6xXZQxHtnMx161Ys5Y2R1VLgbE0p5Wi5b4UAJPLxOOTWoanSr7M9PDlJrrhj0Lhqrx+jGdSR1vSw
J9U+uCRvairg+Xup5daqTZH+/Ba5o7Zy6ZT6gipPpESxPznfG9nxxPdVMy7753v71oqyspJGDlKi
cew35ovRVm6ufOrVPR2evaWsohqh11vFwogTfozlylPm7mDE4c799Jt+4fLhonhIr5QmP45PTeVy
La0ax2WTy7nfDmg52tHdjOpLqrt0TO0+fZL76liiMcaopa+UX2LzVcua09DmJwUsWZq9crB3cqvf
q3HlLs14uL3T15cMqRPtOn4hdUfGdC9/nSNHYwWQo/QrvQXGh8zfqVdM2J07iHZnrY/Pt+1dRer0
CN/aW52shWqxklpR6dfgD/SlPQT9/9HC6ljTrIdCckxLf0pDzzRf47248ToSuVzC6lUb5GCODIMl
0AcaesGhgh3pVTE/NKV5oJx0NKeduHhv19bBT5oS7VdZ6WulAQf102DJO7u28TFcnMvqonHGsin7
AJ2VXjlPi4OE5YORxjtQok0jUOeaKOpQFliPQc5GHIXZVJX+TC3ao+H1dai4Q4Kief1zLxNvM9kT
HxzdyEuvTmPUQ6ylLv08WgSLeRzr75ib2ENDbHw8Fk+zhoQMtQcYPC7NtB3M2TGxgI9Ea17JH+pS
/qW39yA799rrGw7AnjHqAfcmVdn1wFUxMtA2mEXpO0tRPgZmpJ6cuP18e9c2jkc0cOCcoCYqOBMv
lyODo670XC/9RA7b+0lpwh/QjCZuR81j7/Ld2rq3tlZbN6KPQT0NW/HyItfNvWF8m3jJdMhzby9q
Iz4UnSKKD9xxNEDX9DjdMMOZOZh8O+gRZ7yj3pL256ppPE3LDoOce2Udvs8iEx7F59u2N26KC9Or
DSUTRwBRdfB3Ib+JV6qHjAAuKo9d9o+TNC4Cfz6azHv1+82DRHqRgUdCLGrOlwcZaCoTzQPuL4/2
Iahe+iSCycIa9sroW15JRkuZkukv6pWr9YGuQpGon3GYLtIftLKcDvO+0vh1eMoBwiAjcI5omq99
X7UbI9WDsCLkoAkh5Y+T1b+jjPAzZkrKdXR1Jx3b3D3QzLgKpBzwFFzunlb2eqFZnJodI/2Vzkt5
lLLGPpUyGku3HWRrAxHHFEVlU5Air2ODtDfMRksr36mDc6u2TFEFRk9D/raZrRWBYeC7BrgFyHeV
SVBNzvkFZeW39vOMeHpEaN8iOHvbysZiyCYFzgRQBtmYOMc3WVEXZ/ai1V3l6/JZVWQs/IdghUyZ
OAqeNQbL1+9H1CHsEzVD7adx9WyX2WMZLa+6Gr0ahfbH7yHD06DACXUhFaJVdLmYPsvTQnHi3E+S
v6XyCxLOuvXh9n5dn8qlidXhd3k/9kOZ5D7Ni2mIXVDCSvFy28b1DYQNUMJUueA4vuJ8WaI4GFAk
yH3UC+4D87GOXurxyQ4/ongmo40k/7GnAe3kO4WJicoQe3e5bWrKP1QKc79qIRMPzccsftKZi729
quud4203GMRlCOS3oUsrdlKGplRMuT9N+nGaPw56cdgtLFxvHUYQAEbDlsoCD++lkbrmUqtNssix
XrxyQvMAVYZl+BVHk8cUT3luyz2GrutH8dLk6j7tZrWz+oGUMjEkTxk/W0B1OKhxrxa5uX8OKkhQ
UoMJXL8PoAtic5JV7Iz6MQd67zBQuguk21gN7Ue6yAR79EuMlX/PFY9Dalq5r1aZhwwYKUZOdip/
2j2q65uH2/ONpdX9Ni+5XHUGlpz+Szw9OeMe4cO1AWAZGhcOQ0eoeq6rZaotKVQu5gDFoDtE3U9z
vIfRud4sAa4XCDAqqyDAVo9OWkSaUrWl84hQ6zGVPqPkyQxf8VCo1c4nej29JwAZIBgYmwdeTy5z
6djzolSNptUB7dp/iu7gyJ+pF58WK3BVdJoX9W6QHpiik+z5R0VaXHV+2NxrXXxEbOFPv+PfWpdU
V6GDgSNxtegqcfpFGxbIUGZ79CtrgPt2pJ7bOPKeqMM1qoI0AEdkkogKvIka+uWqoyYBAJd2AUXr
7lzZr12UHLWuvJsk9WHKs2cTgZN6bt0h+xFXy0upJn+c/AjYiCgmo7vJfOfqRRkhYmlJDKTHShsO
qubH4UuBvNLtHRV/5LLYwDKZPCRs4S2mtXG5yql0NG3sKOXVenByoFLmdgxn5zRH31HNuG3r+hYB
Hi0q1qJPCRnW6oK0jabWqiGMfRidfmTW90L5kBbG59tGNr48LhCeMN4uZoTWFEjotXVpbaShH091
f1gGS2W0Xd/rh29sm0NkCeAGvBJjt6ulqFlfLzNVUCA3Twzfv9Pad4n+QcmHB33+cXtB4ta7PCES
RTppSOpBrUu78vKE1DyCoyCQqDrZwyGPYCBdzoHWnlC98bLq164A4/UpYY9pTXFKfGFrYqc+IpRd
Iif29WC+06PFNyrp0WFe+vay1jsoyqDk2owDCrFH/vVyWbE+LVac9lTs4hxhtVaqD5qdFye5lIhp
YRXzEnbjDz8pBkmoIgAzBl/A//6WOXoTceZJmOkkbonfFg+S8iLaC92v2+ta+x8mhK6B4Oej3XXV
AWqD2CrUNE79yOpD6E3DT6GR783/XW8e2mqCUgJHR4dz3U+IRztx0rlL/QCojE0PN7DU4zyMP8s4
QDpqz9vXLiHWxKwTzC2AMiyWtTqrQStkAwod32qpNyYulbjY+nZ739bR028baOcIYSFcfd28sHo7
ThpnSv0CjfEZQn/Qs+b0zJCsO/V/5Y07NN//3CJzarwlhJ0kVauy3ALHX17ZaeZXjfKz6ePlOSn1
8b3NxX6o2ya5jwJzPk/12J7Tut0jQ1l/1mK9vCoQd5DxM4q+8n+Y/+WmkZPM1x0Go5POvqt642tn
j4d+nM7a8rAb9GztMFgk+Cr5umHaWj1oU9PpsQrLi28vantgfk3zgrE76XJtuZmUJp6RaeUxb2Tk
Whgy3/ner6IIFkx+DECRa4zy1xpCJ/VSb09GhsBHbxOsxnVzNtBIQ+6SEqXVjtVZ7qr6mKpVf6dU
TjK54ZQ498U09ZpbmMV8hFZ7+Fh2QfYY5035Mcvl+Pm2S2x8vAx+WgKy+Rt7srprh9AIklxTMn/K
rPSYSXrzPTOkZqdecEXP8XsrhK4Lk/FgttbTu7DFFLZS25kfvJTVr+Q9uKrybP4FB1bwlKpeNXnV
qybd3V7bxp0hsLWAqwhn+MRWH7GjBba6KBx/pfxqhtfonSo95J+Sl9tWNtz6wsoqQtN7q8xpXmR+
WjyGBEdp5SrWX9Ce1EbmyntsDubqbfx/G/nvmlafsKF1KKkkWuZ3uTF5o9qEkCIY8jHINKhD2y48
3F7dxkVIU5+5cj5d2ATWwcUQpikgFDXz5xKiLN77h1zfaeJuHRPLgtBDDOTz1y7vWiNL+5YvKPPL
voo8NIOdJ5Ki6KFQMuu5VDMU45q9SHPr0EATcBkSVlMwXtmkshN3aY4/9sHzfHTcxVWWn1H9K3m9
vX0bNxDs5tRjyFh06korO7Md1bLVkIa3g8RkWRjqH9EtaJ+qoKiP8ygZ91Qoo3dzKf0AnbfX59m0
Lkj4RM7M6PrKWaSUWUv4FnK/ntITZOuzW9XfrBocaHMcUF9Z2uh7ke54zJaHElxTF3QoYRHQXx7n
qI81eDmTykOARD2NPPjOg+aTfby9s1uOyQuNRjHBPAxn4r+/CWyK2EBSrMFM1j20sBxo4VO111v+
jSN/G4mKrw0JabA0Il8APXlpJB5CfXTyqvDn6jmOUXgMZQ/izKT9oMmuXEB3VJ7ynqby9yZAtLJ6
XzqQyjvHxgzdMUESJtAAWXaWV0zx+3b8qkR3wRA9VMtexrq1G29/qPjG3uxGX/Hzh6QtfA1eQbqi
7qKdljTf2fProyXJgOjDEmML8NuvvFnu63mcU4A26vCSftTIhRclu4NQdO+5uF6OIJbnVYA0jZn6
9efZ1T0grUou/AldXAWSDkn5UfeJKy+lJybPjRFASRe9KOknW5bIv1OgcEi+9sYpkv657Wgbz7jg
gkZiHq8lblonccXIpMZsBgAymlNfHIN3GZp8yz9x/sDDfYq68S5f1JQR30d7+qcy4g+11niz+WuM
T7d/yfWlxQ8h9GX7RSi/FkyopyapoT4r/DpNm1OqLbicbTWekvX9WTYS7dhGZnAsim4vHN44eCyL
dFmIQsN1cOle2pIlppokhZ8uEiK/57r3msxtu/vbC9wyA0MEOE4xB0Dt69JMLvFCyFNd+LKRZQTB
0Avr5VOTRV68l5lv7aVJIGoAzwN5rYir880H48y0ApyKD2ZqIAQyAHj1g68Fj7C1gDOovxl7gucb
IRAwfB5SwY4HPHaNblzsbAYaEhV+Vt8bcn2SxleLhSXfkYrQ0F/Ozhm8cKFvKHfjzjDoFUyWe/it
7XXyznBM0IFkKxCb/ulE51ahlhl+y+ruEMRuXX7op5/lcAr3xL527a4ujGCpkjQpsevY5skanUPe
PpfRvfLg4Eel5i09HFPz9xIS6duetHWBoJxJ10g0W6gYXh5vopZLMcwNn4rUJF6UFgltTMoHSlvu
tUG2PIkOGvhAqLrZ5pUnRfo8MkCDjF9sQOyHBIF07hn/hyJ/XE6l0yXHxLR6KI+KeudzuZLsEsf6
xvRap2rM6yUDe1r4oWl4Wqq/OOb3bjwpCJUOenevdKYL7GmBy+uTMx9INcbpIVa/TE32FJjNee6e
qdneqc9mTcJx+wCuionr37Y6ekuPNYs5dI7eeVCtQ6vchRHIaEFScgrnZwftZA+lzMnxbhsW2335
ZLMnJOyUMAXk0VjdIV3TmY6UjlxVxbmPS6+c3y/5qcyKc+TWieM2S7tj8drXhAoFRwEOjTrLunUI
vfak9hDA+Em2IO/chI+BIyMZFtV3t5d2fT2+NUSddOXUjdaqetoBDBrsxyC1voQwgjS67TXy8bal
66xQWBIgRJR5RGvi0hKs8SOpK11rp49+kNL33pDl0U6guOEil1ZWLtL2Zh915gAExXJ44TuoBF6d
uvYIo725XNzIaI5KD5mvdIRGuHUrQ98piGweHaVGwZsKbP/3L3zzChj6uEiT2FHLeaE61ihPsvpy
eyuvsxsWCR2n6CcY5G1iq9+YmFNNr5NexkRn4HxflOST0/Ze3DzYsMDdtrXpIG9sieW+sRUFXW1X
IbY6aAy046xEXlgf/0PCdrmkVbBph3aT57NS+mb8y44S6hkfM8oGkrk7JH/9MV9aWl3jc5/mRZWp
oDT68txbxVNiTY2LWJmrgvgbilMwK+9nLdxBfu+d2epKb0dI+DOTBTaL/pQF+p2VDAdjvCO1Qb59
B/24vUauDQt1KkD04lDfHFqrTCEYQgNj068g/sdA2REdOfxDyWPPep6UccdLtlf3r8HV8RULbem5
ZlMV4wdKfK1de+19oL83P972xu3vG7qv/13Z6vTMgWc4gr3FT2K//2xI9l9zdxyT73MznJfxziHG
c9L+njRiQGJlx/jmFfbG+OoM4YvLFFKEyge+Wbhx1aauZKQUABsATm5ozl8tZabGCdrJOiapA6OT
VsdfAtNMDmaeFA92J8FzJcEsufPLxOV5+ULh1GLMSxDz01tc3QiGlrdOPHPpRPY51r+i/KsFk2d+
akevk7+pqN7b1fk/2USZGkpgXYykXDqZkyH52hoTN8Nplo1j4Hwd6k+qfTa1j9L4Ei6vU71z723t
P6wtSP5SBWDkYHW5V4rSBkPOXbRUxXPkOE+dMh9vr2rry6GUTZtWlI+uxk1HOZv6sbDxL+uu49Mc
88eoH71Rfs6DzI2677W+003ZdOm3JlffjrZAGZnkAfvYf5W7yVOagEhPgVDegXY6l+GQbA+6A49q
/NFuP0Zz8Kd8NVBUIAvz76JXH5UT1nEX6xIoVP1kdQ9pakTwOrRuauWPlCsOyx6/g3g01u6qguAk
4Yczy1iHN7pMedEMWLKe3fVD4EX5HXXVnRhq6+Vi+BV+MADWVAJXUdu0FIU9DWBrJ+MfNDUD1FxQ
rwmNve9AeN16Mb8XQhrNGOw6w5SHMFpoIxHYhNnBVr86XqaUnoKgMmzpZ/XHUH7qIOu97acbFQSy
EFJXnmb6LgwyXX598qxXjbTopR9+lqQHenG5m/wlQ5BRFAftPCuTW/8TxKe6PtezN+mHtt+5DYVT
rJetixIuw/yizLp6Y7R+0kbkFis/I/7usvdxr7uI6np5fFa1pyrcU9Ddsgc1KEk8tQqOdXWc+dga
gxRqlW9P3UvZvOhl/FRkX4sqAs/p3E1t9+H2Fm85KVE/kdbvQv8aG6JURlU6ZVT7KopJ70Z17u+z
0XrImlm5u23pCiwrPkB0W0SKQcuEgarLw1SaJS1sSGQBmn8rpcQL7K9J8JQEForu0qmqjYek6HjR
du7TTSd6a3f1bLS6vYiBmhpE13TS88OQ257kQG7/wq4qUDTXqPeEX8PspHyE/N8s3zdh5/V7riRu
uJUr0e2F3o5pckcwF10ufzATlE5HfkbqjAeGuxN0tRW4ZTShtVHuxEZb9y1sTIhXgP78PSR/aS2d
h3xuJ6zpFIOIm6nUx98Wgy6ptdzLCdyIy5NkM/mbzsfZyO662tr5CRvrFfyoQIF4rWnUrr7dVM+K
3B7z1u/Hj8J90QqZ7yPlfQK1523P2vhoaFLxzQBvEqxQ6uVaYz2SF5SOWn+033XSdNCyp1buvGJ5
aKa7Lrq/be3ajwWPFsh/MG70SKlLXZpDyypK27yK/Cz8rmbDIb2zbc+BHjtTLTdGsLmq3gXKjhdf
PdnCqKISgwC0IF1e7WYspYVjdGPky6mcHpdBLXxpBuxtDU36VORq6TFll3q91r5v0yXeqYNdnSWV
N1EwgX5NcCSugSVRFphLOYmhxCxP/JGpQi/V8+Do1FbzEI6h6aZzn+/Ee1eBEDEQAn+MQBDwAa1a
fTDJVOl2VoA3KlXZqwPl29QOe6MCGwsDhC0Q/MC/6TWL//4mh9BS217sijlIzu9TrNWuOT/TOZZq
/VnZ04vechygU3C+KQReJC2rC3Do5dk2CoVdTL40vUn6986qz9ljmB6yx7xb7qbqdcdXxZ+8uHTE
Hr4xubr7QnWQmJIVe1hNH5nWpfHSefFkHMy5YxyTdDruTn0wfZAn9C0sb9Ff8zQ93/4V4qCufgQP
uZgaQNRqPc04tMlSzSqb3Eazm+WLF1sfFjg7blu5vvLEWt+YWfnLnHZFQeGas2zPatlAW1y6DjLP
SvwhPjwp/aEoPzaLCxHQbcNXIdjK7uo+KNV8lGDTZxJZfY1shLkm3RtjN2/2+LT/PytkiBsoFBzi
xmqFziKHXbEwVZjaKILEFbzoxECx5yzlJyVRYg9g+Telmn+WXZx7WukAj4mKv+CVMp//fM0UZyyI
aaGYvBrtS5toKuaaNYPBeDDio20PR2dcXGnHztYdAEEhzFiaJR7P1d72DspPbWlHvpFW7bkv1S/W
qNc7F83V+8EBvjWyugSSvFQSbTZYTJO+mqNX/qzQ+Q0V2DDi6mBWfeL9h92jREiOJ5gMtdWD1bep
Fk8qq3Lk53T+5liVZ5lep366bea6i8DCfjPxMNTFS7wGDtlGaIL+GmO/HA6Rdaas7SXJwyAj4fFp
qd1Z9aRnlemA22a3tpMEVmAemXJgQPXyTg31uCgM+Kz9VL6LphOlZOtHE3hy6Y7lnxLQ0uukr/qv
rZV/jH0UpHGOLaWsvBGa210o1JYHvrWwco4wmNR5mrHgMGYlMVeV9Tswjq3rUfSGBcckWIP15EmG
woM9i1NiVs2bzO+GUXlF+6cF298b9a+R1UMgq40hyRLLiMIXvSdfkmuXeZjj7aPf3qx/rayOPguc
rJj1OfaX1HDj/sNuBXXPwOq8A90smdBYIBFQQwhTP7TIxP/flrA6b63pOtbAEnqLL8RhQjHeadKL
37h+DlWCOS5PXkMCq8vvQ1KUKFVtjqJWLK9W52OR2Een/V5XO6ex+SGKzBnVXeAe6zmjwYCtoM7F
7Let3yMK89nR3rfaR251shvlaUjnu9t7t+nJbwyuVjbKs5WYpKy+Yr2EgCjq5mk09wYDr3gLxDdP
TCijQQLGFKrey/2Dwz+f1NaM/Ww+jR+Wn/nBrB+d4GGpPhiZ7s/aZ/rr6XvpZxhVVJ0Pt9cozn99
em+tr1y8jTK4fejQ+XL7tzbYDLPLUFk82eNrPv+X242iC4E3cCD4aVa2nKiMjCLQhbebjlumY35g
Ps7cWdHWN8UTLvhaTDzBXJU4DaA2ilFpsY8U1J3jJA8zIsC3N23L5RlxYUIQmJooVl0eWdG1vYGw
ROzHsuzqCEx/NefP0KzftrKRIwE30QAt6lA8gbi/tDLaWqx2YYAVNCoLlxjlhBi0R/sInRd3mQdP
i3YJCsXurP3hrdHV0pANMyrdxGg+f6d8OQayC1r1i6m8muF8olF3H+xRxGwmEqKCYILwgfpuDeFK
DZQAyjZKfGuaCHPPSLJZcwyra0Tz9AOdAzeBxnPcq2Bc6RWJL48RT2beqWKQja7uxrJta1TQ8X2N
ezHW6Qz0uepZqF9Rw6jDd/MXSXlfB/WDKjQSPfVHfj/Up+Y1Mf+iW7rjU1unLVh5IA1jIvAKiKK2
bRvLNRuvji+1kA7RbNqEXgMNIHTdAEqhnt0xuXWhiuFTvhXwj1donipM0hg0T+Ij8/Bgok1n9U9w
ldWRcwqf8x+3vXkzemN0ScykimWur+9Y6Xup7LPEHzSIPHPTM8zuVxgM7qwjUp7Wz+I515z0KQy+
xe3etM9mskHdUxFVJDCYa3Rp1FapNIVt4jfddCePHxjt/Bmjp1Eigje+dI1nHF72KLc3N5h9hQKG
oitNl8svmInMohqSMfEN47OzBHcIVxeOr+t/S/dDs6vHvvVcCQQ3PAtEqVSpLq3BJu9Ahzgkfpln
3hSdagievDq6i+2jeT98nrQz8Mjyc2s9qVREYRC4fcCbDvzGvNiMN7WH1HKCxUB00Vef9Bk5GEYl
iyfL+otQoDINt97zp62b6u1yV69zMtmjktIr8ItWe00S61xU+X1nPwel6QXGfTC9CzVXzfaikJ1d
ttXLZarDUC1DyzLDNHZl6fswvG/qneh20294XShTCVKrtYilrJdC1nRO/LQ85/qHBRyn037Uxidj
fg8Qeid923owxbT7/1pbHdwy1maR2awo0PP+mBpWwz3Y71U1t6wI7LNgHxP+uTqutopoPaC+6SMG
54mp+j8mzBLXOV0N6AhQfRY0t5cnYyByouuxw3Wmv/bZs1b9yveipc0n462N9ZOhNZDBtgGnbyNC
1FcemuSnMsjOXTjfVcHyIPXtXTx2H9CRe2870bthRNQqmw7SMp81pT6Giv2y9O+lvTh/yy0Z3tAo
LkDQeMWA1qatPEt5mDLv3xwa5ZxbpZfsDaFeiTX+3uJ/rfx+yd984/oQtAb0OqmvNPdx8kuZojvL
vnP43qd5eJ6gXYpMx1OHyksKsELaeBcpXh7MiI1Wbrbkf42S5RZ9d9aC8rRUHXmbfpfW0jFMmmNn
ae8duXkK6uyTkwbu0NbH21fURtzG7AnTfcSFJBFrfpNKGWkN5R00cdUCWBgOFS3yVIZL99j8tkIa
Jofp8fGe0ypdh7p5N+nTBHmTL3f1XWln79sGibijA91D+tJrh3ZAMCWzDrfXt+EE+D+T+MwaMbF2
9Y3NWaOaeRv7IRXtZohOmgmio1x2qlg7ZtYR9hzqadvnHRlL9xANyUHgizrI1f98MfQlyPMgv0Eo
R1wob3yNg+yVBJiz3+I/x15+3c2+N9yBtse/FsQ631ioJafs9JbcOFuKR7iKH3J7OjXN/Hnp5dPt
xWzc6IgWwslKTZdQd82IHTQLU7Mqib6aHdMhPtizoh2zaTn0yXEy2+w8oL512+RGZodJUksxU0i4
tcqD4hHGPcVh/8bpWICUatLxmPRgs5zijuLPziOyZ231LNI9QWdPUmO/s5bpHISWc5ByB4R+Pr32
BhKyqPPupc4bEYeYQwavRwAryIwvz6+t9EoNSzLnulE/FmN0UsLAkzrpblqUY11JsSgPStMeccem
2zARyksjZvrW3E+ZmjeB0RpUhZLx52QsZ0eNDmOalV5KL//2IW59akwIMzWO81BdWeWAMpVH3U7J
NI1EPiflQ7ekx7zeaW1uxcYMdPxrZfWpjfUAVHZhIyO9PzMpeSr/joazafuK9j3Lz4WFapAZuWE7
e+2fannwpECyIBhX0EXlaVm5KaIhkmnUtOG05XUJP/w5/mj191cxuKUFbTeM/P0w/mXI33cvEbE3
q4SZrxpAJzBzXt81lc9gt5Yzo6Xtt1X9dx4xvjqpzh6h/pbLvTWyCtE6I89KowI+Fyv3lFTTSOd7
erb7X7e9besjphsKkw8Ed4zBr8zMaGUWWc9apsQ3m/ksh5KrAqhi2k9K9iKW3/i2q517Y20VEUap
1Qd2SnktiUb4YpSg7A5zFCrMMHbInPbqcMzltPurZMxqsZpBIBvGd31fGIdRydvDWIwvdoqy+O1N
2DzQf3/WGiJnL01pARWk6heHkjcyDHlKG7nZsbJ1d4GMgaOZm4vNXrnl0BdT1/U1J1rpn8osPUlT
4Mbq6Jo9HM26W6n6Q7fHKLlxvgg/ML1EnAg13nqaXekiRZQguLlQfuiG9LFtq+e+ZxyiE5CGKLy7
vZUbt9eFvdWjYNn5VNc19jhlN6LbbYVPc/0f7uMLK6s7MmKgsYwUrFTOkz6hQfwLJqXe3MnJNtfC
FQWaSezcmn9Mh+U1lWuKl0je3WVGcq+6sr3jFNezQQrk1ogBwWwtwxPnrDash0XcTHUu4jbpk1MR
xvetFIXPbVce5yRW3DgtylNplb/SIU39xKypFGvhl7nRlvt26vcwhr/xAqtPlN8DNyRUYgwBrAsY
ZmjEep7x/IRO9liY9YMc/l2lwZc4Tk9OZLpmpZ1Trbhn5o7xHpekyLWzEwrrZytNBfn/Nzkxf9x2
qk0npoaLprohZjFX1waymVUnzw6PVVU+DJl6Jy+DW0fGvQKVe5OU59vmzOv7nVdJcGcBUxG9h8sg
Q0mMLkCNg8gNGXrmZsZDpn3Vhp1a78algxXiNFBloArW8t11q+tJv/wPaWe2GzeydOsnIsB5uCVr
klyyJNvy0DeE3S1znmc+/f+lgbNdRRFF2KfRdwYUlcnIyMiIFWtRAkW2u0P5xrA8Biy3aowrWeiV
lUV8B5hi57oKoUrt3Fv24OmNdvTnp0aOXQMezjbaSCzWP9XvVS0+lWY1MTl2RInGaN/FZvmSpP+U
6ZNsQgEd1hsZ6M3FMaq7SCQypdZ5mFPNjDWVyfvEjcCVy1+74jFRQ2/zifeLNeDN2QD8wtWP9BSV
qGvH6HV7LOoKe04bRPs4syokVMLCm6pEcqc+jz91cIegCZWk+yoG2B7Y1ddRawZktSMddq/Gh3OX
rdfb6uc0UvEMQogp5qjPPJzO8eZx+G6kDSJWSv45DKdkZ2Wx/45yke02oQYhUjL5VNrmaPrsdKXv
9UoQPs5DoOwQgU68skqhsqx6hmecsfD00RzPSgjmVYcEfq8Eg+Tmem2CNdW0jUC2emhAdVD0BCYD
b8D13nCY7I4yQcwA57MSnLXplMo96k1/czYvzCz82ezb2iwmzASxv6+1l3qwvEB9GuPPt2PAauz/
bWcpOqAG2qT5KnYsdETGCM3nh4Ka3G0jq4eFmoRBYANguIy1ejN0LQO9lOHqD04qI7DRMalgu9ar
uQWnXDVlMTMv3tWwHS0+TwoMUIqQRznDuaKBNMgby80sZODK+8r8m8jGU4l3KDPjoNKuXUGd+8zX
B8r+XUfW2iS6hcyz/3J771Y/0IWRhSMgU5/VlkySn4/vW+PVKO7LKNyIL6ubhj6TkLi0GShdbFrA
S5vEgMyYAbVwrt05VVxGkt1CPg9bOm9r9SNEp4AVI4JCQmAsbp2ghDNmJrowYR/r8BvN762hko8B
Giy7YOoij0b4g25P+m7qxtIdbaX8C58XtURgPRRTqSddfzfTDss8qemXVEG7yxPTtfIflbbx3daa
38w6sZtIUtH4Wza/tQpUbQhh3rkc3qUyM3+8ds9t+zR2qZupFUy8zD4Vuqex4Un2HHf2YTBadzSe
LLTo/tyJCLj0ngGmirNxveKuiE1/DPktClSQO9LiyivS9LFvtpgx1ryVIXrwRA5z5zwbrw1BXeir
TIFH535WX2c/d/ZaJHW7iHOxv72klVcGl5MghHDga3sLsy3aMSwtqMb8Innpy+5cTo+5fBfOqtc0
X4vwSZq3RNnWrmF28JeosSAEXeyiMXbJWDcjD5skOGSn2sldRgOnQPX8KXD9LRDh2k1zaW7hpmHW
FmqtKDwxIutOcbJPCMRQnVYqt5aju7/Yzd9LWwoA9GoBrq5naXbxGdCbGw6wTziItUGB8ayF807e
aiCuNU0B15JjUAACqLz0ybytoniOZF4d48FQEiTdad19sJVxbzuZm8a7EL3qxyramg1cy0cZnIZG
kIaCwNpdu2iuqGaPKglJdhUFPykYtJ6QSvqLGHNpZfEIhuFnHvqB1cFZciq1XRnGh7ndooxbc5FL
K4tHVZZC8tAhhn621OkftXE1db5nRMOL9K3+yNrBpvPPiAKXKq+mxV3X4ByhLpPv+uTEpybLfgBa
kj1ocP+iSMEkAvkVABdu6yWJxFjZWe+LzMec7XafzUm4S5tqa3h/1Qt+W1mWkNUpsCRN51Uiaa+Q
lXmWIW3E3NUXJi0L4L80Suw3DOJt7ieK1lLZMqq9Yx+D9lC8yNL7KoAW4p3Tvnbj3fQfyDhj+hoH
uZfOXlbcqc3T7ZO9drdDzE6QpNmAtwsXuugEaLPUtVZVgoJK7qIhOITFXRW9783poIVb+KQ1dwTh
QYRkdAgI8CJiSVZdt2VNK6D3s2PfeN+yNPCi3tzY2dUlwTDNxDkTpsqS86muWjNFaRogD7X+WT5b
xtekpgJjfKv90+3dW3N75CRhvoD5UWSv17uXofgVJgJxlY/1B7MyPoRFezKk17+wQh0CCAewKIbX
rq1MIX+1BRV+zlr4I3hYDR+taUvFfrUCw3QjXadf5MXO4vrqhkRuxpQ+xljvK0oaGlSqhvMpMW0v
yx03nU5OdjTDI9BXN9fuJdk63F7mmnvAggIDKdAcG+Lh62Umch2r/cRmWnXcAfpyDsjNTDsG4Gs3
kIJwY8T9rTnBakUqIjB59OUXuzp3kp+VDplzO1Ze3zLDVQ1I0D7IRrlxe65aIg7TaLCRnLKEF12c
sblzrKCqwWv0A5WUtAN7LEf1fgQI4/+p2gjVIRlJE0ZhQJUxDrgM+bZU5o1Brp4M9KRjRYtPeZFB
ymdGjmtbiX380492bW+R0c2C07vpO5oYEiAy56eW/8T/N6G2bw+aMAORG/MDvA2WlGptXQVFr4ML
YX3f6bA/5U36XgrSLcj7SkMIsjqqxNxjhBB9OUfk53Zm5wHrUdLcVYPQszLZNUmEqyAmZ4QayYlP
aQOIo/nelXdtae1vb+hK4sMvEKxMsD+b2hs2HTlvdITW8JY02rd1iRwq6Va8C6qMIxm6vh56PXI1
erU3Npv3a9uMLAMvPbHJb0SaDYvVlmNLJamT9kZ9sr+VgOOo6gBf3YXTv+O0q4zeY8haYye6hLkK
/z7O1C8beyCSrOsKE1VgHprgIsXc4VIPVnayYvBzvkKQt0DidK+BpHpM9qIJaPr3XY9SdXcO542H
7urXp9IJYQNEvqAyFy9dxNtBS0qcHl0yXLn+F/KXfRiOR9UZD11YPMRt/pRGB1XpMZ7+Y+TTlgrH
28uLlfNEElhB+tdLRGhd9n4VhzKPz2l4D1vsQXWaH9xoX2BLfmh6/dvGToso92anKU/QA4WoVVMX
QbebYVBy0Hk813KxA19xH0lD4E6l/cF4sWOvkb/U453BeKCbyD9u215dquiAgtjjXC/HAi1Cuu9b
Ckct3NkoWMM4gjC4K0WdV221Ed/mc6Kt8NuWCNEXITgzZy2YLJ3B887+t3V0N1KkD7eXI3bqzU6C
dBQ0iWzmsrQ05XXPM5YvN3NBaq20t8dj0TM9obxG0oMtdW5R/HH6warYPqSymDvBYa9XpZnzJIez
ycVicD7Mf4CvK2q3u72u1c90YUT8+8XWxXVRznppkQpnTrGPHTPY947szk0Su6XVhm5dbRIjrd2Y
9MTlX5BVFQT4tc06RvROyoz4PKqfczl07eSzNf5T0P/887UxiEudR4N1j4zx2k7EeEip1nj/yEp2
NIj78+QbPZpzfeSpQ/If0FJlw+ZKhYvyFrVh5ivETfMmHfDDfsocUIcDUitfxunJDMGoRIGn5Y43
pvd29ZxZG6NJaxuq0+BErwg3wTuvFwr7W99rthqfoXaQJM+PKS5JT3qxJaS15iyXdhbOMicmdM8Q
JZ77sf4hFx+bJDw6XxjuOkyS72wk+sILlieOIVRayaLQY9qLr4eusDrmQ5acq/mfIfAhyR3dUvrY
SfdqG3rT+HrbWdYux0tziz0suRNpjOdAAAfDLYZnmzGRzSm1tShyaWSxgY2DnkxaixZn7wDGf/KH
dKeMz8a4c+x9gr6nvImBWbtsL00uDlsuteNY55gMimNen+LgM1Ohbk95R6q/tM1RMb7Gs/58ezNX
HfLi2y3unZIJszFr04RHGkMHygeLG15RHuduq7nwljVCSCY7dHEFEyKZ/qKg0zVq4rdzkTCycqxN
hiva1A0Gp3K53B8nKTpGhrkf0eitkztkGw9KNu+LjwbzELNcvJP9biPJWHMjJrPQaxeguDdaC6OS
toZk1Ml5kh8s/YWEeRP5s7a5v17zVLGRXVsuWUcnOhpTIznzfnKV/qcY1Q4a01WVrd1dc1eq2NSw
LdRLmde5jiuQmjtSNZvJuUhdPbwLeuVdmwdIVKdund9rc/Jpk8Jf/MnlqReDxOI/Ie2weHH0ljbJ
jaYn51ob3ZgMfbPBuYLPEfOb4i7nYUi8XASWunb8Iaqox9vBo4nOaSw9CGTvsEM8Yn6nlK0na1QF
X4A87pvh0Jkb3ePVJXKx/6JpEEDN612tQmkss4AbIuns/BCW0kvu+Fvg9zU/5H3xPyOLE6iH0RQw
BESu7+cHrU7c2hq97THMDTO/bsOL9CFoKqe1NVL5tFHvgvGZOspp2w9XrdDEFxP1gNGWyVdZOoOt
ZBqLmQFx5YoNoVCufJecbmvYY+3S4WENwJkpX4G/vP42pdPRc7BJTUop9QaIkEOHNpRuhDzJHOXY
NYHsBmW4Qbu1eqKhCmCEEHeEqPHaahAZVIdlcX/Xd5NkoZ3yPHd8ruqvlidYNBiFkxmMWNQPND5X
nYvlAfk5xZp1YqLGiHkaRNohKyaoLrbyodVPd2FxcZ5loM6oQZDEVsl0p1XHboLXxtjIf1a/msUL
gAEBQd29uASECpHf9vhHYn4FV9ccDP9OGT5XJZdP/XT7als9vaKoq1FNswmL19+qDdM6o+JKS9Ya
2qcgU6XHIqu6/W0rqx4B+gshEVzxDX9/b8C3WoU25Su18ijsewDvoZZ6KrYkzLW1GM+ILiJ3kH6I
IZbr9cg4/KySkJ/tZrC/tVJi7CYf1lo6suG9L1DG8RzwXg3mc1zFqscwSujqeme+K3tpT4nN3Mlp
pp+qUXkJJcViOkpND6h9pHfKpDEa4JfzDu0VdGba0TgwTyK7dkSppZjTD31WD66VdOFOD9XysY/5
HcHYKfC7lNFpTIfIK0yACXJhTnt6ysmxL7LwXcBfdrWYlrvDsOzGDS4O2/IGEuxPPL6YNSOluN4Q
BqMruzBmoTOafJxa/SNvaPM5TVCKrcog/BZK9Za077pJISjAuwGI5sJ/o0xJZC1GKafcFU5zP1rf
gvpV0oK7wXi57Vdr3gtfgAOil4obgxzXi0sMoOxNweL0yo5oJSafar/a2MDVJxBdh18jCAykLMt5
VDlqpZMmhH9s9TS2XxKnfpLpbjvjsXJOWT64clq5XfTp9tpWatzE5gu7izsv4q9KvUPuEBZS6Q5y
8jIjSvNYGjCQZ2OQPwd5EMOiOEy7wTakO19VvuaBou3GKSvv6Dj9OeUMPwjmFQDuVNvgFrzebalp
lBb1LXw6BoZa36UZaPBs37H620tfCxek20hQy4hQ82S6NhSF+pQ4jZWc4QaSKSMqbeta38PX21ZW
MyeBEmHyR+iILanhUsNK4n7ok3Nv/VvvKYSkevdNytsTug+w+FDemewHo4fwE6YEK3X7fIs9aC3S
81Cnnk+MBW21OJy91jP3ovpEKxQ5Y4avanhRyurzhIhlY5IsFhs7u3Z/cSvzsGYwnkR4Ee4pLUS6
kiHqpERwZThy9B/o1fdZsvW0XrGjcCOjvkBbC83ZhZ1G763cdPr0nJU/gfkwMVAOG7fkipPQYgIF
jwHwvktuyCBKElsyhVxQah2m/kEAXRv5dRvkI66MRQQVDUA04BAyo4278EaqI70WNnS04vjFGu61
YfJmuvoOTLByuMvNXRp5dbEfUiRo//2LxPfKuNjoi4wUXpA5Ljn353Twj7WxH2T1aM+H2ydhJWBf
GVl8rbGDXtMsMWKUnwjbmfRBHr9A6u1svKPX2gU0H/FzHhsGyoSLrQx9ubNSien5EoCy5sL07ifg
W9vPTboPKrdMXcvMHjNrAxS+5iqXZhdJgWpKTWpENMit2Dq0I2iwZFTPitl9N/twi0Bu5UyzRsg0
xRteDHlffzGTDxZoBmtMVPMubo7k2koeHNKTYxwa6/jnX457ltSeQw07wKIvqEe+b5QCwdmg/h4j
ccMLd98Uz5E8MpK8ceJWV3ZhbPH1shQ6AL8HN6GF03vDah6C7ptp9buorlDOSg6DvsXss/rhoK0E
ti/6C8uimR2Q+Zc5qMS4oRk5lVV77EwAfXmtK24MOOt0ezvX7fEsQxUXHPkSBenEUqo7PXi+QLn7
5y6OCZHjljjL2r1OlYdupyinkhMvTpscjYHaWAWPMuWzXJZoPyCyEH1Uq6+hfjd0d4Eaumnqk0i+
Vvopq7/cXuNaaL40v8iZpjya5tQvYTtAVMIFtYf0xfyRnu+H23ZWMnGWKfRveHySuC4OXYkEeQAW
AGyk9k2XjXda3J7qDBbr75XylMbZvm//WNpBgaTywuTi6AXgG+jTAIYEsNTsGPN71Vv6nplZbaxt
LWBeGlpE5UDLpFnJ+IRTXB9RsNiViK21Nnpomlm5ErwGt/dS/PDlFXRpb+EycyT5oDKFXzLrFOkf
Ovu/2wbWneL3x1o4hTx0juILA+Unowu9svioGxtBeMsfRHS5uMmqGIxUX+F3eQdBUho9612zk+Un
hj+1JIVC5qcWblX8VpfFI4QXpwnpgLFwCL+SE39WRNmosX5Mfp94vuI/jOPWEPTq99HIQsR0pACH
X6/NqFLDzlvRih1fzO4kGR//4vMwvoDmI3xJsJNe//0o7AqSfdp1A2NomUHjh0a73BeH22bWys9A
Bn/bWWT4vjwlkjlQeZAUTPmHLGE8GKz+Tx4Yx8FS6TpVupfW9jdgh62bN09GAj5EHc+ZGN0E1n37
B63FY4rOomwgJk+XXVcJMknJmPk9sfPSlD9aUjx9eNKTjbxk1U0uzCyOVxaYQ8tgFQWXfA8m1kMz
zUvTrW75lpXFGbNGfcrDgsVokO/tIsl87qK8dzfHQ1cPGqR++ApvGorP186Ch/rzzFmCYMZ33sWT
Y3taBvlqlaBQUXRDfaydxr4r1GonKfXWKteSBO42qprAHqFiXiQJcUgHQ8voUqbptK+t9i4yWm9o
+kNWflKbY/HnA3+iQvbb3uKacUbmdSwJexZ8RbqUeAVlMrP8ctsRxZ4tA/CllUUgKcpGyaHQ4zIz
R/bQeZgb59Fs2/veKU9x8udFOTrzzDBAWyvAvYtwAnbPmWL+P9f6LHtFFoyeNirz7vaa1gob1IWY
h4Dl2EF4amGmLAqaWjJRpTIKVHZPUrGrVa+2h+Ns5rspTXfM1e8YDtsIM2un+tLu4riVcMxIwAFA
xWbvnf7YZs3BYcCVwtrtBa4duEs7i6gpOUPe9mJ9apO6sfRdDuS9nSjuX1iBUFXw2UOUvXzTDCUk
76Mh0UV2yuMAcNnM9O1W66oDXlhZurkDOYM8QxxjKJ9NaHlaJAyHVN4X02ujvdxe0aoteFQhXGPw
CID0dQCRgFbqE8W0M21BA6Z4SF60JJJ3qNfGR9Ieg0w8aY63ja59LKZERdDiBlKWUPYg9xUcAVly
RX+lyuSlPbNwfxPodVJ7wQcIOf8SquWzXBS16YqPuvK+N+T3QWu8HydnIz1cXQuQOEFvRPVq+SoL
Bm3syrak1y9nAlkDQyVc/xt9t1UjcM8zeAQdPEu6/kpar9OxlAfWQu2qeh9nOVofkXf7q/zi2lkG
PvjQuXyhToAgZ+EL8tTojaVF6VmukTxP+3nw6ln5pkyF3Lizb/okCBmlZLMJ96Pf2R4I7dIrdBBE
cuvf04UpPc2a8mOsDxIQQdNxAx5Au16bYR0Ze6amJm3+dPtXr91BzAGDE5O5BoGnXW9N28dx0Nek
fYH5ruteGAd/VJvedXrBavQ6aPX+tr21T8GQM1OUgq6eSHptr5KDougUWqAZ+oG7HgWWdxogBdep
4y1JlHVTjAeLcVYZ2Oy1qTkdOgVkOtcrmnVNZnkhHEnOFrZyLULDF/8/KyJCXOTqtUZ/JNWx0qj5
zk4g255Sz+m+z2b38S+2ji9lsnkYXIKnGlWBOVyw4bXRdwOC9uB5s4C3uhhGBqjdwWJCr/x6MWba
VVPacpsa8csEJacFS6fpPG9mImt5FxyC/7OzOJC60ySSOnOtZZ22N8rI06XKqyTIWEbbCyfZcyBg
GsONDVy9xZljAULBZIbQ0Lxe3hQFRjMN3HITDM5h+jhAKxaU3tgPJzOP4HD7Vw0sD9qfLXpV8Yff
hAZSPOCnpOdoY10bLgs1RqeGiJ3GMUoJPxF0+YurVSjE/D8L4jBcuCGoZ70OGzLZ0X9hpt9HeWfo
Pt92wLXLDoQL7WqAnUAMFqtoqP9PkQRiMCntw1wM7qg/+sHR0kGzogh/29jqloGjofbBDAYg1usF
hSZD4MHE/WMHMorUWf5UFOnGqMAvZoXld+FPk9LRaiUqLYxYo1kPbR3TpjGeHXQYoZBsovvDaH+X
1H1bfNY/xronp1/8eh9PrtHQe8Rdxl0Ju0ui5ofbS17bX4Y0cVDo4FHVWJy+TmrnaUzBvfVyvs+z
Z7UvdpOTuHb2PGyqia5FR/jcNNCBCF7QEbze38KHVAV6VlzyDh11t3IeGKvZ+IZrx1wcNiGVBHvb
MjmfFKf0R8bZz12LOFQM0D1L92Utu0mv1Cwr3WkZ7WBDGjcMrzkP8CWhz8Y+UvW9XlxrJq1S0Vg9
y0P+MeebDWNy9xcf68LEIoQlHWxuks9DWLY9CGk/KsZDrNWHHAHp0dK8/z9ji5OX2Qx5SQboDS09
JEN5rgNXq6NDoI9nWBs2jK2lBJebtwglUjcqTewLqAiztUY670zIHdIh21v++ybN96mq7m8v75cj
vDmHFOWpJf+aqV9kIVnh1KAAGvopDc84N5+yovMaKSM/kkNV+pKbeR27qY2smCt3CiC/WGnaXTEV
6g89ayGCj6BBLBnoCLt/GZxvnrIpiWImKaboUM7M2BV+PbwGTp1FrtX48qdwtCJfjDr4T12q2D6H
u6+jBylJx40X6upBQ+sd1DNobnOZhgBZSpIOtehzgKA8T6qgPQ3KVilh1YgOWRfNfdDVS2ZtP5gD
eZoIHZKfuOoMQL1yZf377c+0eqoAN4vqHbn0rybxxR2TSWluGgmAUnXwo3eRNU/7YjT+nCAOeJwl
Y8ZmGBRhoeuzG9tOEqHcyfPNeUni91ZYu224cZOtruTCxiL4yagM6nnEq6MZMoh1i1xyq8hudrf3
ay2eC5Y7REQAArzhVxinKZzMFBBlGmUTAuhd46VWPt9J/Vy8kwb5rBpMyt+2ueYIlzbFv198I6WT
87hpQUJU+XCY5fIho7bU1ONfLY0Rbqb9aSQsm9ZK1DT1MAA7CHVt59vxror1nSrnT04nI6yzQfy4
tigqL0jLg0aFTWSxKGvMgyBteVlVxRModAoUxl6Ki/3trVv7XDDN0IYHEcUFvLBSRlpuZL3E1hlM
JzIsg5hh7rzr5excFluCxqtLArFG60yAl99cv3PEe2EGIOIjwKugYz5Ybmf+zYoujCyuQck0fZ6k
KvdvMXpxjzRKdJg1phN9e6d1z7e3b31FtK/AGIqZC/G2uPC8YmIWoQpxiV6uBYx+jGq3H//iJc8U
2/+MiG94YSQunGSA6wdSYOg04tk/Rr2xM+Row7231rK4j/psnpqgBmg9GLFXMuxjZ80x2hreWItC
F4t5yzprIJBcsRjbaLy+a2DH32gkra5DcNRweGSVo3q9XcbgG4VvCZeOoTtxfsRxAvPJVpq3asVk
NooBY4GYWbzplbxqkfFiHYb8M68fAga9yNc3UrotI4tPUkYp3IqpDdxfYN+NByHmsTmlIXx0mYeA
M2ZSD4yT+laHHikPu8kAGWXhF637mWtHBP2qLW32LSuL20eZ7CgMh5BwpjzkuzpWyGye+n7jPK5b
YdgKGA4VkOUcdN3zmEALIT03Rn5Sw/ukdQ5aenSK77fPvdj4t3v2287CxwI7giisTNKzUHNTHU8u
UXYYoM2zkKDQfqTQRWze32sDnYLVgItHEXervEgS2gySVYRR03M+P80CawhDmtTcpa33a4BVdhv9
tZw/VZDsVJq+v73i1ToCD23gTAB0AW0KX72IQmYiK40TU/UtdR+6bTk96tH03uqbfQayaXrsjMAF
ikFOmW8EppWPSssUZSKuKGAzywr6HCrhNI5Veo4H48Q7X++qQ5qc8vh4e4nrdmwawVB/wFe9WGE1
S2VcKXV6tnXpZdSb7/1g3eVTcF+Q526c7JV7lzX9trWI6WqVGFNhYauviINZ1PauqsVPdZo8JyNY
oGqL0Gcl7oIQEPPgoupMQ+z682WaVjWFzueTwy+z1bl2fLi9eytH4srAYkWpnTba2HK5z5DDd3sk
pI5Bdmc/gbo4mHVz1LdU0NdXRJGH8SMqd0vK3rJuDSVVxX0VmK+SajwxgPnp9ppWTTA/DZAQ8R76
ldebNjayX0kyxzwfs1NvG4dw3MBMbVkQ/35xqtBOdPwKisOzTe+aAmfrlxuetnKHEAp/r2Hh1WFk
ahmInvRsqs8V7cK0/o+K/YaRtY9P7RRgG1VUAa+/XoZcy71OKR88p9yLARL0vifnJKRnhQSQPjwr
k/zRUMPT7e+zdmIvzS58bpzadMgBgJ1D/0FuXiWdeg6UbsFWKXMt+JG2/l7f4rYfKffEpsr6YkGj
6ucqxLst04y9ET2lxmM6KY9T5PyTD7pJw8PPNt4CK9WJK/OLPCBQ+k5XS8zX/uOcfuqHwZ3dbioR
SUZi19+wtr6rFMh4vwkqmIXXR30TpqWGNR1yrLlxVX0npfe5sQXjXvNMAjrSTYCNeVAtVpWGVmMF
Iq4zX0FASqwvFsUXO98KFKt2xFSfmK1lPUvnLGliQ1mSnlv7xQ7sXefcDeXWGMDaQRYS9IgvM1XC
aPL1CVAmqfallsVokpTvsopqlRQbW7I1a9cGvLLkm8iXUMxfHOapzdVCgRH03Cjmzh+effmpUu7r
rN+pW9jKtQUROCiyWTJiLEuC3kwacitrlfTslEW9A98Ov3SRTBt1t7VvA0AD7WFgRZywha9Js2r0
kQ9KO47S0dX8b7Ma7VKHMfnbkWJt40Dya78qOWgcLnKnSUvNsFVZTabcl3V8AhBuBkdFtjwn2XpT
r+0cw5aAH/hO5GlLv9aipJqNPjs3VXCgvSuqEbdXs2qB9zp7pqrMBSxWk6oSGWhITBdENVI5uflW
93gtBiCM/D8Li3Q9K/vR0JKMvm7zvUmy+7z7KacvgZVuRPC1739pZ/H9405zhlrcTmIloodTwxew
8SBcWwsIUlBiaGrjaIvdspNu6hImpc+qrx2lGlnwJjzM7T9+sTVwuGoJok8A7NQ89V/COxe3eZUV
tdUpRBpN/lxUTw55eaRFrpNZG+68tm2A5IHI/+IyX3aUQ6f10fAc07PV3jeRdse3STbj5pqXXRpZ
+HFRt0kZt5zNwDRI7e+bdovdbHUZGvxp/Id49JI9ItY7v+96LAywOrXMfzbG6+a45JaRRfjXAkUy
1Yy90iOUKruf4rw4w7C7fSS3rCxSkUHvg6RhUP1c5kGxS3vb8ka7amCniJ2NmLkWy5h+MoTuoeCB
ET/lwstS2XekfI6zs1PPJpqS9fBfE5S2G4ay9Dzl+ffe7NQNh1v1bPALMLYJqtNlnRCaaUbf0iQj
TiOazLRunUDBmPc7c3i9vZFrliC7U/EK1J3eKHFEUihVRc7smGIgxpHDJvkMoQv0DRtTyMJ7F094
sI9iABFErtDzWexiP415aWSZeBCNw7vkezG8AxXidZrQTPU2yyxrpwmsO/1/iOkgRFpEVJgYplyz
qww3nNzZ1N1uq1W9liXSeSTu0FTirlvEObWBsDWoWVFS+W6XVPvc/Bp9g3bJRkVse4ZrNSmmZya6
V5BkcoivdzCbyQnKrMCe3zw1WfhcUNIJZDjiY1Nyx/RHkP8cooMCN/2fu8il4cVW1j2jjFmD4Sas
j0iyuVPUH/zsOd3CuawdaugZBLIY6gT2dLFCuZzHBhgk0GVWEnlTd98HP28vZt2G6PlQ4tCwc21D
M+LQBmabMQcRzAchI+jVmvXTmJRgf9vSmscLzhw8hEIKPCLXliDeLJW8x5I9tgOYMKUnczTAfTj1
KEOhE7QPnW9Wp7lqlX/mXt2qzK+uVDAa4DIklEt/aQMptamo8tns0rPhKClmT98CQK2FD8aY/2dk
4RuSPRAzkSw5R8FwDIJxN/TPka0+bc4XrkVhE9UqRlfg91aWsKE0gXCvMnxmXEPEdeuHxoZGWJbc
/cbFsmaHmCHKmVDpmUv8jtGaTW73OnFKDXZh/uJXP/W0P7QNHEH9Rja2QuStqvBviVaGBUBiCYDs
s6iP0MoQg7vd2epNmCfqwrNzNELacD+BIQLCMB4H5zVpkkM4qPdtZ3x11NGrki3ikNWFw05hc+kw
6GwsDobs90OnxmF+7uT7IdQOHUoLVv6uNT76g353+2is2CINoa4KSzJ9qWWXNzLGya5k+Gul0jEf
q0mG9SzIMjRlQTVaTVbAolWkG+dRWbUKBkcET4bTjcWb0cisNtKCOjqDcPP8z4VxyEx3dNxKfWSW
be9o0ZMSP6RSzwT5P+PAk1/5ohTdvmUWJt/SUV45OBqVQZSDYHtgnG5xcMzBkTqjhzxXddpDfjCa
0DWlY1RtjRiv2xHFXCIQsXVxa+SGEcq5Cpn56MfVAehd46L3Oe7BTQ4nsKLVxvlZuXfhrmDGB1Zi
XpjLW1GSmmF22Ojz1IH8nxM/33WjoW5YWYltV1YWu8d0YmQxwYb08fRxQEw0jA65mW546aoRGKlF
/wxQ77LKNpRWE+r1gDpfnR8t9SkrmerfYg1d/T4XRoTTXmSXZZaT59s9VS5AyfEnX3tFHEH78ycZ
NR/B7wrMDVbjhefDhzeXisVKelW7T+T96zx5dp1sFLJ+5VSLHO/KzCKERJOBWqMP1XuQhF6i3Cfm
Y6RLx9KYvKHVP8KJAy3qs5K/TPKdw0C904w7v2p2uvoedk633jsjM8HfUZ5HH7XWTpzls5Q0d8UQ
A8Z5NO4AO+y7Utr7zYO9Je+x9rWhghOyNMCr4Ze4/hBZoQZ9q0MhLHVHLnUvScgZW/3PHxOamA2G
uAFU3JvCyJgp1LeFlVzz/PTemWHXevLbL7r16c9DLIEcHChVFRomwu8u/EoZLdi5O6qnhjGDaLCD
/+o2Unezn0lHA5qUnS2kdG7bXN3CC5sLX55DaUibjsURzD0z+z4q99FfcNcwwArlp2AdN0D9Xa/L
aMdBVVOmnikzum32wCRhYR2Dw+2VrEUxkIuEZl7KlDJE7n+xe/0E7WBkMaIe5b6bNj9C7XjbwFp3
Ubu0sMgOpbFvUtUX09tmcqSaejDH1u3lT6la7cdMo2F0XxvPer+zrMLN+z/vg2Dd/jVGAGBsWTkJ
9LqX45SJWasKmCNI83IXQuiy4Q8rws/ij/PmI3oCTXMWYdr084o7omZgUDoY8T8wo+2Z6zuVnZu4
ehMhOGW51FTzaQcNwAd9OFHGNZP+ALIYWafdtFn/WksBLn/QwnucbPSbIABJb8EDUIOMGhVvVC1P
RxJqHjfuj/Xli9kWfAhmV3NxBo0wzOSwy/nGaICWfrKbmSVP/K+hjVDjg/aQ/xhV6Ez6A5TNh/FB
+SBPh0ARNEwpcla3HW515Re/ZXE2q3iSUH3li5vmzpr/HSQG+ItTYbplstWdWmNyAdkLjwtFcyhH
lsNDqUaJ2xgYwPDl5zy2wda1bqI8SNW9P1kHP4hQNNlZzqcy2o/laRID90O/UW9Yi0WXv2HxpUO6
UnomuOOmINsJflvD9DZlWMUhXV54vO5AdlN/doB0XIcJJ6qnapwZl4B9h2xHVe+b/H7Ifsjaue+/
m/5Wk0D8vTf2yJmJseJRtySoMeYyd3KDjaUOWUWUiVPkLlGYYLLhtresFRugwkM4QNQ3yAW165UF
celLtHwZD096ZOc+VIrliVquH5We04PsIljxMviwYVYEhDcLhJyAtz+vAvLIa7OZlsQW0kaCVNc5
VHPqIVTq1/8Ntauck9h5cOYXJZ/v4438aI0EAo4yyB9MkQJQdbu2q8hhqaUDHHmO+m+M7HOkFXvD
QLqweJeHwa4OdTqsk9sGsBLNs2tGzYnEeuM5uPp1L37EwptGP4/i5v9IO7PluHlkWz8RIzgPt2RN
Gm3ZlmzrhuG2Lc7zzKc/H9xnd1dR3MXz+4TvXBFKAkgkgMyVaxm0jsjWV8rI3kCDCsDim3iLJ37t
dCMjBsRNUKPAvbkY7WhCmCCUi/3I+F2U9eCFUmxtuNBKeozsCZlmhZeW4IC7NGLFhR3bQUwQsOSb
SRcpbXd8CkaFjp/e9ZuNyVvb7xD8WwIYiAMtr2+WHcWifMZWHLTIyyv/wUnTN7/2t4L6WiCFWR7y
S3LC7PrFmTaZQeAkMv1LrVafDKXfZdndDBFK5SnhXTrdB1XuRuaj6rzAV1IPh1Q2T02P+NmXQNkq
560tJPorZKX5IiLtwm3HYpBrSG9odtXK5Ma22ngfBY2yca9fi3K4CfJtMNuDhVr4ZV7M2lSOOuzk
vX8MU2mfRyCCwmaHTrrb5rdN1T/FVvkXARx0HFJqtIFyC1v4D611QLJI192Hve3RqWKVCUx/x+sB
Z20Cz42I38/ueYpS6MoAEuh+rp/K+UUPtyjF/nDULCPauYXFEvkzbz+jYPJC50NhdjufJgMjK25l
GmJya3azQLwDMoinw+xDnDxI3ETgAkP68lhm7QBeU3d5lsBnFd0ahfUYD/sgnQ+6dmwg3lHqU6se
rGgL67/m5OdfvVjyZKolwOtiyeEaLvbBaLt++hqlXpv8RW2N5wmUSTBLgPpZwhJocDGSwiH00sWw
E3cDiexEqhz+YqHBFZGr5GwBlnW50DO9H33i/yFBtcHkRJ6UbGTJ1wIQnJr/sbBYaKlR5nFsmbJC
AV0xmJ4d3hfIz1wfx7oVqIV5OooL/GIcXaCnWdewK6zR2vV0nYvn8DhtbIu12A3t9X+sLMaSRX4V
OgbbIpsfVN/YOcNv0tM9Iguqusvl4J/ziiC0B/ae4jr0e9bC24phGvXMoc8pyh9JDWRj8tBBgEAx
Pvib6aNUSyYMNkxqDJduENV+kjc+zDCCg2DizHOG521GYfG97/b8mZXFeBjqXFiCdCPsyn3aTU92
L/L9t3OzBYteC80iW0HqWNDu6mIfn8Uvy0zq1vJZqBR28py6U2V4RvoNVFupJ3ul35Nsue6Aq5Hh
zKJwnTOLUW4FUhixkZqi3/mqepgcZMfsPjgVbfi19reytquuiDgcwqtC2/PdihVJViWCcybJa8cd
w9o4jWZzk+dJ6VZpEO0G/OmYjvHWFXh1p50ZXixiCAXCGOWc86boZugeVP03cNG/8UdImeFLFHI9
S6xtRCHen32ITHxHOwL6SHgdN+bTXywZncgUTYh+75RpAj9sQLwSM6htuJ0W34xfnX7mVCmOTrJF
Ub9W04Anmcwv/La6AOtfOoie+33TSsRBu0S+XplPcC443N97ykOpix5e+CDfZi48penRMvfWFhnY
yuYDfQK6iZHyLvtDoXDmoGGgSYqRog4QSymP66D8VoUVFFqoHPtBsXFJWTUGZAuwKlk2xH8uB2t1
9ZgmEu1qgzzlu7FOe69oM21n04iNujXKYNeXctUejI1ga8V6Li98UWIbgzG0dNuMGrDzXrnNpsaT
53yvRuHP67ZWNgBgKiT3/gi523/KKWcTmVW2WspsPiphAOuCdCRdQKfHTi/9eOOtsGVqEVSaqYhD
iba/e8XnXRl1rjLGbq0k++sjEq63iMuIpojbBt3lghPycrWkdOqzzgKUXQ/9RLLNPlTh8P26jZWI
TOSnIUp3eI6gA3BpIxyC3CoNYNJ6hTQLfVl3cpDs52KvNcq+iLLvdIe20tt1o2vzR8USEnuI5ekp
Wey5CaVoxMttrmtAVZP6NSWXKEk3142sRGIhPSPe5aT0gF1djiwzaytueWfct0HjJY56kINPxm0I
J7D0PG8lKFeOGXAVYk/RoAk77mIas6kzJXnGWJG/ZFB1Rq9a7LtDnHkAD66Pa3XywJECVhMMJe8a
ucuylmn4YlxxobmBL8lHqvqZV9bTtLtuanVUZ6YWbxppTnkKlPh5RBlObl+H4dNkf6g7y63KrfNr
zdmBYApBMugUyGVfLlfXl12aDQzLCT71JogUqCWvj2YtSUSEFyQbNire9MBfmoiTIbQGjVBLy4Ab
OBVXw4kK9uQlqeRGzXyMsl8GuT9H3kLZr8VBxKahEME13usgUcsKUZOi7bWZ0i9pN6KPVdxGsbOP
/qIsRJX2v5bEl5xFwR6piy42aXYN2rr0lMhEGdEfVc82UnnDO9Yc8dzUIjxpsx2PRUGPWxW+ldkb
6ie2fnt9ydbnjdOZjUXecklGUZuZkxYWo5H12CsgE7SK27wIDlG3ESzWvI/makGFBFMsYgaX01Zr
SRcnOezFPaxY8F1IcXa8PpQ/uPhlNIfch1ejQ8qH69OlCaccJLi6RUNK6jZas1f3ReGBcQlO1vx5
iN7m/CamnoIkz4AAS/m1hWdm9qr0FQUtN76NgxsI8UNg4xsftraMkOeA4gYsSJV6sYzTJLV1Y/Nd
lg2Dh/R7/H9g216bXvKypILpnSJwLbxyqLTR6i2HQJJPZPAVgD1bKdG1cH9uYjEMP1DRbEMm877N
4lOgPkzx4JlISeXZBz8Obn3Nl10FzMZYfWlr260+J8XOmKxjoSQ7LfxkRHd1uVX8W/0mwg2rTkWJ
C97lkk9a2Sco5QGRtYoH1fwcTr+UuLpTc+2x1vQb+Pu2QFxilO+cjCKguGsJzOxiolN5Vnua+Gnn
KT4qSnUorV+dyIJld2b2fN2h18omuoCK4cwkoznGL0c3SpliBgntp76Kv+rxieuCh+TAKZLtYzI1
u7Yk8dM9jJPu2VH0lDfjR7u1v4IJOlz/lLUwwXBBVNNdAa3KYvfqflKqo0R47bQnIxxcdfzal3D+
fLpuZo2AXCe/R/aHpyuhT2yls+Cq1Dq6KhaJ6K7SPztG/csJ2js9Rc1hjr7Y+i5J9nngRn5t7ZTa
PF23vrZPud1yyRDt68SQS+NNJ2VqBUXHfaId/dnyqjY8jEW2cUiuOdAfxmzunQavdPXSSqBNmgHZ
LtCLpHfNuJLANuRg1IHMlb3+M2ykjWzt6rBghIB3h/UjyF8aVNQhgAJFpwhPJlF0fFfOq2pvOMh1
I8ayPORIiU/kMSKqiXdydjuYJ8XeyKethTiQwv93HEzd5Tgkc+6GVIAJpP4W8Ql3W15qdWnOLCy8
bw79kHQG3mciJqHR8Q0N0q+ku4V3d8MJtsayiKWx7KMuQ13ifrYfCijMp3AjWq+9Os4m6w/a4Gwj
6X0I2tNnKHPnkqstokNjuP0un940+3PYbVjbWP1lMnUMJX2MVLE00q4KywPqNfvK3IAorCYSwM8K
uBKJhHf0FXWYh2YQsz9liezzqLrOrKLkax17hxR5PUHq9A0BwDDNnqLOoqidHtF5PNpm1rttslXM
X13Cs69Z7GN7VMN2svF4K+qRhh+tT3qpbVXOt4wsPLIYEsUZZYZc5Mp+qp6nTNpfD3pbFhbnWacb
bZU5WHDy12y4K+StjOR6TD+bqIWvAysKjaHDgqS9xJ2+9+ObKe7grt6Ta42GWyXsd0UWeza849fH
9r94zJ/anChsLndBHSGL7ggB7kFNWtnLO8NUvahLusgrxyxXdrZcTAZROJkGF8bn4SlWbDiKq9ma
oXcqtPLUqUoeHf0ckvq900Ykop1c2+qOWztegQ2QgOb5QsvP4qA3lVk1NYH9qRPfA4jj+tPBH6pd
L/3emBHhlcvry7mlxUEu95FmB1NASblJvdgEXeM8xNKX8VMLxu5Zd1zFZLPAO6cpn6+bXh0jhNcI
GoMEJRlyGb6NxkmlXBM05GrmRrGmuL3tIMCt3TL9wUb+aO1eaJ4ZE7+fhT8Ntc2+GwG3hNH8Og2B
dmPlo3iGhrJX9bB4TFD9Heyp3rrrr8ZdeHfhyCXdoxsLw6gt1EaYUXVu/X85XHyj4cOk3gfDoQ4+
xCSnyXFen9bVkZ4ZXDy5U0OR0ADG4NQMRygASH8/jnS3hArvOcPYhfPGi3E11ttgQcgdA8daruNc
wVlEppg99RZr+e2kNC+mAmzo+rBWUwkQHIuZBJwNz/blCg7UhSarwEwOCB4hmlD9WUTHSUpdpf4I
YtItKkqmW7XHNSelFZp1A5BJZmuxEf1a9bPEwUnpyqjbp7K8VYrA7YaXjdGJd8lyG57bWbxb4hlZ
9jrGzpS/1GSHH3SvDN0ohQLKix7znWz9C254k3PtuuHV8QHiEY8Xg2fFYladOZJja2ZWnfoJDJQz
vsJObXUbJ7XYyu9GB0ZahxsUkNsSlTQBQQj8rKUkZKCc2XkmRIzObg6QuNxI1a1GeOAkAAoBgTKm
RVQp6FDLM436nfbZgoPAPgzUpO3oZVSUQ2+rHq8nt6MqanU6zQSenzwY2Y8MmPH1eV19qll0y5Ev
BJug2CLungWcWM7MMfYZsgKbfvkrMA9Vue87L/8Wya81/RLmPLoOqiqZcT9rt1up2DX0KPR4VFeg
5kZq5N3bJYtS2xhF3ajUvS75qU+jq9NGlw+n4S2LDwMEh8ONMt6Ozq+Noa+uNm04AtJDenvZbi3b
ISJAIfUd1e5dnHksvkeIwoESkPRT0cmHNjsCnBFwSja61+pPclu581S6gn1li7JpLQCDURPsnzRP
A9e9XIjc0VKjTAVKJMltN62R8C6cz1ELqZqTJMM+ThHHG6jL0EeTfN+YCnF6vnP8M+OL0zVpy7qW
Smqh8F3twlr5omvf++Ce6vPNHOuPTVe5YRbsi7dwi8thdWPTkYAkKXBy+g8vh839Kijajoo51DKt
/RDZ6IN8GLd65dYmV5SWkeQjvctz8tJKXkS1iZwO4bHu74Iov1XLjpFVX6pQ5eBpf8y18k3Ssp/X
53XNw87NLqKl38xU/mfMqseWkmFQZnvJz13fqh7aqdvYymvnG+U0PBn2boHeuBzjZGpS2c7MZFK+
wShXwG1pRRvxf+3QprmBLlSxZ9XlLaHR0zCUuGrjGYFXaN85avQi3yXxfoKiPSm2NBDWhGNoigdz
DAxXdLItwqSsVsW/i+alUXlR8yOoYKyoGoS6npxTl0qHMuTJW+2hNXebKTpVKs+rdt7bpf2jDOWN
l/zqFFPjBu4OVQdppcsp7iQ51aWQ9dT02pWU50QDK2dtIWNWHx40BqD5A/qP6Li4Gg1TXKpoELIn
IqrcN12buHJigVjqd328B+aul16Uo729cciuDg+Eu2g0pjS25G9B3cXIwhby1ay3BUmIMZq7wd9w
09XRgTBGwZn+NawsRqcqrZpqZUdBLIqKOztHRTzRYPl3fDm+aWe1PfDy0u6mkv8q7O/aUEG2z5v4
8/W9udZER46S8oFIcFOaE5Hp7ORr6z52JN5U9/30MUh2dTSgp1chS3GyrH0x7w1Je4CIqpqbXZCH
31X95OsPEnS+hWDIbYPT9e9Zm/zzz1l4Ooy7Rk0pHBosKz51wOzn8TmXtnxrLRDSEgq4FIgwaNZF
oJ9bKR+GilMma6y95bxOY31XWMD2TDo1m+DRUiu3Kv6iwVw0ov7H6iL8pqmZTgnskPel9ZapvWeD
LphfrFFzs2z2iJDe9blcO1TAJpFygwqAY2Vxlk7NaLeBCve6kzzTnX1ACsyuQq+zN25xq2sGUwuY
1T8QtsWaBVHjB/ZEPJD0t1CCIAgWv1bdynSsWiGtDHAVCjauv5eOGpBwa/uW+mfRpA9G95tU0iGY
f1+fsrWjCrHT/xgRH3G2G6Yqq6pOlKl1q/Gm6k2GH0r/OGe7fKg3IsCqD56ZWsxa3iRRJ8cFKryD
9lWhCTozu/1Y6zdWitCArN/Y/riP4s24uuoVZ3YXByTk6og6Abe6Dxr/V0si1ojGX7Mp3c0ycfz6
dK4eXP/We7RgXAIAcDmfNQ1ZViAUYfp2r4dP8ujJ5sc8O9j9hzz4YcMeb88PlhWiBvwQyN8CUn0F
9/wx3XrYr3oPz0Jwln8+ZLHjjdJRB11Uz8so9hT1WTUTt5yP14crXHB5f2QL0MjGm8bgeX05WicB
lRT0eI8SBDv6Hshlmhtes7p6ZyYWqzfN/WRKPV4TNOFjbRo7q24OoaX/EoLG10ezOmVnphYnlF8V
+tCL0UTNm1yCQAx/l1udC+s2aPWHx4zOxmV3sVEC15YF/qmWc8+Wftd24XKm/81A/mtksfap02Zl
x367t+cnwXUu9w/9tNUesRo5zP8aWQT3IZsmPUKj5J4yKyJpx1L6olC/ntFZKoLvfzMg+LF4tJFh
WQL4VbmfQC/gBLUCaKx+Li3drZMNT1tdGhsuFEGHAkJNOPtZKOyjbOhDcUGB+35w6VLqT/ZY+AeE
l5z/T1PiU85MDUWqKH7B3Pn5S95lu6F6msDMX5808b3vNifVdTA0JkCuZUvQVEd552sDEJPaeh5m
+7e02S+7ms5wRKX3D98qjRyXA8ms0NSzBvGKzAroiQz7R0XP7nJEK4K2O0RZ+7Flm9Id+CCVpKn7
vYk+OHCKcJdowf1g+huZnNU1PPuexRqChO790AS10YjyyvAEP1SZvFyf15WIRD1d472OfhrJvkXQ
q/OecXb4Sd51p1G24yNMj8UuTK3JHeQtKse1zq4Lc4sAWKpO0Qcjy5iVwyGvCRfDv5RZfrbl4asQ
fAjTm8S6kRpkV7JsD7vlLlI24okwsfAkOg5oYaEtyQQRs1hlafR1M58Qti9i1DlhfDekzqvleY84
48d4fArHf36uXBhcLGNihvIEWRWINvi6AWhY0173c3vDykoEu7Cy2IUNQit6rjOsqXiDnb88KIiS
UmIot2Cba9muC0vCpc72O/eMLm4pjsEp8Sk0n8po2HXaw3xKjI9w5u30AlGdhxb8bddvBIH/xTT4
JfFyhYh5sXaQcNly0kCzG5mfE07noKTbhnflMVGivQ2xAeTnD/b0aTTVx6zagvuu7EcGbtJrBgTS
edfUlo8xsOIEcv25z3ZJe5uAdJPST9c35MrFkgI+wHAgvhBLaYtz2y5TwNQ2VbPoDT6U+snX71ID
zev5XuW2l5m/r5v7gxN9tx3+a09f3PHgRQ5quadpNswOQ34T3ien8KlLd93wQa4TFzl4izy1+mWi
YVCh9wjcffNLMT74qZcbu2Bwy3GvfJCOylaf20rEB2bARhUlOZFIuHSzEXgrmnQT7y39jWx5YW+M
fHXD0KdBpUFFR+WdfG7csdahSAONyl04vESQUIe7wHgDqryBS19rPWcsXF2B79BW5Sz8tlQDEgYR
b0dFAYP2dch2iv6itrM71RDJZV/gbtmlunVvF4HXm4d8/BAah6rudhK3bdN83VKoWf8ggz5pwd9E
xWXxQREfGo4OHwS9ECqjZrlLHmk9PQTqa5d/StO7ynIoEe6gVYz0Z3VXdq+zfgphOHeyv9D9onaA
Dgcr4dDJKRbqLJ5YcpjMU0R/zggu1jC+O1sJv9UtdWZgcejMtabkzogn+c1LZ0/HoRpvNPvWqH7W
uv191F5SOiKub6vVUHFmcrGLlRg/KHtM5umzHt0GcU99SdtdN7JWpmNrIHZlUXagyC++4mzmCFGF
EmcAzfMSbZSUxOk+cRzroMpI6MhO2x7ABc1uII/UQnXJP/ZK1G+cO6uTCy8iVFXU+OGzufyGzByq
gXwq8ar8oX3Fi/Y8E3MZhJA2e7b1dH3Iq4c3+4hSC4qy73jHelnzgwz1mXtamD8kRrdDcsdthpPR
57fJx1Fuu42FXI1CZwYXG8WXi7DWRrIjffsQCG0BZcv9VydQJPTpkiGDt0yUJlGpGImNUqAggY3T
H1nnKY2X/8tM9n5eeoiAbQxp3aABCp3UEhjKRcSPy5h3iWjltQyUZEv9Ph7nvR6n+yCTvNjY6fI+
1LcwAWsZU5TmVXKytHzSCbTY5VUbh10chOgHCerwKlMizxpLc9epqX/MOoi/2lmb4dq2jrXhxCfV
mupPkxNEG/66umkAqcMfC1aX82VxfbHktKEKxXxzqppHpZD3ivbWG8Mhq5/q7lXx78N045K95kRw
9IuXGKkFKL8v98jgO60+QiB6D823G1Zvqvn9+rZYq4BC0fA/FmB3ubTQTnJX2w2tDGXvxnr+Qx32
453c9d/zor8Z2w8qhZvxJcifA1odZhkQuLmxM1fvZrSMkhUHAU72ZPEJetUQi4Sur9mWv5M+L11r
Ug60wnhSO35IrRThzZ0R0usbnJpAvVVz9bQxCyLWLO8yYFfpTkd1jXz4wsemOB3LoCFlKinhS476
IOCWvT9LXmaqJ7WWPRkyCSOH5hQGnBEShOv21zbWufnFMqN7wgTYxAq4WOCwKWn/rFz1lwJdBfUB
ud5pVrxxBKydM+cmxSednQBKHBvVWIro2/3II2snCmbBJmBydWDsXDBcKFcB0r20EuVtIU+KD3po
Tt1Wpo813NfDNy14lYv7zKgOlJI23r6r21SjwVT0K8DCv0Q1JomTGGEjs02thrPkWzs6lOi+RZkP
6e/s8cTwh/kp6wfv+iKu7VXRTiWQ0PSmLe1aYa9Wk0XbR5CYgu0x0reeEWtPbrjABJcVty95mTXr
B2VCDJdoUDoPmhS7WfTSjZW7WS8W3r7cDed2lidzqLahFJA0zfVxl7Z+5Gmpxg1L7eb9RCjm4pls
Vd/Wzudzm+qlp7Qz3Vt2SW5rTg529TL+sovXDm30wU375i9WinME9QT6nXjOLwIOZL+aPMQUm7ri
TfIr19xquljbXFyQ+YeqB22Ki8E441hL1kx6c/4cNw8SwtxR22zEjDUNcUB5IDhALigoNy2CRiyj
dOekPCrbqFVPkW9Puykq2l3u9BKCmJpyAkEHqUAeOZ7Wp93OGlpIco3KcFW7Ll/THtEcx94Vge97
NICJY3Wq92NR256PoKbnpMGWOOnaxHB4cnngq6nULyYm6bQwjmRExmip9WAEtG3X7LdAaGsbkdOE
DUKfOW1tC/eNOh+QUxil9ylpUqV/y4utdu81Z+UtxjanZwf/WRwXY9OUeiijJ8ED25O4QWZN4DXm
A7FUoJY2SXNXp+3M3mKp9ZxXiM07GhDmU53ph74YvM2E3tqguL9BL0lWHoqYxa4Ijd7IVatBU0I1
3SlhvyuUgeVx78j1oSvik94Up38eMs9NLlbK6KWmQGsQ9vfgB8m9nQy98XULq5eLcxMLj3NkulBq
f0hpTemto1kPIInlcLhzqio45tzP4VNu52Mp00EnRSVPaA13ycJUeUKqTt7qkF7zzfPPWbwK0jmV
OstgxCF3doFyG/6iKitKUJAQOHROviOrg4TUT7MeGRqjv1PVJ6WDlU16vj6rawcRRAQg5yiaokIi
Rnl2eUhCo659RUxq4Xh9PrgxOA3FQet64zBfuz+AtYHtlEZvnhaL1etqrZz6XEdPA8mReZyPuvwa
G69hbtz6YbGrJ2sfJlvvqlWfIbDSD89JC5/JYnhAhCUJnlWUL2AXkQfjqcgHL0p1FM2+DP2816av
mZV4FhIFRTjsfAfc3PUJXjuBHcCsDjlD6BaXfAQE7t5XZl+MGyojkfim5zGPvXa0bycr30ubanEr
u9+Ep02oNdlIA9uLEDPrQ1GoI6rAtSSaK++sctfrH6Y58UwIg7YOyJXxwZZBAyCQXcjalh38ft7R
sZ+yrqF6ryZf8/Fn/aMsHuetIsWaHUsgLxSSVSZQhYWj5olFQctEKSO/0/37xDQ+TE3zbHRwv6nK
j+uLtvZS5SgGOyS0/t7TeCVOZFu9sNZYmerOvVLuyga5qaSOHQp1zpfUyfrbIbVarwCFi161PhwT
wI7H6x+ysj3hWQHGC4RKXAwWo65KpZaVDkUDqa68vvw5dzub+1u31RO3sjtB65NkFZxPpNYXb4gW
YaN8HMvsvtbJHw2t29g31Y3meMoMOfXvPPmLCzAQUURKCXCiBrMIB2UcZWMkxCdik0uo/Fkqo53i
iM6HLb6vte1gk6gXymwWIW4xhaifDFbeG+l94e8lOT4ksZq7hhkehsJBQrHKyJKpW/4jgv/i3v2H
14rkAkgUQNiX3qrmUhjYPkoDljLEj8jofVd8mjd9xw8dd0gL6P/LJDv4YIYfu2Auj6o95s9jkodQ
Tg/zvtQUXnHXfWnl6kFPhOB/AT8qtKYuv0kfUG2zfRRM8qDPDnOWdl4Usk+tXt2q169tVi5Uf2IC
tdoljKJOUJiCDgB1nvm3WU+3PQT2O14Fx17aqjyvAVQIrUJxyAAY4uiLYZWKFil9lCOXUtfDYx9a
/t4HIA72Jwz2hqpEpyIv7H1Eyc+blIGiLsFzPw6CCGqom70yIOISpvJwN875eJCbTcL31dkAJUjn
pyMISMTvZ2dsq+UZMu11RnmlKI5JUWpHIw+dQ1KY6X429Oij7vv5zfXVXoscAK0EYAZw4ru3cwOx
/tyChgKG1z0GlvZxmr7Vply4sr9FaL9yEzI54mDNA5As6Ccux6ekEVITOc5e1reG+ZQWW1t4ZSxI
14G0/CNDyR3i0kCuBXY7ByxxaXzqo08StCOK4lX66fqUrayTRfbK1KE4pOq2hDq1ER2biTKxTiHH
jP2Y2rNrjJI7qe1NNf68bmxl0mDY47JD2QlGAnnhtkqeOYEZKuzG/EPcPmT5lsDqmgHkDHihcf4R
aReTNjZ5kioxo2mK0t4nmiK5bdNax+vDWAkqlgZJ4B/JHajmF749sfITfGrZfdckrjbOnjI+kzza
CF2rY6EcSo0I8hnKgZcOQL8YbW05DdqOTvmpply4JzWsblhZczMUzMk1UYKiDXBxCDbZ2BXUoApa
8/wfjv/RD63DkNinIP0LQUZKu2R+uKBBybrsAoKnNNKqGUkTqaysu1pvGtcK9ewU6YG2v75AK4Oi
rIYJAewkmbZ4plS1PYa55KB5I6U7GlihMdEgvYPK5Lqdtas2FQyQuGRdBVHxwt+MLC8tSAqye5Ej
+STpL535r3q+zw3ZHaQ725uhz20/Su1uw654zC6OWnqPhNC5wNdzebn0jXD0xQGmIQ9TtKcpTPZ6
/8nJh7tBobdyDB4Ko+ZBf2eZ0obltZkVAlrU6RH0gZjj0nDQOT7pdpxSvC1aHaKi4vsIwZT6fH2E
K1uMmx8sugCAEShfhqWgAXdXdlF+n6pv1fBAy5gS/vOWQkxQUXPgkjXeqWp2M3cV2cry+1F6za3X
kKL/ZqfYyh4Gki8opGGJfV9zCbPRDmOz+DMMg1pEs8XWsboeZwYWoago5bGGziG/r50H4Hsz+hVV
/bCZUl0zw4MHZVhUzExACZfLDqFSX5tKnN8r/V1po+2b/KsPvkXFt+urvmqGRBEpNvJSYAYuzUiT
KtdV1+VocWvHbN8EjEZtPWerb2mtfYBuov8Y+pOEP7udTFaS1FLRs/ad42p2u8cg6uLRE0d509+J
22g0VG5qfInTXXSYA/PebpzbGUKz/rfsfPnHw6as++fSQj2b4/Fy2MaslFMbkhjP81e9/+6bnyTz
Y7SlkbWypS6sLN4EQdkNhZJTp0qd4dbZGwlaA+UWedRa+YKmPAClHCZCSXQResHbq5Glk5ymylhM
ljscmctKlgW9sGEc58h0VS2/vz6Bq0MjJ2uQLaU6vuxKibNSqWKYde8j+RiWlRtLH5V2I9av+CbU
mJCyc5LDsrjknaMaY1l5B0hS16ddPwTeVBSHBJy7n4QbQVa4+SK6X5ha7DanBhVY2Zia5Acz7u+i
tOX8v+GB7kn577DJT8EWpb9wsWsmxejPNoSv5XIztkAu7fEZArXizrJMtzHmnULH5PXF2hrdwtvD
epZVycJUaez9l6kqPsbmXd691ubHKvnuO+XGbK7lNSCfA97KRddxQI1cjo1N4deTAg5xbp5iWXVr
iT5RlLZmXdtNYejqgmDfU62AklRlb5AKr7nmufHFfuDlkClqyVqqiAmqiqtoT2b36/qM6iuLd25j
4S+8IIJpyLGh9MUOwr1dYFYbw1g3wWnM3VoDnLe4cMSwPZeDzmtesIo9NoHf7H1Fsm6uD2TNNQSW
BkEYSMXov79cKZJtWl53BlxqQpDEGbwgtKFcIkuifmvam6T7lE9bD7ktm+L3M8+X5KmumwqbBWUC
iPIp5rt1fGim7kT3bif/drbaptf2GnBrXo3wbPHwWmwANeJGKekOgAH1u1I8oF1wgsWLu0caf/yL
+TyztBgbN48el/Dx/Gj0hqH0RuNubu6C5FnNFdCqolDyz58tPPColxtcfLikLbtMczWIbMmgfNVQ
sTgoyvA01HL0z/e0sMKDFVIPUShb+KM5pdWopShI19WIGIZ0iHuv0oyj2ituE/ycOrD/Y3TXv/jG
zfU5fX8OYJncwp8XJsnmRZ3JbMqIk4YCha4+DGkqrluN9kx34XUzK6D8SzuLEaZjJKezStEsreRT
EXyLIarRYSJLwFPU7Ve1ela4giNVNn2B1LDPLcoYCjI2UrnB5PV+6/MhPA9JraOXQ7f95QaxpVoz
64wBm9mj1oaeMT9fH+qGgSUSV8ucGnH7gnKMVbl+/hpvAdFXLiUMQTQTCmyDyG5fDiGxtS6rLeZS
DfVT0hiHsvmYyw99/jGeOgSYbtMR5tBpi4RIhKvLQxWzAvlEGZd4tgxnk4G6XK+gDq2mey4n9S9V
+phF2b6V7d1m0X51FtGNEZUfsTMW/jLGCho5ozAWWq4lfeSauXFwvz/KGI5IFgHl5bK17DCOfUMN
5xALSYhQJmCbDmB2UWxdzrfMiIGeBWQefeAbhJmM8qXo4Gryh8no/mowArIhKHd5z15aiWtFNTp/
/rcIOT0m4Luhxr/u2CtdH5Ar4XKGeCpTwVkc/nFKmlaXoW3MHvXMndiuDReqx7g76uqr0Whe4Lde
OCU0TAZgtDb21WoIOTe/mMkExE3kZ2wse/K4vT5m5mcVPWNbfpBSxc36nVTSv9m92rGxb9XqZMFD
mkkw2pubPYbvzzxBM0X6h7cdNKlL/h67KWw/09mB+rGqfwZRTX/L75hWl+1Jf58buTS1uESMQWpI
ccWoY/Qy/eoQBo9TlByQd/CyaFfYmasMXv7z+lKv7b7z8S0iTOmbbT9NWSqSCZb+XPRbx6r4A8tY
Qh0HeB9XBo7XxaiqWi5keabyLsusoLWvok9B8BzoJ/M4PkvSxu5Yi1x09xPv0TKiMXQxnHSWy1yf
sBYFfXhQStoB/UlCrdNqkhuzs6Bt6OgYsqx0d30eNwwvwZRWreWGHWA4E8mzUzDsUuXnaByN5HMI
wuK6sbWj/GyUS5xTnAKiaDJwMH1hu4b+HBiBO+U5TAKH64bWA4FKPVw8UmETXFz5LNpdLXns0/uJ
9+/QvmVB+1iGD83PQrpVtZ+Shtanv5dRNethJtvCqaxFVKoUvFxJv8KSvYgDamXFpVaCdxizVzpK
ouYhD9+uj3DVBKlWDh4KCfjpZTiVZxhutElN7zXjJm4f5eEgV5+vm1h1DWoGolOChPjyYmnGcqAG
lcbxA+NB+KANbzVdZflJq35RtvauG1sdz5mxxQaYx9qefYHcMMbAbX3UAEJv2NLDXTdCBwGsJAY6
8ItJ033I6ewOI1b4LEhJTOmlqfst3xPP23eRA1rb/7Gy8D3IkZUoVoGDWCjJRd2u80+afj8Y33vr
VbN2VWt7dNAn6SehdXl9FsUA3plGdhKiJRAMtElceoVWoCUn+SxZpHTjMZg13Z3sWtkpWQ0FU2Vr
WxX2FTw4wZ+ELvfUPztt4eowL7dDlNvcmvV5B/GR0rvQm3U7Q3sY0PvkXPCQD3KMpyQg4ZCQLN+S
1l1107MvEIt+dn1R6KcOpI4vkL3B+FongRvnx/SWHL0Vb4Xp9fn972gXDuSY4f8h7cyWo8aarn1F
itA8nEo12OUyYLBp4EQBjdE8z7r6/9l88TZVQn8pmg4IOHBAak+5c2euXGvgjvd5Bc30V4WvY/JB
8ulfij/eXse1y4cmJThQAZgTyyxPg2VQJWzj7Gx8Cqv7wto11l95NL0zgrdq2+7VSjrcNvizULfc
OVCAsJiAIEWD7vUsjqpBS2UaUmdwav3UDFrmtprQlev7gc7jJKOV1JwPBN/RfTcV4R48qXTntE33
dkhKzVOKvjwNrS89F47/NbeyjhQvyQSjQqgkB+rs5jSl7IUQx9HMO/uUhDUM1/roPNpK5DxQEA/u
b49pbbGgeBbJE4s3+bKkkQaF1FCMTs+S3RwsDZxlG3mtnOxr+993YcGrD+vjTxAd8adwCRd7sDei
ITHhbTkbzeiqNaxDlSvJG2u0+qqigVDwoMNGQ1Xg2oqsIyoXCDjLHKi+Nw9TsCvt/rOez5HnFMPX
OOnSg1Knnq5nED300/72hK5/AIV+2pQAEaMvcf0BkW6WTTVIbP96R1/x/NBmh1R/DLUn+68kd/vP
t+2txbACV/A/cwtHGo9pBOiA00bO8nudvig+YkJquTezeNe2G62TYvJ+OwAwcijAFGUo/hbGxhZW
N8cCuKJJ3pwfpL/TZnwT2/eGHb+dMv+vsdhiW18dHrhjsmyUerjLr2dzgtisb8I+OydZuwuqB6ES
6IBTyndSmPzB9QpRlSBrpCtI/vlyudigdZeok5IA1Ciq+lBJ5V4unFNRbl0H60P6ZWaxQayZp0gW
d8IM6K4iPPa0OlFo2an+fIpme0uvcCXVTLVZ4BsoKFoiuXc9h3LowzhhASlTi49jexdDo1Dn9Z0e
AKqQvTovjqT5wupT22ypoKxdO5eWF9eOmoYkTs0iO/fBrjHSnZztjGA8to10YtshMPd0+zCsxS60
9qokarlr1aWuqpJKsVrp4HuU5ik3kTqNHqNii4hnbf0ujSym0xzJS1k+2yS17kL46eK42A2d5yTH
Lvv38ASWDs+sg7MEDrOEVClmXehdaIAZMDPd65Up92YJEgbIHreGtTp3JjR/P8kYfuuKtuZGsbp+
YFtqvfkQK/O0K2T7Xs2NreBv7c4BayPQo4R/0HRe78dCg3F4Kn1wAnbpSt2468KPMp25Sbnhi9e2
H5uesbAX8FqL7Rcnck9jP8ieyDhIc7Ib+vey7lYvtp/v7a5/vr35Vod1YW1xrkOYsCCVA0pCdD7u
50gDHNpZ3lha4UG3iHFvm1sZHPOnkGUG0IzI0MKcGQ9GHuv44gYtrWlGZ+AbFAVqe8qrN1mycbBW
xkaGhDIwJUDe+cueSafoinLoxEGu7qbmDAY+NKHntjcWbGUPkvbi1qRM+/MUX++MBOBRkFOcOssg
wA3bq7qTsanfvXJ+QaDiDQlBGNFSDVmbjHlyErYf2c8w0PfS+MWES7kzv4Al2FikFUykyI8APkUC
CoPLDEknVTQH1Ul+zlSSudqzbReHrNNx/FZxdhr9rDU/JDC9MjnsQLd/JLJ+DI8+qYxQedDyaet7
Vt5dNE9RAqGbTigeLoKwNp/aXAdoSR5qH46ha9sUVqX6UXA7h8E7PfU0Z9f1nwIHUtFUeb29Z3/2
Ty0CCMxTqaYcD5za0K8XWJfaaQwaIA55Eh1L/zQM95X0UIcSqb7+CcdzCJqJ11/j1WMne0b+MsgV
NGaPo0lPxIMhvfrWoUuOQ/cmp8o9KKdee815MknqQ6Qes/be3mpsW+kJoxtDFBlAcEKCutShrDNZ
6sK5yc+VtUsjcjJmcJc6ugdKLPSs75nhlsG0l5QZHdPe5at6GZGJN8nwKJT6mtk6Egy/HZqteFrM
1W9ziQAEkH8dcbYlnFoezZ6IGtiCpBbBfiROOpZ61W6li1f8DPkZEa/jZKhtieN0ERV1it/oRk0T
g/MhHE59+LeVf0Zb2S202EPmqx7mh7EJ3jpf4/q1zV7DqP/QqbWLe0VN8K6v/Y0obcUViXwRkGbq
bGD2Ft8zsEQWoAdB2JV4bdr96Gb1OMfW+6HcuhLXTMH3CJ6WFJlg9bweeu9Hs18JsrMsSnZ2eK8a
sVuMsefkW1WMn3Jwi8Wk/5+gE9QXnmJZOiTdKeVDh6BkpNq71Hc8Kf0m2blnBMYba/zeHGODJ8vU
H2yt/RD6zS7071qtPwRkaJhqCpoSGn3vbh/XtfH/RKySnRPgp8VUx5Jt1uUMwc9cf1L8AwIVZvl5
3MINrjh9Dha4aCJTcKvLfMxEkxxZZHp8SQTac+lSNXT997dHsmoDBwwNrWbT5qBdr6RZg7aAqpGc
j/pszOcsyKBO3vCta7MlQLH/s7HwbZOcZn5VY4NkhasTrsXJgV3sRtMW0n7l5NsAELn6qR1SwVus
C0egL82QWn1UvNEjGH1hgr49X2uH/tKC+PnFofcdwBtZhoVpvpNHSnfOgV4+TXYBp6Ck8AfGKN6R
hSCzAoPKtTErJ0i0OlEI/SJRJ3dNJJoN+Vm23jdbznzlAYsrhyhTlEWoli/WqFDzwJ5zcBV52ry1
9OaDE8hvUpMknB2bzwrylkDBQd5k44/bY1zZHFeGxQa9mFDkdss0KjlKajDuGl0lydMgMGK4ulxv
OMi1MRJtQECM9q7Akl6bCvQZGeoe3oWZq31W7p3he/kWEjLlRZMbLzXVw+2hrdAX0Urxy+AyoOLV
0yVpyw3hF5XyzrDa4IAcRvImGFtI/usuPtSp2rpdokjehLSLp1F08JwRMcyIdkt36KP+MPlN+JwN
aWSCrDTy4qDSvH6AQ3bcQA6sPYevPnfx/NAghUD4BWIIO9POofMSVtG72Hf2mv8QQflNAi/Ogl03
Tq5t/PswGhJhwi7wquzpJWohAVKZqCEzZST5vlXQIFO+2TI5dlPacHiq8GiLC0WwTXJD2rBEACi+
3gV+nldWqXJ3QYR9GKu9HbfuaNg7SBzutOZByx4CqIVJDHuNnR8RAlCsQ179nUd3re/s5PLomF4x
kuiBZWdq3dgpP2ndFsxpBarO1vnnK39jDWinJkj9AsLDJtv3zWfetu40ve217iBB3gGE5q9wmD/l
9X3Tv9G6ZON+W/FyoIEQ4AFtBwfNsq6nzqVUhQmw0FT0Zz6ZPgzo6Jiifxz42g7UwX+0t9h5aTkk
0jywJm109lPV1RDDCJz7ss3cngyw9EfmKJZC8UMS4efb5MLnRFKIroPF5EKd4Er2i6Q1rgkiR4Ik
TlKfu6DZcOQ/BZx/23Q/+2gEFJ/L8HrTlTiz3JggIzQGUv99ApYyRuhca0+1ZO5Kmpq1/G7KX+q4
vksH+RD5lmdX80s2+fe+8j6bz+iGQdYSv22LQ+EcAs3+eNtZrflhISvF7SkIgJb1OtusAquOdPxw
31Okk1DHVa32UKrT3py1aQOguOaKmXox/UR3VAiv5yMsrU4t4Ps6J0Wx11MN6lcOe/aaacG7CkWY
plFf59y8uz3GlWBHrDn4EcEQwzpcW23bnOY+ABz04T1LVo7ayJ01f7ptY3UewRsLUCTQpeW7tpAr
IP4VQZsVf21bUwDOBEtDtEUxtmaH2JPGW1EshCT0eix+FtT/R26hxqcSDSBZC9AuO5jB1kt9zRdc
Glr4S0lttDwwid6aEEG2Knge7Sco+Hq9PY61v9ea4Hh7BkWQtjwr9KQixkZeAHzUYm9Q4Sz69ic4
w38ZA/0x1x/l3itt65ShCvYHtiCgoKVOaB0taXQKeeiDVgEtZ0c63FNDty9gaiidN20S3cH0usWj
snrHUtv/x+BiC9Z+m06ZCdwFletZOqSh/qLI36Ac2xWdh+gvEjA7n2MOS8rtka6BGhBVo+aPXhbJ
quVDCvYWo4l1gFq15QR3vSQARU01I4HY6eRobemYm376kCdV8GCa1biP7f4pVAKEcSrVeFTot9jw
imvHEW0EXXTbQI+zTLk0Vh86VTqAMmpApzk/bPSmgq2gb3XGyXmLdAB/geS9PihVa5l9pylUePXh
zQC3dDFaO6PPTkpg8nd7VCNn10j6yeieknY+/Mm0izIDyDUcnb54kuSzllvjYBHDBykkvr7a76op
SvcykimuPlS9h1dqPT3J/V3cjTZo0TH3WpOHWN+V0lloCW9shdV5BxZONsCEe3v5SpKzsUgjQ9T5
u9RNYgudpS9Jt0WMs3aMWVnE1tnt8DYvXhS2kzddMQjWhabazdQb93JcOq4fdfGx6rI3TbYRQ64Z
JB3BPhI8Flyy1wvtmFCo9D0g4yY2H7PhsyKfyI/pc30yo+T+9rKKj1/6qEtbi001O6Y/zgKi2oSC
41/1pX0w6dbGfbW6dy2ZCjTUKhAJLxsWC91Oh8DhzMZOVR5oT4v3YWj7B7p/IeWfhvHOkLtpr41K
vjfT2VHcPPfr82Rn5vH2gNduAQEmhXKMFDTreT25WlFPZp+C9NLnEiISockVQNdz6INk9FItbGE9
c56HqO03nMTaPUeERh8q0HuLB8K14TyokA3zmele+1GT8nT0x6aLd/a/V0DmroFcRhCMK0Lh+doO
KkDNqPsMsG9n4g9bT+7ItFa7dgq23tqrQ6L/FJkleFF5VF2bmnpYUpuSS8fQIteo28cEsdAw+cHL
fMP7rJ10Ume0QQnqU7z+tSW91P2h6dg/Wf2eVhA3gkFWzaY/8CeQgmpQn7AzyApeW6Ebo8mrnoJL
QQD9SCT/0mqhdTc7gb9xXa/NHOEbWUf1J2RiccTVInQCw6baEgt3XrlW8WZM/zbCjZfw6rRdmFmc
7mnOe6TyaOannKNGP4LBcJ0ttPHqUES+lvS5UBFbLM1YaEn7E1+CymLolzvdvrfgLA6zr7cP7upY
ftlZPuUod+S1nXP9RU0tNElC+ALLZMM7rLlDXtMUjwQPlLFsFscxlQkXCe5Q0Wi/zHY+m+32ONbn
65cJ8fOLN9swSbnU5oBkSv+Y+/ZOV98BwZb/AORHzP7LzGIv24RmtVozktS/z5WXzrmv/dfbI9ma
rIUrHeu6KwKwuGcltF2pqrxAtjac5vqi/xrFYnP5adhJeiW4gRSr8KI63NnAdCHO+hMH4xDccOWi
mETh7HpVQAc6geVjqNOTg6Z+1ZLyXrF/3J6wtaWn6knrPsQKZCTEhF4sfWGGeZAM4Ao4jo71pTEk
NxzL3Ri3G9tYTMvyVhedzLxLHZBsS3cZmeXkzw59+iaRYfoU9V8Vhxpb5oXSX/UY7JXxX4cs4PSA
FYA+4Tehy/XIqoSSrzVwOJPRvLemd7PduDKic5Wa3A/15387jfTUQGv2kzmCvM5irZKxolcvp+La
5JCo/5iKczl8Cei/vW3m90mEvIdIGwQpjJS/CYLJhZU5Tk0JedAPkSkjn50d6r7k7pk8KzA9nDta
FtPdbasroZLgDILrAKIPVHOXTcWGNkxDFpLAhj8kjo6G9kMb/NgFvOFJ9EAmeuKOUeEl83SWt3T2
fj9u2CZdx4GDP4dWlOtljFKZ3ElKUYB7777U4OoZRvDwW9vz93NwbWbhAvUianW7pD8QEmM3ztBM
JW2lvDftw+25FD7u+hhc21n4QNOolHyms+RsD9k+qYCXDY+D1nrj9DzIW+zw63NHXQ/YC+JdSzUb
pZrjWBpCgqH8bZq+VZqW1q5/3XAuBoTSNjBL8QxcuMNJrufSVgLujlh+r1WOa7fVozpsZfnWh/KP
GXMRnVS95GeyjBmTd1XaPJbKk2l9v702a3sAdwuhqQ7uhOjxeqt1piUPIcRYZzm+k782X5wuoHH/
9b8ZWcxX2wx6n2oYybTeNYf3SgYxn554m/W6NV9h0qNPxp+SDNTN16OpGE7Zi17CQWzl5H4ERNC/
DopxsiTa/jLVS7Ns425cm0HwfjzIVaAev5EOKbVpjbOgrLRi2eWWL+3gEPXxDkbV27O4th0uDS2O
kWYO6qBmDbmlJvUSHqPRd4oSG6NZNUJ52IImn6h4qSntGDPNcsKIGsKSn7226nEzVF2xgeISCRSb
PwXs7nqVGg2dF7mRYYrTY0ohJ0BCbsYj6fZ0rayLQk1dsAjKXMFLHswaUW5aMEGJ5YP0ZI7Fzm5s
4HyfN/tLRbiwcG8YEtI14EPo6V5sOr+3u1yywFK13SiGQzloI45YcaAC1kQTK+9JSAwW5wemmjoe
SuB1oC0T+riJvbw0eqyc4NBskVuuLc4/tsTUXS/OOJlJH8ssTp46+yHet7q+zYy6bkSI0IgCIawy
10aCNFR6vyQwakyrPUNamx6kupdJ3PXBxuWzagpPDViFFA6w+GtTcU5ngNqnuSAHadtsRwQe1VuP
iTUjQKbp6RdFIDpwr41EtCtpbQ5BThA9tRW8zW3rQoX2r9/F1FOgHRNEPOjXLBPZrRXrUyLYfuBU
0SnWpSe7+3H70KwOhGwFZFbIuPACvx5IEkuyXGqYiMrZk5AzyQTTp7HhydaOpiFSUFzPgCqXNY04
VzI/JeXDcwKV4kgDVPaEAo4VRxsztnZw4OYCUMT5EZRV18Ox+qbS00TNz07wng6/BooAQUEj070M
Se7+9tytjUoMiYifBXKWDie1eL1YtQOrUJTfx3rssdUUFLbDeQvXuzIsVXTHkG9lWKCgr4dFrzcU
4SWdD3OKCnB3r+R3sxzdZakBCcBG7mJlVFe2FjtCnkxbCiVsDSd9inat7DVQk28t1JoVHBxZVhw2
dIqLEdVqIxVQkYNHbfPAraQgctvq75m4fGfJmb+xUitIQ7jLLswtBjVPcZhYAi4vf2lCdBaa901W
H3TyS2191KtnY/xO/VCb3Cw+2AFdyzCpNcPZoSbGCdnJ0520NQMrJ+/qkxaBWBYUcRY7zEDYP0CB
NQ9vw61y5cpFhQkIYanwcZksKxdzWmvObIv2hClzk+C9Ur/cPgHrY/hlYHETFil6MqEwYCFeAat2
Xr8bnMN/syEGefF4r+gRnhqJzoPO/tAHL4Ptu0224Z9W+gjF/vg1EDHQCyNKp/cx/YrMlGF2HoSq
7QcIwARtwxh4I+0kb7UygP/JRBFkTpMCknJZOUR6m9y3o5O6cagaXofI5Pvbg99awcUxCbLAthIx
wbb9IZ++S/23//b/L85FJLeT7qMwcSb5v3eM5qFDuegPTJAtIFwiyJSX+fceoEQgJYJLjnqVGp7G
ZuskrU7ShYXFJPValFv+BHlg0dX0/MsoQxxvj2F1nxOGAZYU8esyfNHmoAtMaYbLMv4ajSc5/wIp
120T4iMXQSWKSb9MLAYxaSNqnTUmuhJeqtLr1IP8YSKdc9vM2lyRw6Gvk0SH8xu7iy43fVx1onGj
+yq3X5rNlty1qbowsGR3mfxuUOSIKNzRy6M0dI+ZKT/GQfLj9ji2zCyfFGYSxAMytme9t9zWelRC
ydtKgm7Mla5eO4Vp0DVpnFWGgkyuYj+r9vfbg1hbcxjsRAeSKkR4Fqcv7ztD7sVc5YN6B5HZqym9
KS2ax9p5C0K7OhbqxwAfaTD8TS5DyXUrDGXG0pQfRzRMCmOLelvcV8sNLLp3/2dhsSJSaTijIHg9
+3P1I4dx0aUFoaiaZ0v/NCaPsxVuWdwa02J96qyfO0sVY0qRy05f0m7rWhDf/PuYNEHno5PVdxaH
sstipdIGS3TZpf2uVsJXR613cyJ0e00PVSHoWHbxbHxCN+pe9v8gj0YXAqBqMMnIyS3BJflUztNI
SyNhXzm4fhieql4/WfnHedCPtUyZ//Z+XJ/QX/YWtyAc7YTuJrdgb7zE5WvfP93+/1cPreD459GM
Ot4SymB0MMiSDIA+VzoY0IpO8kO6qXYjDs1vayYefvA/CUGdxa7QAgL+wgroC5rib1U6uzM9Y2Zz
l6r6biuZtgLQ1eHsBndKvxipwWXSWEm6YGgjHptD2tNcpE8BeMNgvpvtqfcUQ/I9mdarD3ZLf0Oo
FfEhbqqnMo4/97bUerQA0HoYBAGyALFzl4DtoTOrhLPH6catN8Tq5PMitsUXc9Es4s0xLXSrznLu
4cBH8kDU4A133KIOuGUFxMGypQfCaV0KQqxU3bepfOnrN139B5cxPb4QMJN8A367cDR6XhSxHdb5
2bf9N/ScRdBfySFcD1vAtVX37BA5g56lJ2b5mASpWs1STmw+6PVBGSM3DxUAxf4e9O7tg7GSxlTF
O0g0tvM8Xl4EctzSkdCyjawWoGxwsIed7X+Xpr8HO76jojtZWxWHtaN+aXGxG1J7GuaygQ3ZliU3
cT76m4oAW2Na5rD6cqgzCQsSKJO6f1dBPtWap8pW3aY+6+0+iT/fnsW1MYnaDS1VFFP4tbivswze
ylnPz6X1qsV0i8X72wbWNjcPcLjQcMqmsyxWNp1ixlaJa4FuPPtspVXtmVYWnuMehZbbplbIDoD4
AbdDfun/WN6uB2Nprd9KMwfJmOnKL56aXD4EcbSX1XMpK0+z4Ig1XjN7K5heGyODox5LzgnaQ/Hz
i5dQFRdW2YS0MVrVtC/j0HOi13jeaH1bMUIbKr0icE4RjCzFu6wwHkY1BL1rGan5oS6D8aCN2ngq
297fusNX4hIucPA/IiWEqOPijVpGdTcEgl23iPxDFUZvtRDUkdru5uo4Wie/GHHU8gDfyItKL6Tl
9E/g/dz80YaHuk2UzFWdiBqJ321QPqy4l6sPE9v5YqbNoYcNxKHOqSjO5xBdmIhSqhnFd7G14V5W
oJvANC7mYLGo7ZRbodGBV0+66YAKQxVCh/DS2ZBha28V7c4vz+aY7sxoPybxaZ63gJrrQwVFBMc3
B2jJh1UYvZz6vATPSd64U/BDTWjkNO7V9NPtU7O6r8jx/8/OwquRyJ7gYKSGmw2T/7YdsuzeiKZn
2mK3qB9WLUFmQZe4EEhbwtlsY5aMoYRkWAMvbaDxhRJ1MZqH2+NZaXJm4S7MLFxaX4GoLVVUE83Z
o8EvQuFVdufcP8xK/y3pdXxAtQcH9NgH+hu5GA6W0x51dSzdTJ73dtB58rDF2rsSYIF0A/wuWm2A
8i0OFJpwxUR9hAMl29EdfBe71BhfzLp6yuTu42iPWyTjqwZB+nPZiwz1Ur9t9IcqNCU6vAKaVgpj
J89u8blLhl2y1Uu26isuLC3OCWLRZK8rLE3Ts6o8S3HiKiiXmjaZwOkgDc8by7tyYwEohsEKUAqp
heXI4sSJwyqmUD7E8uzJVRbvjXIId6kmB147pr47Vkm7U0J/dGHX6e/zPqju9BI23zlMvvllO+7C
urQ3Lp/VzU2rlmhvoQF6SSBnD+rYG0L3sslPYHPdaq5dtftwe/ArPgHYNkcHRSPokZb8SJB29WWs
0OcQT7Wz06enTryyg/IpJFu/v21rZZ5/CjKQCRUCO0vAcu5jfizxC0aufanr9i7smo2WoBWNAZ4c
1EppKCaPg5lrdx4XfS9bOeCKdq7u0XFx/Z5w34QDNPFylQJu9bFIPs5Z4YKr+qwOsReM484ieTgo
hZdPpJzbrW9aWcirb1q8hYDdk2S3bTrME+3THM13KZUwPYvgTnaH8UOmGm6u9Lu+fVPXDXtN/hqr
xRcdP5Po0cZFvHKKr75l4TZaP1YnOQDcEISpfg8W2HLlZCpPVlf6bjpL2WHM5mHjrbC68AiwCcwG
zsNeLEoeheXQDixKZcSNV4YNwa4iz/e3t9dasIag0i8zi7ENUeOkdsnYsuEFoShXJaiQ6x928MOX
ba+mAy20tDup2uzJWB+fDf6TYEqmw/d605VFWM2zDq2tFBkqVbWx3adpBPK4bBWULHplRhTGqf+K
ERC+L7tResN7NNlLUhV4iuTHnh03nVvEvr8RcqzuPPXXhy1mxOyayed8AzORc4QFqt00vv5BCxNH
7sKImJ2LCGrQE62pbaa9C4J9EFhuN/1oQrC2dvjvPeKVJeHMLiy1TTLQYgPL+didKvrbTf/eTrdY
slZPCCE3GoVAmXjiXhtJuorsi4D/tLHvGd2BQxo335z0lBdfb2/Y1W3zy9KSfkHN2pl1wcEr1nCa
u/dxZG4cCfGtiywMCZh/xrIsPQVZH8dtzFgUsM+JcsoQHc2sd7H8LC4Twa1A6+vtQa1PH/1A9GaD
/1gmfswC5fZwAsky0wF+nBs/eGoy/xg4vpt1Q0RY1MUvt02u7nKDZwU5M4dbbHH8CrXOWS/Cs0r/
nMAiaMYgE7ewBisNx2zzCysLLz6b9jRmo8lraQjP+ugV8W7IU3fUZRpHRroQ9caV5uZDR9Aw2HXo
DknjonUJ4cNYnpys2UMW5Q5G4On1uNOoULfGLu98Hq/dB0vJt3qPV6IovlfUe8D00429mJV+7EV5
l++NytA1YZ0Zwr817ZTKn9pH09p6W6yugUkAgRiMwP4snEDUxgylEzGUXT/KeTcc205FOG9wNgrj
W4bEzy98QG+NcpsVXKbUmjzDerJaosNg2tjFazhUHQwq1xWiCgoDuzaDVq7txDVmqvykVLmn5PdJ
3nkQwHB48sjcBe3+g5VvBdmrLoFH/8/2XXBH4nRdjK5Is7IhWqB9V33SreDR6p2NK2F1W1xYWDzO
Uos2Np2+iHPnFO6oWa4ayV+i4AF9uNS1w/Oob4U/YqP95oQuLC4c6pT7UTkJ2GYaSnfwetAR1+/h
wyAeC9wmdO7M4T5W5N0cpn81lf982zncnlHI365nNNbVVE4sxlub+b3aZndFtZFGWQ2h/xkfcsjX
FuguJSQQ3CvVoLndHLyjCfVtq5uuHm/BBNe3JfhA2KzJU/6mwNFHUjHMCbaKqvPquD/2hbkLp/ke
IgyUwbTBI339oXa6D2EdnsNuC6a2OpvwsZGLgc7GWnJv2INkSYpAejZT2rgq+Mv3eVWP326v2RpQ
hLwXVSMImQQD3OL0OXBIaGlMtxgZE2+mRjFmym42iJgD1SvKB0r/LcIR+kkfnqN23ie9jMJteNcm
mkuh+zAp1X0dK/BCROchNL/e/ry1Sbj8ukUYUrZ5FkcjXyejBRI0No04H29bWLu3FUQKBAzdJtxY
uAGtg6m2rAC3Zul9gHJsHFWHfqA7/I5LkLdMf5fr8e62zbWL+9LmwjEkpp0XdNMz58HXuNe9IOm8
rHz2mc6k+XHb1uo+pg8O8B4lBHrEF4Fpr6d1bCGlcra0jxnAh6xy7otg/Jz0BsSr5qPe75Ua0q/Q
+BIlxVaMssJGBVTswrxY4Qs3axdxmNnBBHF670LckxwpyoC/ro59JT+27ftACnejCeCofqjILOdD
2Ls1DyeYHHdhVx8AnxwcQozZnz09lzZc9OpDBr4O+suFdAPAxuvPSxJTqwuH90RRpV7qh17fvFeM
wssC+X1jK17t+3t44Hzo2DbWRcz70ldfWl74MiVt6GxWZdrMhtmN6OcOhzd5+zqWr9X4qmmzK+fU
xasHidhG8fV9s3X0/z9jB0wOnyu0dEuyHVkN4A2gDePcyaVnVU+FnQuYj9dPszerIOGc7BS0D3XU
390e++r+520qmBiozi8Tam1mDH0fDEK9Wz1nRn7UkQrpitq17OZY0Vx+29xaHCOewv8zt9iCqUKH
WiQEV9LgPV1RRyl8cv4EiEl56ZeRhR+do9pUIFjlYapBc1M5j7XyVclOmUN7F2zet0e0OoFAfn8S
PgCmWJxpuxgqQNnsHbV2vGjY10bsxfKXkhTDHG3cEFu2FrNH47Kd1+LFHeX7uOFR0XybJLcjBDf1
aks7b+2CR9f4n4EtZrFMRjy+MBZm/UGyTraiHgApeSln4fYUrvvFC1OLq0WLejmQJZXHJ2yndfGQ
qA++QVN6XHiT9Y3wrI9B4FXnsuw3opjV/UjbNI9eIcu6pFudJTjknByXqNih1yLzEFXeUG4YWb3X
eCIACiZ+oApx7djs1CmUtmMm6Zk82sGpibNd0uNq/UPbP3dq7baK7N2e09XVu7ApttKFr7fMEsmB
AZtOfZ+pX5CXcGmKOdKD9v4PDDF1VAotbpefnu3CEChxGwqIigs0HadjMfU9QUo5w0gVOG7bFRtx
9eqCoaWLzq0oKi0p/8I2qKt24ApN4ZigI7iPoN7Zoqf5GWn9diEAuSHi1Ik4l9x1phz3RStUTAYn
3bV20937FkUWo1S8rLNhE0shO0Lrff47blIYV0K3Vw4wgN3NUKFM9lZOfHUxHa5GtOAIG36mfy/m
uG7ltOscdmndvamabHbtonN1fd5rMVf07fVcm2AotkkqCL5KarHXGycwIO7yVSEUov7QMdX3L/3m
iReOajm/l0YWuxPKjbaJRoNms7DcoYmWAW64PYw1V3lpYRHXKUM8qG1Ib+9QpJ7afVf6oxlqbkuB
SAWQf9vY2vpAACf0bihYAC+6nrPJ4TUZEFxRUi68KofTaJzumxBuM07DbVOry0PXvQbhJbgsVb02
VVIYJgiwabo1Y69Wd3lj7yDg+m9GFndaZsFgFJpMnuG85H3jRtE+pb3/vxlZXGa6rwxWpFn0NfYn
W1I8M3+U6q2TI5b5t40Gfk7oyBFYLZmJ5y6ODWemoaA3q2eScF49Jy9dp59GVT42Rfl3EDob41rd
eQDMfnLmIGSy2Ay92kuJxlPuHEXV2TCpaGv3UUnRAXgWqbDbk7h6kOiGhnKKmhn+frEdNN2vmhb2
CkVuuSxlazjasVZuXCarmw4GW8G5A4x6uen6TMtDacxoF0ic3BNk/J5udgoX5pAfbw9o9SjRSyuI
d0T/0SJtMkqxY9QynQkOHdil/rEOg8PYJa4Vb5C4rY/pH0PLEmALtsryC9DtJbLcdT/uneEl2eQR
2hjOsvsQymseNTPd/4blwz9qf6vtd2Fa7TMz2N+euLWdAJkxyBbSaDByLF9PU5E2OsRL56CdATqY
epf8XZjS1oZb2906d+9PRhsQtwszaa/pXWdyPQxT/zBJ3IFlUL6GnfJeRyKL7pkPt4e1NoG4VCgN
aN4CD7fY4DRxB0El0zxT1bWX268xyvaB1Bzy4em2obU2DAb1y9LCH2UW2MlBbqBnsQvbUycIYy2n
MZ4a3Ya/XLYTr5zq9l4Pkh7wqPPamX7gdZosebAcnWOpMr0GBsA/OA+XX7XwJlIURyhtch5K7aNl
f1fkr9Rkwqz7gxOOWpygqaZ1EeX0az+iDnmGvlOLH0GuwWxPwt0PbbDhrda8MS2LQqzXRPplGQib
qY0Ml0qfgVpACGwjHt0VX6y2OjWqtI87EqPRltj42v7hTAAHhSqMXbR42tdG0Ob2BE676GbNDft3
qmZ7SpfK7thtucktW+r1JAIVaW1DoNAp1H/Ko32XxruAF7vvz7vbm3XtFJIloxmPWr8K49O1JUKb
QpYmBEQ0dTzHhnL2Y2kP+8AxTc1DmSYb5fO1BwwoEcjiwR7q6jIc1pVaL7MW7OGUOZlrduabZoQ3
1nkIDaFmcORfnZzR3PDQKzSyYLWFrAGgbUgpl09rPUzNUQrp3jFC0j5h++RHzducV3xma0fNIOE5
515WxI9yNTyYs+9GQ/MH7sdBlxL1GVr4oCC8nmh1iqNJtWjvcabqNFTWX1mseWXS31nVVolidfeQ
+AUryNKCFrk2xZ5MCsUAh5vD8jE6wxsL2E8/GY/2ZnC8Ykro9+hwRsLDgPzHtakcKiLHQX3ybOcf
7Xr2atRaqtyi6Ptye5+uGuKpBtISygeg99eGVKU0ICxmBSvlER2Gd3n2I59Okmn9+1chvBJgFcma
w8m6REsb/4+zM+uNG0m69i8iwH25ZW1aKNmS3Opu3xB2t82dyX379d+T/oB3XKxCEWqgZy6mB4rK
ZGRkZMQ5J1o3o24F3tdU1PsIwFKhtqf/wsQ6s7I6dbU5xa07CDC+1JVS5yVhhmcqtlQ9rwTJMyur
KGIsXVzFEnw7DMqnAbSVrbzpSie7VGWX7EOn24j9184ZFuEBMb9D3gGrr1TN42gllcSaO3bvM8sN
Rc0X23qfEbtRq4NohC+iwa/VP6Mx8oGS39/2kiupmIVzUBGHYMx5X3m+8EplGIXKOTcnvyp+8hIw
xUYNZsvG6j3Y2jQW9B4bhYkMvfNiuKZvfVyuTGoH0U7gmc6ds0YBJHlOQ6yCAZ7qP52SWkHzkiJa
d3u3rp0pHUV9AjKjJ4Htn5+pfqnVoRa5CJbEFKd+tis/LIwflVp/QmGh2bhprlpjHDvkSRpwmFtZ
Q3TVQl8VSHa03DfovUd1/dYb8b4s+42FXftEOtcLVQ5KL94amF2relXZoVIGdi0OZdg9UFd9ygbj
9fb+SW9ePQlhNP3PzOp86W47lZaRimAccmZ2/uzrLRGp6wtBAULqCvJqknv6W7mmb2N0pPpMsJB3
DNjeH+rw8/YirtzIkpb1fyZWTuBMnbsk0GoCDaYRsyiGxve6hb7yIUumR2cy90pdPSqF/X7b7rUs
mUImcHbGOoD7WuOEqpKEqnMs+K6iMU5exWy0KjF6Pwm7kqjrEq5ITk7TpFvvo+HANaqcXVamBlL1
jnlPt00OWp8R/rn9w675KZwrdGH5UZL8c77nVTPGo0cpMtDr+YRIPwn8cpyNJ7FsFXuugS3Ro0RH
RKZCXGvy8//2eSdtaEmi8VMtte5ntz4u2b1Ruwdn9HZut1Pp3o2Jdwcpfhd99jrrGDrjfhbJ59Gd
dnrzZptbMJRrLg1HkFGfLJ/y4OpiamaInFEiRFDWVu27jRntYjP8uPIub8vfrKwOTjOOuhgMfG6a
2oaY01g7nXElvhvO1fH217x6JXEnwXcxmOBOdeN8jw0h9ERbSkEB5adTa7sRAE+VyM7bqEL2f6y0
u0l/nEtwlZ5zj+DzRti7doR5p6DdCk2ZFGm1o/NY1kXX1+xoq+yT/LQ04T6eNtLqLSOrDbWmAoal
04hAAOohn3Dn2kes+vZWXjXC45n5Q8gSUT0+30lPDVsjdyaMxC+8cXd181QOH59uznUn+Qhc33Jo
/Cqh9MZiEVzhVVBFrfCd/Kka0h+6BbEl/y/XH7AT5Gd5LCIPKwPBb6evTaPe7rq6YtQZ45NK5fus
/6MVySMH6/bGSRdb3RNEbxPWIPEEhUPj3NCcqonSZh3z3EyGcnuVclS66MF1SJXTcW8Vf942d+U7
nZmTZ/y3dTldWFDXaUXg9rMfim9aRmNjc8rlNSsMx5OdDZdEZQ0aDKeiZnCoil+DhCy79hTdJVa2
QS66RvlhaDpvGL6PCSFG/orf1hKqMR49VVXQKu5p9MzPcfRH1SdPNiyopa32QnwDQLgr08Zvw+IE
loCZ4N2G418Jiqzy1xQ1OKcgCs5/BKjlMk/6tgpcUd2Lpnkot1Rwr3gIVBRVjomnAkvz69wCZfI+
79O8ChqGPtThc2yeIvQvjSL2Q+bM3PaPK8uh+MqVT2PGYCzwajkOsxFcJ58rnvqasezx/vqrFcc8
QW7bubYo2rgM1IKqAAZpFZRGsw+XZdaJF16XMzJBL+/tsUyPAwMG/bCCkeIu8dYg8yuLI7ekpcHq
EAZ0V4e6oNE0DmiNBFZeHTKp6d+m+n9gULJ1TPo2JZEHbvv55+o011K8yatAbHvuqauU7CGJPeXB
FFO7cQKubKL8SmhAkTM71loHrGzUniIl9f+E/8Nxsgbjwaz7xLcX2ziWJQOJHNEZG4/ga5uIQapC
SHmiz73axKnzeqUIyxr13+abEktgrheebnvHlfgB1BjeJJUnODpraHUSWmozxWaNLv6TC+m58So4
w/9BMAKeK4qyjAjRPaYBrr7UMOutOyYN10l65y7NjyL9LyQ6pA1gLrh8Kdn8P7dhdJrV9EbVBMlg
nyJH2Wt1dOj78O72hslNP79FWASa3zSEyJcRUjs3U4qmRZQ34rVmR0FjfrWZsdgUnT8kW4JLW5bW
m5ZWOddiLEBqvznp30UIFcT+lCl/317QpZexIA4Qn4YXCOf1fEEVsgFRz10fKBmTKJx9mdn72xYu
fYwcFjFJ7nYiHopj5xZoz85dZWOhCU8OA0u77t2NNw7oVRsUvuQQYT7OGr2q1iVVtsjhcm9e3OQd
8TT0uG8v49pGARj9PxMrB7P0po3qyebLu7NfDnIW8m0Dlx8cRQVOu3QtovXatcxSjefc1ESQtUyC
im21Z3hmRYuzqtLdpIzLRp1oy97qy0dlaU4qvZjAFqGxc806vJ8K5e9SBRVnNEWzUbG5fOLK5UEs
hYDACAld7u9vSUQRKnHZGwtuoBjjvmSwiG9yJ2hjc9CHf2uj20+aUPxwHjeO7GXwloalSD9XLTMO
pO/8ZngIl8QxQjJmMAMFgyvKiAGxTwyy2yXZy+1PeG2NsjYqFRChEKy1CSFPpH2pc9l6ThMUyJEw
jjFEp9Qtjjr6z8J1fHvrgr/0Syl2LidFkECDZl7tq8iEwYWntoFh/OjMp3Zr/sCV7Tv7+6vtK/XU
YX4tf3+cEh6Iz6GfRp9E4mfuxuZd8UdiN9vGbQRQZU1glapGnrHoLQnev2P+jC8w0QVt163M6+qC
pBn0Arnz1jq/RdFazjKFbRDb1l3lQLX+0itit9TDQ25t9Dzk5pxfF3wcKodoezI35QIDK5ABX3Q1
6bguEl/AlDdjMsuNEH7VCJq7sj4l6eOrVLIRyhK5JkYi9kuk70N/zNv3D3s2kwj+Z2OVGysaMhUM
MO3gqKs7N08fapB1TI7cz4l6iKsfxoikeacnG9nrVedmMiLym7/ylJXzNYMZ2vNcdHCmX8vyZRy3
antXnY6XjcGfpxaynjSXuwK2imi7QK0/51PIe33aE5EmXT/c3sArK6H35dBykhUdhN/Oo1BT1qrB
jJw+SGC2HgxmLd23XeJtxPQrTzVaPRJvT1cPdMf6EumULg693uyDuVx2uZe/i9h9GjTtOGYdM+3G
17kvXs2lfLCSk509aO67PXy9vdLLIAikBOiCFPDiDbAO9FxXdG1sY4DxHZaHmK7pMVV0qnf6GPqN
nuWHOKLtiIzvvTXNxf1t65cfFOsgaBgaqFFXWJ/uriLT6Wp3CGC07AZv8XP1xG3rV/ZGen4F401z
j/uEBgeqa6SD51+0TcLGbe1hDLoxrTPkCPP6QTVK91AiAbZLls47el4R7kCkNn41RdpRUVtxur1c
aeQ8wPAjQNjzJiHvpVVx/iMSrbDTDscKiiXcTxG83XTylcbcOIdXdpXSGc0k/Jc+xbp+N4VhOVsj
WkXueEg/t5GkCAVxVW6YuXQd+bxCVwp9WtJsS/6M367qltJz7mSNGmhWrT5WRr88xQrsBGPIv3UO
+oL2rLZ3Zj6/AU41NvKEK3MxXTyHPqosORvOepHVMizuJBwtsFBBmE302JcvVf6U/zum++zRW15n
PfWZ/hf2Ryt76F75Q6c5/DL8LM23LLxX7WS3pbZyue+upO95fFiuRQ72+YYUemnBpIv1IJna6jA3
auO8eGU61DsrtgRUmoqC+EakuuLYyOggOyBB1HzqdUdq6PV86PIFRW1n8A3IIoXXQ0hyfeS4fLP2
9iJ3DvOSHhr741ESGCTqxJCFqFXAqzlfb6SluWhzTQuMQmEyQmZbQZt09Zfbh+bKroI/ADxCki1H
La5Obp03A5jYiF0tE+1eHexG8QUEGr83eNKNcGQ3YsXlKeVq+ZUJ0OhjhTIl+c2v63SZXKea9QA+
lI44j40wx/e8sZriKZ1E4m548q9K1XlUoHng/RIfoal40T0RDaXnVLRaoNr7ot6ZDgMF/MrYIwTK
jAHvuQCaP3048J7bXGUIahpazegK7RdLuxo/93th1TvUFG9/uyshAgk1vBL4D+x2Vz/fyqwm16cY
owVOYQ7NbrE6rdjloil5TuRZLXZABFEodqtu2UfxAi2lUBBpuv0jLlNIUmLtV9kVcjKt1PMfgXa+
q0zKwI9QNP1ENcPdTwioHLW0ce6tJTmOvZlsHMtrNmVqjMILL3Uo3Oc2kfxcJoOmQDDNbjDb8dNM
A8UXhtcgKqwGjMreWOS1naZB7JFIgNi5GH2aM4jY7FAtCspy/CeOITChK6UXoLoQmLor02yniNav
s2bDe68cFm4Bjj+3K533NURQa2K9SSZiHsAk5eBOY/dN6IW369J2mDfypSuRAGa5HHynSaT3WkXS
KwryP3RZA1ONXrsB4mlWH3obeQlShts+c5kAcquZYJapocurdOUz2ahUzYB8DZqmZvyttpvhqCuN
urF5161QywNHxrlfQ4EiKxGLRgQKgHImfjFX/V1WjVvg1GufiEc1fwi3oHcjt/W3eDaOnRhzJzUC
N2catGr0P8046nY14K2NqHLdkqQPgvajer3atYqTlqVZbjCJ2/o+jdbbbHXPyrA1Bu2qGW59kg8y
ZxRezhdEx5AOV86k+XbRUZaYIu8kixh3Va0uG6UqeYWtYjNrkVNByY652FflsCVWLaWNbD2whvwB
LMbOqP+sG3VXDJ8NRTnxz22/u7I0miZEDQ0mA0MRV0urHUePe1jKQT/9XS6570F40bf0DC7djkYh
Hgfoiwqf466MqCYzXFHPtJFLZPaaV81/p/aUbQSkq0ZAk1ALl5Kv7uqGEUmDP08RRsy2V/d1LejM
jG7lJv/FEMqZHHKLgv8ahe/1WSVKq7alUle908uCvCdayu7fj34ZPj8tLUSbCetwgc6dTl0aM2XO
jM1MnrZQD63nDPXdMJMC+X1Za+nrx83hdyrtEmrwvHfPzfVd2LQijp0gd5reH5zhzYzdO/vj5Hpg
C/8/+ZAMMmNlZunrEbnJxAlipQ6kFXR1PlxV8YCXUfBCd1yO4lt5m5fLodVK5DAeNfmDR0tII8b5
t87dLXbO5fUgDSEt+at2SNA+3zKTKZJz6GYOfZ+vbaZ8EYi1F0yS07be7dcMWbQcuRmYG+euh/Q0
Y6+GVYxYoy28XTSixRdBdVXRcNz6PLctXUybGUGFqb3K50HP5aB3Xw232o892l3u1t16mbCQqPzf
mi5mfMdd7fEgxZIRPmmieUaDpFLaZy2qeaRu6KlcXxVBgaEeCHOu3+JjzTFeavZPT5N4V0Z6fGyq
5LMoRPlYuu3Gwb0SiMDmyHlAAPcoKa8Obo9Ea1+oI1lDTPPUV7To3QFc+c/t83rViuzJkGeSga2Z
mEmmW2Gp1zqKHGlV+6WhNyeN5O/HbTPysJzfR4y1/4UUZfvILVc+XldaF1UFUrCdk+f71IMpkCuq
sattbTrcNnV1RaDOEUsAeg689/w4iUTXyrHtyOzMZNghODigCeC4G42G61bk/DHCAwFc/vvfkhNE
AhfXjQfo72nhvSI/kh7tMnb3t9dy4d3oDBK0UXJmzCz/WRVdlRGFqAiZkqAvIr8JzdeWxllrcJ07
5psh2o2tu3BwzPFgRcQXTDRZivyKvy3KEks3zWHXBxkayznxxyu9XcHUma1Te7F7YHalkqIHHO4X
L/HcUDgBhks1vWcg2fCO1m1BEUvZGkb1K56dOZ20InNU1CFIitdO1+tzJaK+XYJGqgrubGPOI5jo
g/k9R6S021upUhrPk+IO+WOapv2rZ8Sud8oGO3eeRChMC1ic4S4++U7c71tzsv81usqqDqHlJF9d
xDe/iFDVGNE9SSDl1PbmszGOWb+vFa1+LZoyQ5G3Et67mGLjp5hF/Y/V6cunPHWzL2WmNy95NyuH
PAqLlAe0Ub0NKFlS92LemNhXSz++ptRSP41FunSgxz2lPwyUdf/RS5F9L+Yw+ZKGcV76VlmJlzBb
zHxXLZb9ZIDsjQ8gPGPOGOIJf8WZTqAPh1GlFxGP81Ff2sE7gaPLrWMxiCz5YooyFr6Re/NTYzaK
eYwTXYHzaBnf7TBVOz8GfqA+aXWSvwwFUs/PZaLwLl7UGYWnuA5pDOTFqHyJ1CT7a3EG8XV0Wuc+
Vev5L7w8y32VzpXYGcxn/lamOZS2thCDtldCkcMWHfr+LaJ0oR4n10i1fWFpdbrrupJHRh53beHX
vW7/0S7G1B/aMhWhz/H3vsUJwyHu+mlOPcpmi/IyqGld+H1Sd2LvtbGGdHedoqq2MP3n76SMxHLf
s3c2oxdHo7ufp6jQNt58vx51K+ejEU2B0eZdK+kF5y6e6Gnc6uM0BswyK1Fsngfesaawx/ioLt6Y
78PUUV/7Bn0Vv8i95K0TnZOwIUZp+kMv+BRa7Q3tzpi14ltY5RP4jyzVwaqmbLqllU3KrlBe2+tM
QRgOuepa0M3spHB8LXO6J1IKtQDmCwdiFxqkfTsUA9UnypPFASH/+h9AO02997Sl+6EgEp7ty8FF
C9IdAcIctEyPH8fKC9+cpCiUO6gmRX902qGZTp3X9PPeALle+uBZnNepHVV1D7koyg/DtMwi8q2W
6Qx+XxtOsisbakUb6dmVWMVTihKFRBXLXPN8f9N5qOLSpiY92hWc0pNtxMeh/qHkW6L6l90OAKUw
HSCJ0Luhmbd6HbpKOUwo1VGWTiPtFfWHyfcQbT7OaaUeygINjaSfutSvS5dJPgqRog8d5SgckJk8
OaPDaNbpli7PlQjqyv4DlwOPIfAC58tHezyzO7OYAh4PM9eBgvqNbf/86PUDqY/tZSYFTbmLSvnU
963oE3MJeNIeIbEgCto99K1dyAGsHmI7HzdHHZFHA5VhqYp/vqZlsQdTLJEaCICCn3rZ03YqnLcA
q0yWtTg7I5nUD995XEEwtaAW0l1x1pdE7rbO2E7KgvZf6h3QHC/u2kb0D1ZrCoqL1pbGgLxDz+OC
tMcnIwvn5bJGiA7tJPiosRrEaeLsosisnrxBGfbWPCgbOcpFEQDGAm0OZlpQquFGX+coo0HdTk/V
QLXC+d6yy296546nKfG4bADsPZe21u1yTamPtz/klSMjEbAUT7nhAfmuqVWqUiaR0I0F1He982r9
oLrD3dh7L71UZ0GPS5++DF3GxOj7RLSTn8iRAVWYvtz+Hb8+3mqzAR6RyCBQCCtw7VHgYFpv6Eot
MEmzdoOgcO47oz346VTWh5ge6qGvGntHqJx285JUOy8d2mOR9IycZpKaX4zDjzpxzF2vdeVj0avK
k6ouyx+oiYxH+PrNno5vzhi5ybsr67h6K+e68+dyDo8on9XPbiS6t9uLujz5BgwekluIqVT6bPnV
f0vS1CrRqxZWUmBM83Ol1392lbHVibvipPB5AeOqfDtgH6uTWM3MICCjmYIF4saTrk/hHn9Ovjt6
723UEi9Nybk3Fq9SRnrSXFwFMuYtJyI2Kj0QWW36ntXNd4iVFDtz6qaN8yD/1Lk3sB4uYwAs3Hlo
Xp/vHGWrmDV7RtCoSf2od+18UAfLfi0Lo33kurYlS7XbWZMd7bxlHrY0eS8JCtwihC5GMfMPCPHV
TdJ4dGOM0DACbaK5h0hd6KGMmn1XmGDrzYfWrU7m0vqVOh6HSEps3992nes/wKOqxfFkuWuSkQsH
1iuoFQEqZM7sFB2yftrlao1o+vKuqX/UiAGWjgEx3f2kji2Aw60nxpXPLTvZOC/9ZDmJ6Pwb1D32
50EjJoli+KPR4OxR/3DNXRyGoBxvr/fKB5dXNy916cv0cc6NQSVC0tfs1KBQUYkjf15QwRlM8+hk
7fg+Kkl4aPUhO5ZOWuyMxROH2/YvcxQKR3L+HjOEcbo1Oc2NJyXEm9RgaDXv0ZqT4WCLtCXhtPOv
ZamIjdBwGfCxZ0mxH4aH8OZc5UShpqhLTW+AlmNq3yGUWz5EoZszIFQfPudZWDwr4Wh+cgVicbdX
etnO1dlf9pmOJ/ymi1RBz0N3dAeWmuvxLhTey5zO7wLdv7Qfd1bqvcQi/tKmSBaaW+iaK6vGtFSa
duVts77mksiMJ1dh1bVayht7Fw5/izQw7cyvnGqXtKf/tNb/GZQ+/lsENpKQ8lCPQa8efaX+O3Oz
I0TiT26lIGTaAhBPHsq6Lv3R0TZsXzk+YAbAD7BO7vX1tKqFJgWTJSjX2IVb7PUs0nZZMdCJHKxs
w9SlsijUa0BRFIZkFwaPOl8m5F574smsB5NAQ7TyS6TEXQQnlzD/V03aZ4a07JWsvq/q5HVc4oP+
fRyHP1OvPaDLdgiZmBIz+GJJf8KuO0TjFjTmyuECkUJpBCSFHDG8iiQutbAqBQ0WWAaqj7bYJfXX
tKS51myFkS1L8t//9r3pcdlqbVGJyxBgU4enzu6OoUWLe2t+41VDNKCIj1I3YH0XQjf22ilsdAhk
3vPYfE27islalm99eGQyn5brB60cCJnMTloFRiudJomP0IM8zfel/U1U9p1hjAfg2Rs5/WW2giU6
QwR92VU2ViHJCx1nsMzICKy0K+8ip/iDW3hLj/LKvUazmvU47BvLWXcdtEyxUU3OQHQgoo6keD/e
A/BgLiXgEaYFJNZysO2pvWsASNzTruwPMxnW0+h63R/0a4eNQvHloqG7yjgo55FIjcdzh+lixRzi
JlODttURQ2uX9qTXQ7a/HYcuYwHDbICYSPILZcj17ZYBljEMPmSAdP39Yoeosfb3kb2RNF1GV3Iz
Ao0B94UH9xqFgKiXkqnxogWZ3h6QEz/WlSWBWY+zOn0La/3F2Jpde3kKaFrSqJJcIrLKNRGsML3R
GyBOBSZ4+xetaod9Vob2g2sDB1NGe/qwi/JAIPGR2DY5vXKVFirUMlyxNCRFnV4+xsJuEf6KUTO9
/bkunQJGIAA66j30Yy/eIoA2hJmokxmIwrT2nZm1p1FEHz9vdPdJci155jz84tz1cqXJhrjFCpIy
FvOGKFaIvnA3tuzS9bDiYUOC7cllV8WtxSnKcOoMM3CnsEZ+VtG+c/a9l7ptjcPtbZM58XnSjhtj
jeoVujUXxI620JYkzVMrUKouPVlVwV2iliqj5HXjNKfD/B4r/dbdd219Bg9YwiQFZHQjz3dxCp2w
KEVnBUljDgU6xmkKDI7iqembrYi29LEuXQP8G2A4Yj5BkqfBuTlRzn21jLUVLEVt7VymxB77tlOO
t3fy2qKo3Ek9LJ7CgJHPrXgo0Cw1opyoMpS+WD55WXSnpfpGVLr2vXiYghLnKMH6WrWtUMroLLTj
7SBxE7Cxg5nf27kx3rmhiO+8jjo3uNkPQ0U4tewbmS/NQCjYq6UJ054GAMkWAofVsHfjeHrkfVX5
s+Z1G/54JdOVtgA6sDrJaFt9LGO2ssYMPSuooVaeRDErjzl8pjtIWn3QO010X+ZxfzcrtrEzRz19
LKZZ25K9uHLj0RxEO1KjRQ07cY1QS6YhUoewBD2gluTU00NnRgez/Bv9RRv5F7Rj/cimKA+x9M3Z
TLmvuBKFB0qhVGAlUkL++98yoqrx1ChcVAttPydh5ks87c14jn0y12pjv6+a4qVKawosHBn+ualo
Qka/713wC3bsqo+WAZv/czonue57yjAZG4Lil0fRJZUEPcUQO8Rp18CZIs/jGlUgO1BEGH5pcqf9
UU2hupFbXy5KWiE7kBpjkiRyvqh2sRWiq2qj/+w23/TBM465QSfHT7K23ziQV1dEngfXBfFbCpbn
toSjWHmu5E7gdfHY+JTERnEcBYT8jUvhqiGayFKEkTeKszqEWu1aZTvwpbisy/c8dIo7VVGrDYb2
JYBaYjFkyVuSxTmCq/W0Kb0MASk8sCJP/IWYCBDetFU+NWMzPPSjpT5G06I9lJMyH1LI0ccsVYtT
WxT9a63l92aa5sw4DvODk9bhyVUG86vaZd2faTVXn5x4tPdD02X/OnTNNjKAK18dhSD0AvkUkgAu
Q+dvp8YZGx7OSRuCKmWisYioFNqF9Wbl88YnvxKjOJx4lyTsW7zKV1l370w0Fy09DDquL83X1Dj+
y+auzg9UHZJ/aiGFTeO+HvaGPcTl0c1G8T5klra15EtRZN0lQSUdxiPo9q77FCJHPVBNY5fZx2m6
r1J1+tIosdft3Sg7gqUI7wbGeu2zgrSuGZXm0M3hc1J4zSe0WbKnPHPfzQbtjpzA//mj9yHjaqjC
UXeUCslrVWhV6wev6yMX8QR7/mJHdNxEEVUvC6WKjaNxeSnymgOEBVZFDnJY84a7XtaIyip7Gr1i
Zxf/GKgkNgiUisqDHv/h4ALKlBc7qqvk7fz3uZvNRtT2lnCKJ+E+S1aItiB2/fWjeyer6dTWKBAT
p9alVJZC4yjTs6elpOlYTNq/pjYsOzvaHCZ18RpAf4rWGwohnJtLaWkD8VgjjkT+FHKZfsqzRBYu
Y4dZD1b6wNHZmjp+UTPklUozSD6/pTzumukYq04hehrHT2Whmm8zBZD9YPbo8sfjjyXsrN1oAvrW
YsN71Rlov5GjyRh5lu1incSdMjHxgcL76mLo67Azmm4QT0MWmU9puSwHJmZNpzbufmQKs4BFrDY7
BHS0t9sf9MJDpWEpkE42wV2xbksZPSqkS+GJp6mWfCbDiCrkoMIw0vxZpxVyLJau+ZFW04dZCxgm
QFGn5a0nFVvPvTVRAFyXWlw99QuK4VDi1APulPhuPnYbB+MyLEpbIKnAWxKBIc+e20qtEiVYo6ie
rHoM92VTeTAUSNM0oWmfwczGP90hNR/Cbkpz34kS/bPmTeXd7Z3+9S5ff2MudwoiKHPALVidz9GN
Yrr0VfW0aI39Bo0NwTxrko15x2ADoCOl41weVVX0b4XVI4iT5Nn8Mosu9xcvsx86xXKOXeh918GL
HhdvPk6QS3Zh1lXfbv/WixtLbphk+NG2oNi2jt5VMlge86irpyxMzUOuu88lWfapKl3j+21LF8kD
liShmYvRkAPxVsVGmiaZhvCweFo8LdnXTNtEL3cqNuLwZTCRp0vy3l1Llx2ucwdI3DasE7s2aO6F
Xbavh1KndtrYxUvXqumInHhnbVFWLvcQ6K0BwpMEVpY1Vm9l3uJzzqm2Gbm3RMtbWWdT7CPnodSf
qkmkW8SqS3OQuEBwkbqaruutKaBWb4wLEjNuwABIMEQODUn3SfUAIfuJGkfth4EIElnFieIveNxi
61pXZTZtrcyuE0R6ZiQ+40PT4YhUaBxtZObXFkbbSnL2qPdeAD5wmaXJysQNJtBrO4R70VoGBZW9
jWHMuKuPuiP4zt+MSXf9LVWjghdbjC52gx7ois+LSvj2lLofjvY83cCnURICWIIK27kVF6T0UgwK
yN960E/G0iASjRfB3TLj1B9Hh2TB6kzhN4adbeBnLgM+aSgVL9oYEiSwhje3IVOMRyv2UJqY9tUQ
PiZTQuO7/bIM2qlWvnx4Pxl0aIOXBHqMDsjqbRB1sxhTMsSgr/PZ8WdLzZVd59qZ99Ecm2k6vHGQ
GgdfKEtG51tqurXGG6QSkNKyu8ThvtZ7TTl4+lbX6cIdV4ZWN7Vdu0ZYWsjn5faw18ufYnxxqmTj
rriIihjhhQibW0oG4ibnqwnDuY0TqSoh7A6CsxBfSrUvNiq8V438QhJROGcgwMrXm1jJldBF1qQf
EjB6VtQnzyrCHeVHz5RcDEJvfBup03MRmbyckpHnIgUYJeH9WDC0ma5su2Fl7dfc6vg0aQx4JZWm
1Srcxl3hNj1Po0d73lVatuv71A9hkTrzaYrub3v12gewBQINLsqv2XtQyc4/z2jPjlVZofWYq5/d
btrVe6fr9rdtXKQLv4zA/aZfTwEEhMS5kRnuBpUKz35UU1sBnhmn74vplO8DT6KHevaivzreqg8L
8LNTZCzJzoVS96fa29GLPTX5qVcYC4a6Y/tQVjk0vsL8RwjPQO0/NaOteX+/wsbvyQ2/lvozGQMi
Z+zM+nVeGcvcuEXuPgIpK3ahWYp7Db2sHe2Y5oTQ1LQv56Y+dFPt7lM3yZ7ttp1OSmeXEdW6PnwQ
ulsfQkfEz07bhk+OkogvjSq617yQJIJ5VE7LEofpHqUcdd91EDUhbPdWezAdUMV+rIEj3Qgq67SB
RcFzlWxQkIaUNFdnHUhvsUyL7T5CCufNdtL09l7pv2aUHm5/7C1Dq9SwUmcAC4DVH4flkZ79zhgN
v0g+ZcP7f7DDDSdx//LSXjnuopddlzBR79GxZibx2gevTL5WZn2YFud429SV88jL7X+mVgF5tnuh
FrHrPqI09jlEW9apj9381Fmqr+vjRii7tn8e1wi0TvJrijvnZ0XP+8SA2+Q95gMq7yPi3vctPOU7
d+6fTWfWNrZRbtPK2WGwywF87CI5ycqcOhhxqAnMjY03+Zld9vtGT7b0Cn5xCc7MULGXSGINTjc+
uMbMZFSKUs+p42DUk6reoSAeVoch7oY/22hwmK3ijPq3Fs4DEWjO42k3tXPf79RJ7+ZdJrz+S++q
ZbxvUOKOfKrRBtIKs8hMwzeiefk+2EX+YpeqZhzKzNQZs2xFhvaPWjUGkO25b0Z3T6uER2CiR/VW
L+lCHZh7Dal8HvdyILWUvjr/aNrcJ6GjTVHgpUAmBvcFNPSd2VgxExQVppx9HWoGZBnMMG2LPxf+
pxSnNfvhMCtbuLcLZz3/Kc7qFVJQD9BEMkZBpzwUakruUJ9y/eSMro927+mDJ+OXMQR7LAC23gXc
FXrrbMXdHAVJ/mdiKIdh/jnEX5gY+zhMf902dXFRSVOyMwI3ExXidX9cYdgrUN4lQn243uvhwwRG
fN6SR7s4fAii8KwmSPLAkjnL+Xf0LDHoaFgnQVO4T334HmrZaWSEsdlvpK4XyBQ8BkuSZ0qlAny9
/CW/ZeeD54VhXExgfDTl0XLEeDBIZLvaEG9jbcynbBLTIdcY9mBHWvZ5it32OMdIL4yxO5zgMugv
6gjkV2jkbjVX4+eQvPFTXxqvYvCcV8CdaNbf/gQXHRt+tOQsyuxXaoStuTxzAii2NtI0qNN/46hm
vNO81xfzBGHq6CBVU8+PqFnuyz85jLmzbBQ7r5qnJwe2mCYMDbqVa9cQCppZtVLEvxnkWsMdYuTB
Q2cNPuQHWIATccX6bFl/R82ffWvu4xRY0e0tuHK6oKH+7yesHERoWWZlls1YxvlblMJm6/xQ2Q+d
ujO2AC7yPbEKmWSyEu1Je0W+rs49JJ4cE3VvVhvOd2P9cwoXPxq+Fowp1aM/LMb13l7ZpetD3mRn
ZeGVq2fN8B9LA81ivY8DLQnogOwaN9mXnnWwiu+3DV0eZCoItHCpS9IQp5Z8vi7o/aorTCPmda//
P86+rMdtHev2FwnQPLxKsl2usqtSc5IXIUkllEhKokgNlH79t5QL3FOWDQvpBvqcbtTDNsVpc+81
zMDquDReS7UCX7k0mvm8mJ+lqFeY8zx+2l6UV6BlcVIcmvq3YSTksYruWvnj30cCtGAIxAUuN1gH
ngZhzejZtFMFNqFKuEg5rBKtca0acuFyAcgUKSn2HPjwoFCdhjEC4gSZ7xVAS78HTvnFJPWuDvKn
ULKtmGC+CjVw6X6NiNBx2MqHaTT+zJRYo1t5yl36qJi2EE8GNBfxo05/yKRHEc1ABghW3Qr7r0ep
bLp40GvaJZeWCFYHjkYkJchV563xafZ40eQgKQ/04Bs0qYYi7jwdE7oiMHBpOMADgf8IzCdolssN
5tZGPrkuPRCziw2cliCrxXiG9O7KYX+WY6HDDHAT0PtoZaEEujg0TKu3c5IBz6lo+6W2yiGeT9j0
+mK8NJrPQezTbwYQvOVPWtLDLI3si/ZBOHXMokciw/9lOLNNeYScZ1Y9P41ku42OItbRAw1KGkuD
PpjGsFaTOyt0g3IBxgdgTRbElVB0WUTRTS2k5FgDo93rncytYaOjyUsl4FwoJoW/RsMxUeH2+Kat
dLTJhoj+82GPyw6AjFk3eZYLXNw3SCM1FAtNeggKL0+NKLyT4MNtctP5MyrhpdrFRX19Fi+tfLhp
or6PDgrOxsUWg+SJ1Bmb1ySNdngkTDfIJFlC4Ya2MrgL6wXnL5pSQF+AFLZsWvjC7JqhIgwSYn9q
fD8ckA6Tyczo+echnQRaTCTJu0641KAHz+YbIApvs8E7gJm7uR5m2fTCepkTNyB9obYyczFOVyUB
XbAvC8bgZR41G5FVZIjHKfrp01IlKB3nMQ0zK4Yr2kBANxxWG9YXpu7kByymbjIKeDY2NTsoy/wK
D/NdZ3oPfDRuMtMfYh2699R33hvS3IwdXOBQkAbahcLyvaSQDtO8NGOo6Tjp9c9y6VfhbYdjB00J
kIgWv6qqgZwAzZQdcunFgaYbPj0FwvvXRys+Poqj6BGgzGB7S0BRQ528A+JgHrs6Ns2P3Hmw7OIm
wqvn34fz1/4FRHy8tZZ0hEIovzAjjuE4cmO54CkFP1XzzwW4eTh41WA5/Y2yPLA7JxgyVbJDt/HR
scqrV0v9rkH2er0+mnlNnqZ4cJ/C8QYQFKC24BycrtnB6SM6SJhVGzb8RWUvamSyw+Z6kEsrAJZn
SFFm0eQzp/uSSEcpT+C4Vl9t/kbtG0n/XA9x6SyZ9a/AsgJOAnW+03FYTZmBedogBLkvsyfN9l2W
+muKlZe+FiBFuAzQogHLfzErTQfhNO3hxHLqSfwGSF8l8Drw65WD8Yz5N58kn+MsblKpRA3Vgpwd
xFfOqtiAq4FVgXeexSa0m2Rj7rKS33LRxDCs40F+X1nuyn46f2bgJyA3mYWw0FtZJkCqqAvlDZQd
auMwFuWD5m3iq5uB5dCQXYOeX1ggeL8j+5+F91AHXmRbnYSJTkAtdij1FLf+H6KqmAfeyjK8sEYA
UQY6CD2N+fG4WCO90eRDJkd81fCnydvYIFtQyPFZ1/A6F4eDWgTQ7+jI+0tlL0rCrlHaxsXWydiu
STJNt2P1r1BoLBIcc9i3LpYjPt5iOENTFYoGAQ6i0Mf6IImp5P/wxTD1qMmjNwmXusU65AM8X+Cj
y2AB+6uYHvu+wIXWxEw+//PunYkHIFVhqSHVWRSvfJq5wD1FGAoyR2fIQfEnicN3UNlY2VqXpgZb
d8amoDIL44vTcwIlOakBV4K/dgnpJvc9Ask++FeJm3lm5u4q/jlzlJcYPtY3fVb2CkEgJU3CTUQe
rPzY8LXu2YWEA+jxuVM9NwmAIFoMBqhZrUrEUQwOnAXbSFnsmd+kLcD3NbnNu/AWQM/d9ck6rwr8
RfYgNcZEYSctNivzJrMs+5EfJusL0zH8vgQa/9sPV7xfD3Rpv+I8x+MZeL9zdcHKFI2BVzw+Y0+A
9/oJ94O4N1Wy+lS/tChm5WrAtmfY/7Iz0Zsy76KRlwfV0o8akE41ASPrq3/PHHCf/xdmsWENZep8
NODlLZR3U1X5fuLj98Cla9fHpeHgKvwLgUI2tFx+aKBmTjXBmXwAtybuANrcsoHMdRSvWylyXLgQ
ocCHqj0QJ1jrS1MSNDzQVrNmz3CH+omVgf7hB2sVrwvrAEAuZI5AJ+ABuzy3NZFRNExYcEoVSe4F
saHsBPVQdFpXTodLhQ7wS2bIMtRuZreN0x0VhE3Iu1DzA+1uYSYYQ8HQ5u8NzB4FOhO/zP52LH6W
5AfqzY3lJWO7dqhfHOtMrMajc+Y2LzIMmsna0YPDD7V5EyC5FBAozYqE/A9XFMT/QNeJkC+hODVP
7Kf6hmXVXtRDCxBijeWuhrYASmBGvlIunRf0IrkEndSdhSjmoSyJ0p0vALRrM35gDuRPp93ErUQ6
j232ZqzZ/lw4lHDPgsQIa2bUqZZAjLZBa8djWIgVuLpxXxIKeRFa7srR1XvRIeUsAXo/FoC8//uu
nsGvUGlAZQXZ+uI4xHvLtkv85xC48I393R1o/+8NFeB7ARCCyNMsX7Usdzh9Vouc5Pmha38K4J5M
D9jz7rYEVyBala+6cHqgqIJGCrqaM553sQWgh6B8YxqLw5SLpIJBOIHE3fj4z0c7rqu/yppAFyDb
PV1+EAwqbea5BST2H8upS03vjw+/mf+hmzIDa/+LMw/20zIvgnycBheFy8B78rMg7YwftH4Cimbl
4Liw0nH8oUI6nxpYg4sEBsKUWkICq4DiL92EyGDSwrNQlLdYPJbs+9SLf3VXR47xKSJAGqcjc5Xl
CGCvCsh48sTFC8GmT3BOjH2Tr4zt4oL4/2M7k9DLuaCVVWUo/qoMrcXBxAD9H7oLVu6StTj26Yii
DpY9+LLFoYQ09OhQGP0hr11jYl64sXDH4wXngr+FN/Zi5QEwnDEvrNA+kZ7eRRa76R24SFxf3peD
oKkNdCQa2svJYYPyTCgB0rlePvnkT8DGj+sRLpx3GMZ/ERb3RE8I67iFCMxUG+7+gBpYIs3gxrCO
IIqlyDWT6wEvDQmpOfoMf98cS0ZaF1FwLnwERFX+oQIVzRzl2/UQ5wvAgeeQBYjWjAPAxztdACBZ
Z9oqcYYbIkzqnMVt+1OvlTfPP9wcBEoWeJxhOZ3leiqAyR1KXYdaZFseeffUeS189y7X+iEvW/Bj
g5vrwzq/0oGlwgWBViu2LM7U02HJzHAjIHPKA1gxcY+LSH8h4Uu/5rG3FmZxbhcia3NZCdyA/oZz
r4gLhfJA2fBYRr+vj+j8tMOI5qotSuMBiJaLnWpHBg+pOZTo0j1khXhrQfMVWt1PAsCIfM2U7NKM
gXWF6hSyv5lSdvr9MrMzUIVD+pdTtGIKvKMN/da40LCW7R9AP9ffb2cLcd5XqEcjBZvx2kstWcjV
ttqcRHdwOZWpApgghWhBfeN0eo02fSEUbnWQ2NBomi1iF2+CAP3Oesyt/sCKzD2Wmn/VlNjbKfC6
3fVJO9vA6GSgjzWzHWdU57IoITPfNpqm7w/oV6RGINKc769HOHuOnkb420/5dNmWGfeVFBgL9pER
d53ZbRBRbqeKtTdoqNPEMKW9dT0VpZpp6/V6+LNVOYeH/yIwE2g0oeB8uk76JssBErd7yGVtCcyY
A/uFpNK5h3P69UBnO20OBN04PLxR5oeW9mmgWlAI/4QYp/LvOBRxMniQ0gDKV7+ux7m4Nj7FWQxo
ahtm5RYG1JpvzDm65I07KzzAtRCLvVVnhTkW1MWUOV96/XMIj7Xz/fooLq07KFaAMDALNGMJnn4t
CLRRB8oy/cEsdGzCGlE7YmVC1kLMJ8inhQedxkrlDkK09LvdPtD+6foQLn2lT0NYCrHxloyqCMhw
4FWT1laT1GgIV/5KU/PsnMOyAp0Vxw7wDwH4fqejAF1v4Kplw6H6QN8hod6LKnd9v5HFzl3D0VwY
ERiDyE2AoMHhuTzBwy4YgF/DiIR8rOgLh0UFfbn+0S4M5yTE4j6qayECBlWQg219q/kH5qWpHxSA
8l+semV+LmzIk1Dz+vg0/3YnAM+FzOeh5AoJ6g8n/KahImmt5Q6X46BqiJreX53D0zggVdChdwp8
NSeJhjCpQjzAoA7qRlN6/eNdOMswov8iLVb0TBWxxgBroa1pwqDZCqPmDXMSI4Ox0srXu7B7IE0E
V0LI1M6Wj/bpqIg52mMo+HAoAD6o3Cke8Gq5PpyLHw76rX/THxD/FyeZB9vkFkL9kBk1b8uGbKEt
ELv+javLm+uBLn03FBpAkJjpSbgMTscSNtobXN5poOO7uNB7Lt7D6tv8LrK6ldvu0meLgB76qyGI
MugilE1rMpiu0gfI3YFI6dA86WT1z8kP2OYz4RX/RekQki6nAxrCMqgNjQHlDrvzPwybpMX4bpON
Ze0Ag/hHdhBqeSfRFnt2xKsr0qzXqLjStKxh6Zg99mtU+gtpAoIgs0L1HWt8CSaSFsq5qpX6MDZ3
MGaDQSvUcptvEioL2Qd01txurdh1YapQNkFJA1ReCHEtK9YQIugNo9D6MDjHGm14uWY1fGFIJwHm
v386gJw65KbbDVgLTG8GRhOUCzPoAkLjh9tBTGOxatR84QT/HHKZbOmhmVhnIKTV4DDyjjlyY7yX
r2+ncwjMLKAAB0CU31HbOLMgoNCjCQWy3gOj+34k8eT4SLvVpu/8mNHUxC4L4Plm+m8rgS9P2X+B
F+seUCkKIi12V6gOXKWQ/rCHYs7CvzfdV6eoN6b24jr66TIvHvswDu14YGuqGec8jMXwF3s8qytp
hz52H7Fd4LPCo8vsFH5OLX4OBR0DrLYpSLPyCTLhjn4Bj1SJGF1ZHiUmT5tu1zfbus/2LhPoAe7C
adtG98rS/9M0gR2AqjEwEBDFPF1/oUU6F4BcfSjQJtZcxBKFaY5iZOklgY777J622w7e59dn6cKx
DkT9f2EXyx6VjdEr8xGnrfkckTrm78TN0FZdOdTP5A9wLH2KAyrX6fByqFiY0kUcJ/oR8h3/YvS7
8RXex/Mk5N968l2lonfiqbXx7yIZVsZ5cXvPEq6ouAGvtMz/bOERyn183rCAYGxhbAbxB1ZV28lQ
iV30W0O/Gtn++rc9xwDMg/4UdFE24N0ApRGOoGDXPoZwvfXASaD1LdgEnndH+iS039yA700suRzm
nVO9Uo87B4jPvwAbHPrDwVzHWqx+awqbwZ4sbH6vrHZO+9I5bNNm6rvVbF2z33TBuG+GJiZOmrMW
+uTiDoz6PjfgPVzvGbmT0/cgOnY8uy3J2gExD/+kt7D4cYuUYpAUznIOfhzxva2XlWkbfcm6naPT
TB4hWpQ/WeNeZGuYtXknnYWFCseMiMDXWXIbqrIus2mYw0IibyK71kl4SY7SiH5M2tuEobHyKvj7
ProWcTEL8FJgMMVGRFF5+2nqbkiTOJ4dewef7vL8qFwLf3pzTEjdInEjRizZvp/MnZL/jOSavzma
cBj93PVzF0sSzj1GLYiNn9Lt7P7o2S/CWRnu+VYDeA4Neuh6439ALu90q0+jcopRWOMsr/ViyETh
LV9OoPJu4CGF7PSbLfqP6zvt/BRDpBmAC1k0iAgtZV6irFGVz/3xAIG3DNkOmHMWTdUqpPh86ZzG
WUwkA6V8kq43HuiL6ceV3BlAkb5L87EDkPn6kM6Tg9NQ85A/5SMNi2pmleH4Nw2GqW/mK/ib/09B
gMLFIYXXqrMMonvukAFBfHcLYdNmnPDRVomb89l+uvznofwXZc74Pw0lmupG+AaiuPS9AqlkV8FK
Becud77DKy8CPdLR3srIzl8RIHdAHhadHHSdIRR+GhNWQWNvw1DlELAtjX4NdBe09wJGLqWzcrNc
mChQk8EdB25zVoZc3GytFY4RU2w6QNMHg+keIKYxFc3m+nI4MxmFJR+6h1DHw8adERuLi7oTbauH
iU6HoH6on+RBZCwuBeqZUDN40GHcwtiF4/9dD3u+4BEVDsRo/qKUCpmz08/ol/U0CA+DUy4I5PVd
BfKZTjznhaCQ2xY316NduDBPwy0GCcoWyk8twk1sm+VHV/J4kC/9cJs9MRB4A2PjOhvDHW/GXOPR
8fN6+PM1cxJ9SdltG7RLa0htHiro37vm18Z/H7+ix5oMw5//JRKaJC6gbHjjLvYdDPU4ThJjBLrs
mRqvZvY9l3+c7Deea9cDXf6iAMUAIuBhBpe9sjDqO/Cr8gloiCBtaAEDmCLG2Wzg1aH6Ldp0IoOw
DwCClvEovveAHV3/Bee3AT7qrB8EVCAKussjxi7N1owIpnSEqrwfd/bOmraui8YQT5rg1n66Hu7C
c+c03uKwscuuLWWIfTKaR2N6Vj9gs/PVMVO/CEHN2GuQia9HnOfq9HRDQDyGoas+e6IsaenBCBwi
M7Fq2gmUVCgMqknGaLDlq6L15yfNaST7dDPakd9aXo1IrrlzUUXwyyn1pi0zX2r+tcpeRO5tZL+z
TZIIYe1RYE9GtW+7lW0yX3LXBuyc/gypYPGmo3o6RNm3IvrJ9MoUXtyGnz7o4pINJ4e2ed5MwE2X
4inMUDJ/sJuUufnu+sydUwFxpqILBrGFWXEHT5DTkQhV8ZGrCZ6qhB9h/F0mraPCG8M0OdSmJuNY
Dp2KHYj5JbUvNjyom30pO4qXK3G213/Mpa8KJNxMsAFYF+f86W9pzd4am8KG/UrzK8gfqrXOzvlJ
Dt4Q/OagB+LiSeAv9kWYW1kmbD87kJKloYG7/otnfKEMFknx8K/G4qh1YasjhYUeBErTyxQ7yicW
1Ixkh7xqYreFydQ/r5FZdQ2AJMgrQPh8qSAYDgK01xDHlrbB62ruy43DHl2oXKxJZS0X4yxLOVc7
fUgVAj277Pxapd/rRjjGwUCdhBQflehjDit4wOGTullZkJeCAfmETAy9PbSnFklLhjKuX0+UHFu1
r75gBd6UkO4O0bHIpxVs+HI5zOP6HGpxlrSjlLbgjBydLNsXOgR3rTG2jUIyRkgZU8h1m+C+XF/j
Z4fz/4uKRjAgmii1LxehD1842nWGAayhjjvy4k+7Ybghx2KvxR8yWcDKfVwPubx+/kaEquGsqYYF
4y22+FjbWaAMfFKr3dle2mgzNr+i7hsH2dO4D4qVB/dfZfrPh+PfeFjwKDJg/WPHnW7jGnRUPjF8
16ngz1zXs7RWbCmCnGnvvObls128kgxEnju0UuhMcBaJ6nd9lcf5GPfitz2tISKXFxR+Evr8KKY7
qAzjlJuvlU/pd+1iAXeDS46k2pXdg8ofdfYFvYmVyV0eYH/DAHY5F9PBN1j6kKGlW1Q4ZLB4w/5b
Vsg9gXfQ9cn820pffF3k8gBn4cUCdr2/WLW8CpvOtzq8mOVbH37HcxCi3mk7/pLfwuZ1VKmXQzxz
Y8gPdWBAGjdxUb56q6q/FzbPyc9Y3IBhVECNxe7zI8+yOAKlOnIeXSNl3a3DdnQN736W+uPLQpkE
YA0XJ5HjLmtXA2xxYXYxFMdIP9vwjnXuByKTAL3Y/IY9IK05emsSRWdiO3NMtGCAsQchDjjkxRAt
DQK7jsbiWKpDsG10HQdbGdxS2PE+QgnQibZuk/rZCy8+yLaMoWtqZmkdrqyps/R1+TMWuYDBS8Ce
/ak4OuTHAH40rDjQq38oIaDyddB3nXixRSqqje92ieG9X19uF84OsADmjgOAKzOP5nTjaDDxmACp
5cj89zAP4syD22AWs+91QOPCyjYVlAuuh1ymeLj7IQmFlyTI7dDvWhJCJgFKbIea+bEXLwV8sIVE
zfDmeoyzjTrHmCXW0bmZZYMXw+J53oNH3OtjF4h4AE2H0bVn49mXQwioUcwaQbOvxpIMEkrT7oeR
jMdxN6kXz0jNX7pSsYIvZrCPqrW38Uq4pYBtn/sFjQaEa+UeenGwAR3/dL+NX363qcu4yhN7P23U
nfvAi0dDxGZafV1tx5+fTadjXvYtVRgWFhqj47EWX0xUuLdBbLMYfodRDl2ml/zDyO5qYLqUcUdQ
O8LzErSwTqzc6+cbFxw5oAJmo3OkLGeOBFnfRyPkKvmxtFFd2Sv1quoqbb4X1bsFu0KFpqB5IFBl
GI9DBr4RWhwqblWMDk0Esc/rS+3CrwF7CjJkyGihvA2C/OkWQk5RKavKgdquahS464YcsbxZmglI
iUd21m5sjzQ7a9TtppVT+8ut7GhfRXV5z2aDZD5W+bYK7QLM4rHcDaqG71zgk81UmObKvjjfe/it
LliBc4oMN4fFWaNtdwpqm6qjqL91jkr78pnqNVIodPHno/PkEpvTe0jPQAQBL3JM1+k30bVdN440
9IsTBLkbcxQUp7jLCvvR7Yj1g7g9/TXlmpsJeA79MTOM9vc4hj7ftaULafRhLKuDHMD+TwtZWt8l
3Ovvx9Eo/tSc+V6MJn10Oznwht1yoQtILdfZwzS0wZusBsD72OAxO+5lD2OmXho9uXHwptkNaEzr
nQX12Ze8c2BQRf1cO3GTcVRhPJN1u3HCFMdQ4TOsPfd6kCr6IaxSDj4WeNGD2340kIZ8k3WTO3tR
GU6XWG1fwOQw4NOb2SilWBI0ZT2KgyeUbkhcFZZJ/+SQpiDoIIdZFPSxpmqYtjAdhmRaAZu0cVuw
EP4BMTjg9OfYGRBaZg7UgVPq9RN6h8VogNhIWiiuxSO0NyXyKOaq2PJzEKm4Kqh379ZhXe5VVKGf
a4lCsDhzum5IfY9PGXBfFLVi1ivHhK0wDrbEaVhY7uzJ74ob/BQUhAw4GH60BLk7CvRuzRMvUxY6
IyYqiiAVVF7cU799r8NM05R5beHfudDWgXyysvJ9Du/bp4YzCTve2hOHnPttnwJTrh51aZL3iZbt
T2DSbBPIJOkdbcqiFiWuKXyGVUXU7ChkcOFFPbrtkMJD10u9mvUsIUJRtdMiZCSh3SB/awuc1xRa
QJKnYWg2OA6dkdLtWDgM8uKgk+9FW9q/Gy/KjF0FUMqtRyuDbYo61BMc4Obp1k4XwPOZl22eqM5o
yQ7KTeVLFpjogtrQ3bJjgCWkkbZFoGAu5LDBTdqoMsvN3BA7chWFBKU7Jh5AkuLPXgsAZkzcwoG0
pgTMFaRXLh+BXbPo3ZS7EmMSebsrBpFZSW2Y9ngTNFF7N2hztBKN7uhv5teFsXfqrMSDRba22sKl
G6tirE3vg9ZwlYnboebRxjYc7sRSm86jdIaMJnkPVPJNJ7sAyhyNMi14OLL8V12G3a/I6QcIaRmq
bWZ9EHRA6ypsQW6xehprf8J8EdJ2ZkJ8WxbI26e+3HCRd1Pqu32ER6DL5CtjgA3HDZieY2qUqnBS
Gfmkj4ceLwxoMFtjMo59AefqWVvZQ5cfVE85QkCYwnszcYygRkgTpbmwwGxsIe9RQ967gHhv7ExW
N94OMKI0jgGQF+FRGR6Mm6yqqOW29SYXAjiB3//QEF97gUWD/zjgMz52ZhvteCURu6K9/uiBgKOx
XeD1mViw7kQKAxtrSCgW9LWEovYr8fw8i20NF9a46wnGX2dYYnGgO//dLIcAM2oFzW9nzKshptKZ
bgktsPVbVDlZ7LRoM6Nx1SqeTFldtzHeHRHkowG+RZtXD+zN6hjo73ok8qeutN5bRjmCXVl6+V0V
5LPgQtiTKAG63L/RdaRVjK9YD/gFI8MCMUs77kIRfDUaYOVh2dLxHu84mk3plJX5xmzkfMXVngEo
HGxKY8bK5lUIr+wAc7Y5vhYrDBxpkV1+8HZoCohidvihxeTzMGm90ioSA7aiJHFrMxpRUw+zF4h6
NGbsZuibARDrISkL4Cj04clsUGk15BEG7UM4LgYx2XoNAGwYU6Ts/k8ZwIoknlTNpiSHE/hLVZT6
hxgaBpiRoIG4KfN5UqHNYd7DeVEouKzCp3xeZDgQIruVt0YmgehilY8Dq7W5V22mYDKdG2pK9rPT
IgKTjmSmt3GsBjpFaFOoW5ONWXaTI/Eb4sF0mJW47oiJ6Ido8AE6oqOXouI/QPjSnVqRmFnpfPWt
tnbB7OrqPo6gjwUpD01sCUqqCmFWWyGjoYx0+8qH7GZeNoGxC7qqfIcovSH3YaTq3WTqTuxKr6mt
GHNisC2vyyg85jn0fh6B+SV2aqhy9iGb6HCnOwKZu3FE9z2W3OdHNcGOYTdpo32GRY9xj3Iy48+D
bSh6MMyutlC7dp0dmt0EyAic+l/BW4R3qAPf7p+qC+Bwg0Jt8UOjZ/E8wl7Sie0+9B67LmibJKwC
+TK1nNHYERrmiJFwHbScg9LsdyGypmnDo25ytgXRXbl33RkSrEMiqp1RQNo2pqCJvUB5xDFvLL8z
/J3yxuxBW7hpEh/Qcis23DL4qRWErR8mr+nbBPKfjvNsehLVDtfJGnHUSoRHAQ4G+oYNtD1T+Nvb
DEZtTdul9uCR8c5ohzxPc9Pq/ViNTlVtKtJGFnT+8esTC+tTJD4KpPiMcPDIvnQwaXpBpjFYMceB
Md2VeTMinnTDEdCllojEsvH8T3JHqm9oVwVPUPbLv9FyGCguaAti1V5UaHlQQ9Z0N6w09CND24Bu
m8JE1Zx7Ue3HMDM3NqbZtZCLmoOlMg8By9Ys9PY2acWQOHBYjt4mSK8a8Wy0SVKvkl0fh0Y7fSdQ
6tZxhg8NkXdjANulF4YD+GXgHPNelPY2r3LXBgnezPTea2TUJ6i8FQVS1G4kz0KQiKUlCJ1D0ucQ
KcGhUPv8loyMBI99EWEVidIM2qQXZq9iMvfQUpznXjaTavIKAAss7iSLlHgLiW8KYDLhdr21OIGd
ltsKt9qYRJI/2mNabErqBQ/QFZqfSNDxYCkfDOgNKH9osEELFKPTDD1BmRpDbXccBpuG2SbEQZRd
RxooutkGUhotZd7eYi7MB8OnY3anrK7Mb7wOf93pLOr9XW/V7UtQgM+U9JlQ5rbxS9bckaIw7oyM
iI+Kevxp9PpRp23OUbH1iegKMNLbIcQrvHbVPoICFegwkB8H9o5UQYQVqVEqqB27t7ZEW/0jd9ue
PNcOayT8OVVOXry2tV/Ltg6jGBb1lrrzW3vscZuPUEMDMKIxi7cKLIo6HtwMZSpkHjhuIFg7DqkL
Yz8K7uzUtrHZiu69Hizzz9RzUSUj+vTDDfpBBYmRT0fWNmsbjlwPOSgK6TA6huw73OX6bcesAsp7
ZhVt4MQaCujqtIN3Q2y7IU9TFdl5GgpoJKQV6yz+nGlIJKTmmNHX1oTYYUrMjLuHoA8mmk6qE2Q3
5bL29lAFq6I93hl4clkAQ1Y/DBIF5DnDHipjwwCoLx26cDCRYTHkT8gWwmAYn2sG5cb7Cr+qTvtA
O+8tVsd3O/Mtsc0m/GPIW1I+1gXeWEANt+ZXxzJ0njho/z8pg0y/vNYM842VheVjicrjbd2HeEL0
BWfPBD4dzV52pfkEMD3qq/Oli7QSZgIfeL7m37ucjeNTmbGQwDObNEgfQHDLt2ZeTSLJOysvEk/U
hEKrrW/yuEbGcIyIqX+5vA/DeABbKEpZW2RqY/gScyhxiTkxzGRc/NUm5QdUWgFng6+H/FPyOntt
gt5SmwZHI4elvBe2sRMCqoIyoSTFJisDJ497KLMf7LHqyy0OMnD3CxqQe1rYComL2dhfcIf4PGbh
WH2rR6Q5MazG8agYiwH7SLNpGuOS4CvH4VDkEd4fvB9/W21AHy2WTcC5tOUvmCuIbNOoHgdjQZsc
GHDUdN/tyvORdRgQlEXf2RmPUaFyvF1MZyo3NsVtINocZuo6KN+EtrIdq2x+jOAptWOTGb4TAxT6
3qj6R1OaWZZwN7PcjdNL63uUm6gTwPqHYjra0E1N6rnsJnTyABNad36+C4jZtLAO63R1a3em6DeF
N2RmDGIR8K0oocOtWrmtHO7xiZB/F6FEGYpH0uC3USOMW+LhvbrxNGveMrtD0SgPkebH4FBHHhRh
9KBj1dqhhgo0i4INkzVA1UNT9jaSkcwtUg+awXWKx8xUIXWfUM9EAQqYE+jFiDwxaBA1v8chwDd3
FCSyEkmLku56qNq0OLZw/Rzx/KrlTlKv3HtEFuwGHAvXTm1TCvUYqGYqsTFxZ3EQFAwghgHR67cq
4A5PoLBOH+reRS3BJHOmYTscOZqpIeCfBBIFM7irhbqIcXf6X7uq8t6dluLBIdwBKvNGSBsWV20/
3BudhK7n4EP2EjUzdLrQge61TMaahDyuiZg2Hk5qK7ElCvaxD8sBM2FDA4ErKBF1d8QDSK70Sowq
cof6YHdgWiCzssLbpuh0kUS+4jKeQkNMMTMjjRp0EXwldgH1OgVTQQ1u21haiedW0YN2alfEvCE+
bMY6j/mzni5jScgLG9B8txt/ZSTgZgxhJU7TvPX7Gqg9UT3CZMH4MMG8QEUn6ssR7GDJq6TzwyrC
ouRVnURFkT9rT7qPCr4t4cZVMlBxYxANo6MSVqvwfIJJw+iisBgDZ4d6YtMWyEQHRYY/EqVOoE/d
3r1r8LcpMXuPPwCig2d76bDyd28P7N5iOak2oZDYktSvwiLhyJpIwgvmBCmxAw9dfVrhN3luP34x
zZzKrWnjoMGJ0gQvWHn5cw8J2DrG34iRWhGvc5TNbPmgdU0k5L3yRqcaGrB4+rv18KUkULDbkOb/
KDqz5kpxJQj/IiIQO6/AWby13bbb7u4XordhFQKxSfz6+c7TfZi4M8cgVFWZWZldwwi1Je29f3gd
8WHRSNBwtK/DlzUCRaxES0oLjdtRMcaaLcxqsiLxYICV/1z8vn0lMi0C/sHp5N1VnasubGFFXlaP
7mQzj6+B5IwAD+RMemP3r5VauGybVVyD9ZYQDZ9GR/0H67PjdWn2wBZ+CcTB/6VtH3iyGusZEakv
uGQ4C089dt6sx2qtUL5yT65uI1RhovOjwsNXocrEVhH3XiZGFl3VsuJWsm0eFQmT3Y+kLwP3tLeR
fJbNYbAGd/r6h2VaTbJoDZcwm3C/W7K+7hPcMucBESmRDhiraqdJX3cCSNQlaLq6LxBnsEi3r2Fz
wg5QbFcJ4A9xr1UvMqxBqx8iCLbhnmFCCVrCFeCuSRzG1YHcXI85rJ/UCdvuSpwqnzyHcW9tfNr3
vv4z9Zt8UaCf9dWbOn+6TnKexrcxrXqK9erOKt+3ARKqn6Ss3pUYdMPyxrEERaKIzL5bhNTfTacS
KuMcph+VlOOR30ponAWHOzIGuyMjS0WipbgevZm6iyrDxT+Lmn43aYzoyXDbVsKSgLXDfHaEeI6q
lpvbDO78rD2haK47x+O7l9TYrFSOVz8qLfT6EOqVgZEgC8DhoA5Tev0gqK6lJWsXdbZYbzelh6Zv
rIOBJnaR/phFHEGAXdOWPC4vIOqS5MUgyXXDHFAAjn7wrzMXZCcgTnUVrp9HopTJl0krhjEHaP9Z
Oi6BuhtJvtRyUx/jvR8Koj+CadFJgfcsquuGk+DlgtAAkc0dsocsjtsZfzXG54kbaiYnN2q90i2U
u/df/FSmY8ZwxG13uEPg47xeBW3ux5Vns26uVHwq1UHWxyKHCUlkaVfB1df4p120HZk4u6KXHFaf
0df6pTMRFxCBWAeVhV9KGE/+uYdyfhxTuIhzRHe9UDRv/uUlZx1xZbQu6TNGE2kJtNzFzyNW5ykw
oRED3SUp6bSENSJypSsvufZ+KH+mYjo+PMezCEo2x/znYfHPLOOvoiuCwCR5UtryNZ0cTvzuddS/
2K8o4yvE16fTJhvzBbYdYZYCWU18yYM9jwlXNMP7erv1DtRwZ+bpscmjPpijp5X1kfKy2j7uM8dr
uGPXjjd66vF3hNOy8Trne2vcJG9LJNt5baLlhz8PRp3qttIBcfJIMbJ6X49fyb76fwfrR8A3Q+i9
bZOd96ye6Y3yeAj4mDG5Vbi8R6qjhqa+/LN1+FRgRkSHDzioJRf4XN0yv7Vah5wgheFh79Oee2xv
GJ5KLJoc5q7tFnLqdeq53G1ynBLXjFXRt9LHpdAQApx3XAf/+rFL3WwLXPWk9OADDTZq/vRE2PuX
wT2WpySZVFNYBU6TNfXsDk9p10X1NYq3WZw9u/veuXU2iJ+6kwMfGY482xlmYUc+HvoLUm5Pu1Xh
bMJvrxt3+0satr1TeE0EwASUFDf5dISqeQ6t0zYPu98SKTELgehd72r0ss4mTZDbaV3++PUixiIE
WsHiylPLno9CNslpmwLvN36QMe/m6KYtb+h2vNNBpJ7ON+3tn8kWb1+kVRtVwBvVip/0pH86q5PS
vZK7txbb0Ic0AHXbU93EGH3fwxsEaRAZ3KnUUfvdqNx6ykd8+NXJGdbwmoLm2EKiyhHZgB33NV4Z
QE5p2svmMlgpk+y2EcldWjnJl2lxyLyYaroqlW2Gq6GIEfwgHrQUbMeCz6yV7l8n2fVAxruK4ku7
4JDOYuYKV7nZxOC13GHXc65RVilAzSApcyErF3BZbmo/p5MGGZ6Yy+qir0hj7KbQ6Qp0EhJMT9fB
wxxMsb5WxMBiXd4ZPjGWmJOyOAA0a5BhqZdcTCaeinXwzM+WU6byre87mt4Re2wxpjV5HpvX3jtr
JB2E0o4PCMND7O7njgpImxWMD2rrgHIMYOmXwA12nadMbVdNlMxcdMq4GJV2Uj0u9eryE8IV5hCB
NhsVh2r+JHXCHVhZ9wNQp7OFUNanYRqQIdLKTAqrHQSAS+6RTjmBFC3Jf6JJI/b01Ta7F28kzjdr
be1uBfp1d7jSiEiV42/I98TroiuwQR1fYtbP6u+rr8tfdGS2zuvWNFjfj9PozVdFnl0DsOtK574V
w7Sfj43/ySB4IKESf51Ym6dMpLcVhQRYyK42LnxGNX0mUjV66ybR3e9VT0ZmSEpH2Ocrqs2PajPd
+NXpt0q42X64jUcSaoqhmunQBk3GWAuTtJYP7QGqkoOv+GHm9mo7Ct2VZixiIOLvtjF0SEq1+2sV
yfJ7WB/hn6lsj+E7cVureZkpIeG7R9G2d0fJYvcLv9LUxeHOIaWtTEfvwQ1Lr/y5K33wwoZpfBTj
Lrd8SPtK5XxfG2tPfjx1RWX86od2RcJhCIbkfdoTlFilu0maE9eUw5sdu51rTcoZjNWbbZXseb8o
2V3GZL45ihIxFqjnPTCzuqu8RQlMRgk0Hd7wixW8i3GLiExp29YpSJWLeNNaNa99r5qAPk+U219M
XZcEgByygDEfPpe4au0PBFyUNRZxZ9IFnDSn7u0o99eNRKT7pXVijwt7qJ3CoVvd77flEN9Ax5en
KWaAu3R0EfWp0lsbPmHdo39XfaItauEhWL74vYvI3K+tBMFmWmT0TlUS5zP/Jnknu22brktkTF+s
c2y2+w22imvaEX1D5ybWJzlrO37MNuobkAcV1cUNgQ+KeB6Da29WV16JjawdJwsTs5QXhEGdOE1t
mQiWfGNZ34/dwetaN8f9Qa8btVj6dmRJBokM4YPYc739poDXtY8u6wtS7fy8VUbxA4DdPJ/oTEOy
tYcVRX4gNGoIh0xWL++WLRpfNTNSf2oS7tHCr7pyOoetqMoL0jv/WxDTpfDYksYpmgXruJq1UXrI
dSzL7XSguVguYt/69m5J52B4MIJIVhIIYiJjo26Rzed+cCXetSXtTQnGZ3EXyCgTS/jPx8XSPriH
iO6WKlgifKVuS9QAQN+lM4/2b7NUcfkHpM7EXymvPkOIHW4CGi1pkmox3R+BUjHcVdPTxQ4gNbT2
tXOdg0ABdOlaEZtRAm3BCqCpsQZwTLM4feWm0m5+pIOy/+lNHfLBCWu5n+sxHp7nRkzISJzDp0vT
87E+jrX2+ryZxuF47ehDPpyWBi+3UdS/I8eAysk7R1nnPm3SLfkce++49NNBL3Gwy9TfYcgMnDkm
rhyLaiZp4xLJXYXP6S4aVvnGbv4tGp+MKEKS+i4bReBG12Ttl+cYN8wos/MiToQ+HU8lITUeNs+0
fCdfyePBKFdHWVWmqHiCQbd/vbpz46dNTasLFgUQRpMamSjnwpnre9/ftH4NlWfgOZR063PTdjS7
VScDIGmTSBDOJakZRbyRtmCQx503Je17DW+GoNSJUCkRMbC8TniIvG50180dnD7wwkBtjLJxVExE
del6HzzM5IUJwzx1yx793FJeVqaCervEzVGSyxLJ+ccRpgtJSSHm9+d6ivyKUxBPHnrgZgEg3XX0
VYBjSvCCKLZZOU2JyQABrMrEHjnvHZC7k1XKYPLQDiW1YAf1N1k62lgCSjeB5tcQYJHH1Gi+osmz
p5jb+n234/BLA9+9tNtCH4ZPiMqD4wjvmh7s6TRaJr1cdAu/qQl6PRUy2Nz/Bin8JQvGSXzva0f9
IjzRWbNxM/I1oMEKipWh25xmT+uvO8sbZcYm8PG59qSyLWMyhKejtpPJ1a3BhL+Iuo86OhjKZVRD
9UReXX50/RwiQLgB9QuD98mgRWjoZad2L2qzNXuxdX2U8j0E+i2FgwajWhob5TNAypDP9Zh+tzVK
pLue5v/LgYb3rWo2OLxSTOT8lvtmn3tHA0ELW2+/qjKm3a+bfjCZADm7n4e2i867GNq7ct4tlBqc
EAsMQJm8RwZ5zigOQ1cooJCGppXRiwUD+KA4+H9QlcAMESmu4Niwdn93Wqo7E9M6fvg8SJKJJDU9
c7R0LJB74/2K1jn5MvfTCIMhpqnLnWTZuMR8T38sqVt+FQEbAclypO82KTsXamezTiYaDdDfrz2I
nWmE/opiOMQLraNeA+FV4efq7XVzmWJTX2py55pMw0M9mh2ryszpbHPvm3SBnVFBu+k8ogO8M2mA
TesBO/O3iuFAMsBP+Y04mgEgDNDwleWEYT+x9DKnZDRZl01EUc9+HvY00cwQW8mbrq1/H7Ol12aT
abY/tTssAUZCK0CtCPdpv9JDbgEgPVR2jhhfQpqNgWnP41y6L1M5kS27G3CuPFGG97sGLqm6elRA
FEuD3NbsHjEEduvNt24r2//2MZ2GvBqWGBapXaL3wRmU/zhLX33A9h9Dlu7MwPkw94m68Fd7X6o6
aI5s3pv00vp0DHAQ5XKeZdO86ukgKW3qFg5V0FhGYDk1/e0jt+o6Tm0PtWHL7q2e5kOSqUzY7ilc
WWnLXd8mf47WR0u9ynJ/RSDQvUh+5vNahTsnYr6xGgzFy3flLOoRYKD6a7d6ZnSka/tFFtDxJDsP
CCex0b0UN+3rtqThm1/XoZs5Qx/9N5jDS09bu0bDm/Gh2jiDdrxbF46VdgPvk9niBplvMYqmrRrU
w7TW+HQciTfTD7neXd3bMj7NfmjRPUVd/SvtzfK1G8EVsoVp2Z7BJ02Z44tpfjkBmYpn4rTG76gk
6HqSKmyigrbSCZEHrPP97lm2oMke2iZgyGaa7jpp9/Hc0vK+xbV/TD/qGiUIOuxQYbHiO4jlchk7
09nBa3R6WOcUpjny7e2UtdN2XKPdq4MrfIVXQ5djf3u3jhvpwiYyvn+pF+fwrm2fys+WTy0AqdWh
/xssdhHf+nj39Q96ywp1xc6uFfy3X589p1Ui5+IWPwDgh+iymLlxT70i0CpjbIhIssKtCU2FjFFX
ratgMQTJ4BK+uOgCaAebcpzuw4NOtvBghH9EA9R4UXJHuaeh7wIkE9D7SC+ZPporc1m554nZy/R8
HAuLbUEHPHVJW9FPSLftBEgR7+pfkkJAgby1y0fMUJZw2iMe5IZMrsv5IJY/fZJIiZjyQA6drrsj
yE+sXX325QoInsl2Gr4NFSTNn4R/HD+Mjes0uR79lMKJgmCFjqikXxy6GR0MpaE+4kJjt8UqhS2D
9GEs5/Zbv4Kfc5+U8Utoo+C/dbJueVoSMYqssk38MxnEDBbhri5sMEz8OQpbZ7+2NfJhdI8MpIiZ
XHwL7BxsHZTpooAMkrpz5lO4Gy5Z4wBPnglmiOYTxw5UAK46WDK0QANWkZvDhzpg2Pviq65pnudQ
gY1GoCcoIQLUNff0rcEKcapwZdmaAAVRScmVeY+z5ZD72rN0rlMSvrkiPTZIY8soGc5TB28v42ln
2EtroDTf7fozMpg+yGyA5AjWMx6g6tZEfOs8ceM5era+7ozdyzhTyRYJ7u00XPK+Thl+Vjr6JHNi
INI9hePNgeOT33zHBtHIuC4wkmaZyZxg88J+8zpNxU/kvjgnpFNje68bt+VgHjW02IaMIjptEVNr
zoUar2foPusXuHI0PCDbSlV00vPNc7XPAoZXw88dJ8eb2+O0jniSvhhdRdV5mWGgXkIfPV7NfbrF
68sOmrYX5L0e9b0aN9k968it3csW9N5+l+oduF7Oreu8IKky9bWJ+jRm3DTDEym/1UIT7qRb+w0A
ryMu1h21evW1xcMKxicYm3dRhl16l6gY0mXtnTDkCQMzf5IVLqbLICQYfXq4+7vPeHZLudT25pdQ
z31hbLrbS1qqGPyudXr+emc0f9GKAYe5fhtv57SeGucCWumrc9cdxKGVFrJVBXb/vfnOup6FUw6q
GFRiTe4cuqzzPVAI9Cy/C4KF6e5F1tta4TnpptSnYS/NA8K7ReZo9MCLaoxXANaBoEAu5T6k+UpK
BE5DXYDlVC+9Bk+W5QCRTRY9jq+VrEHqKbT7cRJdiM54atKbsMjdIxLcpmT5wZRTfY1NdQv8iBuc
k2d0DBPIB7uZp6UbticNz3+cpTNVFTtMNBbf2y1e9ixoxqQ885IRwg097G8mkTQvxbiPKkVV4R0p
0MdQTmQO1k2XBRiftqeGOO6EH+kbRGV6UuZ7j1QROzbtzdvHwV+pvs4lyrzTGkq/ft1W2PPvVeJ0
ASK0EmuPUKienhuTxu1ZoxB+mhzZLJ/Cw0a1UMjy+No2im9ODDn7/pWYcR8Yq6nhUZR2bJs3KWFo
yE119h4YGHIXUKs+yic7qAC6CNP8OoPHiIY7tJImuB/m0DlOANaNOY9ryi7JNqZGnOlQk+gEiDNs
Wc0rL+9sU+lnBxJLXQmZdtu3NQXM+nCTsfbuB0pP/Xcd4mR5EJaNIGzh3NBc7d5Fj0LFS30hLk4e
+VBbwYJ+hBDlqTQ960eoKtmeXI8DdK52koN5G1Kh+UauvT8/egjU0i9L6iTrj2D0W05XUO3e/UGf
ExWwfRr3T/5YWRzL3kJHIhhZ2ZDsBVWrK+PkkdSuOL2sBn7x2vdL2oGVRnRz+TLz/Vxgguc1w5Q3
EGc8w8hTn3DjTDllS4wgI5yD+p7YGk7ljsjKXCblRsM/Mbkk5R6lj9BtGdNUwonNyjjfkqCT4ald
nbK9oNIwXeGEmxifuZX7l1EKyqAS8bi/9Px56XXQpi8/htUx26uL8ws/nXJVPnV7SXtr5Fb9EQ4r
T483pzcgejBq5wH2EJedHrx3L7BHFu3f3UQelkKzIpilMiqAPQWHL+9ILqKCdfNhYKS4uE1/Osze
i7PL3by8O1A6y422ge+j30zQJAJSl/XdWnnVH5CInbRMRDe+LQZtSzw84fD6uxUmADY5lVgaOkPq
7OfQDTF+sV6bVPeRoxbvEh7ieI/xzj2ujm29Gjs3+O9s1kH5p4tIhz6tLHT1sCSUbZWBxQDsInlh
2GA+Jn0UYH5cC5hxtN/OtkSUj5RijThNezcpyRwvV0etjn7gM0fIkBwy6H4PPfMYIehYlJ/2dPOi
IthIc36fhDdGLPKaoX2IVLw9EJjCCGgXh63PJTiwyt5MKwCvZeA0Z8d2CEb8UAVB7s0hil+qJGXV
HS1jgS7ppSdiVZOLQntsMknTozN3SxankMOAT8lakjoG5e/E0BgItIKMCoQEsh2mqP3RqcX9OQTT
NoE5aHR46C5Snek9jn/AEAfxJUyUeGM+Cmmupzbg6mvnqfkCaSL3ixmgeu7awb99y4tr+PZbaSJo
q8hQpnUQTfnUaR0+OIfrLgxubJDdO5XjcQiOEHDbC7v2yEiGYr7Sq+dbdCuDSO4GFPD26hyqhZKV
FQ2ZE4T+rYOYmUVvDhlpMZTIJhgD+2S889YDj2yCgeb/pPKO/6qobaOThFv5eqgItCZdB3c60coc
H9wc0XMwMYd+9VPI0MtUzubb7tTszqVqmF8B9MfnNJkaAmS32b41bGbul2Ya9HHuGe4P1IST/2/g
NIUZMA+dTSN8G0CZkq3MljS5MUWZJst/oTPb4FpFq+CPD+OyAx3C7JFxKnR+QaIsDaq7MXqdLUxb
jsGvJmp6WFCU6crdngyl1t4FdCjiKmyakjuzWEv4h1nqT7dJvR9MZ+OXDdtPna176nb5htpYXDW0
G0ZlQTsiHI+kzl0bdlUB70pczhi305MStjJ5gjUkcdUQB99ihIDqGls0Qr81cPeKNJCAjQL9uGzu
gSmCCX8CubnZalSCqqzizJ/QjBH6xgTBgesIxQFdmCPzL976Y2L5ZR6d81JtqCpMPYuDeOzDfdz4
erqCVMmdFvbm/ZqloU/zqufGu2DTkCINGBLpnQYfbK1YkexSZwLfNoRoKcw+m6BbhsugmqUu+FxZ
iYtJlQfSSWr37vATh7oZ+/3GJiTx6a57i+PVY9WX1AKKFgoDU5OourZYPG4eTQcf2DyMp8X1kCOa
CAKXEeumH4w8fIrzXaFbglXYhcVuizg48mosAw+9kWuus2y3LzVK8QEojg4i8/qWJVMNtLyfaI3b
q4On7vgEhZ6+p/D//SkOVged/CyjMF+d/vDvWuSo5h7mgK/BOZBVnyTpvRX84zSgY22BhfKoqSZJ
Ex+bb0nEfJSDcorqskc9HH43p7o56UgGInePzYXlk+v0qluXRiOMceDbo3BEUmu3Mrp6a8Jv1vgF
+0uX/AtV67whyYlftlKjNRjxzvbv+THgX6b1+j4fo31DbT4lrFIzBtg/C17/w3ejR3fM4sF6c9ZF
bRW+QFb4tSoa6eAuX2BcL7y7Ho6OYwe5LFDhozU+aXcOj291AnybgUA1ZHcvvl/nXTCu/XmOjvCL
4O2kuQp1Mz3etDS/gMQlMWnH1My5P6jqtWw1Hb3kZN1DlHD2/ZCZ8kwkz/xW4zEXZKGFTLwsS+WA
ds5u+Z37/kjOtKBHWchyBJrTM194HuOP6z4NsW+v/jFXaG3tMtBqNwvwMn9553yP40MzeXYNuyzb
7gflzwUm6Hrz/QoRanCE7SV05YzGX3fmzXECMqu3BMjj57D4mnllnNjvx23EERgmcRMDZXT2qyzt
gMYr0liGxSN7JWfCWLS5l1xx7/AwyR8dom6865N5/TmhoaiLKQz4ujz0xfu10bFkpTCe7fZV4bJn
Hr3azvVnHOz1fubZYkVNI+h8bPMUR6e24h7Op34Jzf2uqlLHaDsC/3Fnm2NDjKV99rsacp4zUIRj
O8ddmUbnrenUDZbp0p/xKJLfw+qZERXw4L87Us/fg8lx2VGCmGpPQ1SuNl+bI/k6j11LveWm0ec+
aoXDnmU11nTJPl6XsEadX35BkNnMxbIlG74I7RpOb7ApUV/EikY0j/cINyV3HEG0iXx0f67BVr+0
c+0T9etboMa+Z1z74qXHqIuxagxqmN2ZdJEOS+IVt02PCQTD6A9vH7wpRx9Svu97CWuq66apKAlc
ZCcmY/kg4yWhqAUVKDR9FQsYwMn9JyE4y1/65848qU6D2cT7tiYnR3uqvmt4C/+WcOy6n4HLOgiY
FDdPsa07aIWvNSU0HZ3DFHNY1cspqueq+8ULJCS2YUJdC8PKKNYoVGNZRH7Q/Ropj8/u7pqfaHC7
ME+OEP3SJLZwzo/ZjX6txp/C88LN2TAYRpPzTXS3NTGoZ6r0oMrU/vbZYXjuRrRmv7VujXM3o4p2
C/R6zfTQblwzb0cFlZk3UQuqAMsLHnxiiUb2d6DJ5fyXNihwz0sSGe++M2YYnx2hNfeaOXY/w7Af
fiTU2hcoHUTZ+Q+LDeeyQCDIiicRaVvwGo4mcO7alkvgelAX8Eur9gYt3uht9UUf896d62Ce+ms4
VzK+3yjRzh0YMQSoUBM8PAm0iyiojrV7rrwQfrxiGAPzSKrltZlTpnU3DKaPvR4jm41RAuMr0Ey9
RenSEP5A+419iMcaKNKKGjp0kcnE5X5E45fROmjJI7in7YwEW/CrS4ssHuM0g8Du8Lk0IMO34TJp
RwWPHMe4OpmFOT6vBEB4ht2tE1y4B481l6Ii5DF1BSq+BVUYj7cb17winvsnu8bTW68XvX5N594P
Tmp3y9/RjOKk6cO+LPahrP9WJij9rFr8pnkysXUAZFjJqh89/HJ+g2ykvzcVMwJ3xg2T155pn5iJ
AUVbd+mgy5AYwxSubyX7T0gxajnTfoah4Vs84tI9z81i67s9RP7LPeXWe+Fqf7JnAsaS8tF1S4/K
tSfe+IKjXd0UqyZRERIhiufkZ+AwK3BIe/u5k4AoLkJoBO9JOabicYsO2B8zHNZ/KgMEMGcReweN
hsA4Ox5PA0sW04rCp0fgBgo2mLG+hI0NRwQNSozgAZgxrzmdoOW/5CAyHmQaOE9CAMtWfL0iJIUH
Inp8l1COw1kCCBz5NJced0Mqu78N5w09JdxpzPgjlpUsnaFzqHM368fWbXf/V9z5mPhWqb+zvRaC
rRSgtfUB/kwvtu+b/j3Cg/1LbTBEHUUciZpj7EDsz+gkPTDGaPV71+KGQxPueI56WNyu44rqq/FT
s/QGebS56scxmu1du3b1X1NTYUCpxnX47mm5Bvkml93NwmEQ0Xd80EaUow1q3syrjeQAHvsElNjS
THn5bkKbnP2ExXF2deJDnY2dzYMX4CKfIVM76ucdpEowMjcgNCt+POpPMB4Ax0uiFoLO2N7w5Wne
k+PD1mnyIllW0vTLXhs/ucCV8r4MyqV6JJe4TU6ouJruKXD1UH01ZFf5mvYpbSRKBtori4BSmeSr
ReK8fYMYFz9mF4boxM6705/qBa0L13QdU2jBF/asGtYDfFyE9TtOI9123QQqa2geY+SzX3q3fRt2
7nYGQHzoTmXvUDXKvm7/QKy7wHuIBtb0JdLuiA9Dgl9LzkmkviCvTn4scyvfuxiOh00aKYFlmV/F
ee7SiNNU1gvhVKykPkL9Mr3OKpBf0D/fFnkN2b2krtrwh47dQ77Af9I9GSyHqiIWs/wJbuVTxeAi
0f6soWJzQgC8b1FLsnB4NBE7E8NN4Ow2Yk8e0SNAtfVrTC5WxBDW51XXdCl1eYT7L0P+6X/Av1V1
F4EiqXMTIVWi60Bozy22iKlg8VPIp1L0tTg1dLyIYJJ+QxTZu77cnys6xuZuj9tjvbjuoH+2sNei
iA7fbsz9ggCuuK2nfyY00c/anUauiUG0ebsl3Ysq9+S7YBXkZ+y0GiFiJVguFHEyh8WwKtZDtVDd
T72vjnggLoc9CaTszXbyqnS+6/YlTLISrVz46C97s35vdbiWGZ9wLDLkm6UuYpJYVbEGDurfMfXx
TWuH3ocLn0zySVtNLEXEUkKdsQrBXhqKf/SQaWkNbyheS3Pb2SBDiUdPv7V1Szjl7D8vLk16qG0x
zlLsP9bZBx7spTLVNQnGgJ3R9LZ5B5lEQ587UEg1+4+W/TIPEffXUG/+E2jFsoKx9sufwSQx+zYh
SChwE2s0xz/6JfNhINvWczWOtKPnKkY/O2C33O+FF9U9BirMdwzfQWfWPGlK3PvmSQ1eUdaaNYsh
qOWbSqN6RDoiI50vWzu5JyU2R6HXKIev7G1y2FJvc+9p1MukcIm/fMOHLnAeDk8KXbRmLe2XOaol
va8e06BIAfkrWrCIu4qPAnGH1mL5xP10jvI1hvErsXbYYOgS81k2a71/HuYAjNZe1KxIu27HdK+6
4B9wDe+hZf+yvLrrOtF781nzlszheznkYcibDDY8EAOUWUU8BU6Smf0GcJTHrVWaKp9N3TmF1URQ
37gPtklLmXmyCd4JMJ5K1oE8hDhRVc3gaZXjrIU91vUd4ndAk9OzgwD+35RlEXt6f1iQIAOL8iSf
mc6752gpWSkCiVIyD9W6r6fkaN0tW+fblnTouFC6DeueZF+pyHsAG1l/bp3Y9sxsrX2SDH1EAHRl
aS7DdpNswkK7X43LQ/myLf+T9l69kSptuPYvQgIKKDjt3LY72B6Px3OCJpJz5td/F/NJWzbu3a31
7pOVZqmLggpPuAMdiz1ttTZHf6dKfwGez0nTsYo98gLDniod2FbaIIEoN5oTZfQZWkODYASsEY5E
NpbnSmnyeOXFGRm/4vAQa9Mo7R9CNNANKIWCQk8MvSEU99B+Qnh6hPPNdkgK0AkTtLNTcBNZqnaq
Qt8FJLikrOm8WthX/0zVMOPfqWq/1rGq4jVHyLzM6Dp99VxC5qXRjRnUgcaNHitIbNrCBrVIlZfi
3AI4OfUVLiUwvzll5l+cvki6g6SHMsgn6cWmD9xeW5giHtjvnoPSGNFSIw/BqNZnL1CGs69rqbqi
RZ0UWytx+r94PinVIjRr+ocIoTcv9DHyFyhIXFO2iCNzp1Wg8O9LOpe/ksiFtTBGojXXvuVHTyhW
taT8hWiOZk6bfoIDcA33VZE8G30Z62vkbUBOemMf3rlI68LIS9VoH1u5KUn+NeGmKUdwkDsHzmAF
8Jdr6jZYAk0J8u8GeCSkLmD5VOGPAEQkgEVWRHKnGUrRrUrTdCCOeCgAPqoqefjZKFK7vOPsav8i
BoBMO4lW42+LxExf8XdRTPBdYVZ9CXMjUzZBGtvHgPokd2ug8mGZCKC6VqU0shgzARQhDw0aeqSp
tXGvwYksoDvFvdGtk5RK5tcxMb1z19PYw4KuUJ8i1Y7L+9DByG1di1wEx05WZnnvpmICZjeO5q/j
nugdIlI0/oJGTP+IPIfAhjSQxjONYu/Nroid+D9c86+Q1HX5un4mFxrD0NqtAR3uyrGznWUa6+4J
TZigWbe9Uz12Sq+JvUm3WPvmlq74YtRh9WM0tK4Ap9TkiP/HOSkrgAWnlgAokggDsyZykI6W0rWG
fanG6ngPGyazH+FXD88ijQBE9GEB7X4KzOq7KpfoOHLgQ/OD7UE3rY9DW1mFeVkAoAw64a51NeGy
AEjl7mgVtC+1nopXSi9huAAJhWI/iGLbxl3RK7+PWCED8m7VQV1A+gh+lKNTvzlEcmzA3oCO0gM+
/a0TIdFGrKjjLIFH9+1rp0QNrbyGU3FD50cYWJD35MVwimocQ9QYipzjcRyRxEcrZ8h6A1PYBMh0
SyEi404YaRE22HnCmkhz39oYKnH+o9N1jnOWsIZA+cnOe1KoGran3uocxBkEqU1K1V0BcAuh062X
vZICqkkgqdZLtchKsTOEDxItIqeQq4HGnrMsDK/6kkZmC3+ugSZE51e669YQqrEvqiynZePL8i0v
laratkkMl9VvmnillYFlcXq7aQE6Hwlowi31LUdmmH50mmcUXEOR7DTqvRONrUzWVCbMiv3Tj8my
DXXyuMbQ/V2HhYp3Bx/eBd8eREr3jWgnERQCujQ4RgBo6j+kcakzLmI3QaWIGmksudf94ZjDIvja
6TXg2bQmllgIXe+K5wH1I/B8I5hSHtc246/EpE2wL/Ko/R35EJQWAJYKzodcijczVYZjpA4swizI
8mjTFk3+0od98iyDeKQk0RXD94bL+ncLTMWaiFLNOfUDJV9hpzLooPtVUL3S7s1n0x3AEJqlLV5j
P5+OgkG6yRLSXRrzPQj1wAGCrVwERY1uS20AC1s5PKdcDJxFX020JkBclYH3tXb9KHgW4Lno/3Ou
xs+F3vsvUWL3A1jFujlTHS5zluIImabxVLvd0RCiEG96dWJuVA267iKnAPlHDsSZq0qM4bEeXBi6
MM4qEC9Q477EaDa5YHR1FFVQhx8g2WCJ+b0ecxvCZacAV+Vq/KGyvcsVINL0u6T+jvQOXMR2BZkD
HYO0U+WSFnX3iqLSYMBFDMNTkroOutO2qqjbmhDzADbCfwWNBKLezMcQeTakO16heLXlBvU9r9i6
oJ48gOJVVPwYuceJwdRIPJNn2v4yESnYfjWoykewJ31wB27J4z9bXZ/uLTRfsocxTppdMZYlq4SW
UsDaNSyA0DQGXocK/NBSVnV7jMbM+F7qgE4XEsMC9OnKjlK34kDoAVBkgZqiNFx9MUjSf8H0SOpt
4pbaX3Q78EXtUehFMpYePULnrTd9jUYPQNijXzQ2dPjU0YQskuc0eItcz8RSRvngb8h/UuUoyzH7
SoGM1o/ndukrh2567IkJ1CV1WptoqQqaciENP/jFCdBoC0hhvfMwoFpBw1gPnTvqxcLcAYVNoicD
VYCWaWZUA8umtgkTnag7SAN0Fkde3hFlFIRUiyCKOXDa2Kysl1bTDf8HtBXP36ZWGz4AnxIO9UWk
fVi0YDNyCpb9juJKUewqv0FWwQwBUS4tPXRpvRiq1JdjLju4AWbq/J4QVoeWLoK6HSu7MwnYi6G8
n2rJPwIEKyIgClK8RKbuUDvvO98+ZVpXFU90q+CYJfYkbaAEkVYeY5HW0bqRqfmtDr0hXEB0Dk8u
nSdieYBP33JtgNTS6ulI01wJhhRjhYEU2Wmjlg5A5sUplaMJu0EVnoXAVsDsJVbbknhfFoN2TKvR
O6lQbx4azYKHveCAK6PnBNqec7Rkl2pEaXUI83upGqqiqUdEWEgjNllYmK4NtLcxq59jgnp4uaJ6
C1x2kdiG7PoNEv2t0jwCx9cK7WwPDfyqrebrQQKnBz5g4j05AwoLxb0tQAaTKZJvCW9twag3JQQV
2OHBHu1xW8EtwtRihTi19IsfVm6NKhkgqKdVFLQ5xPTUku4mcFGSTVdZqetZAPSY6DtaFq2a/s0r
rwCZSde66w5Khp/eMxj10V7rWdcReakBMgoiq6W7aIQ2/BFot2R3o0vAQYvByNMvXeAm+Z3PSWiu
mthOvztoKqnnin7+xNbmkLd/K23SeWddDg6dG1uPHBTd+iBu9pGSyHGLLWSdImNttRReOg+f5HGw
ymQ/5J0vdjU1T+/gdLpq3cWOz5mpV6OfrDo1lP1zzZ7GOyKVlgU3A0WEr0Wjh+N9ZUeme4BhBN9K
J0GFxUVPFDCExu6v9QWAPGhZi5TdZRK3QiFZU/kolSeKJ1B3+ogG7p2CJB3mY2jAsHtGNArQMYoB
53i1M/CztNLbBZl3NxX6CrTmuyQFEodV5bkZ7AhkfdNrI1RihzYBuIvwxWxL64cOiYb7Iu+cJy0f
UzwodEqeAw1GyEJxEhLZcO+kJOKOay4i6Q5nwzWN9kSDijuMHWm8VMJG3t5jjx9bpW0RPOBzO3eK
WTq/er/wfka8gHHtAwxXKTRQ2Vk3pVX9SvyO8LEzAgqhEucwFIk6fjNwxw7mnKGPb/noKe5Oj3Kl
3NHE67+2qew2qWXp1bau3L49pn2J9IoNquC5dSj0AZ6ACbzr3RzWKeo/HWtFRqgFtqzA45hxw977
EgAQ4ElOBwSDQndNu7vcjclYF+usLrKnYfh33wmtfykErbhVqfv0MiHQpNbSZ1y59DtH66mUmxFc
k6Ix+p2bRf4roiMBWUOTOA/QWVE8wckpw9tUw/EbvAVY1cAEjL6ggNtkO473nDPLaFH/GX3/kWKX
Vi5I2ynXVSoZ2FS40sS6gon5TCOfBrUoYuU0+D6F29JLoK67rdP87TqrJj1lA+XrEFQFqTr14owi
Iby0owdF1EX4IcM/qqeGcm+PNdDpHmcYzAnQ8NHvG5HbgK29CgSFSoO2YEMlfbj2RV4xNc+txwdd
UgyFnF667bKrqE2jLqKNJCSVoWvnuBR9sLUr259oWkWhPugt7AIaCAp1u7zs236lJmRcS/JfFQTF
EILIklkFocRrEVqgLxcuvEoX2UqPvO4PAHpyPxfYqbPQfNkY26ySHkQS7utthobguEYdzHzyCzQT
Vih3tI9qZ9PoblyXxAmUHussBvX2UruFQcvYqaqVNKg4A6BTy0cEYALqWRAXygeJ0NjXIet695jh
6PBqYwy7inS9ad8GQeObavrghMS9dO3Z33Rrocui/QfKsWydBc0dNV2iCIjAixZSilyDPAHpKpAY
AHZBaqbB2CzN13xKe1auKQuPJ7byZO8Yo/tSqhLWM+1b81nm6rCCWt6eiraMNyNwVw80vVX/hsQP
ggd+CFV4hOpINkaKv+qaLF49ITfjTHxluqULKpARjHUo3NpageWEdAdoZJCEICcgl+Yj7XY9KePX
KOli996OY6UH6R2rqyS0kAtwNJt/dnITlbPO7MZDQdL+K4NsAFVd6cInfyxNHSod5JgFOORG0K0E
YbwJUdEXrDOnus9UzdVzqkxl+pQbHnWUVE2rv6nW5j8zSsM8QZnaJOlUDIafrZmUcm07RX9KKG11
iyB1hfPHUhUaSYIO/dbTIidZgjiqnxGRsHKY43ZCVlTnKXbRViHueqOkk1Klpu/tM6uyx5VDIypf
242OrLUN9v5em4SG1kPmtycO1jZa024Ci6ZxHChbkWRSHPOkGbp7+ADQJjoUSLR9EcAQc0iqQQOq
VfXTktLB9itVHetM/doxYMdC7JC9g6BUq2BaG8E19JVwZyUNVLDAkP4PeAMhuODK6eqT7/VWdRBN
P6HTWi04GHAo/FPUJIlxUFu3p20CoSWINqAZbBZuF0EM1OAA/wqoAf/A3Cw/gx4C801A0UpkghwY
j/yznh0kBAdlT9bS6rCD6yxeF/SiMhQhINJQlAhAqi1cYill6SBhHm3KmMSJnRXQG1wGpVDwhopd
273jlEM30hTKBCVCXA81mnbsmjOwfPRtWfi5jaSJN4L7q5dmYDTi5FX0DPwFfOKg41LzYWiUS43D
OnmiBjTC0ETZ3Nx0NT5LO8eMoCfScmvEZkQJ0rgfOlpvUyVYZ/Fy/a5ITUd/GcRa/btrCnFODHRg
46XTUOU5DEjuI0WVWir2a8gG1cU9UJvE+KYhKEEr2FSU7pESlV9+BTPpQ6iWYAmMVQjoBUyMTpOQ
2iC6KunXQLbWr5iDBgyIoEchx9ag69NZaDICbJPxqisBo4MJp/26SfKodvdxZ7Vyi1ZPWW2djoCF
CxEkB55ZYRnlIJ4tB0nJvgybuyxN4CT7bSkOfe+pnkOV2tfEzzE1ygc9pbr/TQLr0s41AER1WY5D
bT+FeV24Dw5USaoXuaIg5zsyzLaAdqt804yqzbBD4deeY0m9f+cUJS19ODA6IDxI4pGRrHTXKx5r
pU71fUNtwUaCSdefQz3wnNWo6gTXRdSB71EmQmRKM0K9I+b1wn3vsWN3Pl/lqS41skynrJEaSKTt
fyfB7KstapbNudVlUa2DzmpawMq14u1hFnvqMm+zAU4XVARNubcp3iPa5Tq+++hGuf4rzBWv2Od2
gUG2JRyyEAi+1neOlBp9oZqWHWpOnt1GFBuksGmhVQBjim/ZyAWYw6JL/OjO90O1/m6rxNvUBuDB
r7NgKMTRRJ3O32UheASE0VCPWpgU8vBXiUMvekWopfMmpK6pPmVFlWcnLFSQqC6FUVXnyikAvY18
MnUPW8gjZtcVUxRfjCa3aFQ3FUWPtkPxbZVUvpGcKZv3/Z2wAP8orbDgA0gjcyGzNa1BpIiN4wF1
2fG3YbdmADi3Dn/eUBf9rGSrI2EIlsRUsQI39ZleetQmmg3+qT6AHm6CZz1O1glIPAYE4qQuRsX7
4o3xpsm0vb2rl0u+1C3p2UnAdC7maQsdpXsEv+EPzkRDFcZoY+k1hy4uhnVbImdegoqiRdvlO1Jy
SoFE8mIb9UWzUSz5lsIi26utr588WAPuDcHVT1rfmo5FL4Q2utiTiOmkMP9O69tskLbxs6w50ItY
t8MuTP443jc0s268+U9K9f/Gwe8GeBVCPPbszWOf1ejQhZqD/djXX7Ll0O/lwVTW9VJqX4L0UK6E
t03QRlhmODecklsy6xfHp643mYnrPMF8fBlIPVPr5gB3ejk2xxEhCeJ/T91Cyne4O8wcqP1fMjEq
set8wuLW+0H81Ttlk2fRjVXwWTmWmpSqTi8dj5xPFiBlDfOxRczrQMPj5BUbukqHsHi6/s4vDqKh
/80qk5Y2/7S0LUUfg+w/aEbyCMjtXjRPofH8PwxC9kZlnGBFN2batFHqidoy3PaAvutXx9L+QOd+
tH1xQ6V4PhcWJ7cyPDnpUGoz51rJluJUqm3myAsFr6X2pMsXu7gxxHwnMISmgrpAYNckjNJmK4Rg
z6xt4odTmD/W0VPk/tWdn2Vz+m/vaz7KdDy8228BMtpjXGrhqSp/6sFv2zmNt5waLryrDxOZnTC5
0rt+H4jwJIMX1zy6xm8ju6F8fOtdTY/wbhZoefWG0zKLzj2b3pF3pYZPQ/Uf19b8XU1P8W4UvxVw
dVRGQYpuGWuoLdjfDOvx/+2DzA7AALi5AY4wPAkYDJHyBxU6+Hs3vvr83vn/Z0JkIiYnSVWbzYQG
c67kqhWeJjGrBZ2XO7WGz3l9Jhc/ik031+QgtwBLfXxdZALAYlGgP/n5yUaSNESzUgt+l90t63Vt
fphO09FNtqOQZOJCzBaxbFNN9YcoPgX1A+lxUD3YDXrAwNDG/G0wKfvQKEFmcTPqJ1d+i1CIFhjt
9ZT2fSB8DmpS16c+KdC/v1TnDyQ+Tr2vR2NQXB7IH/V1jIpWYOr0Cr1VqeQws7pF9Hp9wEvv+v0b
mO0xpc1cq6KqcGqdrf4jRaAwsWmM3XzTcye8+cRmG22UBVW3wotPETKYCdBXCFvAS1ANc7aosjkw
+KJ+I4HQX5/fvxU5f6O2kNwRQgMtPF+xjR1pKvSC+OSkygn+HcCsMxptAMrRf1Oeoyf5k1SjfUju
rIcE1R/qqLdU+i+9Y9uwaepMAYphzd5xKHyzGYCAnfKV36x9xVxAxUPk+9ZUp4P901RNzdIBqpuY
kcze8aDZLti1Oj4V9RM1wwWiWzFRvvbmLuSjsUGXCURYvLzxgucWBFLHKoPL31IJRyzdmh0JERih
kgrFcNbRg1BJhCrEBYxVHrZPVvdFy+6pLIVk/I3c2vrPvojP07cAQTGgMpXvSJs3ZpvceKpPG3v2
ULPDsA6CoUc5bDg38PeG/ksAn95Boaoh/dWyzfVX8OlQnAYjHhToszg67gMfN22OiKSZuLwB6T1R
OliU5Z//PoDF709eHOj4GLMbnZoXGBUzH84dbSAhUHpW3q6P8MmfaPqK74eYzUFpe9MmtxvOOWUt
y37wjd/M+WhE6w71Z/qqe5Qk2sK58Z3+L+OSPUhpEq44s71B0RAJvbQdzlF6bPM3VPVWysT+ck6K
jZrOz75BtbC4sVM+bUgmy2uUeANhFUHA9/GDVTAiCprC41lBk7hOQNizJ4E+HIxb5u2XRsLaTCND
MiifqbPz3C5ct+y8Qj0bHgreKBO54R75aZA2h+sf8NZA8/fopH1keLF6biCpH5GLVah3IcDKxo33
9eDYq/9hPKlT4P0X+tuzO3ogOyWL69WzXkWLuH52iJ8QWS+S/fVxPl2IOn66pmXoOvU1qeuzT2V6
gFsATqjwqOWpNqNtXXzxihJlHoP6vn5uM/X5+oj657ODISWxDcoLhOjzAy2BIl0Z3aCeZYY8Z2wo
PyvXsl+SkV5BgmzUvWmI7K6i73NnVKP2m3JRsTMoo62QHK2OSUhPZNSgmS5cL0zu+xqwNCJg5h2C
FIumzr/XECdg+Jr1rkXfYFFTO18qnXJMbDPcIw3pv8FU9m/stEsvUkzGx5rNitfN2UoEjZHBY9DV
s9Y9p29hxDm4HNtVXR7zG0vxwp4mE0RqkNoAx6E2dwKjnq9kVe6wvRCfjnJtk1vWOhjvhN0vc0Ra
eqge3Yg80Disr3+7z59uOkYcBK45JCWB3ceNnVWRju9DP56lpWwg0SMioWza5M4HAFWJ79cH+5dI
fbhvdUYzhI3nn8lf9GlPvgvrI/RlAFnK8exVqOBAUrn3LXNnhMk3LaF9hmAuIlv1T+T8t5BvVrUY
v/0vT+BQq+LL6oKk8uMT9LoJoBgBh3NVKSyv8iulr73br7rQ3MP4/Q7fFDizZUeLhsju+uCX3jV3
PsaAJlaSBFcfx24CbwwrGqdnkVZf7LtKLp00fU7Gv3a+/X8aae4C5tO4hAFg/fuq2cKAfExL8y4Z
473SQRWx06/Xx/t8lk5lBqJiylMmF8Tsu6YC5IgTeeqZGd41lrtBTRdyff5ktzdGurhVLMp4rFoc
i8h2Pr5E6nb+aKgJu/JUWBnY+V9h9QUjpxDWkOLiSx2r6yKTt3boxRm+G3a2bhBpE0lUMqwiq03Z
boO6hAOQH+LQ/eK6OrDcte9VBy8vEdtdIZfUKN1d4ETrnAJnecsccYpL5/uI85aKljRRubJmK6nX
szZD6FI9p10cbJ22/4tjS7frI5jW17/spTVLDmCqjoYXjDlfSYmemgACmbdBCyMaUbrdgT3LuxcT
Guj1of65385n9X6sWdA2ln1eGHGknjuzgTiDOceSDt7OUNIX+tLHThfKMjT6h7EoH+kL3Cej8ZzE
2BUjC7REqjdcVwl4UhOd8oV0kD1KNQErRj156O36Y/3oBRpCcEo5rjIqTogEUNt2td++bW51EGLL
QnfXVtuBa9WrW0ff55CXbhfyAbaj6lTLnNnkJH7KIPhKrmXdRBpW1Mcmal5VcwyXSZzmSyBoP9GU
3WeF8Z32yiGw/bu4zHSomGIHtHW8cbtdfB5hmhbFNdPhqT7uI4IvKqZuo55rbtNFZ+rhEniicWOU
z9vG5oY08Q/B7pga7CzBKqEnK0J4+tkuAYXn+kMijyO+UcBR1d315XNxKBPbWl0lxHLU2VDgLseg
ocrH6iFrQbrNR6aRfiaI/+sDfd58zIlAh9POoZY/jwtQMIlHa2CgsakQh9CLcVtjorP1MuHdiOUu
DmWp9Occ1BksfQpR3t2XijYkeUOYfC5ps/2FmRIsvaBLf1mB9ev6pD7vcyY1BY0ginTscmfnm0D9
1nQ8Rkrp+9IZXsbtHV3bBMGeLL5RbtWmyOnjRmcwXH9tbJSxjJ9nE1FsRBXuCDq92RzlUcA98gUP
m50hv9Tye0KvMgi+QrZC13EXQScT/g1z0M+Ln+6cRazKkWbT/JitldSHqFR0+BHYA4hZwoCEpl5i
/Q8LhVhfGlz3GhCx2SgoKWl0wDr9TOin0oA3gC3p6VJ/uv7pLi3898NMf/5ukRglvF+sIPVzFnNQ
3CnBI+KRQE6uj3IhduOdTdc8M2Ldz7tXeTXmiovy1TkUfwYgWEr0pUa3MU12UfwHXMTCSF7rFCjp
4/WBL+2B9+PO3uKQU6UVctDPHq0pIzHuZbfT8npzfRRNv7Am3w8ze4vCykU3Jpp+TjMI1LYrVhmW
R+uqpEY8gc8wDqjbPbFyeUQzOLhD5y45RDIKHgaY0DeeZhpstkFsjl/D4Hzm7Jx7Hxt1Cru48+R5
ACBARkp+hJjHwiulWKN02qyvT34KF2bDOZIMzuGM5svOh3MptluRgdZYG34XiBdTUVl6/aOes2Jr
CARec+8X1Y09+HlQR4XXaxq2RRGIUPzjsgWx38KWieQ5KLSdki7G51icu0F7iMIn27pzrBvjXfjC
EOMNh3AJf2Mb08aPAwo37IFudc5Z15p1gdBAFTwW0R69aJSvykXR0t1uXgyhLSXUQg6PG2/5X6z0
8TWDhbRhfk0nH7HbtATfbVQHpL4dGoP/mDQ/TOcEM25hhFsN5E3ULxtQBD1ib7xyxNSV5BGY1Dgc
JOQMdGcKNIoaK8H/7rdjFjcqE5fejLSJ3B2BX+Hkx/zxwTIImiAGNPccgewHsaFWxFh34F9b8Lc+
Bo6UD+A0frM2wU0P0umtz14KX2NquplE87acXXHtKGoAfp732DX617zc5/iyNxvKUIhtH2TTrx10
IEsFrRtn3GbJwQzOmrLzgurGlrtwKdGaJtAlgcFShUT140sA5A8XQ4u8R6hZK2F+VUdy7/I5+6XT
lT6AE1Qzb4mkx6rL36R34/qdZjl/C+8Hn72FPDUhsQfQYaPU3hQDaspwux3jO9rSyxxwkeZmNz76
pfdOy1MI7icVYePZbgjwTIC1IrxHlGLgNwWAZ1Ctc3ZoM9yq5l/Y6VNwwbYDwGTIeTUfm6BxkIP0
Hq0DGnZGsE/7o+ycRWxF66x4U+xbG+1TMCPorwNsoMZAmqjOS2CgeHQLBYTwcRyO3i429oN3MMK/
Le80Cr80Bu1RFLHzzWB5x7ij9rfU+l/hClUWZakrW0e5r5BDdVFQLHJlWXRbOEI+WsZxGNyIjz8F
Ih+f9F9K9O5I6LBwxEOsCx+r7k3gd9v8uX6yf7pIZr8/O3KQeJKV5fL7Rgv13y6W0PWK4EfbvP33
cWzdolRmcX2IeURnt2WdDuMQPtbdq1FWRztnxybW8Bh4nXLjnV36urbBciKu4tpSZ5lLWphdrUQu
c5JJulX7LEYIsCCNGvNsVw1Nu4d9dSMI0T5/KDpERKoOrSLHNMzZi6wrrvu6irRDkoAd9Um1rUcz
XHnfxu7R9O6q5FGnbia+4PyBuaOykIp1Y9oXnkDX1OkhLEmcPj+kqyCqdacvdOgfzTEpyheMCrb/
9Svyu1hTEwU47Bx1eoR3q7HBuKFptFI/hBaGj8iOqG8y+WvJW323S1PRVY59TgQBGGp29gjY1QoE
dh2hZTDn0aYybyz7f7/w4TwFnvd+hNmNBhHZk0bECAoQvwlmP2l936sujN9snbbHqt2W+c8mVfa5
+WoXK0wi5Y144+IkOdMnJK9UxRy3ohuKDJLA1A8murajiqtwuLr+uT7XwqZZUlPAK1a1NBAqH7+X
iMEXZmYoDknoblr/gRvbaVPs5zK43b+d4GjjTSHy5MZV+ek8n4blhqT9pOM9P2/RVNij2aNIIAUl
yzBIQXD/gfNb2/vCf1DC+yJ7vT7PT5cjqRpAJotSl8oRY842vN+NEb6StnPAe20ZRrDT4nyt5zi0
o5pSIMhR3Jjg51hAWI5tGAb9WUFP418u9G4jREWY2xqN/oMJlV8pMc5x0YnT0IUemlWKUYZM72Ca
LBQE87SSDpKCtIIRLK7Pe9oGHxfxx6eYnTkcoY2HQL57kPqfASOl9FTIGzv+1hDi4wpSdAmvaojd
A2zNTRjvne6uQ0Htf5jHJIvF96NuMm8PEf0PlGxa91B5FUqb57p4aJwbKL/Pa1Jq02Ywp5RCA2jz
cSIG/jVaPI7+0Y7uzG/aKRdrNfxdOac4xRq1/M97++Nos9xlwLJjKpf6Rw97o2WTQJlXKhDc19+b
9nnhT6ExEbkQFlOa1+j8zk/CXAbwOsd0n2TPAQ7w7hJ37KEYID5/TTBagQ+/hj1bjvtO4Kgk84kM
eILftg6tdu0O9o2H+hxRfHym2dQLPVfqqPPCY2g4d/iHiM7Ze/Fji4b5jdlPa+/j8rchVTJvQ3JN
EDt+/KQx8tK20UXh0Q7qVSFfcyzz/IV78vyV80hAdkRSrf/jmOfr44oLM9Qk+G7QGaQZpAIfxx2d
sMapqo2PMXqfPipzC+w3FhZCGGlz32o/tShdpr+FuQ3xIkGkDkHNhRLvECHSFUTKF9F3WFp2c68o
6w49vPA1psnjw3aBs3PCyyAsTvBw4++ipOO0tNVXB/2P63P4fPeAnZlqoALFdSpss90QUqHQi9KK
j0Wc/baBbxhQ7q4P8fnk+DjEbB1gwucYNa5cRw+QTNbue2s1lDcKhbfGmFbIu2NYtIE56ANjmCg+
qvdVsNb1G/C8z2Utbmaw8xIWFC6UxvzgUFE+NN0KqwalLDaVPGvls0FCBFkd+uYqNvdQSxZdFW39
W3jQz3Hsx5Fnb9Dt+kaMWY0Dof38XWQ0jmIcXncVhJDrn+pCnPBxpNmKrmjEprnXZEf471JbeTYe
N4uAlrK9rQ+Iafs37s+LMyOttG3C1GkfffxuuUiS0IE3d0yMN6UuFy2iwnr+VkBPC9CxvT67C9vV
ID74P4PNjgm1N5LJ9oLJwa2ATSyaHzLbAq6/FW1Nb2l2HjEQ1AFDo3L1CbaFkulYRg3fy+8wTND2
ln8Ho1vWgOLCAypsvXXGA4EGftYer0/x8gekNgJeiogSIsPHF4qFRKNlSpEd0YYvffR2X7AcLTOI
nS9SPZfuQx/eOAUv3T0UQoBE088lGnKmb/xu76lVYIOpkPlxaH4YfxKsDX0XC75qXSkPY7azurX7
S8cM2z50pyFyEGlf9v2bbNeW5a2vT//CNchDWPTrde52qc5mH+KCo8o0zY9ZDnvAbJfR4C3BPob6
TvfyhSeGG0vq4oCWIQF+EK9IczZgN9SeT8EyP1bmNxD8S7U7hK63Cq1jlXVgMW8Md2EFA90l1iSp
BRcxp6YUclTQi9FzLPJ8ANWYyFPyQqgobG6Bxy7cCyar10LkburHzQu9iHjTJi+S4gipGX20cNlV
N8KDSyMQf1FPYrFSbZ3+/N2y0fMGQrlIi2MVJNp9Dw1qjaDGrQPm8iiUKzmyiSmN2Z6fHAHzFDWk
Y25XJaI4uXaGdnwLG3NxFOAa0xKgpCFmcwGjmcRVNBRISqDgmdxPKurXV/aljU3Zk7KrY04dPnW2
ywI03yvfCYojlj0LAazuhESjWm+dbeodNG5WG+/Q62N+ulTR/KIda1KIY3OTV338QriCN3mVsgZg
ymTLErGynYUVy7o0ZLu6PpQ+XdAfjszZWLONhIU4esheVByT/ksS/v6DiVm7rFdKfT/gCmobpwqC
f/7opiusrs36FH7n78NPJGnbF29foRjp6Tem/7k0MHumKZN4t0I7JKW0wuaZLPGt9xCo2/vas+K/
YRlAsXuBqEm0hcvvIRkybMcOktLm+lv5HHJ8eAKSoo9PIBzRA7TkCerur7tz3b+Twk1xGgUqLuPG
lF+z8atWODdO0U+X8hTNmqw24nedk2323UWu1vhQNc3R7pJ1bj222p0u02XcT647v69P8dMao9Ei
OWdAAtFzoQDycYaBFE1RWFZ5LJL4Wx55mzTHiKJpvl4f5tPBOfVznH+gI9iaVAY+DpNCGzTpxZdH
DA/XmXgOzHzbZYcOS8/rA12az/uBZudNVPFqk4aBwEl8wd4bkrRzGI3sxmu7MB+TigNJB0w5cv9Z
RIiuSw69O2A+SMZi5Gj7LzLfZIiA/ufpsBA4Obm8SMvnF2qOwLaNM0Z5lDSZqvAcrEey5OtjfF7l
JqsNToozVeBJQfSPH6cO0fwyNeCdmqUMh6wtBD0+rYQoMmDrESK1FFUuHkNthAwjkjITyBGeOeqe
m+tPcmHhgwSnu0X/mr/MwVJqAtMyh5x6VGW7wKtnqwa/IiNdujJYGc6ttPXzmce8YeAYE7+P4tH8
Ng/TcLIJ8GgT52//H2fntRs5EmTRLyJAb15ZXiVRarXU7oVoS+89v34PG7uzVSyiiJmHmQGmgY5i
ZmREZsSNe0fvZ1Ywq+FvFZnS2GZ8VLrsKOQvaKi/9/ne+tbV3gEtWohrfPGoye2G6otuNDYQ8rh9
tpCCXdmX2y7k39/H43BC69JxmzlZVEZwH9MKcJrSOtZI4+k/fcQbFOWb9ABnYvSWGzb0LYL4EEeo
fyunvH+qfEYRIP9Qn0rL9uNP9zdoyqNXWWL6RZBHSCqQGloIM09pUA2uYc0kmw/FZ6ZeNoxkr5SH
Fg4w0GsGL3UVhBDJ9toZmXTx+7QraieXRtSPH3rouSJ95fguONo0FACSVtGpbt8k86YyijGqaieL
HqTxT2FZ2zC0NrI/KYysgWgWYsWVsVlqjSHb01O9rB3oyDZyw+TXzzb/HegruLWbq7CmsCckDIVx
L4vccb1w1JR6KBeyxtHrHwKSQCbzRhLIfOrasviuUXy67wvytNkzZzAZYuM5p1CDwSGuDSqdlyuq
3jWObx6UOtzxXIXzpvpSQ/6jWE51SiGGMXbDz+xNPEen7M1q363oAU919HOlHu//nFu/mTrT3DAZ
pgXCo02ue3FZiBPkcWM1oOGSvtT6bzN5DOGe+vc2eFNKuAy0vDetJV/NYgH2sMYp0YIKvOc0izd1
u1LnuD1jKvhcTgB1ITBef5f94kN8pVNzCluN0yhwg9ZS/ywjarHyJX/x29ebp8q8Uk2iPXSidJGu
lyswrKxsFDQqYjV56t70jhtcjdJXsfGD98T/MDb5F7GHIapyH1ARG1zkkFQ0GFTgjzvvzc93Hfx1
8VOGnFrxEcK+R/Q590hnCe7r/UVfWA9+Kb085q+IPHO/hrxL4nJatI5rVsKpjluUFqrh930jf3ty
t+vx/1ZmsTYvS1QroLJykvGpgZBHRcGNLKB+91/UBF1qRNWQtLayl15MP+V/dH+PqponxytevPCx
TDHgXVMhmXHw2c9oM91F/rQanFBG6reF8mjlQxeOCWpHXCWUKdVr85Kp4EOOIVTy4FTIx+sQDDPE
Flf19v5y3oY8dEJ17nwQLxJe/2beCx/WIRnPxh4SYyntjxBQ2hpqy2n6Wc5XDP3N0df7RuqGLIAa
ANMYuMe1H4/maKA4nskOEnzRJjUC2xU+h2iYqr81cZcg1AT823A7O37N5E9ltYehbx+l3XPgAj3m
mQih27GFsnDYyWuI7NuITGdq4g+gZsAlcd6bKv0k0AHrqM4IA98mGyV1O8IhjZ51jmKCmuhQR4ig
VULI6e6v/7Jl8qjBtZu0MHtBGGbGG7nCcknlvaM6jnKOLcKGeMqqLwGKvffN3XotZX8FVAEdEO4H
1iyYmIYYCmMYqk5QAhwR8n0tBCtRcSHbAHgC8sOsKbGRXHe90RJKxdS4LNWp/V3+EjL2WZ9G1BIP
ye/YSR5zB9b/SLa7RxCiirqvIYeTXqR9sJU2MIzf/96FaHH9Y2ZeF7pWCtWxqTrDBxFKbP0sqRt6
74B+g/5Uof+yT4q38ROTM0N9lPdWc1r5AbcXmAn+BTwNyDGvgnnBIzOLbgAcpTrwc9PG3SjSh+Ds
Gul7Hsq23jzE/pPcPETmgybBbmvCCr0PtR9h89r9uP9LlOlaMTuA/BICp4x2HeNXU8C5OOqCVhiF
Dhe8Y/w0Y1rYtloj//0sbIIXLXhGbK4RDknxVJzlB/9BdcIP+nP5EL+Ov5nDkG35s2QcaUhZjLps
cs7ISnyYPG/+63jbUB21CKn09q9/XVRWcpaH/Lqh/tlArl9bHxLlzx+13ZZwLGf555XVkJfsTUMv
cJgAC9Vm8dtjhk5GfUNzlOduIiO265d+3HuvwS7S9nCcxQcYi7r+lV4kklXeufhkSXv5qf06Quf6
JOxHdSfX+9H4oOnHFAaz3Bt3qN8eAnVthuM2EUwzsf//S6cvudi3OioRj9YTjZ5Ga+uQNENxoalr
tenpe2/Wn5qcqtOwoX8zKy/IvtR7RtVBcAGlUQnnmMqN5jWQkbBGdYKRVFWtbZTV9vru/k7cIiWn
mV/uDSaoFZVq9MyyhcjAkAit5gTFT+0suNtU2sIE2SKSPhzr4HmAY7YRX8dg5ZMX1/XC7hQrL9ZV
G1yp0apaIx59KoO3lB3P/9PemSCA+DwK6n/P5IWNsu7gYc1GzUGKyhmN6Nia9QGC95Wn2FKQocj9
j5mZM1NERYmy7zVHi7WD1sX6xhjynyWFjngSC4ReNF9JJAt5a0of1KHYOxmc6/XiSTDuxbR0NCfO
v0blOUBoO9KQK3Oh+AxA3QorXrL0hTrTGlQAeMmA2Lq2l+kRkimerjlwFwOe/qzJ3SF0P06i7D1M
xPddcilLTuAAHs9ciW5nb4OyD0RmihyTqhJ6bpaxy1KmGO9bWahq0ICnXECNmrjHLf/6m/xGmDTG
ZdXR4d5OzW6jRa9J/EmFMkVUdzqOAlJXtPtdB3+hgQTujyjdF9apnuQs9pbyFa43uxY1u0l2Zrni
Uotp/C9QnmajpdysuIaeQSNHuuqkYfyABLPtAtOD1r9Dh8HXZRvq+I3mChvXhVx9/B6Dp2+qQyJt
FOXNs45gwCzVdj8iZ9E2j2jTrDjEbc2ZsMH0k0FlzyCzzudNymGsFZjzVUcCaK4pyGvaXVkd3S0U
g9/dLTCORnsNXjrB3A7iOzxu93dv0SEvzM8csld5auPuXBn7BIUyf+h2QVgUSOYFic1qFrysB2Xl
o5ccE5SMAQbXIkbPgd1QrRmdMZC0XBlyeZpf4RZhqXj/7z8NpCLJmKfBhAC69kvw/G1dIRgORAZK
/PDdGM6dUexb6VkKwpVlvAWBso2XxmbR3028sTIHVXVg5t/l5QO9Xtl4V9O99AM1eVXdJe/Kg/kY
5mcXCsn7HzoFqXnOu7Q9ywDUN5UK9VNsx19VqFu7ctv8l3sNnGTsGv0u2MOm33CRASKYKdHeIFB6
w7esP7ZTokETa3wOqrOo7UsIRO9/1JKPUI4DTEj4mrDa1waL2iwghaevWrhIVUUPnr9Svrp9MlLv
pXdMUY57K4WJawMIc8ON3E4GtPPgQJrMbfobLamV8Li0ORbQRCYpgejezD+PhW+mAez4TousWjM8
tMoxQ83q/mItfsuFkVkIFrS6tHy50p0evzPpEksmTIa2kX2/b2dxUy7szG63lUFlBAEC3UHlN4WE
pgL4VETDSt5aXjJjAnchwM2T9npnxNJE9KHtdUfREGlSHyEglJS1J9VS5mfSRrQscpcOnvPaCBIR
rYc4g+4MEJhmn4D25O9Gj5AbT7nsx/1lW9yeC1uz4CAzJq2WCCA4nnUef4qMEzA1I1Vrl5mltwcz
mn+L+NNM4eyMSm0Db61f6E6eQxuqnKpKZMS12Pb9B5Icgt+2Zb3e/7KF9ME+8ewgvjK1Oe+2m3ka
eohi6o6FyOnZlPwCKTnpMOb6U8WbmjnqYMXiggsyNozoEloDHOA5AANdPCPxBI6tUkqfpZD3cFu9
3f+ohe26MjGrLhhBJqdiE+uOFKk2jHkC7JvquE+Sfz1oA3MOsB0uZxAZyqDirn0wHhEMjCQMFcUv
em1+wUhtv4JHXThMVzZmTjHWouEZJTbq6Bvf0hhHqV9hQFhcL0o/KrNrbOocOmLpQxujikr0ifUU
VcvhTdd5eqlCFdsRaKj7u7PkcoAXASlouiFypbteNNlLk6waO90RED7dtRO1vzRCyuFWvnjQksA/
QFO1coAXbQICZLQVuC3t5GubCQohKYh6Nsqq3+qgNzeR2SA1S4VRtQa71RiHvP+VS9vGJ/5jUb62
CGe1LgGk1B0THG35GiJfHKxAxxZNcHKZlsEFWc5rE13aJzBoSrqjjs+d93EE+NeZK0dp6bTSt/7H
xuQ6F9cGy6tKIahVQtLY/eyl+idkNrv7K7W0N4gWTo8q1LWA4V2baCskFofMYKU0T93LXqwfvCT7
kiO8Jjdy8qwDkdveN7nk8FQyYGqjGc802cwk16RI6ozYcDTjfYhP3PqyMNzIWfTvEyGjDUxNQYgD
KmNe5kwGaNRLKTBIt+CkxBRS/7ilI9KhtbLib4ur+I8pSujXqxinWllomoAzVOXHUG0/qb382Qik
Gl29QUOgrm/39xdxyf1IvQy8Uqu5he6lyBv0sVoajiU8CPoHUfxtkRnv21j8Khpb04AheX5OqyMY
kTa0XmY4hQ+ZBvXklypreFBpVIKUlzE83De3+Enm1OJSIBGiTnK9iLRZRjlwa5jeEkQ6B2SUzO/1
+H7fyEInDXwe1U94ghRgC/osGBmDryJ/0xhO6Q62351Rvm+J6sOfvn5Bi7c195YJAlV8KVDHqVEG
bjYIFKRjZafHQHjt28guOvRE4VIY3O7JQznSjbdV8yKugXBuMWwkOMAqXH1kGuw3g9xdX5dVWQ+G
4/oJoCll79dnOFSQIUX7AalOvRrAy8rWf9gHg01QYc2CWGReZSk7xWQuSDEcqZt0SY36gyCkycGl
RLDSJVjacUZlmb8ALyfDW3i94xSUUi1m+scJRv2N5POml0aB0pEsrnjy35vU7JH3l7IN/jtwEDfk
d1KBHlzuWYYTIzGtNlvry5D9ErqDVh/c9KwnTuijj6nz0rVACf4QJEBVmV1WpyHbqZ28acd+H1Sm
LRVAeoSzpZzAvGxz/TxURyU8myEPB+ar0fNTGJLxHxKkX5vouWr2lQCpD/d8yAZs0Ql0aqhJte10
14bURMuHDYra9118KWtM9HT/963Tn19kDSHs637sDTy8lewwYIpsrYG0FMFpIdDHmG6vlAiuLVRR
lOOvnukY/UuNFGwcvJlKusmalSC38MqA20ciwFEa1hV99mBqC7k2FHSNHcX7Lg7fJwU6tJCK9Duj
+jvVTHb3F+52QIUDd2lvdnUNi75Q6hx7hvlD9J5cRnrjo151juGD0s4LWyw2CYoZ8dY6B2GHfMXe
TU8+EiQM5NYyohtlD6nyThlQbczP3O83LoMByceq2MbS1wGaO9fbJMixFK9x+8lsP0YuKjnRMYKm
4f63LAaPad0m0BtduDktUt90mVdoienEJ7P/Cv2f7VNIPKnHNjqPqtOv1NGXSjjGpb3Zlcs3It3y
C+y1db0Zs+SzZn0WG3+jP8Mw61kfcrOwM+YUxmCnRx8Qo3G1teGcvwlpfsovf8M8g/jMDEwYMQbP
n0Uf3Z6PhoxaELpwEpSrBzB5svqBPLdRoFFGyqXrd4b4XQzK19I/5r5rS6uw7YVXJT0NUHo0VUD9
G9NRujiMNaRGZRDhUh377ygFr8jsZ55vdLS7vCPD1SvbPh29myXAHN1GbgVUTK7tISiBHpmXm06i
AXveaS/a6DCr339FUTypbKgOq2zlSXE71MmxmWbU/9fm/E0x6EiwV15mOlq/ryv93MKRoyftBtit
Xh38odrUFVTgwMnP8CtX2Rrweumecml/5npN74W11mG/sPIHRfiCAJAhnkR0iTV/jaNqcT+5n6B4
QO2Vytf1+oaqj6K7W3KsBslminBjVduYe0NonAX9RVaKTbRWPFw+yhc2ZwE9VnKlVACaOIqyUw+d
kWwMFpciO10lJBU+5++S++e+Hy1lZvoaXJ2ZcgMtNvtM2D8LRTA75HQ1cVunX0Q6nVn0dt/I4r5R
b4GzDe4YGkjXa8lMvKRmpWk4YZhsAvnodvEWFdVarTaCtzLxtrhv3GN56mDu5obuC8i1pR3hSfNT
hAnxiyE6R82WG9g+GvpvUYksZfrl/gcu5S8K2zItvwnAo00LcHH4RSlrqOBj1KwURK4TG27vQ2Mx
2JqhfSi937e2uGcX1mbZsqjLKCw03ETnoOfyD1X+NXBTvW9k8f5MlgTkjMYJ3jHzjMFKolQWfAKa
8Clp0BfSf7TVqenePO9LXB+Rz2kACIgBMfYpTJ1EOvboziUi7ADGj9B6GqaRj2ZkGiHflUr+ufbq
QxkccvOQd8f7v3Xx4EyNfQY1JV64c+Y6TxpreEZa05G8na/tsuyQvEJ8rPG+8EEbSa/VWvxd2vFL
i7NwbySqF4aQoDlBwJXdG4WvXgoXC4I8gfGzjLovHTnn/leumZw5WeNmTRgPmByiaAdnP3Rab338
nAHb9+JupwraylFaMzj9+YVXo5hojlXbTwYf3IekCh4j91fhvRqBvk2D9nj/85YOLmVZbpr0TSbu
gGtrWiMrFexcAB903kDlWTKPnWDrQBAyW4KXe40EZdqhWQI1eR1amALKzRzUtT3JawdLliiI4Dw7
w/sh59WxNkw0fauVo7QQ/q4szdYxFnK04Aosxe63Wizt6YKJQto2jniYCivLuPhZAH8s0MZE9L/X
t4tN81rE2sLWN1BqpSHkh3tVRtRKh6NPXCuGLIH8zCk28GKdaAOsKVBd2IqQs/aKgsIL3a4gPIFn
G42Tnv0ct63wNep3kZ9vo/dGsOsfsJIFFfqh8kauH5qT0r8N+kGO1krFS5GAn0SvmMcmd+G/P/ni
JxURIoBCAkdmgrSvOr6X0qtqonn/LReSk5G9KF72SVE+33fdxQ2+MDq7l0QU0/Q+xSgau+hN/6bV
v62z3w1wRwrLK940nYMbvyUeUwkn4VC0uV50EVHzNGgwJgaJvIljWu5CXKwNni260YWV2eloxgBJ
4DHnxS49QKEJ8Xlgtgx8dJEdoAN7f/0WjfExk0ARray5mMEoFWGchhU1rvCrWRPK1B9V9VkW1vp/
S0unk6LpMU5A/Jt7CKRVSptQZ+nNt2B0zPrX/e9Y8oMJJMJVB+5XdT6GURqtWwO7MxyoT2yt+Nqr
sW2ln9CQhx72+31bU9CYuwEAzmm5wHjezGMUSheGoShT6FB3o1zamfwxHgW7/VBRy4lXUs/fvvUd
a3M6BIqDsQwEyEAc2jwp2ZOYSRs1/FoKJyn97iv7yN2UGrHGj89h7G/zUtrF4vjQx+UOPijUZD73
VbcRq5PpfzL6xHatZ7f74Ge71t2ggxD0aPAG56h4kMTThKofqweGnk5Q45jwxWevIO4ZGrNTAUhi
+ghnTDPYQvJqICsoD9v7K7uQiEB6/LOy88IhTCtuwOSV4SBC/trVB1MXNqC6gOiewZJ2p1paq78u
+aXJAP40uEYXal5V7iz0bCMK905ihJswFZ9MIT/d/6ilI4ZLgsSedCggvr6OGvAUNwOD8YYTZSrC
grFsbVBflG0x4eGce56xkoZup98pKTKDQumVch/V11mY8qFeUTrZpcjb75TGhpw+0c+Rf9Sbkzie
2j7adE5dwWbzINKMH+EDAx5BH3Gw67WBraVjOTFvg++aBuDn2k6Rqox+N3A796rB1vuvqvvKEBuK
1i8lctT313kJgkwPgsmNCeXIbPA8J1rGkLGfvBupG1KMKY6+fxiN48DHobsOFJ6cEG2jBnVdux/5
n7CShm9a97byQyZD8yN7+UNmG2CZCKdLZmE6QnHU6+AoFDudDx9eM5grrAMP2DT84yqbkqv9b2bm
hrW2zFK54GopZjmkkPo+RuLUdPz4W2bsq6o5tQhWC9re0Oy2+zABJcffOeq3SXbq1/p2Sw+YCWsH
xJ96DK4/2wmziVsha2sTlhsGn0p53yTjR5VmaB1/DJVn2X2SUTsOf9bJH01BGvw0/ByhV9Io8odf
xWDY9LktKZVdyhqdgMqW5F/11+Rjb6wE1yWXoTAOfodargg8anY2GxVVS6+oTMe1vvCE8hJ324KW
N+Ew1wbkhNUIDeYzyrf+i2Klm9w9DuMWsOlWWluzhUAEuTqXXv4FvFSfvflaT0qCvJN486HhCENX
vEZEtjDT+pe+fdItmnLk3027uJ/5npLleqWZTm0eGmNrHYX6g6Q9TWOTxYdcV+2iOgdr6MaFozBx
xv9jdOaIXRNUhZuqpmOlb5r1Y6rJ18p+5bxNazM7bxMzLi8U0HrMvUxre/FleEmbm5lAlBHDYqsn
UErBtVzs9TJ7T2vX2LR+H+57sFa0WvrwCO9C+SSGjflBh+rQlnLrP5TLiMBgqthQtObm3OeVXKSJ
VLObtfAkFQf3RdDOMTXR5PX+py9cRSjsgDOB2poG+Xxqs6qLUC0iljeiHiFy55ejM7zj1IC90aP1
thLZlnbz0tz0cy4WekDE261KhWJL8FTL3/MARttoJYyvfdLsSFpClDfjwCeFDeXUzDbzPcrbtlzs
jMfwP9y1mZFim9A14uU7J4000SKOGjWznISJmEh6UxrdzoUvjbzmEEvg+ytLs5CoMsWdRWnKEKic
f44BzA6xnZbqoXL3RoeQumUbxfeq4Rm3rdeQZIthDopiyKOR3aClNGsmSZlSWU1QWI58UMdDFL3E
xmuK7pYiP0eSRavkpDWvtfWQK28CVDHhu8KsULNyL1m4B/191VOIhN0SRPu186iDqgSVVllOy1ha
zUThiCaeWXqbylypnizcOujMgcCZRud1cN/XltJMDupwFCzQu+lW8x6HpLHr8CQFH8zu0/0DuHQi
/t/UDR1GCt1ab7We6yQiUurM2DH1RA/zvpGFGx1xTeZGw3AD401zBEnmBuEghDhPEH8stG0ab7Tm
i1Tx9AievO4U0zQNTl3yzRDolBewTh/d5gDYoxaOa8ygt7tIeUPiasl/SCTzIkcMqqRudU5MnItf
M6n4IoQKNJNGt4+Vau3BvVBTYEiJYRmKi3AoAci+3kmxkMDmdBI7KWkbhqjzcrrQaTwGzCDfDPFe
tNV8d3+1b7cUm8B6easi/Cvr8rXNLqLM3Neh69Rch71638j+plvpyi9/2IWRWbqvankQUUlxnSr+
E4av1j5NbRhb9FM5/hQUcZuOay/w27gKTxx0lQw/Ui+HMP/6s5gFG0SX6r3jK4C13K9ZoDulpx5a
/1ecPtJC//erOO0ac9vQ06GHd22uVXOfucXQckSGGobxoZjkB1ZGJxZX8dLILKhWCoN8peJbjqo1
O0l5RESiMixbruVDGn7orc+6+2sQ8pUzv3CTYinJF6Cz0Y7j7Xj9bSn5uIpGzkCXOpkcPrhWsYXv
zy5PzYRoMPadD0WvF0BavZKAF4Yxrk3PltVKstoyhdJySvpSffT+oUe+6dijNGq74SHdmr8s+B7N
dm9kO0Fbs37b+ZysM7dGp5XvnschQ4VXLfan9ZbSxk673yHgiydFPqYj2Wyk0LlRPO+9WpXiWXJe
qqqUpicC6xtOnrBIlNZLyR36u9apO5KHrO9a6oyS/HVVJXphIgeFSriz4P+jocy18np/4edvMt2s
8V0TpriA90egHQrxS+da+7L0N2a5d1Vig2RuSpen5WD3ypPRj7ymtGozBFux+SWWeyOmKASJSnUw
1kbqpm2+vvFOvxAKLEbR4LcTpyh9cREzJSXydH+0nFTXX3zB9+yy9FbulrdZFBtQ7EPvwBTzDUFz
JsV1haSF5Vjw9VXMhob9a5W1dsFTcpXYanGDKRJMLQhmeI3ZDYVhtMyEzBK/rpRNJJ14gHnAxkwz
sys5tUNmjRThWYwOAWItgtxvTP2AXiOw8WhXmch8mG/esEalt5DrQN4rFoP0zHkA1rpeZTUufdUI
XLKPste1s0vFTJJPQVWvxMo1O7PQ3MhlNRYi9xWhUZ+qID0yKvGg8lIKVwC1i25z8UGzi1EgZUlu
VWQdvY2+m34EBy0sjPcD/5LbQNgw4ZCRP74ZaorVXp1AMa5jaL6dci9gzENJP4uVbPvtCq57KVVf
2poFYoanJKFNUlJ1dzDUb0XyodBWTCw55kQPYXAXoI41L0kGlRu7Vs3n+D1Il60VomXSn13lJCkP
urG/v3bT+s+PNahdLAFUR9tstj96kQKpHivXQV70kcS1AcK7FXzht045tjTlR7n7WXYrt+UVo3M2
kTqog1xHqchphhTwHXVC61yKvAqg7qrHOLEHw9r4sr92IVncPNiuYWKHaw3S/uvT1ahpnoQiH+ul
f/LozVR/FcJ/uSBMjNr/Z2N2ghO38gQ1LF1HQxQgeZBP5U5FkXT4FkZPsJVknrZ2VZ9uhzdbeGFx
dpYVpYZHRsai7vbPbY10h2GLJqJg/ZOXvebUAGH+0aXHvkv2pewf7zvQQuGPVwIEeTL0ZFM7fuZB
WaLn45Bg3qRHYUv6bkh+5NJ3pFKs/KOUHK1asUXFjqOHaFC26X9IGRfW/97XLtLSOE5d8rx2AS5I
dgEeQeuNo9FtkyfeNStBc9FtmfQCvG/pkGzM8OADp0drNM5+QL7eGHW17QPN2GSte2jbXf+lnkTX
pcPK+i6Fam36qwHU8pvnKaHqCsvME4ntDepNlhwom0XCsR+3MfSuavGlNvdoMQbetwBc+j7MNkXx
uZFWydWXAvnlz5h5mShmYAE7fkbUKLCtIq/0ccx33m7Ya4d+C/uFS+ce+o+CVRFWNnkpIiKlBvQV
zOOUq6/PbWUGXp8FRMQhPNbRV1hoQcHZOZKalbTJtLUxy0WX/suUaky3HYoo1/YQI4eVTmSj6YNv
ej15b9UTyuSqq2+y9LGuA2R/uXuLyJVS3BbVU7qmtr34xYxyyQxvQD81JxdI8yEUhZEIycjFRgr3
Vn4AluwWW1l+NNdEpZbC4jQ39n/GZjchE0GpTpMmY+P7hEQvnyD0/S9R6tLIFMUuDqoZj4OXCMRe
crRblttI/hYrkHhJnwM32Uidd0yY7bGbbtwj0Z728do5mjZtHiZxHtZTNLgqzDOd2yhV7CeG64QU
g2J1A5phC0oXCAgVjORct/sm/mHmT2lgHeVgbwif7h/kpehxYX+e9OAXYuIj1l2Y03dxxXOij1+L
zSDuc639KPKaClbRwktnls40RwfgC6jG2cYOYhgKrWxxbjr9kESOJv8cy8+lexaz+OCqHaHL2Ebx
Rqp/FF64g67nSbdWS4FLTziKAORbBjApTc8yolyLdQ6LmUDYBKs8fPSbk1lAeQDliVdDN9O3tsFU
XKGETpZJH++v+tKD3SQZU5JjZJqnxWwN/KarykhWhcnv9Dja+sE+UV/bXfRsRTaKD/IaZHrKAjM/
wyCMTww/oFo3f7H2rpHEUSwLTmWIm7oQdsADmgHxlwqZxIOR/xGtbqOsuvfCKl+ZnSLKxfmSEknN
WT7ByeKPPfzO6ARFBrLv8A/GcFz1G25b1bb010jslhcYGA7dVrR7bspzkh/4ypg3LvoPKJMGNlD6
ZNzVJlBMuz43KlRIayQeCykRVt5JEh16PjhDZ7EkwNd7s8TkIEAHp2xCH0JOTzsz5Hi67z4Lcdjk
VsMgIPx8OpOp16taZ02nhwJZr83Mk8lD0AzOSWIeTT3YSMpnAyKh+wYX0O5wjDKBzQgsRIrIPV1b
zMO+KgZVJk4KFHYplcM+AYa910+BmTBp8AFpmA0sizspgwbDgFcNlI7KI5l75zaUv6TeR9l7V9ZS
8EI3gd+FbABMxSzGzXSI72mBrKSh4LQx5M/CTkv55zFUiBy8VKTURkrs4FUHOekQFP/3Xf1r67N9
0CTPa6rGFxzDHRO7qoBmaI6OfHmrwe2wBixb3HUmNKl3gO+B8vB6D4K4lGF8zbEGa74f4tZJcxwU
lPga4L5xDtWwtFpZXAjWTDnA6UqtdKpJzB4nad0IDfsp0MEeALrIKCc9W/U+c59TdNrBHMNkRWnC
h0ApO8vFc5qcs34lRy1+uD5x46CPRdV/tsyIoseNEKSC0+sHs6j3RhFsDZpgnOZS+QX/9Yq3L9w8
oMeB+h4mHth11dnbodIh5esRykVpQxe3Vk5JOhCkdNsa2drw8GKcklhcNF44xxRZrje17kXXi7wK
W7ywN/jyUfDF/tT6Ed33OHvyLIb/ojjTHrrMHza+pK9lwsXVpXrL24HeKSX/618gDH48NL4oOC6e
a8W8dX2K8OeGaemw/urHn1dCyVImwhoKdZDyg/qfhZLR6obeTdjNKjm7YbSt/qj6Rqu1Z0g0DS2y
eaCKa/2T6So+z36XNmc7GsFS0CgSNpPS1sfczncNyJf4h7u5/3FLa4mwx8QqRwtMnX9bV7ZtLWiW
4JS6+zUtsn0ew5jDhH38Dfi3WnsrlAFL9mjv0fTm8Ueym739skiSmyRi7xpjE9bBQXiuDlIjb8Ti
rU+O979tKRJc2pr5SRQEoptNftL1ox004IfXwulSAr20MDvnBTLFaZ0PgvPJr+WdjrSvsJvE2e5/
x8KN15zEYSc+YC5fc1p7vdRrKbG4eumF/tSbR69/M91TXkAKKRUkkJ3/4b7Bxc8CV8PIEsVjyrrX
B0xDM7Ca2rBOOsIlLViI88Ktq4gHcU1RYylw0SIESA73gQJ1+bWlopFyOU245OXap05/TI0v/tqw
zmLGvbQxO0pFjDeWlBsdF/o6d1d9Gs2jgQKWe0ptYxsov63fprm/v4Ir32XM3Lw369gdW2xa8p+4
+WNaz3n79b6JxUB88V3zMKgrApUMHfdWiEFifJbgP1Mc0T1S5Sx/e5/Hco0MaulAMdUF6BKEDGNP
s/qBVXR10Jii92zEnbgdFW2wxzRd0+1b8j6qftD482CXbyasi8rNXUmhZY5wE2Rpu9b60ZYSVIvW
ipsvteRMxrgBW1K5BXMw+x4z92vTDHR6U1azjZiaCMbvxQMj/WkHHDhHa/HJt/YjIX+QqOK6j3r4
NRlfV/ZxKdRf/orZGdAy3xoF3wDikfxumKt9qL+U1juPAdC7vQ03oQi1LuqvTh9sXPmRXyI0j2O0
hqhbWvaJ+QYiZV0GADU7JrEIyV8n964DOYCdR8DMwqditOw2qlfi2VJdiDLJP6bmSUD3RjOJzZEW
OgIapmoji2w+pHp4ZELrubNaqjOvUQqtnyk9aepruSaBtuTHcKhOI/wTMfX8aVmFeaWlKa+RSnwa
BJ/Z35WzubClHJMJxTJhWEh312Gt1Y3MMMfUe64suDsCj+NJBoq++QUPrGrtSjbtzNVdAS2NiRJ2
krOHiWJeOfaGOFSK1vBRJqWduZ3anSoa70jbBI+5sS+6lRy+Yu9vYLp4IhfDmHZ1hj0pSFFm+ObL
KHQNz1b1CUL/bZk+lGuyYDfryRca1Jz4PgslYnV2RBqp9rLOVb3ntop3Raoey+4QRx8KS313he39
83hzDiZb4AMmpaK/0OfrvUuK/H9tgbagJX4oYPWoDeGw2qxeMzR7qJh90nhhZHrPjftSdAokQ0ji
JLJdrE2SLhriESLjGxOZ69wQdZuSe7T33LfKNmTqwFRfwtE6ZfKP+0t3e7CntbPYIMK2CHp8OngX
nhGHIrxnne8/wxlRdqgohMOWp/9WTbKHXgnOcQyGBXlLhgPwETH7tvqtS755+Qtm3zoNmmZNH/nP
NH57NzoJ7UOlBydTTbZRFW3aONlK3u/7n720vpBmGBIPL4rq836GoeRVrFiJ/yzy5GIcWEWoT3dP
qz2xZTsGlJMAczgL059frG5bMcyo9bn/rMZH0fs9Tawzdez/a941NpFH6z9mZsErLBiH02vMtN6w
ywNo+yPN7qJqUxXi+pjz7TVmMjfBCmk7U2GdzxflBeJDvE0wVw8biRj2NQw620Xk1mx32vsgfIlC
aeWMT/FiHjHNSVadUWcoloyZnxZ53fa+1PnQrwEQf/Rwzic3eBfkg7/mHNNfdWNq2i7mxSc03OSw
F5sWKWOgtFnvP3teSKbTG5207q2lgFt5nWkVwVADfePiznX62gw8N3oZweT0LGmhrWffW2Sh/Qhw
yfATSZ1RDTZy0h+Q56UmUnTHeiw3kC9txOit1F9TuI87IWO8QNkCaTjcPx6LKwBFEo8JtK2Bd17/
NF3o4yCURv85gksmipnkXLlBLRlgIEr9H87Oq7dttNvCv4gAe7mlKMlNlO0kziQ3xKSx985ffx76
AB8sihCRGSCDmRjw5tt3W2uJsK3Ajb7M+LR9rHZ9brGaicYRL9mywYji7e1hrE0xndpzfhZKYpyG
ZTjphaQjGjM4z4CjKUghw5T2RnMm32kbd78L47MpOXr4JqQJhHj2oDrFaMfFvSj9CZKE6/0/NBNR
Rf34SYup7ZpWK82RkXddqp7NQpPuFa//fnvgayeUFCqJVMYHYNNaWAm6rAvJ0XOnxgHd3JCO3yEn
EikvCPPENm7qFrTxGoUyj+uDxXnFPxwaINRNHChecFbiJ9EccKFAyZIAmfPUZaLTJXdSx8hJUKwy
WvNRUoLj0NB89CiYvxrkBbXxRyF/C/zP/QBk5dhFTqvBQhGEO3Y4p+f59gytXCcXn7t4dKK07ztf
F9gZJbQ2ohPRONOCWbaSr3lSgtvL97cNrvhDFwYXL0Gc+rWYqswPpYHnwPKcWny0vMAR8o21X3lO
MYQAEZlq8MFLwhSlr+UwaGMY5sVvZdfYauYo0shedlIFBnXtmzb9c3to11Q589qz0WY24LkJfBE6
q3qVRVWehGel+kcyuZWkBoHdQD7KQr4TPOse5o29JQz3evhFFYRd2zxPMhX9fosgYeVaoeEdNQiI
s+fu7cUmrMNKrHOfsQ+GFMBQNMJGlBZ/jXOfh/vBymLvNJk4Zg2M2Ocu+q4eI+3YBm9Ntocp7/a8
rq0k8F2s0dELeH/hQoctXluDtO65meh3d3P/wesyOJm6H1ka2BbImx2e4W2ba+fio83F2+fpXiik
Ajatu/4F+M9e3fvtKQ+0HZyhf2+KfjJgWOgIAApbOC16OYb40Hl0lppdN8s/7RuqGuqz15yEzQD2
HVu9eNRpKQMSClaRas7yUe+6TgIc2mAtFfcCyg9dNNcU+s9CcfR86RR2CKkgi6O/CMGhjI9mRY+4
FX4eIqa8792y+90Lys/0h/qEfns1/ItcTxl+bSlQDDzcUX0f6HcG6P/mPpK/R+oWCcHa/YFAJvOF
D4Rztbg/Qn1qJyEqo3M4NUcS6HSg6OlTKkGDtFX5WztFEAsgTgedKgiIxcJ4TRgngpVEZzn8RWIq
2krvre1rnVIPPTXvAf3i99dlOGpWzFJYOFVCN91H06lMnqDGtmkm6puenvK/lqzgFBFwAzukroUn
sHgQI6OGVwR+73Om0zytdHYUPZDC2Tg9qzP3wcrCpVPxT8kl98ycHll22pi/yPBtaQSsTt8HI4tL
jknLdMlqo7OY/xnSk2Y5UvYmmneBjuhe/i3awqGtxDAwb4nvZeBZ2nQxKKlXRvwopk7ynSB+SkSk
zFX4H7IturO1Lf7R0GJgzaDV6FNgSDY+iVq9lwze/3No1IdMdW7fPaumSF/jsMzJnmWTEXipIRSm
mtPUVI7cvVotBSJhZ1VvkbARal4DGMhJkJBn4maBMBJ1l56RGFsGQh/4+bKvPadjdmdWoj1TVXvx
uI+9yVE0OPN2pvAlDLc6JFfWDtszeSI+wcx+dWlbTdQ+EWRsd8prUdxlMJ1ypW/Jfa3M5oWVxd2k
+4NgkXMMzq0p5XZBy5gePSmoTw2T/hqr97fX7joHPMN2Gc5MFgtuwFqYG+VQRWwxCM9tJIuPXpyU
jpgY4w6l73bvi0my1/p+Og5SWdhVYXiPRh1Gp0A3vANd7xnlkTx/G3uipsZow42dtXI64fAmTckd
PQcei4um1n3JwxXG/bL8Yw3kF56OX42a2kMKKE7xHKluvqON9u/tSZkXcvG8ye/0GDze1GWWrZK6
gDiZOvCY9kPxOY7TTxm0OIqy5cWuBRYKcdvcoU0pWVkmEjW59pvIiJMz8nvjcUyt0m6nCKkS30W1
VpUbH4cvtyHlbvE8iy3BnJVhIjbBGfp/epPlK9ihJJ+WaZecKwhK42Gnf5vQubo9lSu7GRtgbwCl
QKKwjMsjMQs9j17sc1WZ8Z6lE0+1KVk0vmTBP4ZUl8++mm7xKSyNkk6hh2jmVKSEzFO1uCQCXfTS
EDjuuZc72uGOhu9qtJKUunGMlK1G7fnG/rhZZmO0acNWDchvbhC7vBUUIdCnRsGYL34r2uEgSoIt
F4jFgbo3z5bhdNK3tnL6VLQ9Q9rF+gYgb7mKs30NImAkdmcx36Uq2qB71pBVXnJWvMQm+zZQ7I21
/2JkRoWzjLCGLkuwKclaK6bx8lxpta1rX4eqsYVNpZfVoXywsniz/CnlpY7D9DySb+6Zv3zGFMMQ
eXtPXoVY85Txhw7OORRg+S6XbFD7OuobKTnHsXSoTZQpAsT24s+qdyc9GNJR1LJ7KTUPqtDYgVXD
+YOe1F8ejPkbZvJa3LYZlLqsAVEY8VMzYdnyJniF9YbkFTvFO0jJPhe3KuhXiel3a/PDSXcodb5l
ccuI5UBUKtYvnaAdLpwOt4M00VzmSgjW63i4D63BLvHVJ1hti+BPCgnf7WlfO5WkqeazosCosoyl
4XL2ygqy6rPI3boze54bH7dhPxrApbyi9uwkH8K720avAOSMHM1OAiKSj4ChlulVsKKT15tY1cBr
C973fLqTh/xbIu+sHvQvRKu9A9+XYv0QtdRB4jECusJlr21kEq5GPxfCaCaYlTxMYo/55x9SOmKb
e0lA79eLqQjiXvTEnY7Qy24aJ5/EjQZNVp7Wx9uDn8/LxdWETfSNyWTT3Ui5ceFsClogDLFihS95
MwZOHcgSfarytL9t5XpzzWbgAeIdQeX7qiyuVjNlB5LuL0C7m/53U5Q7ZZQOWRMe9MJy+v5r2TwG
YQdTFwJ+bpM0G7fTVWoSzpyLL1hc+AMdIlrfmOGLnoBlTxxhfOziJ00tvpFHbzvJpjCRDCl06D+H
vUC8nz20BXQout3IJ8G7o19c2fqmq3fhPRznzcNvQbl12SdeTEJnpC0L3qdSfh/mUX+ME0l6UDyA
a6VfKfYU1RJNYugAxL2mn+Iib5ymDuWDiKDNsxqYM2KrafqHqZFQW4y9ZCcUaJmIPKNOkTZvgab+
EFrE1lBvj/ZBQJLo9tIuPd4Zws73U5ng0oCyb7Fp0fApk1FPmhOyze0+U0UdzUVzOEZD5Dsp0j9b
3uiqQRoskCGnt559c3lKtCkIBKEpm1Pgu2qWvprNq1wiAlK9dtVgG933qpfuhaw/el/r+z54bLUf
XF9TYGw8Ee/5ko9HZx45SGGLii21C+6Oyw/xrQ61vbxuTjAb3/vSQ9N/hcMc8a8y2Pl+uFdLSH+8
R6sz7FKA0rp79oO995y0P3ytOxT+KVP1u7z6Bpgm4C98GtO7+jy+6YJ07LfIx94P8tXXItnCx+DB
wzZw+bVDSC6rSYbmRKrjYchtq1UhVjTsMUEHsPnsxy2SSL91mrhJmz4o2bSvG82BbjnV7/viIa1m
2lM3qLVdBsOdZn3SxmHmV9sonL9HgsvvpPf3vcUCh3dJOy5WVQP7XNKeEiMtJrvqteIlk2YtJXkK
WrogfDFUnaTSE8tufSN4lMck9OxyQNdNDKmRmYC0IDZSkUL+XBa0Jdp6q5oPUekN2b5NK8mN4hbQ
UulFGX0Ngpn+nCKfdtDCb6OfZan1PiyaVXEacLS/B3ElktSUq2hw1Kwxp0OmxAq1xSndomuZb6Cr
kZMH4rWnxx1Q0OUKqWoIMYVGNq6GSa3wQkfr/mTSd0QBwT8/mX/becxbw1tPqwD8tsQXS3YYXRrg
kAxy4eSH3ilNPDZG9WBo02MsnNS4wd33pK9/eVdgkuqQhItmKJCILh6bYPKVigKacNKjB0pr931z
GohqQvXL39ohzQBEAZUO7iQCw8uZbAcLVtQRl16YkOA1q7uqfIDJft8V44bvsHRH5zflo6VFwSst
+qyqE913ESbfycIk2kLf/BIac6N8Mt+iF3tjYWdxepO67HwKENhR2yf8NKfI/EfNT4GGRT+T6m+z
0gxr9sFmNh2cIyguLiewU3KlDVomMEi8h/5VKfdee4rT73gtvIgbu+Jq3y+MLaIjQcoNlRIVY8vC
BxN2Z9hf7SLVQL7RGVFPNtRdt/fHymx+HN4yG6X77QQFCRbV9FMYkw03PWcCRApCKvD/3LZ19Vxd
jm4JjOr0VlDjwvJdkQJy2O/U7inDex71jTzIyk68GNNihwxhbXRqgp0p/0YJFmZJ+SAVh9uDuWoU
XWyM5QnGPxzULMZKL3wNdfNr56VvmSc/yp+Tl1J1BD98lTNwEtrUIlGygeVe+qpL44vYb8oLS6kk
j11pfLH632P6l/73+++f29EAn+CNvRMVffC/9dzz+nQSfDexwNcOkhZ+anW53/lSVRy6ssjdsh22
MoZr6wbyk9IxzUewdS3uqi4VprEPm8DtE7G3I/otH1JjzHhmxC1Ty1TZPD6C89lhIT6nsnF5qlGF
C3F068Bt1DIS9gCI8dDyOqULjgDhOalTv4JVqcyHYzmV7d4T/W6LOWflOMwRABpdgCNU8JGX35Am
XC3+GMau3/fhP0po0UXaev1eGhphNxZVvVH0ukqgMWi0oJAARV0CpNyyMp8biTUNVhO7Q4d6h+zB
eEQaC5kVv+r38RSj/+ztWj10ZbhPNk7LvHaLWxtmK/iIyCUg8rYkASjrUdUmTYpdWP2St8jKxeOo
lIhYWEq8G5JCAtArCfvSEv5ppL53yjL3Nx6olcsV15RcFxlSuLuXdZjGKCJZGJTYza2uTA/DNGmf
6q6i2cK0grw8BLoqJjslK7PQ8cI42OryXrPP2wVrNp8B+max3o3hZYKeTZErjgrSE1GZHLW27r6I
sl/sYmLORzEQmiPK9PJWK/bKVqNDmvrd7EWqbIDLrVZO4ijFbZtCByv55xwilaPVVAjD5+ahq0r1
eHu118wRyXG4AKBCu7k4XWPUyrVRlZnrTxnMI4RoedruENLd0YO+JaB0lZ9iW4OzQdKI9ZkhN/O8
f7irsk40qz6YclduTMfwW7tP9HsvDO9i+YQY8g5yBjSr7VbSd6kknFXqinWqPLaIud8e9soCQ02t
8Q81Avz+xSzHddAEql4WbknWpDAAngb50YrNh6Ia2l0Uta+yEO5v27wq8TD6d6gxEP2Z2HSZGYvm
aLeW29KtcvOu8/8Vypcy/Wp4ZwvdLarDWtTcheMnX97inl25rekONcimyqz0lWNkjjnQRCkrXUnN
/jSGv4+0HvRRtCWevWaHqvmcD4fvguaKy+XtYy/uPNMq3DjmhlSTVLf1Ny/R9I3Vm3/P4oYigp6B
2xwRBfjWpZ2I4iKSVXnpjnW4TyvQhuSatD48qMlnRXu+vWwr77dJ1A4eDtEvisPzCfqwZ/2w9QQw
d6R3UIh8kYQsO/oQUW04QmtDIqWFKO5ctcD9v7SS0/PpGVZYuYWy43a+M0fpWEb+qau/9OJWG9bK
OWQHzspzPKfzM76wxkYVrB55UhfRP8RMBKCTD2NL8NSctWO614vv3vSUoSCVGt8ja2s7Xo+VMAqg
LAWM+Sgsm4lFsc9HXYkKN+nA2fnfRcUnr3bPY+BYoWL/7fJdGpv37Ifla+NcGOMiLtysgVm9ouF1
ix1inqzL3ajASEayWwVgQVy6uEJjU+/hUzZjVxKT/QDhRgwmIKq9p9QoNoAt1wfs0tQiFG2R85lJ
tmO3gJU5RMXnNU62Wki2bCz8VaGKhAqKrQSsTAYAsivCBErZ1HT0vGnebi/Oyk64mLrF4lAn6NNC
tGI39Ut7yu/LhJ1gPopKvpvMDdaoLVuLPU8uV8tCg2USX3L9oA1vzQ/Eu3ZJuoW3WQk3Lldp/pIP
W06jnl1EKZYAvuTTbgB8byUkr0Yl+BQElVMIn9LoqU8Q0KUvqJe2vJfVkfK80ddHh5uiLFbQarw2
IK/MhuyzXeZXX6O6P4hjYCe+h3zAl9treO2fk5DhWWHfEXyDIbocbWOMkz6IceImJcpHp7Y4qrHT
aHdCfPLqF1X8ddvcyit6YU9dPN3yVCdWFQM4aPy9mD+mARKmqEuNO4gP/QpOurqxLRKCxbClMLk2
r+Se6BCaZxUkxOVI42o0lUmhCbgaBCe0fdU1TbJc2c94Cz151bwA4mdOc/3P1GKzBnFpqFWOqWH6
igjtJHm2LHcHL0eA8S6Px6NiOP7UQ7uHyjjKcqF30OvBrpFkuz3dq6v74UMWqwvbeumj5ZW4qv+P
9KhO/8APA1dG+zn9KWYbkfKWrfnnH86Nl+A29GaRuIZ/zBCYJYWoCoeytNNf0Lpp3RYU+6qE9j7L
c189BW7gAkvqkxkX7klGm7iTcJgONaobwo+UhqV0upOmV6H9pTx00ynUUfxKnanaj+1B30parYR6
nFCOD8T8nCI21uWoK0GIU6NJUth7K0WyiQoH384iWHZ3ftRJc0bCKBtKBG3+JyXli0CBKNLaVyIa
+x+uY/rA8S/m2OsKh1JHw9CIZZ64mlofxPROZnuPyWOan4dk2NhYa8/MR1uLS7IUI903eGddMuV+
/SURngVrIyt/7eQzszDIU5LlVSSOvJzZWNGLtq25may4d9DaI051AhPeFWhehm9mtJWpWLMH9Rnz
B2s5pFQLR0BvRHXKujJxvenkz4pEv3X93u8eR/17b93dPperjwxsyAZUmAr9qssIJgxCMx9FAWP1
2xjZKSp7cKFE3QCzo2SLgp35+k4otb08/Ry3clprI4UySaHggcA4+dPLmc2VKguDLk5dAb3RNA1O
gn9IDXR92ngnmHs07m6Pds3eHFVQ7+VZ05bpyMpXlHCQBrBnofigCY9SJew879VXHSMDxN5CAXDb
4NpVBJXBfA6YWuiZLweoJp1YtqmaurFd6JHdeC+/x4D/fvPrz76y1UCwNjxz5i1m7xBoLFFLg9FO
gK+tlHvIs33Q/7oPSjnbaSEhcfYpD7yNmOaqrszakShDFRLGKbBFSxi7kfiSVNVC5k4TtWUyWW2u
uGP5RWkfG+VzZ/UviemdwC4WmrKnkX0nP/lUAmlyKqYOvJjmTOFPIXxov96e9yt2n/cPIyXMCQJS
BfLucuItv0Ar2Ety18yi+7DTHqum/KFYxS+NjkgYqno2nAYEUK3FYynIu4qIJbD9APcKVc2DV+k7
sZqehehIMnTj21befxVhYahJ+LpZIP7y2xS96hV9EHLX0H8P3nie5Mg24RPOJ8cXXjPQ5NWLPsVO
2wX24N2pZrsTSFMK3f3kDfZEovT2B832FoEHUFYSKoRQc9/J4nuitFI9ofdT1zO9naaC9VKN7BT2
kewU/qfbtlbH/sHW4rquukzUvUmd32ZHaI+UsXYlE18nTmps0UhujWtx+FI/TEzyXjwNSrBXQLbJ
nwSxOWT9RjS19vSy/UHBmDhbPMALhyMiuWDmFtdY1cNOHqsFVeQcOSBoAWJx18aiEyTKYQJ/Y6Rb
2N2V9w/bqELRp0VeeZlSBnQ6RmkXpq6PNGceGvfxWH2xNilGrnpY5gM1i5aSqIcwmfvlctNKcScY
tVenrkJ3a1UPezHsn1r/U2v8SHzLaXR70lWn98I7v+7/VdUvyabyynxml/sUGhpxbggFxbcUgSrb
SpkmL+N609VkJ5s5gjCW/vv2Bl17EHGjZopGGht0avGXA6VLIA60ioGG2R8z8e/TIN1rg/5rzIYH
jZY7IzR2mp89ab12MkWnbgfn9hesbVseRB5FeqHUK147ueg0tUzKFAgO1hoaFeCf9wES1P64cX+v
bR72LET+M3SPmsTlWOVMYbH6Zu5sECXbbC0BxkRL3kseYuu3R7Vq6v2VQMiP9MaiVlzTsq6DFJtN
ZfvBV/AI6/opJKj9T4bmFUTbDcq6xZgI6somNHrWT1HhPfwS9rRIxhuFlbXR0MlPtxp4VXi1FsGj
AqQnzS0cCQECs31nyL/6KhdtvdG3WlfWNv1cuSIfSismTbSXS+SleSEWHh5EJfQkM17ycNiYsBUf
RZtPNbBVEakIdbHhta4zraHMM7eauhxF2qEhYe+R5T8Wwth494GgEDYK3mhFjkCp6chDJab7v94e
pCzJayMEMFeLFh8BJ+VYBU2X0Z6CtKh1oKHbQr7utpG1fCWsUtQ3UXY3OVyLZbMKM1WjtMzduK4c
iGZhxB6glh/zel9F9421GzpYTfaeelfEb1X4IEBEePsTVlw0TYZsXJVpc5TF5Ti7PAFpoMSZS2eN
fjDCwNtXtNJD5ghSwlSKQ6UjMjEpxVaydO0Chx4KkNXcsE+75+JcpOGQywH/cnlEin9LsekRlR3U
HYTD/X3YmPPiStGxGEOE39NS3/UW1d9QitIXEEDCLlGy+vD3k0FtDNUJNBppiFk4HgP6MkkBp7Zb
CrH5WOWWtK9xUR7kohQf/NLy91VfjI6mBuLrbcsr55cm21mnmEQ86zH//EOKQAzGDnbJrHAFbTp4
RXeXRbuxFI+3raw4O2T65+YVJpxAbrHdRCuYhmbKc7f19mX5r9zdfe21P5uZszUzdCwjZsGdR/5h
sbJU2oY6FyumsYhZxSTCixvE+35Sznk3aQ75gC1Q6sqdQd4fh2OONDi1C49nSoMhzeK8gJ1feZAy
YI5QkyTGKVckR0vuuqMIw/ztyVw7vB9tLjvEskJpoGWg1tb0n0z/FIrfO/O1TcT7NBvYnWcVubta
fp5okEuzz5WfH4utlOzKZTyXO2YkAbyo3MaX28aSPKEC11cQ4kw7Yfhe51uu5HzPLXwc2LcB/FJU
5OlfXvcibRBxVvYUFOM7KdqLdAcXxG/7rnvrkzdpbG0/+ZzE+y3VohWngxZWnmUSSFzDS5RTN+qD
5ykEcm0i1/tUbf5V4B/fxUYo2mlhFs7txVzbP/AxzCAU8p84IJcTKQpx3qbjmOPjtFNp66FY2D5c
fC9SR6mgs+5LlFvvqy4qkW4TxA23Z+USxn/ExaIfFwbQJSIlJ91qRKFA4ciiSbUOdigGxMmhUu56
IZuv4o1W55VtA9IQl4TOdpSRlrV4xRvjTikqakftV6lt7GhL52FlQCQepRlFS5M5zTuX0xklNBB0
dAi5kaJWd/4IcWquDeNzrSSxa+UynS6C7MM06hsb1ZCVi3ROGqEhY1K0uupH7pWhr81qKlzIfkgd
Wc1T14530fQfym/cNTPvGJ4Q0MZF3EhXbyv1Y0ypdhp2ga/bvrK/vSXXHH9K2/T9UX2YK4qL1wiw
e5rLFmV1PxMeEMz+1E3NrjQc06tsv8tfA6OGzgL92b40ba9JDk26Jam5tlFkAi00C0FvAle+XMdR
V33E/Ciwe3FIxeVz3f6+PcgtA4tp7GpzAguSlG6dPQ7i1yH3Nm7plbcI9SI8Y5riSf8u4btZUKZR
OPqlm86MkIF4MqBEVfe5Aj/d4e/HApZiRm6wanjjl5OVToVoFnldurmBMHZeT+LOT8KNWsLaeHAU
JKiHVMLe5YroYizndaGWrlpUu3aSHRE2aL2ObGhUXogUN3zxlWuY0JamWhUtLq7FhccAJdZgjl1e
oR2HzIY/PBitelS4Lu1gY2BrB5e5I6CY0688OYvZSwMRbz+u3Dgyy71qlec+bvO7LNzYcWsTOGtq
zG0PM15gfvA+eFoTTLxD3aoVnlZy6IXAlYojgCbKs8XrJlvoyvaG2x/XnhaVWfpzsb31ogriSE9q
FFryt8kaEGMuN4oBayZweeh5gICEHPLC84nTfuypZdF8U3dg+w0v2ndtslUCWNkHJj4GoyDhghuw
uAgsj8sokehMkSvzsTMiW5jgM9FTpwuPt0/RiiU8R0R6wOC8FwEu10fQ8yRRANa48Ac4aviryd9E
eKg2ucmu541mnplum14b0jfLXhtZSItM7egi1SfRPA+a2X9HnTlxbo/m2q/ACmU4+ihIVnEvXI5G
DOWol3z8iizontQ+y4Dbe5Kj+I1170XAhYfBLFA7q4W92YzW/rb167nEpcFBpMOTC4Ou1kvrYD6L
nOcrd+u+gKc9ibQX1TMSx8sHckeDEWyMdqWGPfe/kXakQk+mb+m1DTKcp4FaFK7S+/RTTkIjPdVi
ZNqJJBhPQ51F56nmXTarlD5Pvfb0f/SuQCchA1hyuD3464PO4nLj80VsJJbhcvChnvaB7hFShdL4
Bg3XkyJ+QxChrcudYWxdyyvRLNag9YCvcCa2fH/MP1wrTR0HPeTxc4uYnKdOXRflN24YrbfVLpFf
hjwn5ytkJXwVmRCq/8AJo8pPPaBKFD/jCiozpRNKNDEmo/jrJxCXcqb/gqJ2TpguJiKqfC3qUg+X
qK71u9HPvaPmhdI+iSPNEbzwE8Qq8oYbtrbz5gweh4uuYnMZG3WjmEVqhHvUVMFBFIR0Vut5MMqo
2JV6/e/tlb72Nud0ITVm3BT82SX0S0obLc9kjNX5aM8ZfAuCr2ncjR7KwrG1J0e78SyuHWu8WkgA
CFC4EhfPYo6XyevMdVjHn2TxeyHtA+NB8e3moVZ/RfrW7Xv9NjLAD+YWK9i3tSVC4FK6fdQ8oxRw
N+jfaAnZUvRYOzFwp8zMfyYN4cvsqxr5RWlkhAX8+Ngn/qEextPQ4UbLCR3D0X/YlzovMVEIN/BV
6qkdhLAtRrFwzVg6hgFtspPV/p4U84c4/gwA5N/eJWuTSF1wztRTF6SZ8/I+iONWqLtaLWhnA5hY
04kLRNwat4gN13Y+xD5QtXDhM5cL/yLwvdIy2hGXGamhrBYLZ9T8b8OkfhJU/e32kFYaPQDnAfik
nZoWfmAEl2OSasMLhFjGGPlDVBrugj4/DPIO5FOoIHpNaFIc5PHNsD6JsYp0Bn5OfxaN0xj+h9uW
Yw6kcVYcusqXZs2QK0lplm457mXdrcPHuvps+HeauGFopbjFmEmVkiwDtgaR8OWYw2aKC5680p3Q
6JLIGkLZdZ9U/b3oaXZiSdS1hi9RkXyZiq2wdqV9iVQwsiBEQnOD6TIbUqWQDyXRVLodfUs4xLTp
V+Wpqb6lhmrn0SmRXjX5XxGkZOM9xjksfqnwjPTDX/vKnJi5wXvmcpoL3ZdTAFfzlASeULqtbLiN
GNqh/IjE1efbu2ueyMvUz6WVxYEZ83KSQ0AobpQkD7q+g6vNJqreN9nGkq6czPcAk6eauiGv5+Vw
ej8PNS0sK9fs2r1oJkC95ftGGX7dHs+qGUOHqm+GK9PTemlGaP1y8CbGkwiKBXBOpqO1TJpjQGp8
465ZeR9mp/J/phZ+vyAi7QURX+UGXW+b8UmL/F0QCZ/CBnrA0orsuIQrw9uqnKyuGC1XZK4hSaP2
ezlCzcvxsMpgjm0im27kfY6jo0bWPs43duCaJUpZaHAQrHHo57n+4O60ZV2PY1RVrk9xOUx0R4kf
AAweyub37UVbO+4Io+NK0kROV8CysmXVaAsOfl+5Ui61L3E+VgepGKcfmSY3x6rII7uQ1McuNKbD
JMoPTZhvce+uPIszbAXRhVnPHE/jcqwR3HMVeKDKhfjH0VOE44bPvnAIBfVQtofbw12bV8oAKI1g
CajM4vUQcgibvHiq3Cz+4idQeH+ne8yTvty2suIwAcOi50MGsQ9h5cKf0K1a0JuYNwounPQc8B3f
UiF/ECP+rzRDc5806DAj5vT3sEgqK2R1qVAC2QDpcDmVflcLg96DOUjafWF904IXs97Ipa4dvY8m
Fjuz6pI2CzSxdOOEZG0GNYhIESkbX1Wr2YvicyLu5fJ4ez7XdsictMC3Nsg9LsP8tiZRyM9Klw3Y
aZ3ToQ9s2VPX7tTK30DLrh4I6D3xYXA/KSgvtqPY+aHUmXrlVoX8rxCK0qEzTH9XqVrp0LMvHRDs
nvVC/cypfVpm2qS3NhzutfEiwUYJmFCPetniE6y08+GTIIfS1A9FaD3hUH7yw/Ao+dK50TcSHPOC
LZ8hQD5khiBoZ+ssjkREjrfqwrBBayzZc5VCBpJ40saFvXbuPhpZ3Jx+ndF6JweN2yDG2EfHyXoW
eruY/sO1iRAlFRuS4tS4F2YEQESB1xb4a9YgnmQp3aWj8VBHluoEuRI5t7fl2qAseu/0mRwd4ct5
GT9c0l6T0UKNqpzLNiiBpkOH20hV7yRaeefpTbNhbmWhKNbM5YT3ivky/ylGBiW4xKvdqmnYe7pZ
7shgx/TgBFuSB2vhNrVFC7gdmwIhwKXjq3ixFVRt4xpBUdBK/SdDNtUOfVVxxgGt+obe/YM5Cepd
0orKoZbT7Nyj7noI0sCkk67oNlZ2ZfCkZCE4oGOAqV5SDZahOdbGENU8EjSu+KatdK2jKxsXzdrh
J5UN0HCOdPF/F4GnJQ9lG1RB6+pHq3zwzH1YPjZGTT3gPs/zg2yEnPz729toZWikR0RCDCRn8LwX
pz3z0oE7oO7enZlWey0kxY5acXfbyspmvbCy2Kx14pdKNVWd2092Mb61jZNLzz3Vt9tm1gaDbzR3
jhExMYWXZ0IeIi9psrB39fxXHzwE0k5pft42sTISsl9UG+atgI++uLDAxOciKdLeTadTFH4p6Jr0
YnlvQc9429D7Ll9cjWT1qOiTYZxDgYXjXI/iAOVq3bttRHftGBRPVfmV/B7cUUqfAs6hp55sm2Ld
5an0WhlAnb91/q6VIdD/0evfJ/2cZ5FdsqCVSgz5nGRnvfuih/ou7Ok8aeI7PSpfbn/12vTQ1UM2
HGkUCLMXHx2mIKMnT+pdI4yczHLgg7dr7Uuohxv30bohNi1sjXPaa+HljGNSJLrR9m5dpEdYEbpS
efXD/Hn0UYO9PaZ511wtBIEYlFqku2DnvNxVwyQOQxwrvTse/ei+17UjKadI7+1qE/d37buhVMI5
1ECpU5dZ+hphlwyDGIFF1Ttq71zmzWPkhMHPUvpTCH9uD0u9GhZAYgiX56WigLbEvSqoMU6ksIkA
tcEeuGCHLRDq9XFENIueDZM8EDmn5WaoplL363RO3SG96ZDgsHsVcSVJ/VsJIPYagBjEFmCpomS7
fAujetLxzCLqgIne2GKAJm9rHsUQzqcYddVEdPtzFycbztrKBJIoQP+YLlzum2Ua1BuMpJ5GAjJJ
LU+wJH2XrGzjEljJuVMinsWblHkWrzD9g1ibehziD7bQCTjJJCFMb6RnvQkSxyphx0NZA9XtioS7
HJiItE/pzgM6vXEE1ob63i8H/pv3yVoc67ZICjMXCeJRTNzHQrZXvR+3d+P8Gy4PGeUnIC9kDNn7
dBZdHjKyzF4X1EbpFkVhp6GCFH3cpTu58k6FKjWOb6p/PJk+MbHceJuujzd+Nvn9eWA0FSyJ9YVO
00j9GBVC1smdRkivByd/boiJ/SdF/XR7mNfXFv08YPfhU6NqA77ncpiySsMjyLQO7e5JuS8U2J9l
M4icoGnGe0PJxY2FWxkc00nbFH1T+BXawpWCHjmX0i7HXt7c0YfytfAgfxBQE7DVsXtQY/Vwe4DX
NxgD/GBwsVOqeEz9Qi47N7OMOxlIRlA6Bh0b0/9xdl67chtN174iAszhlOSEHbiVtuIJIVsyc27G
q/8f7u/g13AGQ+g1DFuAAdd0s7q7wqq18NAsVE8Mi5zuW9xsKY89uBqyTbJdRHSuUghFj7RxQkQ3
aFIFjjVzKh+MMbc9XUmXp1wYe323za32Zo/iIPB3hecf2PblJ0SoxzZCuaoDiwEenR5QQvG1sX7c
X9UWIPJmBmYyRrMg7KXSvC77j/je0js7p8uCmRToOZI+xiOsf3DKpnXtLdao/SvmPPs4jJB7KfNs
PYWKPvlqOY6PcxIWO3naxo/WXwPmAaQWAgNEPduipFPT3ElUtQskfe6OypJ8Lq301TQYwneiQn+Q
Qihe7u/AjX3muaW5SfuAfd6WE8qiixAr0rpAw4OZLZRiaP/ikTBniXdcaDvA87Y8XkDqk9AU845s
NluvCg0GShV1hljJrCMc/iF4vp75NCdLJCLwxMwawFtt+zWussE+SAqE3G6lSdG/IYJU3/pukD5k
/dzabtEvLUR4CO5psLrmVXto4YCZXHjv5NhlgLDeKYpsGwVvvx69DG3VyOK9vYpJR94Nq7G7oFXy
enSzKG3OkbUUflVZSP90wyhRso7KY9eb1SmTJvknMCqhunHfSEepSaFAkqX+MU0QzdNDqDiHOmx3
Puc2u3n7lWtpfWXHoZyy/Z5ZtsRzXFpdYDFWztx12n7opAiMy5QvXmTnzVHq+twzzNih8o9Mc4Si
0c6Hfjs1fzwz/Ig1g6XY8DYkx/j35amq5rC2IipVwRJm6CMVamhEvjot6/xfaE2QV1ZJ94XzHfbH
GABTf2zBmwm3nKfon3EINXAyo2iIzJSheWcXs+G1hpE+wglQRlTq7bkmQZygOLTj2Cz/SeZpEF4J
2S55whBprwZETZIra+GyHPKpDzt4Yyb59W+PziozDxeThgDcCnm8XGWbLLOZjbMIKlWpDmXbKUwd
kjoMhrNbwl0D7e2O8q4QH3MDU3ff7GjfWFZKuxFbMKz6YZSrmie6FPUfJ7T9KgrDz5NVhb4uxfO5
1XoOgrp8R6Eu3XGw1dD2h3BbwB+wkqNCR3K56Khqk1oy8K/Kmhxo8pPX0MyzM+Kp1GFStM7S7u8e
1zdnoprLKNsqGIda3KVFq9ONNtMXEZhLDcunRdglFh3G4t6MDvjZeALRIx7uf9tNoPR/RoFrkRyY
K8H4JlBKhgiJrVQRATJY7QdgIQmsGmXlW00/H4gGu1OvxPopnufYCxez/F/ME25zjtfxs20bWYbB
o+h7PrdZm62nG8X4HSJpBWJu/VdWdMWDqUudlw2t6lE43WvNb3t06+ppFRCr8SKuCNdN2mfItCLt
UBoCU+6ST7nZIYOgy/AW2mjbJzBrHbQpmQ9TX/VeRPR+7EQjeYQ5HzVQEp5o1MavyjH6ag1iry+0
CX3efhuZOmA6kEfqlTC23E+MeyhjHUQRlQdbgAwfdHTFu0VxG6pqH+zBCt/XuaPtRLDXLyVvJNVa
puYYa7liMKJPUg80pdpgQNBnctuoY5bLkcxePqFSqls7LnAdcDFjAMEYVSoqznyKS7dfrD4eU7Dp
QUVz+kOuM0eim93s2UYNYjyrjeTrfZdf/4ebkw10m5vxjTocYrlLg0mUxumSOG0gqelylFbHozC9
1wm6uay1eESthaLqdraRjsrYOUPUBf0UmgUCz4PWZh5lq1p6n4T5QqQnhdq47GSRN8zS7IWKduU9
gbxhs5tmsgBlWhenzj8UA8wOGNZCGuB3FDsp1g3/JIwyVu8ENUU983IbrVpxWrLJLmgQhhG54Vmm
OJgI1/WAW2qrOnXl3rDvjSiWoIQKAx0SBl8onlzarMe2zIa+HwJuJudrZORfJzOvDnVeGH5sIBLj
TFruDYStboZ2iUc9jKZfohtITw3hHgXXDUeC650ZRFJp7uvtRNaUVnXYQUcaMK2nf4ynaDnmQ7dX
Kr9xQ1MahKMNeUKAXtuZzprqf5Mk6hBkevGud8JjZsn+LEEGsjxULYw2lvY66vFOhH7Dj6gaMYgI
UI3d3l7Mk4L2uTW2Q9BG/eDG1YhSXfFD7uJzo5/vn8cb4TKw9ZU2B/UJ3totF1ZRkYV3oTEEsiKS
T1oo9ea5kNLB8VIRpu/MtC8/ZqFdO26scU/7ct0BfxNtU/zSIj07jnJluRnP2LuoTqb3dPy+N1mn
nIlxu4c2k5T3g4Ys2/1ffWuD0OWipIrwwIqyvnTFCOxOP9XRGAiQ9qPhDOAdhp/a1NRe3ean+8Zu
nDUqnSv3NzH5Ws67NFabo1a05fpOTe3gze1iuXme/xKR+iMehN/VINh0sRf33bK6Sv8yyMtXIeO/
tJr2Zm/1dTIGrWl86ornpfl3yE9ZSBwiDquo7f1F3nB07qy15PY2RbRNCu0xraVJVGPQDeZ5iiwo
5r6U8PPV2cHRylP5KxznnQr/tje0PrI0Kt7eOzqklP0ul2jPTBFkcj4G1mJDbVHM9sOQm1C6Q5p4
Ero8nCAlrM5RMmd+YdjfiDPFQaHW6RZOfDJme2/M84ZbrY8g19z69xUIWImsMEqLbgyQtUif4MkT
p5nK9EnlYniQ8mVvEOGWPYj9ACxw/ngTVx/4oy6w9JMi9TzzgaIvfgXY1+Xk/Yy06huxqPj7MwPy
jGiGkhxVCHnjUIVwhIkE0hSgDf69oYTjLP/Vxvw5MpsdTOkbz8zmkaf2xjAYTSgy/i3/V8ojlMpO
0gezqc6v0Ll97rv0u9wMtS+ny/IUqbnjx61mvQK3r7x87Np3CJZkB0tOEiQjEyMt3Lkuf6NpPDdA
r536U8fCjiEVXDdOQ9VNq2w6QY6gHkeqDjsnftuvwTN548B1rABpspBt/NBVkmW3XTYGqW6lDBRL
ff5A6mB/iiLtmA1Deo4K0X7IEzs6xxZEnYoKRHc0SzLdpLCOdaxNsK2Zmi/ompzaJnWOvWOIczWU
M9owikABxwxdObc/xkUq+bHTk+dAsOwV3EJ+VuePyTCADBzE3pj7ja+D7ii9FpvoCzDEFl85MZbi
tIUYgyZDrwbQTPIpHbroNaHndhjHoS3cuNM+M644e2LRxmNpzdNBndvUH/pxOfRz2LtTN4hHqFTD
R5sLymtpcJ0cIzJP5WyEbikniO1oqHqnfaXvOPL1y8/vXwlc1xl67qw1hP7j1LSymvWhYYxBuNQh
I3FSDQkLMmL3L8Trs4kVAkgefa5F2JAvrdjMqcpZyV2gC0n4ZaYsz5Fajcfckgffmnp1Z1XX9z3l
eNAna42QcGY75qCYndYtSzwFZjGoXmZb4zP8NIurx9pwsLIq9oWwK+iujT3Ws1uWIZOhigJpKtip
TVyXDXBlhjW3UDfV4SlRo8/pAmPgOBgwgcrq/CyEdqq7aa+eff3k0HDR1qFDajcIV2y+o1n0JoK7
7RIM4kQE5kMAMn0wzO5RkU5z7XV7JEdr0eDyVlrtQT/wVog07PW//+E3Fk2luUyTJRjr8aQmiasp
yBFFHxpF95bS3PGfm6ujA6IwJ8Xirpqa/brhRr8ETIz3fus0gCwcSeOkG46rzNaLBDjQn5u16mSa
y4433fBeCukkQEx2Qu2yhaeJWsurcoY7rlXEj04p/CT/MZq/Y0RV7h+TG5uKIQfyHziMgRxs3nBG
YyxllLslYGwhbt/J6YvRf5az2YOb576lG/nHCi9kMWzMCtpUL79fPIWSKefOHEQtaYUGCPWQxH6a
eR31Ad0TX4XI3VY9Dabh75hej8DGdVYVznUQiQSPYYlL02FYDUKNliWgCTp4VNDE6PE82Ec+pPHk
THHjSkZC3cyIC3+2oCaJmyHZyQpubTWzViAs2QKi3k0cGnV9bDc6P6JPFl/P3YUaiPJo5LHHjbyz
2TfuBJJKiipUAslnt3xnizKp01TpckCV4plyuT0SBRn8W4MBS3xT63Yn/ryue1CF4CZYobiEoFuc
EJXqqcqaGYFjI3+QiLFfkWZM3LqU9nCH19uIJYj5kWsD3MB2Xn5Ls47rrhtDJejgWVQ/2M2vwXyE
1MJl+nRnF28tiquNChsxEI2PTXyntlprOXmiBigeiaeytWMkAyTt2NdC+n7fRa8fRTj6/+/hoCh/
pZUoGqW1ImPWgnQo6wO9kd6bFntvQdfXCpApKtGER+s53MLqJ6ssC3mU1aAf9E8qjOVy67gJqrBt
vscLv36GyyOHKU65xr2ikgZv3l/icNOcE0sNoBR6r8m+Ij9DTX+MZvnEqPOppcbBiOtOAef6g63o
OxIhSnAARO1NXgnzypg5YtDgGw7h96P0L0HqPUAKt+MZN3IfLK3UkNzNBI5bIErZLlGeFiyvNoUS
GIP4MQjmhPrSrI9FFb1XdPTdGgn6lMFCbyJTmsWlihu7y9K8axLxl2xBRLyU/AGr0BEkDqBudnkq
KIwNoxbKWlBnpdsWv7Xwy30HvVHufWsqrBEnW3xFPm8bUWsvnaKh0ySnqav0WgevQAibrD5zf8md
2n5JmmQsfaJysgDNaHNAseDNhNclUj8dxl5MkherRhV7uRzDvOL0otg5SDd6W/A8Ev2vah8Mb2wR
804zxXU6mVpg1Z3u5llunfqsHZ6qyGn8GUi/Zyx4vaaFSH819j+91M87bnjjmEHzgwvSjFkbIJsr
ajQyqx/bXg9S+6fWr4Q259IpjkWo7ty6Nw4ZjCSom3GomRjeFn/mEFGRtO90SJNngCADWmq5JZnI
EefVyZDr9FA3U36UchGfhknbpZ69vrWIrSliwgSBhDsDsJdeF0l12irDpAcMljzpFfr0cvp+Ft15
kpOnKGNqWXvQk5+JklB1h47WUFDnez+gknPfOW+ce0BaREpEGBa7sQ0NQ2PqydP1gOuaWQGlcKHC
f2J69PW+nVsfdlVvWUNtA3TjJoRx5Ey0qVobgQMbrNMtpxnG9nGIkGDbsXRzRX9Y2lyfatLaVWRX
RpC1LdCzr0mRPHbyz/vLuX5Kyb6YCKJfQceCYPPy87V1TcsVPfTA0KkMGuM0egiTfYbqgkHinkmk
WUGf977NWwuDtwEEL9rH17hQvQw73hHbCKaRYug4WwAl7Fw/1qLZU5O48bXoVNCXIw1kim3boMpj
zez4hx5Edf3edECfxfKz0f5qIJq9v6jrcAu1aObkgIjQhyMJu9zIuU5ip0JDL0Cq4lGyHmst8WMZ
imXlH639XarH++ZulACwR4kGQjS6ipi+tAdAbah7MRtBYSwy6rhEDiour8wnpV+m1pua2HmKYKb8
ZhclrL6CFt7Jkkqmgme9qbrzqMzGS6M4iewO5pAtXm5oqwwGY1vw4Bgi/qWrRQyk3MrHypWiRX6e
Las2XS21kn/ur+ZGYsBqiIpZEnExpdrNakLFRA1UNQJ0KtQmca1wdnMpO9WMc9qylyow3svvevDe
8zi5rHzn622RfevjyV1NdQ3r/GFbWtM1oq+1DBJYEeLiVfhxzJl26r5qcfoivlryY9GPrhDHPFb3
EG+3nivqh3xHYmZu8G2rfGoy4GlwswTq9DNZDA+U3Y+sew9LJY015me11DPVqWaQ9nR/22+8HSQ6
lEuBZxNPb7FTRbbC6I3GDMIBYEo4RcMhLoR0LgcH9nJVrg52ayuZK9UTZML0hg737d+4CNDmBiYG
QRrz8tsyUAOlJ/HVQCwKvacfTVXuG8BtvSbR9mSt39ayCUZ5GyBkY3qduagtMCKMF0ObY6K1dEkP
cDj6qfO9ScJ3GQDHUPPmuGNyDzGhaDia7Wukr5y757k818ZLHf3O55MTJ64CB29HySGPGTpQjpZg
/F17uL8pt9yBvI2+9Qo6hqZl85KFFrUWzcy1QFe+h03iN53zi76db6vPaxmgr4djO2nnLtuj5LuB
XFr7cW+DofBjs1WXpzBcKslOCZyIaKOzqkWnEPVf3fhm15OHfrppP8voX+uZcbI04Yf9OU7EOSyn
Y2vE5zw2P97fieu3iZ+Dl1MsoGlzXSW0ssWIoUoMkH+sPDSDk8csbfUDaSVZBOhVygb2Xz+6K7En
YMJVQofbdZM+zFpq12GYwGbXLQjpdmHtp6pauMUwp+f7y7s+fSuNDFG0DIsRyeXmfW/l2jRboaNt
3DpenWsf2qTzxqJ6WSbtaEc9GZnJuy/e3zd7/SRiVgPYvsalnL31UP5RQ6tjIwaRZZqBVL7O7ft4
+jePqBvuvYc3V/eHmc2NrkplPsuRbQZaWh2pV/9WwF1oZf8uHRl/IEaEyMsfpZ3RoBsuw+IgRCbS
A0q/LbAMcd82lgkZYdOu5Y7YjJ7iqW4e8rwsfFuqxcGu4Xy7v6PX19i6o//f6GZHRbyYVpxBrzYw
jubTiqDkO1TfoiYUh/uWbtwNmGI8gGyTYtZVSbIU4WyMGT5TOj8T2Ost58x59tRcPpfqU9Y+DvE5
rve+5c0FEiHCjAam/4pqxqx1ACUDKtzkFG6OZLLyxQz3KCr2jGyuPTVvu1LqV4eZFL+1TDdMjeda
/+vYkw0ELkULDfVfe1s6ipzUhPbI4U5xoujQUa7y+qL8Rblp2InQ1svy8sHBEs8bEQ1fjBzp8pxF
Qz01qhRbQWqAezOVtPFqeun/gxUYvNZmENkujCyXVuxGbrOVhCMYS4TU7VGhP2cTMNz3u+vgFvZC
+qmEmivKTNt4eGYu4EBDYQelXECXWzSylzu5jdaJ0z3CUrG4Y9X8k8fWnobCLcMg+mhywaFIzWq9
Zf64rOCFn2dJnuwgHBeUXMzCPDLyVaD7lyyHKbXysyLU7mRkZbVz1N6EWzbfj+EfaHV4EnmLt3wf
mjYCEJZGOzDq10X+gtjfsUjG81LA/JX8mABMZspZN6TDYDwOayGB/hWjwm6qz67TVWfmPx5tyF0S
OXm0uhVzttsGXB+j7U/ExdYYgWIe/EuXuxMVeVpbiWQGpsjT33A71K+9JIdECmHzTpf0yrMbLfPJ
2/VTbS5U36Bph/It9iDGknw71vpjo4zGO9pUstemuv05dUYTqJ7Z+L0i/TMVS/YxkaVxx2tvPA5A
9mFpI9om7t5qc9Z9rdv5zDVmLYqXzoYvl341fI3lh6X6VzTvFeP7fQe+cRh5aHnZQSqCnd/CNOdk
duo5LCFjMaT+oOTWj1CAebpv5EbPmeSPo75KQnJOtiySVjNUcBKGZpDPTVA5h8J6onIsYJF3s8WN
nPi4zP+Y4e8yjd0ifhcxBxKKp8h80Wi9KOV4TOzxqSP+bt1sPLT2a2+fG/W56pjdO2Qx/a7BbHfC
gTcZko0TsSk0+UGGMbS15bWVdGrpIbdiIC9KhW+jqf1JMVvnNRGmKLwp0+ST2ltDgfyNzgHX1diJ
gG6W83+9njAY19DrWY4w/SR0neOm+h62ThK5lhrKsLtaeQkIdYTAJbYyVfhqAZdKbBTi32kxFiRm
xizRfCVb9H9T+uuxr2pJKXtdnCOxMyThwDxVJfr8IBnw7/l1nPYFMMB0FVYoZ+eH0XSW7RpS0QSr
bGQG3jJkAlvNDXgPRK0uOf26uXskFAo/IgylfNPjLCTn7VQS5srIlJ67LJQst8+VLPUg33NOuT3q
X6NFa0fXmYz2s4gLOXXboSu/5rDyCzfqqogo2XB66NaiOvOB1tFvD1Up8iQn4XHsirnr/XmE2+nR
HCwSmralKngw+spMTlC9mPVDJ7r+hzxIinqQINPQT6YxNz8qiq/fzWgoSkRrjTDyrL5cxjNCc5bm
5otq1AdY+8pPck9vYicP3sZPANXhtGfcmydynYnaRG1IaTti6SRKM4lcnyoF6jylnlLfqYbwKRlV
cQhjeQ8rd9soQEDSf0MxrE0gLLdKIldDYgZzdu6/2JXuL9VB6Y4i+duEc10eTJS8lsS/zD1sltfK
MRNEWk3s62huGJtfnKZ/ILPfiULX/82fR4oWI3cN8TWzguv86OZRLpJar+VCJqGXOAGGr4Yw+own
TduDvF+VLVZLnFnuZ3IWJh/VyxcgL+twGQZhBHP6a+q6d1ranMbhOSkLVwzGu8nWTnL5QWTOz2zc
ozDbXuLYBmIDqG71FVa6sW00ziItIaFUOK/EPumRXplblsajlbauwkibgj5svxOJbKPE1SieyZIh
feMPG1/JHbPLACaZQd+kbixSvwXfHkGiv3OVb59W7KBxC7QNMhzywG2nuu/jUFFbxQ6UqrRPeWcz
tAqS1WNERjmqvVD9KDcjD46A7iGN7eVbZ3b10R6cb5ml9k9zMSrBHBIW5C1si7MhtEAyUYGSRJY+
6APswaFRmsdQifeIIbe6TEyEQWhDvw06Rma+8YtLn0gWdJj0Lg2DJI9cLUOTOZaKz0MkH+XwObRP
jf7ktJYnr1QGofQ8zu2hrGcAP71XF74hfbLG6NBGitvSBE/tvd93VeujuEYRBtowfhr4iSth7DaL
ZKqVYaAov2M+Ytocle5DdtCbyC/lBd5/Sg0aF7nSPVft3pfdRgKrdYBHCB2sybexhQOrAkEDrcvD
oGD8xq0SSXbj0NwJN26uEXI2KrPr+aBNffkNJCW2arggeVTH5j/Nop2bqufwtxR6mhQkYfdqROPR
iJQjbJFI9O0hT69PiQa9uoYKCtUF+F038XpcqZTWidsCWy/dSC6OMkOtHfj5+6dkz8zmOtXMMI7s
YZYCNZldYZyk+peCQs59I1c5L1/sDUcNsTSpGxHW5V52OczYWehIQWtnJ3UcXFgSzZHmrvG9HeBa
zbvQs2vh5XO+A9e4QlavplelCLIeIMrMf16aLlIhAYZPo5dQgf/K8iXdOmPdMN+HioDzsnUXzfgn
14ZPUi/eI/b27wgxpdCJR6ZHtTQpD75Pcs+eP97fk6tI8+2HgWOhPMrm0IG7/GExBcjMbIroZegO
UCHATu5pZvLSVMfceLCYu2VkISo/Fkh7Qr0sYEFTq4+rSAKCL75SnBUQgn36Oa0OjvOxb49qWh7q
6ZymA1W+1kvqR7vTd3Rzrt8LYmMyKl4s9vKKTQH8TaqFas1vlo4z2FIs0VjoE6jTUsuzZbauthnq
YGjz/m5dP8er4ZW6gyef5uB2s+JUN5gmjV6cRH0ZrdGdGWxH/+mQFfHD35p666LB1oQYOvfbevv8
ka/mihUpOaqGL01o276w0mOnK8shKn8AOj/et/VGP3EZZqzGgG0RBIB12AK+gdhokkQSiJZsugjX
zKI2d8OOwR9PVVNlcrOeNqsGD97kShJxiB47+XtLQmfajRdnfqoaqDPkxVaP2gB63FUGZfzltHn0
pSiqbucwXX8FSCHQZCJagF6KasJma6gqKIW+5CiV0KOm2XOOyvCRxs86trZzPq5d7dLWpoprqXnd
MA+CKOucr8O/4ehX8+w7THEfy9j+lkr6cozlLHmI5LQ73/8uNxfqEPcBxaRWv42hmxDvp6qQv0jp
sxwdzeo5bxPf6fdaGjeCP8CQayFLAe++jixd7igF1LZwirR4IW/y+ghWzPZzrf9HUeCw0PbLB3eM
T00p+UZl7US416+oAWv426TBmu9upYw0e8pDBzH7F36Z+JQ3uvJUGJn24f5Obqs/kLs4RM+8o/Dm
QW28ObgNLAW2NaGtZwxh8jjRrvGAP9agSyY1YXGy9rmgxofmbtuGO6frlu2VfZTrAjkG2lOXm5tD
LFROElJwISRoI2osepN5sQTFB2w/map9qLX6298vF7AnJSd8Z9XzuDTZKL0qOb2GnB+6k8mCz2on
K/3GPh+zTjDF+eW+veu8CwAD7TdmH7iuIHO+tGerc1Vqk1G8lAMzw5QkxjiS/LqaxvJ9O1WpenIy
e2nPQE8y+9d927ccaGUKQmQP76W6d2lbzFXedN2Cnl/BCNYyC1ppml76f29lRSQyncGFANr80oqK
1AwAFRkJVlEWXMWy8s6plflw38qNaA8gAyhLxrzgP+dpuzQTFaNcZCIsXmhmuZYRe2Jk6mQ4y8Cv
43g6SkZ0QCQxLuxPUtgHub0XiN2I+RmbAOlJTL3SkW69VbaigqM0I3wHwt2VzVQcG6t4ka3ip2r0
4RG+mtjNKovraBKhV+rLT6sR57SV52MIVfmpFPkrvEqFl5HXuStgzYuE2h8srdCPifK/PJRAJSiP
k/ODxt2OfzUL6r8Z7CQvwpGOcOq8mwhIuvZ9G+7poN+6jgFkrOOO0GXQaL78OIyGqL0sD8WL2ofZ
F3QOQx8htun9mDs63mCoO95w61SRDHOuYEJRUVa9tGf1mlOaBZ4t578dJ3MBZxTEA+NjGe3pKr6J
pG0iAMcBX0nGRzp8Nf5twrIHnFjis6No9CEb4ONQI0U+GwgBP8eMH/uDYDpHLqT24BQSNyeMnT6A
oPSUmm111LTCeSZZSD0QoZpnjcng51ErfSiiiNlhpbPPsyMsv+ti4ykymuxEF+9d1NTSQU/L+jSm
WvQoa6PpqqIZfus2cuuSqHIPSbIGSketfZjVjly5suwjVbCQSbBM7Ly3t25qwiCGdTnjRMObDzzk
AA4pwSFfJS2/yR9eYzl0FSU74tee3kXeLAO6vH/kbzoVXcZ1LAB2wG09uZDsUG2ntnxh8PmpVWbk
F571uAws8f2+oWtv4lbhjiRdZdYO/730pkyIREKwAUFQAhkEbAsl9wUHOlusd8WwvN63dh038dBC
K8nIAxUdSEwurYULaalj1uWLZv47WOd14KFo3Xb8T4/yJ8DEH9F2vW/xDQR86cKYhA6JHjggRiQM
Lk1Gk0hGWYEI34jRpAFTOovKzaTE+SXgdlncimlBcj3NaSuPsgUg7xF9nHcaas1f5awyPqtwrcyu
NdRL71qVqfVuLWfawyJK9XvVh/UnJzaanxFggsGXiyJiqsuojR8domdHHYTdzoJufTCw28Ai3mAL
2ydniMoG4NJYvkiCkZRadqkfAySaXzN79Iw+3SNZvPXJSATpjbGF/LW5bqY46jKyt4qeuvkwM2oa
ROV8zJHgi0P57GgZU2t7cnzXJ45LE+AezFI2YyPb0ZR5MFE+naPyxYQBqXaOpfmjsatHOuBdHB8c
8vH7TnIj0sXgOkTLcMGKrluP4x9plV2oiQWEFgFZWRLU7hl3/laAoH6Mxjr8zECCPXiFltmfYuDA
JnFTTrVzGirYrmJjApR6//fcXD/cBBwQxmXAf1/+nGXJHXKtpuRJyTJPT+mqxeWAzNWQlbTcnOpD
pENWhGKgs2N5vcu2p4WSKxkEQltrbHppuaerIMsZB9SedH8wJS/LTlos/3WmzjYTfNO4Yet4Vy6t
hMqEblM4ly+jcmY43M3TjwOtkbFaPEseAe5nByojO4jp64hwNQoRAOwtIGK2NSvVyYZcnhfunhHa
Bf0dCfZONHhr82BeW8e5GNSlPHq5rKaMnDByVrFbZt4r4rEsyHdb5bfOv7bCaWnI05fdprmxFSoa
cVT5EiETmQGCb6SPU/gpBIIZLTtp7vUrtA58Q8GyotxJqzdxp4imRpsnjS3T8sMy6ASdvaeVy0Ed
uj0CtPWbbz0PWBCkQqR06zncbF4ytyJuVvlcqXoKo09y/VnWXT1CEIHQ5uds/+icPZKqWy4BSAkn
ZJoXBvyNTaYoO+BqaKjS+QuPnWUsfgrXwfH+ab5RYGSGHW43jhRT3MTRl0ubh6ljxKOrXpS4RqaA
Luv7uGy8cH4tz+jl+rVtuNleBHHLGZmF4wgzHcBzu7nSBk1k1oKO+YtuPdXFa248tvJeheDWPfWn
jc3bQG2lHOIBjd0uneHhfFhqZnvhL4YNS2PibMcbb3n+n9bWX/PHJQ3rZ2tpbYSkjZEf+kz1Sqt2
tfpL2omzoe2pItzyDeAogGsg/+Vt2BxmeezTVBrIuQwDcEUqiPOggt5rsN04YQwwwYXqEKSA3Nqs
KZ+URixlVr9EZlkeusXSGrDJvXqapyI5l7Dt7GzijWWxJjJWJsAYLtjOTC1Omtdl3iNOXNXxMaJP
7EJe8peKmrSIaGmB71zzBpuu/+ZgTbadpLM9tC/6pIbvhh7mGbuWLH/nYN3wiHU0mJlkiD6wtDEj
gTrOYEVfFRYo7I6v9RQ/Z/Kr3o4knfX7nMay0OaH9d9QCh00yBpilCZgu3erYjjSDfDDWN8pXb0B
ry5uMip/VFiowfGjmOzdfNMGpk2jY80vg9VP3/M5S1KvTpkO9cdZr86i0RLZ6+kspL6WZJI/pIZ5
0jVmnHylLxrDRS3X+pmBJfgp5hAVgqgRqosXtp03p7P+AXakFhB568SHEGUQ66CLeJy8pu1ABs5G
I0Cww4H6S+pVPTpKDOCaHnP34++0t6fpmJvh2H+sSlOM57ZuM81toGPpXGt01OQQWcNaTSzDjD9G
swn+oIZDdOfLrVfe1R5R9qJijtNfqd6omVOPTh2bRLGN9mAW9UMoFxTOu1F+KEEBetYirNlN4rhT
3a6FUmFw5FVUakye7arJd+gorgNAXu11XASICkA0ShmXdwtCK+SioFRe+EzCrXLtoSqErzknJddg
44we4eI9LkzjRFn6YRnDnYDo6rJ+M08BivQS8OWWtzUpc8Xurdx8GbvoWDamQp6SeHFYJTuR7tWN
vRqiarBqudG8285iN03ap8NSmy+VXQIegUIjb8kgCrcVDCqL5zHcOaM7BrcsVE7jaMCiKvMFKL7b
Q0/oQHHa1b5i6K6V/ZacLzuetcYkG8/iQQfbDvKYx3bbuUpsKxajzOkDHzwcuKmqJy3R/1t6gPdF
nKMTllSL/to1QMqHUquO9TiaJ2lVGbn/S259UwDCfFTuQuxsXKooYn1A4gbwVav4vXPSlQMFtJ3v
edsIyBY+KkHtNrQgQCtMOPLMFwEQsKNJSlude3/nuO5Z2WQFhUPJJgpLrHSPgkKjVZ50YycAvHYU
XJ/iNL1G6h388fIEwlfJPHyla8gTFz7DWqpyDrMHqJo8DW3yxN7xy7cuyaWfcNLA/9PZWE/DtvAR
y6iDtEaqvxBCFR642QWi3dmQD0XyQc3ez/p3Wf0iUzaW9dIT1K3aYT6iLxpEOvMd+d6LeWv5f/yc
bUokzGjSoo6fo2nPeghrofksnC9CPU7p01ju9D2uI1JQSAQdIBFW9n52+3Kz8f0stQzJQphVNp+n
rLTcqAY+GBLNHUFnti9qEfEW8KR8GIx69hq0aI/3z8dVJMJvQO8FXgg6c/BzbQozqhZnICkt6+X/
kXZeO26jWxZ+IgLM4ZZUKFUQZZfzDeHInDOffj56gJkSKYjwOY1Gt9ENaPPPO6y9VsL7SPVpF6df
/t0CWXneYKBmMBrNc/7GYTRnZh5rqs1zIQqqE3PYd2JSbIld3Fg5UhTAMcnHQDmzvFLrvG5zhA65
Utv+ICi/Acw+C+GLepLDZEeY/s/XChkRqhpgP0CyKUuKki5EI7ATYqbNFB81mbR2hjSgmutb4ofr
Q0/ljcCFf4I0BXN6PXuIcBaSDEc7apHdU1Y3ISX+8J3kWRsnceUCg5V/a2d58OWa4oGInbifbBOq
ijj8BHh3X/T//sjPlkCtUBDgT3/LLG/2Q8gWN7uZVyXjUjiYba3You8ndgt2d+clnnDqmsl7gGMV
oiZvEA5tm2lcP5m5v78xV43uhNMqkl3EF5oyO+ELx1WEN08wfA9txVGweySe0vRTIO+zVP3g0Q9Y
Ho1pVxaDG2nZazEMH6jZzQDRJC43vmSV3ZsbhHgsZ9eDS3DZRKD7JQjSWrbOxCjUeKWsPpWJ0T+M
Shbvcbw7ugM96VA2vnHyRlk63Z+IW+bp1IXIlBVRSDNc77FAL4vIyjAv9BYMkX69KwzcwCwyUPi1
ThPcyXqGOqO2MexV4EBoQn2ZsiQqlyQbFvdfxEsD3l9rz+roeuEXjSxbOP02s5OnbUQD6xGqJJwg
0wAOBiXLEozmjUIMw081nCcLukuhRedgcATvMznDsldJ5gkO3LYb7/X6SGF0RjMhFoWi7bKrYeyV
oNd8eThL2nswVDynsHBfMn3c8D5uTCPB3WyLNrqZuf16+epWRLYmMIZzSVcZ/CJ2a2Y0BoPNll6l
sNzwEOYL5/rFVmkoo29xBoSya+YH5c3xLXyxrb0+Gs/0gjz3FOgLAYmWbIt0+NagSHvROoFQ7zoU
GMyoEqhqjee6pjO1vwQBMOnMbmCh/fe24DlUfGtscfm1Jlh3JAzGszEFbARHzKudJfovSpL+ydTv
Vf3cCcVzXjyEwsba3ZpN3qu5P34Gny0bEUVBVDsvbsZzoJ9CQzhlsa0DKLl/vm/O5Rsji3M2ZTld
iGI5nkn8HQ01tJN+fGqf/WA/CVvrdmPTI1jA36RSYA9ZsqMNtJBZRlxNZyUCchl+VWrZEcUfhrLx
Xt1wnuiJ5wGBfR/wDVX/631YGezwTG+ns1CBbjKO5hexoXVol+MeQrS7z5KNJ39d/4da9q3FxTUZ
93JM/z8WjXY6mGr+vr1MEC05pDJQyBzyZ4TnH7LBlrv/yDLlAHLmxDGcvuuxRnE16LrfT2fN9bJ0
XxXHlPj8QMJSj79X78D/1NP79F8z9XN9i4YwIMb0yK4eJZiB+7GUkPGJIhJ9obCPi/jfr2VadUj5
0h6Oj7ks+EhjFIeGlIsU0ZW9JhQ4b8ishlVTczmH+3oMz0pNe7oqbpyIG7uUBgieOpw38N9LXIJE
7U4alUo8G1176fKHLD3V5o9Ybb/eP3nrd+evshQdUPNOhZz4euEANFVjFfnSGSrCunm2is5OCzRC
d6PcOZmk7I36132LN84FHXyKAk8925UeiGWUOKlJI8W6dIYER51SO6olR47+9AlUKdmT3j7GXX+C
+/KyYXceyvW7MHcOAtYnlzQzkS32qKK1Jt6vJp2zZ8F8mFSJtBqc8ONPKH/p+2qy11LP9pLxzz7E
bJanCNgHKfZlgj1KWo5Na0rnqKbDP36KhW8NqoyhGwobccw6wri2tHhmu0JupGgwWMsmstvvov9B
Fj9lZbwLHj0I0Damc76+1tNJgRkGJqJDcRE1iZ3RQK7KuOpxP7kWlzat+Z6G/lkkQbbmwTjyy+fG
u2/21hiZL8pMFIBUnOPr/RpaUNxoaiafTYNOJusQNBcDPT/PacPvgrgxobe2KluUCtpMUw4Vwfw4
vnElKjGMp8jM5XMKlrXvd2Fto30MVdM+Le2wfBG62E7Q9rg/xvXZn7tcZ3II0hsKt+m11aIJ9HGK
Evlcii8guNq43mfjB7/tN572G3OJnXl4Mzofb+naTuklSljqlXweitox8+8BQklRWIChQV3O0h7h
gr8/sJXOCnHMlcXF6iXZ0E2aUbN6eWzHCXzkuZ11XyiPC4pTDuWxE3ZqbSFaZtjE67YQWIDGdzl/
bIaftVY+edaxSe2+REyCbVaHxjHz9WMiG46mgHbfAm3d3AFgtbguZv4udt31HOVRKrd6W8rnQjhE
XmzLUbXLDkA9pRICudL2DJpbtygTb6SZoQ3AayDS4aoE4HBtNRilgtp0x74LtF+IpziDFe5FZVcQ
GIi/8NghNq7s1oA3N7Ue7i/S/NuLc82TwG4nyQ10eNk0JmlVP7VVK+MfmRp8EHV+mLwkPty3cuPd
QYcGXwGqGQgSrMW701flZKaBx06IsldvmM7lpDh52O4EPaMhWGQ5FXJa9cZlfGtmZ+5NAmuATCzn
Yj31oOorgXzXOe9+wgDXY2EUUMe1lWE3mjZKwMrvWpB390d70+xMHvL3mFH3Xzi4QVfKRV0JZBFB
uyNnXgvjbtBT2xxOuvSliIuPunCQw2dYvf7ZSYIz8o3lxWubA06OjdjXzvlQVnS99nguDdIo9wd4
azl5BuiPR3oGwb7FtCpJqGSRF2jnyKOOFtOu2vwZy5MAY7Pfdfv+XRkZx/smbx1NitYzSRPYQ/oq
Fv61OGnUejiyZ7+2xX0zvsrQ+5XRsc8/iolx6KfYljZ8iPXZwI/HmZuTajOt32IyR3p/BQjmp3Mi
R8q+bUP9VAtGdbo/sltWqCjjGs2cWqsTOAbqpORBMZ3lCYd2DNGrgS73X1Uv8Ed4RoleSRGCnF56
fpUHJ3VcltNZF6b0YIYwr5iDEm7cJuu37NrKYuPnqaVTsiYw6BAxfTYQbdmjQ9dAl2oKJ8tT+425
u2GPd5Pon1ovTVNL2NtgTXLixbF09iJF/5Zr1niQOhP3QPOCygYbsCW4vY6P8WP/Esj9r0e7uMhm
XbKKOASni2I38GWvCei8gi5LyMum2zhm8zG6vpvhKkYEGjyUzDFbJnWDbADvhaDWuUpF2xh9OxhG
nqT3mv97Mp+UaOOIrSfz2tziVA+l0KcWCE+ASpGjJaPDgXPQ7a3+PeN6bWi+Xt74WTL5Y7XxRQMQ
Sv4TCd/nIIwmu5Vt2QhswXgSBG1m6Gxd1fvaowxz/7zNXsdqVuesJv3mhFpL+grDLHQrxs89pzTS
/hr9k/61SH7HcHPdt7M+1+D/57aKmS4YbtTFKJM6DEoBgbnzVPk/UpDnPHReuvHCrfcjRuj5oqJJ
vEra7XoqJWTOBjNPzbOVpKEDPI8xUTECdN/0/8l43phaeHN6mpl6Af0KRSAzsw21yPbhAOXnfzBr
b6wsNmHvT1GXjwzI9NJD00xo8W3xCt3aAG/nbLEwsCnXWeezMKmxy4Qic1Lqea3xwdQT2Eiij/cH
dOtUvbG2TOrPJBi57jFtkpbUB6v12p0/Na+j5T/H1Tht7Ie/P7fc3aQwCJpgnZsT6NcbQp3qKuyU
0jyPY7aTIbvymvqltqS9GJm7qXu0mvaIMNtJlVtHfIzHxA5b6Sjl7Tcr8r4U7+PO+G3Fnq1MR0Ui
+CHhH8SSmyq6PXo7A6IfdsFxBFKfq3YXd7ik7+9P2Hp55n0sk4DBseBFXLwhUxVC6wsmBkKyYQIB
x9su75php3qnTDW37tgbWTQTXWGOKRlkkv/LvnV1SAqUq2MF5/tzZD3QiprmaIYIdlDBQRi2o+MN
zR9FuASpbLep8M+d4fTrzRyMODW4GmAcrxesFmbgqFAo5w5Svx2VLsVWI3EL4XHDfQI3bWIL32Em
KV74Mn4pCHS/hPq5VAo7q1Fi3BPzGZ8Qx6s+9G4WVBvX7Hrfk/yHQ8mEzgDW2r9NJG8ueSunb8P3
KoAOHQzcgll+LlKSTmL8VSitbsPtXTelAq4ltKD9nPoZs7i4NtQ2hkYm1EEOxfK+zCbqc3J2BL5B
fGvJP4BAReiwmrSrdskp9TgXTRMfteL34IUnRS4UGBOS6lGVuvFxrLQf97f0DVgB2F9kAPC8wMDh
T14vstlKtMZ4gXH2TempF/TnqvFeaaW2c+uTTBiEUOxOr9sHr04O0EGm6rOmPNaSuZc6V97CgP71
W6/viPlr5hY8cKxzrf/6a3ph6C3Po1gsfxpwLEx6or9acNQ6NHFp7Y/wp9Q71sVoH+7PwupgQxgG
uIL55nWFK2Jx77Z6LNcw6Fjnqcv2Y/AFvV1HyC/G9AGW0fum5uW+GuFsinQxHPBUdKmmXo8QcLKa
ZlFjgZvQ93X+Cv23LaDNmsCHlH9R39+3ttrqC2uLR1iROr/gPrXOmf6nGWubzim6f7/OYoH3Da1e
ewyhg0b72tyjyk66HpZU6aOQWIF3TvTRLnkY5eCb1W6x8dyyQj6KIj8oRQqhi3USoxbFaSHycKor
WCJ2UvZDSTdOxMo5IgE1o5DhiMM1Iva5HokMBlkXC184a3pa73otF2yll9PT/fla33oyPbxkNqS/
yDYawK/NAJSvhEwRhbNYPUeU7EZNs+v4G8qOXZPZqreTC8AY0sYyrTc6kYjJcSdMA1S7pFJFskUI
tULxXboQ7W76ZTW13bU/DOkLUh8bttY7nSw+mUM2ObBa1ux6hGXURbGQTYHbZ7+HUPpgti9i3O5A
ZkCFpe76Ldm/FQM0TxVpPYppAE7A1i7fy7YK6mpCYcNVOVNp/b11YtFFswRAPo3v03Oj/ewh9Grb
9yDn0VsDSSw0T1DXHMO52PAFjQSjgNnUShy/Ihe/xfdwY/KBwJAmmN90oqbFYZzGSfessA9d03uO
C580i4am9O/C+4IW14ZLvGLrYzLIE7Kv6PJkGy9bIUD09r0H57abda9R9tXrP07j86h1tqfX+146
TtqvUrBDvFiaE7OfWeXKUJmpn7tCgblkEm0Fxvhmxtr6W+i89QnDp2DfzzSG3HLqYmOIyC+PY6pE
rhQCnasz8q/J4Fkbr/yK4JgZYItzmMmXAzdcZkyn0SNdSJO6q8m+TT/1LhHj0xyLFPAw+cKlyctT
W4g747M35DbxuBxQUgZzlfoUgJLP9MY5Al7qWOzH6ND8BfYN0HNouzTcOpfzxXX9KoAtmwm3/4rX
y0tcCQgezwhGMXbbwKmzVzWvDuVMvqz/aOX+wUvRZti4gG5sRrBYhDOUL6jqLXGuQSZLyWSYsVtZ
j0H1QWovof/Y1M8ANDfugbUfS/Vg/osOQPTZePyuL4LAT0sIMr3MDfLuAITODuPRrhhpL2t24Vcu
oSjb0NvF4yfJy17KofvnwTK3NMJSyADBB6L4+gvaMDaK3iu1syBYTjiOe4hfErIWkpwczY0S9Hpi
oTycqyZg6mfvcuFQ+foYV7IZ8n5kWnMIUyGwx0GTn71cAtWv1qqrtpts3reNQrAGdTkF6JXqYhJM
aWjGwjksJLi71aA3nczypf2UgAIVx7p2GqDtn+4/YusbHlQLGTtK0hzn1QmTcr2TCnkQyCOY1eRk
RajpqPZCmMMNn9eeXY+eRQ0uFGtxD4Aj3RKYu7G1/vI2U+efaexg/79eWLIcqSr1E1/g+UFuDwkd
+oDAgueMBLPTZRzULkmznQAVop2lMTwuevWA+yUftQZynfvzsXZPTLBLSB0grUAxa+nqo5OMxq0p
Jm4gDtI+E+TBwSaF5aLdqmDdMEXqjVapvyK+5hL/n/XkSavAit16UJRdPMOyhoq2h3IYt/im1lwK
jAnWEUB3cB1zqc6b7028lAvgs8I2St0CsaeG/gKzrCELrJzuScdX4d6Qh4+c42cukW7cZZXx0CTp
sagPhpbbVTUcxrT8UdNBJm+ctXW8MBPY41tAogQyaDXjktIlQdCkqSt6FjqPPPXSsRvTnVeAif4m
Va1jaAcFmaHm2BhPSSr884pDomTOrUnINXC/LA47t6vayLmRup74qGYqZy7ZpVsFhtXhBmwM9x58
BuYs4PnXlXwz/77aQh+EUgV+jfoYqLLT1u8sKApazaWOebi/h9eO6cLaYkiaKrStP/q5O5ndySx7
W/ROxbD7GEGfB5mBdpaVLU/xL5HL1fM324Swg3BoPjbGwibuWN1ZQ5W7NcwFdiB1+T6Ss3f0HH2v
1LE+8FiFT1EXws7bpuNOGevokWZgyDdFK98VXiR8DzJhq/p5a97JxcKSAj8REJ/Fu+V3ytiM3Zi7
1F/YRaFBw2DTGeBfo29Bn5T7Sd1mWJM5TMupoGoAJx9pF5z0hdHKjPS6r/XczXrUFLRalU++St9g
2ac+CZHafzB9n9dLEISdHqfeEwKtX3PJKE992Zh/NjbDPPGrr+Er0DJGXg7IyvXRL0TYbo1Szd1h
yh9KSbf9d9VY7OquRp06tGP9sbWQANkh83Lf8s25nwMVmvhFdCoWF7sVjnSbT37him3zsW7HaO+V
tCbL2qQeo0w0ILybsh/3ba7u1BnUz809v94kh5bXtyYAgRKmKXdDEn0g4yOEuYpWcCpg+fv7plYu
8GyKeiGoKpwwooHredWnscbpkQrX8L4p8kfd+nj/9+ddslg3+ghmqDQxGCWNeahvroxeQoAisZTC
1SzXME95t2tiZ6jfj6+CtkOp9761G4t1ZU2/thbKk94niVG4avKqIRysvQu+++kHlFvu21n5GwSS
c8QAW/3//vvaTolSSayZYwE9926EdrD/U/LKi/4r9GZOPJS7++ZuLNKVucXmNy1hxHHB3IRkWfSh
3Sri3lok8EoACGi7xHFYJD4twTSzkKSnm8iVLdQf9PEx9v545UkqHR0Bwo5e8n8fEaoFsGnR/gHX
1cKiTJKGxgUWysyeAsHfq6iW/HcW5jl9s/HqQIR4xsQCnQnCPo19uEtG0oj3rcwbarm9qZDpELry
IJJjuLaiR8loxWFeur5+CKCkTd7JaWYPxgb28dYGeGtmMV0dlDZ5Xc9mkDFsssdAfrg/jlsGgKGD
/YUgARXBecO/ma2h0ccCD7Z0TbN2pPQl23bebrwnM608ApeEBYAQFmczQepKI/FQuUb7CC94q9r6
qd/F+GyKcRDDiyQ/oIk97IcHq/4YBuoeHfLY7p2q3WnSgWxrutVLe2Pxrr5oeayyqEzrwajcQWge
xFicN4idBX86cSspeeNewi2bnScaR+emjevpjdK2gcXRgAW6Hx2x+6ObTyHugxT5sKy/u7+U828t
tiR9IURB1BWgJVqqIwyinpRFWjRuC7+kQ2oHCds6Sh6SiMLnv5tiyyAZSZ8/NYzF49HrHan8oG7c
qZccFTXRiDhvPN43cmOV6AKdHR9KdRyxxdbE7mhORtO4KVyRcUojehx/N/LxseyLjbd+HcXNCSpr
ZtwnOUDaauH+RX3NrQSHtIumxJNUH0eDram+KsarEetOqkaHGFZMT1AfakE/BskWteF6rLT2kQyl
iQIkFvRS1/tEhakRmu6ydvkQQHS/E/mDJ+wGxDzvz+l6jxCmAKf7y4bGhlzsRzi0wwg1vNqVBIik
sxx+Svko5FsJl/UzCZyGAZFsmVUol9x3DTzLctZNjZupkd1LH/LohBj3qMDuPGZOqZ7uj+qGORIO
KK0AguWvZfFkaBSl6WOlwW3SPwntAWRNVzti+6FyplLcqp/ciE/gxPl/c8v8igRTIlzcY+Pq2c8x
6pCmfqrKrxJiQ94uDM1T5Kl2E/26P8YbK4fy1l8KGxINNFJc7xAvTqq0QgPNDRHeUrunOZj1io3t
sb6uZgIKjhoZFZKjS/9TStKiGHOvcZOCXkw6l3syKF4GyPSdZxQb99WNPT+TfiP4QymU+HFxvpuO
RJEZ9q07Rtmvieb9CGxGNUlIXm758jcmDwTZDO6ijs3Y5k9588pJvRgVjSK2bqN+tPzyx2TF3wb/
32uHxGjU5MlEEUaSEVmYaTUdffiobN0+evEiV1P810rbC8KjXv3Re5qlfRL7lvQQTeiUKvn7zH+4
v0nWXZLzF9BbBhUYzZrwFlwPdBI9WAfbvHUtM4F6ze5FxQ78Jzk/eNplmnZTkjkoVIwBtIOXhki3
sJ63MEQ3TuPVN8yb7M1ky3LujdPQtRx+EiLNc6skzybqszX8gwhxfZ3ELVLwW8tLTY6QlQoq539x
e+etXPcg61pXHh+C8XdWBHaRHzamdr6Cr59XpvaNkYXH12WwiJrx0LpJ/9QZoGEkZ9BovxXfK8Mx
8U+V/jl8vW9zXq2VSQBS7CmK9yvPKZeR605h/mLbho6CfhDyI9lnT9tKYt60A50bzD3E/MCyrlds
0q0gTXSldcPI+t4j8mIGwo80+jyqWz37Nx5aZlFHgxyqG/boMl01dZE0iQWmrCh/DuOXps32JZ2d
JC53fWLs+4niT9vbUudBMzF8FLN6Q5157fFef8FiHYV6qPQQmSU36apLJDcftWBrPm/uxzeDXMxn
G5lWn1H0dmF+3ddSYFvds6r/l+OYP+LNMVO8IMz9VuX6lLNdJ+2NfmsY67TrfJvAywP6HqwRfZfX
Jto+FBH0subbRP2QlC+hT7uqEwZO0TySsjlpif6YhY4KvBnI8zk2tWdf921tqE9iQWFF7WxVGG0N
kRWz34iM1qHr9bctXo+k5D3sTYZf7hEpJpx4p7+T4o+0QdiDfhkrecPHuLlzAe0QIiHuBfHZvK/e
zHdQx22tCH7nts17caQyaYUvXjiXyOWXaXifkbCZpuIlFetjpYkP6J1vtVHeOqY8LaBTgGfyni2c
RB0ihlGXp94V+spGCrSWe1upfqpb1MW3tu/MXQ9/MrhhxJqvR5rVtC/HltTzgBEWFafix1SO9v2r
7dYjgTgLvbR0ec+kGtc2FIiGK9mIBrecyn0kPhvyfmguw+DtimG/pQJ2a6/Q3UP3CF4bOc3FkU+t
VvBkPR1cIe6cPoiOGm02XDJlkz11kWGXUDaK4+7+CG/5Um+NLi6BSqAOkqTxgJf4O4gPhkFR+4ue
n3AY7xtal5n/onhg8Z/hHKCWFuvVd9Bb5jqWjNx3ZsXSzKweWrH5QBfczot/qNnXrLHLsHZDOliQ
lDvq0tci/J4L3Tc9NI8TjAp6le0HKXEKxTuUKA60r00J87SYHu9/7BrtxccCSSfDObPIAO2/XnhJ
CwJIr1mLVHxo853+BckXf9hbY+KkyY9mn/4MaWX7DYHE4P0MSrvbCPXm31+8qVf2F9cmhHRDTdWf
vRDJp9IQXs0h3/LC5s27skGjrMgVRQ50mfEwqlBKtLIc3GkIdigOfTOVs641L2nuBpNp18C28/YP
qLe9MWlbEzxv5qVxGBrnigEYL+Lz6wlOWq1VFa8f3aS1ekc2xwcRRSQawhTvgxB2P0QFOgC/EY5h
KZf7QETMrTWi3TBJ/cY83DjjGm3yLDhZMmoq83325sbsBBziJo34ElX8Wua/Rau9oALm9AIA9m+i
tYVzvHFvATehTEKCkUBwGb3ARqapfdONrmwUjuQPD2qx74zeGYLEngJYivxHsBVj8T1VP1el5Vbf
W997TKIt1oWbe5xeRbhGSXwz9MW7aWa1mfj1NLpN5kbwWLSBLStPRnc0jf3YHDrDOhZ09UMHeJpb
c8TwIEIUJf3ONH9jt996tegBoXBH7QRqd3Fx9XXoaPqtOI5unT+1hRP9LnZWZ08gX85ytzdeJvOL
4W90it80Sj8S2T4QZqA6F2fME6YRhpZ0cgtklgaUwIIW4mpo1ydSe6BbTFIOsh37k12gZOgZ1maI
vn4qwVFSkwd/A28MLvT11tPDfKgMTZncMvoMydBz/Z0peiojq3TKvoSHuXAE0UFiC9RrJTz4bW1L
/q8uy34F8Y/7N976woExhYwSFESsA50v159iKiOSL7I4ue0AnkkvpxMNwv9MX0KREBgfnZk0c/Oc
Lh6boOs1pWoq0dUi38kN2aaD/E/Sffj3odBLxIwCn+IlnQ/8mwNtRij1aEIpukjAPvWyEdpKam5k
BW5kV+grI34mHgEYbS13rFCBLqHpQHSD9tEbUOl9DIWXJjonXm1P+FQKUpeButV3c2uV/uqac31Q
fluSfMpFBJ+1h1UUXEYbppt4j5b1FpDh1raES4luUuDYMwvM9QQGsaEl3Bmim/P7VewdQTa8Ip33
vQjC/b+v1VtTix0xWVkiNokmupI67bvxBdZP57+zsDhjJkpjSlmqWBBHUBdlbltKsuF1r690At+/
GEKyzOy5hcsbRKFsVFoqzlXKGB0KERFXafrngRDYqwSksDBQFF2WQo2g7iSsyK4Pn2hTHRMEue5P
1XoY/DRPMnkhqmxAZq7X3aoFoY7qRHFFZDSjpNr3YNpTStj3zay3F04Hsclcy+GyX8ZrQ0WiK28m
1R0RXY3FUzOF9qQ9hvFWGfSGIQ4nGOW5YxIPfvHAGUIqd30sqW7WlIdIDy+FZ/5RanCvTfr5/pjW
BxN2Q0quQNpmUO2y1ECok6XQ/Rouj4odiN8Kbrb7FtYdyTNuC/wWuXcKJ5BgXq9OM6paNjW56RqK
M6TPTTm+qz2Ja7S37DpqMwCrwnct7GtAoi8WvNcbH7CeTaqhXAlAc+cTu0xfhwD/h0kNLTeoX9pW
hJX2Ra/QeAg3sEobdpbdVsPY+XXQBZYrBJHjhZHdgUuSrVOX/Lg/o2vHbx4QOjLMJrWopSM2jKJc
jV1suYX1MsqPxNS2B69Wm32XfOlEC9b7+/bWHS7z9phjVQCl4NmNxQrmupbFtJQLrhY0KlJQD7X0
KOb9pTJF2pI6h9ZvGDLoknqxpndTEti18KvoFd58+qWB+4QbHtCNCaCqPss90hBLsXvxUCrw1M2V
nuBi5MJuEr7HrfJQCeU+9CDo7YFCbMLAVmuLIboSZtk56iDUXK73sKn1aCz75Uwa+2qNEPEKftXs
OkP40yPid3+6b9ua7xi8ehZYvrbVVG2VBmavn1tTGx/Duv5o1qhOVGVlHCJNSQ73zc2XyVVAMzcV
w+YEzg6XDkf22lxVoHfUVBqsit2uaKGm1I9d1b2quvdJ7+Ita6tcwdwbM+NJqUqAwBEXV5tfFGpT
0yd9bo0vuvG5K/0n1EIaVLYzNHS5SRy13ZrQ9QixqULkT8yCMuiyHQx575xMAk2XVTdBilU2F5yv
Y9V5pZ0mo+ZoFgD1+5O6PjLzODk1MzidjPnyXu3jTCrauDHPZQUfHDYfckOvj7kvSg8UKp+U1oue
g1hojnGefc2Jlh2IUNCuDCb9NbdK5EXqC4Vvz/V0BL3LbpOgYvVozjKKvC3zusOss6z/Gj2q3fR/
m+dIQN07hRTDb1Ma5dLXjamYXaHrDYYhyP9w/bg+aGi83mCpIHWI6fgwOr4w3k9Tc4S8rkOZqfkI
nNYOX5U/44l0mIqe6n3Tq8eNIc7MH8RmdPvQE3htua4sNejaAjLHKOkPUkXTAx0D5oYTtQY3YoYo
EP8Jx5rpXLgfmuUXXpWo1tkQK/3b6Lfc/VKgWl8Meap/lE3KpTn2vvVlokeytFsvjH1b4K4pDsPY
0xvbhoGRPART3h3Tyuy3+GBvTQNEzEi1wTlLCWf+/2/jCr8W03amCK8mf3qGQz23A3nsNyb71jQg
iz1jGgFvkc9eTIOe0wlZy553BlVQPE14x5YtVTFFYjSJbH3S82NsjOZejXvtLClA1jK98J2mT9u9
YEbGvmjlBNGueIt9aHXngCGaWfHmxNTMGLK44epyKGIxilM3leXknRoG0tH3kuad50u1E4T0SYAq
hkXKLEcw3fRm3t+Fq4P21zyqObNeCTCw5fQHbSi2RQCE2UitXdaJ4T6evJB8XPnPyBud28bEk9Mo
aclQDF+v9FiGCWQUZnCBZLj/laQ43F0oVQ9jnYhAb4P2+/2hraNJDM6TOyMd57hu8RLHeqa1SeiH
F73+qQ4ferS6oHg6hB8LGeL/oDx4giOoW0wYqxcS6SyuLDYZAFJu2MVO8wMEAcrYDC+ZoiLWWMr+
oZoadR/rdWGHY7alOrfyNxb2Fi9yjzJBQVzLKI2nsn+Pvk0MblUjveikkPPfn9P5Urq6Lnn2Z0cD
v45WGlT8rtdQkFAPaelquqQaiZwMfaWoo0NW1X5Ao/UjRn96wwG4MZv4UjAOzpyb87a5Nii3qiqU
bZJclPBZmtBcmy4fx3qr1/zWVrkysziFUlmrUEWnCfSl/hEot5H5T5IfHvN4n/uek1DEaxXzoZDM
jfhzdfyZ0Lfjm8f/5vqD2j0ZjFiILyLqgNrwFCVuOUCicqFuYUONqaMe++9L+Nbi4t3phbhRORXJ
pRrPglXtUIPxX4TiUCEWeN/SjbUjC4oUIGlggyhuMamGgIyHHMrpRUUIeerCYxp+UtL+PMlbujA3
1o/bHVapuYcc52bZWWpWkdVMcpxfxtyAtkJzmMdwcOBoj9IIimonyxtbi0Cy3x/iOt0JHHgW6Pvb
tYvDsli/vspDuTcmurXr5ls5OONk16R6rYMc7Jv0JCWlXYlHKUwe9E0ilfX8XtterKSVNBBBiBK2
h9cAhpgke0hb9BU/b4xxhX74O0YkwEjHUGVaUhxmUd6YUVzmF0G61Gio5rV/HLznyHpC/4JsHe2N
F034ed/q+lqbB/d/Rv+u+JuDkc4Ra9PW+UVqhJ0QWxwO1UmrkyRCLjxVDqIsX+9bXB/Fa4uLi7sK
hsgXJ4bZ1e98MdlJ00tWH8pwF/Zn5BwArx7vG1y9vTgjVNbZsnPilk7Z67PfpEXW8TDnl0rUnU4S
dr4pP6TZBg/0OsUx+zysHYoX5DhAB12b8fwhI2YMyovgocpEqrjb9ajD2IpSK/um5L/VQyzu8gEd
mUQZ0s/gm1On9o3idH+8N/YrFSG6MGlW+uvZX39INnohT6dWXEK1J2iYpVsewc7ClLnVcXljZglR
qb/BH0idcYn5ygsKXeRqikvejnYmDhe02e0IKO79Ac0zd/0a8iqRcSfnhnNMwe16QJaaxtrUpeXF
zJLuUAYifH3ttCWIdmNf0qhBUQv6DhJFSyt1MJVxFY7lhbLfQfP6R3ot30VPQjh+lQTz+5hMx9Lf
OAu37rUro/NHvTl+Qe+PbW7W5WUU8lMcfSorUiXVYyp0dlYNtqG1ABFPQ+FkgvDRr8LL/Zm9tYA0
p8wiLZSvEIu4Nt/JxhCknVRevEZDLblxuq7dN0K++w/MzIE++VJKC8vb25tIrFiFWl4CgYJYqZbI
5ZqHsdB/3bdz4zIDFPj/dhY3tRmEWk+9uLxoxkkuK7q5PkgZzJXPeeLSWLYBj5l/bbktzZnfY+5U
Ad+/WDu/bdM40KrqMtRZ807NI/1Tm8eWQ20HgvRcLvaRFP27KCguGlVvThudEWv+AyMh/1aqaXXR
ouABadyMqp8m/SThFivvoZfAyW+n7CgkWxQ+NyYX2kOKXwA8qE8tK64SJV6zoK3/Mmk5ohDmhw71
092Qxe80ulvCxjQcS6BedX9J12d/zhjLGKXpmUB+4dzEFHHTRKjry2hUVJylJPhU63r07r6VG47N
rPmCc6MRIpNPXLwRWZmKQpiqDC4d44c6GPVHrbTCnYKIOb3kYv0+L/vhUyS05q7UW+EQE4Q9bHzE
/PJdbyg+giQFogVQoVIuuT6Nemw2cSJZ9UWpStlGyI3ET2V9l2BVO00jyDCjmxtgPS39H87Oqzdu
LNjWv4gAc3glOypZlCWnF8LjwJwzf/35KNyLo2YTTfgAA8xgDLiaO9SusGotJ0/afI9mtUVJMPrn
gZW5jkGJjJSOgj2Ql8vfkdcwdpK5188t6fCe5ntzmqK03HiW13b2o5VFHNCZFZ2MkAoXTFz9nvgd
1pCxbva3F/X6ks7fwsM7s/Az4Liw4jHaVYcpayq15b3SeBFcBPqvSA6Ovu9rTqC3GxCJa5eKQa4o
JgFhcl8uF08uw1QRLAxq4ohQWyD9kiUPMXK/2hIavH7nSQ51OkTzMO3cM760RJnNYCikap7r6nc3
fFHan2X6VnkbPnVlAS+sLFLRjPLjoJR580z9CKJmuKvtAN0l6HLgI8vUGMR1ZmxNXC/PBuEIncK5
4Y64BuwKi08bK2YorFarnsEd9E5RlBVV2kDdSAqvQralmcW3yU2RTUNpglE1ERqUmeZH5Kv/43XM
oNauEfwZx/oMiDz/xzOytLt4dqe+GBLqldWzpX/po2Mzvg3Rl9vnfvYVH33Ju4l5DYlEqXcvHZqv
0i5Mar9+NuIfco2SHnA8hOX2IMWhNAS4rmo2IlQb3np5WGTwzfgN+pZULubi/uWRHBGg8DyP4nqY
2NqvrA/OkanvShQtddXaiF2uoLNLYwt3WSSBHKS+1DxbCRWNg5ipYmnX2SjeVR2k/4jTx+PdMOAe
Tmo2GPpekLM6cJq2gu1JMzQvPKJP3M3jcoWcnLyyNkwniUPGI/QQ+a9d0dXidJL1BDiEUuh14pRT
N/29vVHLW8xXgGCbFQqoYoF7nZf0QwRI2uXrTTJ1z8rYRUeBJsAxHoN7APbRyRurbOuRWdmi+Wbx
1lFZoq+8OPNhkfdKmiT9M6Mh8mOYNsJbPabGWQ97hDuFruZ+F1MMdqfuHCUuhF1RKLCX6VHn0BaT
nXyST1FRSI4mCPI5whixT1pv/c5lNsy6zJQ+SMLOmAR86eW6+MKoDoiL9M9R61m2Luf3mlXV31G8
rB7Qr1bsgZrVvtTz8AwQXrqrIEreQHZd36EZJDM3PUHJ8MwtvFDWZ0qR53L/HPZqf0cN4klgdvOb
WhXNPhSG/FMbem+GrzxJRbfFC/nekLq8wHMjAddLTZW0coneTeQxSZA/GZ4jXy4/VYk3HDRZGWki
BJNDkCAeYoVxl1YSugdrQulITzu0I0ur2Kd+0f+Mkih7ihtFdqJegOAp0Xrye5QnFHSf7bhHNwVt
QxxdURl3iHWU91HRxU8Q6PROY6meTUYCTVnuaY4uji96OFmHTuz8k9Dpn6u87JxmFPcCAZrdpw1s
+FmWb+R9K/6ZnhxEbBDWzUH2EqeU+XGVBGI4PAfWf20u7/wRfZ7gC3T+JzOWnwcP0Ip8IBL7zC+8
fS1XrsmF6YWLplUIL/aI0FIma09a7H2udOnbYMVPdXcXC3204TivAtD5uNOAnUf56IvCkXl53OsC
9pRBTIZnKYpQR1B3EbRwQPycRFbsXGgcpcnPQgGYwFcPtz/1qmmztL0452rWtUZlZMNzZ4yoHJRM
FkzyrkuOrfAz9QxHtrzdmDEwrNbxsQ8Phmg6YD6VZAshtrbo7+kFfGZA45exkxWJU4dwMvsdtTYT
ViIPcYf0wFj/pe++8fpfxxgwKeFxGS3nkkMpd7nixmjVSt1NXLBIoAPladJJq6zq388RREFzkUQh
gQHsf2nFVILUMiNzeNZTze0CxJhUhm5+qxaz5m8b+7iyfLRiVLBv+Ct85/znH56S3PAbyA718Tls
ylMYaHZlfinHs8pkwdgLtmRNd1ptfcrQMgnoPvKtoxXYuXGqjV8ZyNWsSo63f9IyGMZ3kymS9YPJ
pDK2XONxqDytKMPp2fdU0sN2qOFdS5q7cOQhvm3qejsxhZH543m8l+mphayQkk3p9BzPqjAh0ffe
y5Vsd9vKStDBU4Q7YtgepC9Z+GKNOy0T/LCSnmO/a/ZJEjbnQlRzuzDV/tiPguyOtG+hFfT9g18q
xk7vVWMHP5u507qpQ7nZMx5iK88OfpCWj02eSEdD7A0nqFpUbAKpVVwLKriNiPNdt/TyOaFSgWvR
qIQCE1+OC3dFgvK5GSnPo5/uKBmo+wD5379qa+vFQTPsanQiG60TJnvDHRQ92bdpvneVXWxV81bO
xDxDTLMJMRho6uc//3BKpzYXfV3KlOeGUDQrviCBVFlbcI/rqOqdbniGBLJRgCkujUBH1QV1lCrP
VfwGRcshGut90iMBE2zFKfMFXi4sU9HkXzO+BGTUpaVQgey60XPlOfmuCydjXx7H6JhVB8o/wt2U
O/1Jk+x0i9hv5bRTsoNOEKgjaIMlgVDUh2xnOGnPlabfjeWoOpoWW/vbh31lp/BYs17PjGpAl/fy
0xS5D9UhrsznRuqqnRE3iT1W1cPUhFuKfKuWcBb0leA7IOa7tKTKXSIPvmw+R5oQ7jQjbHZqq6Y7
K2em/fZHrawcw2UiCGCoUZgcWbh9UambNIgM81koVTSjqT6hrzNsaRmsftDs9WAZAnG0tGIItdIU
g2A+p7VSnTvitRB/20ZfG0iI3dtfdGWLCHFmU6ZNTMZPJf5y8QzBL5IiTKznWhZzN/b8XDkIsjlw
qZnD2RI0vJp/ng8diH9QFPMUCGiGS3Mhky5mYRgCUXFiWxBcW94PQ+kR4zr2bWor8fQ8lge17Rh4
Km2/8o78r30nIHfjb6Atr/aSnzJLmL7TSYCCXOylhDxrWHeJ7445w89TXf2NJ3+L0PU907i44TQe
RK4BU19AuSD4vvxgo2nzlGGgwB3Dr9zJs6Z+Er6hl5rVEKck00FRz1r8WgRPmT86cvXoy+L9oDuV
aW0EaldOjR8C6JiFJxoG97jYaFFK6zrCrbmNGp2CMAHfXjUF82RGZsehsnFRVqxRfOEfkg/6kct5
B8GThIQJ28gtu8nmiANn6nYiGpnJ/vb5XTUE0TORH64YdMzl+uK9iritvMg1TeF+mvqTlU7/RWbs
GP7WuO0VJI/DC0Z8BuMoEIGQXV3a0tJENZlMi9wwCp6H4ns6HcXuc5scu+E/jeBE1O1IgvIcUPdE
oQScGnVhu0IRMfqjC8nz7S+/YjZ8/zkQBVPEo9JK8HL5c7K0lcZa7GJ3JOA4hnWUKbZl9YVd9MGd
hQjxyzCgsCdblCojKWdgT4uDc99p/T1LGTi+Vm9OD149aDhgCaTkPNMzE6XN7ubD+8ykEIJggxq7
Xp+8ImnzKTbb/Sh2tvyaV4qj5MeMXiIRS2eKAQyRk51shebX2dBMRkNRRKTRQL9vqZoKlWoSNDDi
u7l+T9r0FMVuGR8D9Zwb51rmGAo0+sV4Iwm7dqTUh+eqCEN9gBXfm3Ufvhz6D98kk49dYjY7nPlN
i79tsAUMWXFas8gmtXVgUzwPiwiyC3yx0gBpuaFkDk6ZiaQ6nSnsNo7W7AwWXgtxbDwjDYVZkH3h
LIrIUD3N7BPXk1MU7g6VRs02aM6ZdlSEDPKG0Uk6xszzwZaacFeZ913yG5zXrgIRowqPqRdv3POr
ZiennfoWrzzUBPyXuvhyPdAKzWuA3yVB8tnyzHOXV7+0/qBl1q+y6JzR82xhROX7D2I1TTwebi/J
2sITEM6sf3MfcjmDIgh9pnd5kLrZAAJRGsbxoPmwsN22suLNGOqe8TEoelC4WlzpKFKzXkqb1E27
xFHK8DxOr1MafRbS/9P3ADhg8hPoHdWiy4va0bDqAlVnObMcibdz4w8bh2jtQlD3YkadDgrfsgjL
QmnqFTkMU7cCs+zUvf7LG1pIGoVsa3pn7caDPmPahcXjJVhGgHECIqQti8wdjyLsB71+iMfToLte
+NLKz8L4Wor/ftvh4AG5wOcBEFnS5BmKOaUpwFw37mQNoZVOsC1BOYvy2+0DcVVF5JYjF8eTDXmy
JC8PRGHl/pirUeaqymtzhhRapIhlvTXtQ1S9VHK58Vkr9/7C3CI886rImJIxy1xRyxmJH5Vu1xbN
n3AcEA/trOpOMf0t1e6VM49NEm/q/uhALVW79a6WPGnCZiT9mdrkoKmFo01u+M8gTDwIzN4q94pg
AeL7pVPzvFRQkzpz/dBpIusgoaj7xuBJRuYqkk7e3rl3jvqFD8Uc/8C3TcPbXHQYvMyMINlOczdK
Jv9BCdVw7zVx9yzX2bATJ7M+9r447Bqf1lFVyOqhrGTZMQQdfmQ/Hg4qBVMn1xB5qASlPkC4rzCd
qlrOEBX6uRwGcea2DXZyr2t2FET5vZjW0snyeiiEfFQKMr1pDxX+6hBaw7gvijE+V1ERPdRlqNkd
uOW3RJoMx2NRAMD1OHE/yF5idKqPVYrGXtfSYRLKZucLcnBHObW4kympfqqnChppo22Pt5dsduHL
FVPotM4y9STeSynRSua14Q9zd1TT9Kh4UnYQ0HtxNIOy5pAm0qGrjOrNStqtc39dLOZsIO9MJE7n
fHYkl+4wmCylTlUyoJZZZ1VyOkk+mtO5D91BO8ZVtCvF+bkrDl3anm9/9dr5Z4iCMBm7dJsXpgvB
nMyyiXK3N00GN750YeEas0/eeFvWXMlHO4sHVNZaOUdZMHe98qDEb9knURVsw/tmzryY3X/NFjXm
/LuXu/nR3uL8N4ye+iAucrcKf5jdSw9VqXUXJ1S7OD23l3DlqaGIAoJuJrPlv+bH+0PslSMaCoTE
ytxSDtVzZ4ZU+01UxPqk+XPb0uoiQu9GtQa+yCvNDK9L8yRL+Si1e8gHzTHpjupRAE3SL0qrX4EK
1VvVt3cm3uVCUgJm9oKYDy7QxcYJVkfg2Qk4yGAnFciNB7ZZ/QzV115ubS2J9n56MrX4YOZO7gW7
noA7srUTWakdC3d+6xBly+GusR5GMbnTOxQqNDAF5uu/Lw31CqJ/tmJuPl1ugtFOZuhpce5mjekU
k36oi3g3UfQXzP5QeOVeLIMvTMFsHOu1Y8ZECqRxBE5U6xbHzCxTKVCiIndNwNl1lzpB9je0funJ
a2S93P7CNf/0wdQyBmyLPKsqGY+uVUqFf4ZZSUr6R1MHYqdMcrVnehyRuiT9V5bS+eX6aHjxLA80
GzKhznGMQ/Z50lt7lB6KstgN4bck/n37I9dOOFPQ5sxNIjE/vFjPWMnaSe+q3A280C7KTzkDmfEn
0Yz2shU+9cmjWP1zeZnPQxWXVvYMLUX25vLkkO7Ihd7GhTtJRg3pT3nKtDS1JaVUnQTZ0Hur01B8
jSfhGAzTcGqCID+UVgYPgDJBuaaHv6feand1qTYnU+qSU+YV3UnmnfWkIN3dXqA1fw15CPV7utM8
VsvI2RI96mM8Fd5gdczgpOnZTBgL9HPBt4eg2oKWrmU+XPu5yg8rKEWVxcWakgStWy8tXMWsD1L/
OU6/J9rZ8+CS+ETDv81/dqa/K0wg7RvFwffJjaXrQasCsQpgycitLfKRtsiskXNeuM1U7L34nvz+
c6NYjhqa+1JuP7fxbxgf9OFuqF7KpLWt5ym5H7XEIaUkKu7vA/EoxGg99HddksCHeedHdips0Tas
L9FcbqWOTjF9Oc8bqENtWeLA7+z87hhUA6lqwkQBEgGTE1Vychfgre1BHspTo2njkxyN6TFUWmtH
40TemC5ejSYMbg+jDnN1dQk/UNtSamOhKFy18PeldKoRX/fPmXGXCc70ohgjaiNP8a/b5/K6u8Q1
QlNElOnVMJC/dMDUdcZmMrPCFUPpAAY4Z8ja/50EhW362p+qGFKnHMwfcXaIMzR/Tf+x73unLybe
LOGbDwOPWvqnQvhbK7FtbpIfrDkWhjfpTpOjScDLL295AXm+Lg5t4fZF/4P4ynKEmnFr1Uybs1ww
yq/EJkCaTlD3QpvXh9ur8/5KLo8yO0HtHo6XmQH00nxjtplgZmUBCd0EO1w5pFTKItNvv1tE6Q99
qXsz8H5CCYbTfeq6El4cq1PqcxNFcmGPhl/ci2rtfy2yloYoB6p7GGS16OfuCSyiqRJ/3/jNs1+/
+s0zXhZvA7J8OXesR6JfFqrIOZLHu1xDgL307CgjWOv9ffpZ0e8Dz5kq1YEPZeNZXT3DPKkIssN2
jH9evANNPMRGZMmFq6d/De8xMGd65Zek+D5VpkMHdm/ptmTWT9ZW3HgdzHF6Z4LSmXJh1py83Kgy
qcvMSDnGIYAquByM4He6CYTeMrJ4Uc0hsaiG4lNl159yu3utvUe/N+2uKnZRdEqTN+W7oT3ElAmB
wuzyghxo49mbX7XLzSXXAKhAhx8IPd598Z1a6anN2BfuoCYHJe1eO3GLnWWlMEJeAXUvFSWUKbh0
lzZgFBW7oUpLVxoDJwY6nyB8Cxr9HKYPgQ/HkjE6pfgl9za+bW15Kf3M6DTwlwxvX9pNc8VEsTIr
3VqzCJCD1nMETSmZ+vI3cZjzeViuo8Ybhfcgr0fL4tJWNQgt5IFV6WboC4WN+ligWGgwkiv4ePey
OBWRcC97EPtZ2fPGBZ3f+ivbOHqeZxIPSkGXtktvGsuBsQ/XAofH4CqvpCEGOqCmyLaYhRrKMd/V
OhSGUV0n+2wIK8cc+/qc1xW8jejL2bd/0XWIyobP0RQ1cNr1yzzWwzloYy+WrpLJn4Hdvehdxvob
v3JtRIE4OxnDlqOY93K5BnPZBqMwHHKmL9dAkztGofu8dLs62hsBzMl6cR57l1qpXI7IY/o21XYn
huswG1Gp8aaNb147bAyHzLW4eRpFXfwApQUJTouBw6a3hEWJbgeJzkOL/sfWt17HfkwpfzA1/5QP
iWbUpPkUS7Btd/n0YxgiXta/fp/89QvpbjIqp1L6h1C3HFEd7SFO7+tOdfzA4LkXj6N2GootSMna
t9MNQESTcF28osVq49IqYyMpXSbzbTERUeyEGSHbWOG1z4Ytby7RAXsi5r387FhN4FUmoXd1rzvW
hWzXovWnUIsTM7n72wd4zWVRiAEbM2+oqi7JdtRSVMKhtSrX9IR9KRaO2Jlu0lT2kFKCmTrhNc8F
KDTL+FEPDreNr7hkQK2zNi0QKGK3xdNDaTk3IOaqANG85vqv0dh40FfWkUSeEQ2UhBkVW7qLQhaz
QZzaymVyUZBpgE+PcvLob+E7Vg4FSB1wOu8FEZqWl9tV1aPSTu1UuQn4dzHZj7CqolZwe61WjRBK
UVOlzwf04tJILRphUoC3cye1csoAdngaof3WNMnqiv2vlWX9Wwy7RldbVixKu4ORCI6o/C3ln2bw
f9mZD3aW8YAvhmXSY2dqzqYHuYZf2VZ0LOItZ7XStcUv0x6VYW7GYS6LnELWRn2Uy5zvhD4xBAdK
R6U1RWgW2INtQQQJOWB2JLIK3rrOPN7etfX1/F/ri6ORhFncl4gJuTDAO4pS2SD+iPUZa4Xn8rap
OUBcvAszyz4j38wQzHCPywOSDWro5XVSc0B08aCUQnIU5A7STxrzSS8V8GfJ4qxLmD7qgGj2t62v
HU8Fvgx69bxJaCZcWgdjkks5kH13rF5Awh+SLrKnMd+wspJ4zlNIwEjeCf1Bxl+aEaSsbmW9qN0y
lJgOKrtDrsgHZBXuNbk9WL7wUKQnaCzOlt7uokk5aJpwuv2lKxCT+TfQlXynh6fTcPkbZAPKEcms
ahd60u+F+aiBukVKcz9aiY2eTUvKXWQCqg2yLRt1ZpdS+SBMyimo/EOnvUrBVjo+G7zaeYJ34j7I
XK74p/wc6V44e2pXEKbjiFC8OT4p1U/Tf5FEpu039mB1pz9Ym2O0D2+yGUSykADhcYWmYLCoje1R
d1M53zrPa1dnTkn+/1ctw4xEFCJizdptPFvNXi1zshv5W7bpIa4LmmwnTUzq2Qqkd8t4thMLNWgZ
GnQJzqHal/d+cIa4w64ldT9qG4u3/lH/a2xxdsI011LNxxjq75b13TffaL0pFN9un9E1XzB33Jgs
BzqHuvXlHg1lzqM4jI1bEv+L2a9O+9aBd+qHoxi/yv59nH+7bfD6Ys5wqzlvtsj3kSJaPOWh0k2y
5gs5UWnphH22q7XSLkEsg0y1xFP8ELXlUYtDWwMu8K9jfBAhzl31eUwGCIy8HK4zR98P45xSR2K9
EbBEVWPXnfyvawrEHcpa5lMIl+AJW2yd34yaOOk6eXL7Mpz9c6sfDO8oCfdK0qEivIGWu7plC2vz
Dn+4ZUkstPEoagVgI1fyWqdXQ7uUt/CV1/jA2QwR9gw2ZvesxUExMsuLPMssXFTo5zkBvXQSo7wb
fFGwyTHU516JQB+TSJ1SM8uPsiALezNplUM1Nvc8ZKVNZaHfBXPL8PaRurqX808DEjNntYCKloXx
MYkQ5oiQja1DspkiOyh4s0Sz+1p8VPwNY9fll0try8CnLTW/amusJQWTVXCFqlHjoFvhxLn5KOad
XVEKaqLA5u6WhnS6/a1XgfDC+mIbhKafkmYyClcTPLi+9MlzQqPY6kjOJ/TincAK6BAq2zgGDR6R
yzNlEh2Yncc3mulxKk6RduoEBoLOKY0NY+O2rNqikDYTIkpQ6yxeCXGK9DyIBMpZxoiAWOkM3qPZ
PdSieCrz6BXE71bStLqFzPcjBaETIVDTuvw8pRij1hri0tUYCGeE8rdRfS57aV/EKCntKkPa12Pf
zD2MPWPY7u0dvM6j5sVFcIBXBCJBesuX1rMR5pa0YgsDFXbz/C+Q6F2uNq+BlrtDJDx2BkrBvf+i
T1tsaVdvyrvleWCA4TvqW4vQa8rzVNJiv3SbUjw20LMIP6vaOkIzdL79jWs+CaSAhNYGAigw6F1+
YhRU8GpUJP5ighahX5qKE5gVvV+6Mxv38fpCcJvBysNfNNOWL4vXXTt2qplLpZtMyeQMRqkTZTRb
OmkrR4Zy2TvxE3kVTZ/FjRCSROc9Mko3eK3byM4H0+6TI8yzY6A4uncYyoOZPiXCl9sL+c6ydnkT
sctBAa3Pm8JUwOVKDg36tVIdkhZUMg36gAhSGwhwQrEQjtAKyHTf9Ij51rjf9QzKM1SGboFlMlUt
dskbaEGIsPyqeFHUYNhXmfg6wcZ5GpG6cnqxTw+pUB5KTySKUcWXXPWDx3g0FOg8kh5OArU7hJUp
2YIhVBsbdxV5QLHBaM/csCNOv2rYT1PZmUoSkNIr1T6qgj3Y9EMO8+oz9agWVTpbbrv97eVcOyy0
Bi0dZjk6UsuAXAPzHJtpQf49WSBdRQZim0ksN7pM75Tny02DThboPp1vgv+FfxGyKofcIq9cWbv3
g+TrMNYO4MyZM5cyw7Epop0uWFDq9DsRTTrfn56CiTkd5B3M8Jeip+wi0yW5U1AXjJNPRc8wLP26
ovx2ez2uHYICEpcJK6ioiWqXb1mspAUdzLRy0/jzNNz7bx4DL9LGvOf184wR3nbq3GhqXPFO0Dcd
JsukdiN7z2UzPURh57SBekdtcmcFG8O9154HYwxMAEhlOh5G78v7knkWs/9xRSHHEB05Lk9i5BGk
bBFPr5qh/8IE4Fy9X5bRg4arI9di5TZQXeym3Ayp2CviifHeLY7J1eUjWZslCqD3XyaylQJZyKBK
lVvLd6ElQs1yQsDcTvyvfrOxeGtXkt4Ag+vMT1KyXzi5MCxLP4KRxW1D4Xc6EzwHdoCIfEUHW6Km
KhZfxXILW7ZqlDYBMwkAKZnEuNyxfMp9EM8UPoz26Hlw+HWhDcFP7ijEG6lxjNvftw/92oLyJP0/
g0A4Lw16vd4U6SSwoIInfNas8mcgNbuiKlPbSPuMOWvF3GhHrJqE05pyBO6A0OrSZGWUfhbNhYAy
Pqv7BAfXSMCkj366Occz/1VL3wMTGzSTMCDMB+bSFGToEk0eUvxx+BESnDqRepBjfSdp58DUDqX4
YlVbpPZrbhVsEWkVMSPc5YvPMwO5UaS8rF26uzT1m530r+xydM6Zz5wHe+eSJn3Xy69CvzPPVGmo
iZleouzHUJ8SkMNWsGficB/4maMGW9WL67gUk1CxvI8T8wTPe/ohrzKFOFLHSqnd0NfujG9R3h6l
lwTKR6gBvpCLbDyHW+bmP/9grvaT1vA8tXbFerQ9GNa7EvKLOPtZKY+SfF+QIN++BqsG6UnRNwHC
fIXMSPzcENpCqinna9PBN2OT8MKMj8jppierH5p93tBQ8BCb2XAza86TUGauANCUImu7/FSzUiLI
nnRWtm7nyCmoD74Rpbvcb5Ld7Y9cO5nzSMI8CE4PbJlcdEE5jJUXNm4y5uW+6eXMNnyc6G0ra8/o
Ryvzr/iwd4o0SbFoRY2rJ54dRtpeDV58/02F3+b/YIg3Z8aQwMy3bFPoTadZjdc2biWWjiwEO6V7
C6WvjbVlaGXdUEWz5nEKkKKAVy6/KCysKm6MoEObPZr2YtxmT4bnx//ajGZUax7K0dCemmGCC1/V
JV4f+B10zbjcNzAN7hQg6KQFx9urtnLeqPbMIyJQIjC3ucgw0ySzKqUwGrcLM5t+pM2qKdIWtceK
jwecxxwaYiUchuWAVSeq3miFaesGOrKYQptFTtHXfztAVYeUEZ2HotfrDaex+mVUZAhmqHvAqHW5
TXGUylIpBNgM/2uCT0r6JIQbGcjK2SbBoikG0xbz5ebCBGx+9WACrHFrkeZH0mvyTihAjbUo8uxq
oC8bR3zl5Cl0x8kb6ZLB+rc4E8AhrFEOtNbNaqs8jI0+wVsBM93tI7G2WdwhGCHhUaLhtzgSmjcZ
nh73LQUOaFe86iGfNEd5kcriYCbZy21ja8kjIxS4tHcUGLMUl9tUF50Y+KHWuxaatE9Bk2o7S6hk
l1kl7SSQeDlBaUGWVgryIRFD+a6T9e5QxXCj3P4la58NkJ35P+KQmY3j8oeUakT/0Yh6V2r07KgK
AFYradjpTfYq6/GnkeO9cUJXyr1AhigjMQjJxAU8g5cmrbqoa0sVOlefQt5OkHC7SgrDg1XEDf2t
In9qm0zcEVsIT7w3xX3qW+TWIpBq0RC2BDpXgs2LX7N4egSqEkPX6507NGKxUxDs3ne6JTjQeWS7
IVbCu7ZQmHJp6/ZO6vwtSMbKmwscg2AClOXMgbYwb5VNmKdp2rsZD61RmT+M+rFJdWdq/k7ldAo8
cUv5dPWDP1hcOHLGlCx0G7GYBEhUdN/Lt9irTvOcAVRLxsMYfL19wlbcBRVDZhMpL9HdWz64OVDg
zNPzwZ1gOMzc3hpsb6RIsaURuuL5VIo9DP0x0no9kaIYnaZBWz24EYyxbQnlRDzdZdK321+zYoX2
HSrSQFcpMi3TPBPAUpXI/egiovKAhO2w89VkLzT1FifDitfjtUUXDkwY43LLypzYN/4EX8/kRp0u
3EHDXe/KQi43Aq9rK3NzGxVcPIDCvxd3sdT7sYR/r3OFMAdwVtnqFg7nesGwQJOMXA7MOKn95W0v
A1/wfY/jVo/l3irBQxtG5CB8t+VW5iTtMs2ZDRED0Uomtlsqt8aEpZ00NL0rjo+CEjyUOVRZU/Qy
d5Bku5i+Z8Efr/+FEPPG+7T2hTMCX6e8yVpqiwul+F0gMQ82uNVYosfYMH2XO4359/bBW9kpsLiU
3qEGgG1yqfZQdwLqkwhhuqL/qSgiu53+u23g2hOxS0DH+dshlycDuNwoqeuiSs980a2MvN8XkaiS
7evDM4ilXZbOekFoZ+yHXks3HsM1wyb1NxIrkES8CZeGjVqTkngKRdC+JvQ0B31AP0RwBtEJO/rR
yRZT6Mp+0fNjpxjkoia3bA6Fphf3ahdMbjm0ttif9Lizh/F4ezXni7M4jQwAUN3iDs/zGYuLFVNM
4bqmk5uPp7T+L1BUBIA/zWVhLd8wde1gmYwnsaeahubZFXvdWGRDr1jVBFjbPAxJ9zL1+q5HX8cQ
pvPtr1o5hCraURRKWUCYOxfRApXLygzFTnS7NLEcoxWDXVWVxcZVXtkgejDM90FtQL69pKPxjASS
d2sQXT/tnSxxJ790jC3ilvk4LzYIsC30iJx5eGiWaohxWAmNJyiiW6b7cULNGjF2P0EN86goUN6l
3l4Wf95evZWNAusF2y68NBBtLGkGwbd6cawJotsOGkIKdQr5YtRPdqyX5ya2xI3NWjmCNOqg9IGe
Bvb25aS1J5WqWuql5KZPlZY5pWEcPOneBF4yZFsj6mu2YJGQNVwgafwSCJG3slXUni651IzDcNjV
Q+iEcfCpkO/7z7dX8Zrag0l1pnShTlYRmqV3dekvlFFqoyqpZbcQ1KM3PAaCD+VTZeuwmhXif2Nt
w/gLs4F0ULP8Mem8vRhk+6kvzm0gPRV+dxA96+vtH7Xiwz7+piX/WasxcJYPhezGRbifwt3gHQT9
rlGPqfnWqs3GBVlpGM6VLwpfoEjZ3eVc0xCYE627WHQF/ZT4qe0pr2GV7KDjMdKnWHijkcd00+H2
N65cfp4H5EBmsbNraccwr9S+MTLJbdIxsHujGxgz85QNb7Zyki6szJfoQ+XESNXOmOpIcufvyjWG
N6QGivzJ8eXRVqINqMSatVkrEkdAUsJQzqW1lGpUEJed5NboCcM7LnuPjNINzS6tN07IyuWfU55Z
Q5kCs7asbMhaXIier0puWBl7Lepi2JWjDkpaEIVZslX0XTmPVDVkvA0KvAqP3eV3lVqf9droSa7V
1ztP958YNI+0V6n7IQmo0/Tu7aOxktMR2jG+ADMVfTvqQ5f2+sqIkyyhMy5T6yq71yn/q2SNk0nj
WdP2Qy4cTA9mz/jBiq2Hzhs2Ds016x3+be5ToKE0B7PLJyMymkQ3/ZL7l/4eI//rCNsXVO9nodHv
CkOxR6AncaUciZwOkST+rIfR8fXuXOYuDFdv4SF4KF6Y0ry9LNdjXvPP0vD33Js5Bl64qjZBzKI0
yOvzptopCTbV58p0pf6QmN+jKNgHFFtpqcR/WstGwrurQM0mbx30n7X4Bzbah4hxFs/a+mFrDoQf
BuYSOJkFs8hiv5IMuntgQqwXecWIFkXkj7soLGzDaPd+a9qjCjNBMh7rTZWWFTdiEKpQgp1l3SHz
ujwqUtknamP2stu2aMZ1QlcCFBa2FEvWrhtDJrCZwFIwz5FdWul7TcoAxciuWn4Z+min1RNVBuXg
ZVs0PysuZP77wemCOLr2xXUUKgEq27KbTcouTv0diAY4Knw7hDWiMPe3j9S6NaJkUyZkJg+9/K7U
HxQG9dm4NDKNQ6mF1t5nGu4wwEFnD1QT/gp9kP17JIEAGww0tJHegdCXRkNdjwPDGGUa81+0zNiB
Vt23wmPftEc9+x/Ozqs3bmTbwr+IAHN4JTuoJVkS25bH9gvhyJwzf/39qAuc6aaIJjyYM3MM+GF3
Fat27bD2WlsFmRVcGa8L2SLh85zvLGfo1SpoG0RfZVcSpn2OAFQL+YHuK/tJHHcMHzueXtzp4ZMf
freK6L7tfxXSXa8wOz/2Gxd47RRRs2Cal9SYObfFbg96L5WTPMmuOZ6s+p+++xQZH8ctqu5VKyrV
BAPIEy/OwktI3WgZQwOjqBglL1I3fFCqND9qZvPDs/QtwMN7CDI+aZ7WgCuKlsG7MZRRj9I8xmO5
aU1Rujpa8QEU8EGr4/tBrD/64TnrfhbWvmlVe7LEvZw0uyQ1+LOxM8otPuSVtXND1TmbEMnal2I8
U9YPWZQlqpunR2voYbdIbW34BAHL7XvzHssPFujS0GKTfU9TsmSIMaQ+CD1YCj/ejS1qqNbwqGTx
x9E8wwVQSadMRnpjSj6ntbChI7OS1zClSaDBu0x2s0w8I6ObCsBrqjtlnr8Pm7y786JKdHIVdPft
5a442UtTSxgHSpyhWEaD6qa5+CgMyacY+q/bJta+3DwqAKYLUCB558IpwDZcpKGqumLWaOdapvua
9rlwGpA5PajbBfo1e3xCijxkhczMLexlqMNoPbfH7cZsX2nNTjdeC03d+c1GD2pt7y4NzT/kIgKV
WjGO8AfsXQmrQhbavene3rq1g8BVBw+HhwM4Pv+CCwtmWyXdINeaS5+mRL/TACq7AbFZu+bU5v+1
sdguBC0KQ0wrDQPDfiycoD5ZQvwgefVhFE+FDEJ1Kp6sZNcOL5bW3bfVc9G+9uKhYgbh9nLXvtzl
T1lsqDgz2KZgDHghk30u1868qSH89dbWq7+6sTxSBPJQUYPout7YUatHckY2NkkgsclQ2HqVo42S
6VqsS42ZqI4m8jyevjBi6WXJrLGhuV7aJIkdSzVxZqFRdTSqbpd7iv8oS925U1MjAeEcnhSPMYS8
NYpHUw22oOWrm8vDzLQf1JogzK+XDBuSN5ZQaLm5rNrG9OAFL4kXOf9tay/sLKp0YQtQS+wsza3i
wk6jbyosXJ2wEWisXT26iv9bzOJi5K2f+UGFERZSqz97cwvou7Zb7BT6UpCDMrm4eAU8C9SIaFW6
G1g/K2kC8Pd1UlqyvT9/feTpDby5RZjSKKlefxUPYpYuVDPsBNCk1Egm7FF5qvZ5HJYfGLPZWtda
UWSuMtJeYWINrNbi8xhF3VSRGOpuL36Vaxj8jSejf8jq7CkJfEeH/TAe9ZdQP0a6nWrGndmculc1
hvhjn22xeq5sMtJ5///YorG3LK21aj5FGfxCrkfWk+ZnofJ2RvVkjVvI+5XjcmVocfbbqjULMAsc
F923aSbC3/r3TzYHhWLHPJtPJLgoeMb0pMXJm7+jPNhFRDm6djXvfPuwrHgtDgk5IvUcIDDLzgVk
lY3pFa0OfcORnrAdBmdoZDec8ErLWaPjTFwt0kPQ33GXdUUTaCPZu1sm0fjYa96rAInNritBFhlJ
JkJnbAVQoapacZI60zzGUwzvKwCg+PD366UMAjYC5zmD/K4vhwJScsy7xHAl69XQEM7UD+V/6coA
7mCsB86GmZVj+f6F/dCXRmNQRD5BYqLID169geFbO+eXJpbraP0ilnJMWAo1o0D63hZf2gTEvrQB
H94yNCeFF/FCIAUDIwCl4SrV1zgwd1P36rdu1271HLfsLF82wdNFs22xU5+mXvuY+uNTEYa/O3Ej
xFo78Zc7t3DDWmYmXeXlBieeAb3BrgMTxv4//+GY/XsCljFw2PeJJ+WF4UYifU2EqrrwPvV2t43M
W3LdRqCaR7eRkJ6mBMf5+tMYbePpyWhRaEPfbI9Hkh09HpV9lU+WE4JlD0I/uAvMZqvC934L5xl/
UJCwvhCMLitek9IkLeoSiou6nhNEzwZNToQL/351DOTBjEnYDWXbwv0p0aAYnloprtl/NwBj9dTW
w8fYOzX9vsu3QHPvaxskP7xdTCBD109kdb2XYl2VnSEPiks3kBGyKNzLbVLv1dDYFRBhT023Uf19
f94xiL/lf3N2uNQMtIahogEjKW4/7KPWrYDZZ8m9b20par5/p2Y7tEdogVONWvIhKz7kijmdLrcC
beOQApq24ktbsOn11fxrZXGpirDXANLLCmwena3Vx7lwPvjwyIwb7mjt6NHXpAsNeRVlzcWzm9Rp
GUUQA7mqIDpp3tphrtmevmFlfTn/WllENP5QllrasBzaQYc+fqoUhAakyi71jYB+azmLQy4E5Ow5
Q+Mup89us3NQfjaNb7cv0toJ0GfCcZJ/XrxlPDiNU6g1ChcJaWj1IUrD7nlm6tjoC605IzJxBsxJ
kwkRFh8mt9o+kadGdVvro+k/a8weni3oTAq5++gLSmmH8jBshOxrlxYmszn3wBeJS5yKUhZt1KEq
4MK3uDer3xBPTSn0od24Q9DycHsb187EpbGFhzC9oU6iQuBMyB+K8KtanAKUy7WNA7G2JLj65wwS
ohyqctd+SOiaZkJuTnXlPvqsDfvJQj3tUdKDu4Y2wu0Vrdl6K8AjKMNs0PKTKUkZtvgglSmysPum
56ntK7/SpttHxcberRxBjh44AeJMEbL4+RpcBBGy6o+qOUS663tTdeoTZEOiJK7+fj2zl2NgBNQS
rm5xaytGw6rWjwm7shaQV6e5nVQ5uQ4BpOBFP7TQ/3J7A1eOBMBnCFrmbjDV/sXH0iY11kG9Gm7B
7YOpJdUco9QeElrtjjaKd//BGiC2N3pX6niLA9jEPdSeNdbGRoM+qfPpVO4QMRhaZ5An84cOJGJL
n2NewSLEmKkkEVKCMImLtvDrbRsqozrxSgklw8uKM6W2kJ2izHzKvei58rf6vCv+UMaLAPFlRAue
xsUaS0TYrbTWFNeT+p2ef0+DwZmGLaDy6ne7sLL4bpnSTGWZ4zfk6U7pJDtrfabGO4g/Nt6RreUs
ti8Sh1iLmMBxJXVqD6mUf9f7hEaXV24pk60k4WA7+FRQCeDjJXG5c0of5G3kq9DqDkd1coUxfCn9
7iGjVpI0T5biyGNul3F2V5kd3JvPClKNvoNW1ZQmjlaWykbSN6/t3dFhXIWJvpn9dDl2mMlpJXqF
p4C9/NBY3p8xkZ3wKdCPk+cWNfXuuPf/ww0BHjA3iyB0gd/s2s1AH8FsUVpQglNk2xCzQxd/TMff
AWQmt6/iynelgAPp1MygSbFl9ncX/gz9V0NsBEo5o/BkCi4dg07fyP5XzuiVifknXJiIprGIaqUh
+5+m8Ghm+onCX7fzIqgE8Db5xopWPPSMXJ2xOhCM84pfm/O7Hn4U0+PdyUP/waK8biuZt8WDs7Zv
skTZ3oDuBX+yuA8mmi9h08Wa6zcR0XxE0xl6iE1O/ZWHjVYHUfWMPpgVZq4XU+sE8WOXUeNW9xHz
80kGn4eQ08x7FYfqePssrJzzGbbPODSwIJpai51LAcomakKF2bO6I0NDTt/tmupHNr7WSXAQ0ViP
P/8Hi28U8LOMBaSC18srrN7v1ByLoy+/KkEQ37ep8lpXjeEwHcEblITBqRsFgVFQOGRvG187l7CW
UN9ng9GXWRgvCV48UWi4Ywi+pvK3oQ3sxKud2HJvG1r9iMz8oLhFWsZU9vUqdYa+dHWikic0yb4R
fzfKd6M6N21/6PuNDV2BJOjcYyr3HBmQmfrisjWmESVSTKnN7MZD1Jevvl4jpfY7z1KH2pVTC8Ox
9r0X+u0b925tO+mk0+ZFh5yR2sWwYgt+0s+tCSYiPUMsGy1HufccrbGeTSn8c3tH32uworh0aWzx
7Ro0JZm3h/ZIh+cyRANFF8V9qiXFo9FJ1k8J8OZdqIT6ixV39106FR+Euo2/jeiqHQLJnFrbI3T1
nTqWt0Bsq/tAK1amPwykdHmmo6CX+sFM0GIp859j8032W5gC0m+pt9mNnVe5eJioWYCEgnoZMcXl
2FrkleX/e9Z8RNhg2gnSzsuMu6aBC1Kyg6y0oRX+3QzpQZa+3/4Ca/4P7yeCdtcB8C/lYBpzqkcw
N4Zr5k9+AA24fP9f0j0FQiEgerQqKYEvAoFESxoqqtS3vPQhB4zYbs1lr94WvA4TcogCgRyYv+XF
0zRKWWoOHbo5ouAfwRqfEgvNElNwYsjfS9+pBvEUVr0TwXZ5e//WTgmzX8TcUKPx6RaOnaIaGeZ8
W3Jvz7zFTqoNu1HvoWbY8HKz016ekQtDb1twsUQr6YS4g7HN1QNYEjpH0h4FicqJABMemsmWslEN
WjsY4CEAakEDPkNLr7e0VarRlApLd4tCs0UrZwLWs+PqPxTuoAz7n5nl5LfUTEofTZgJKsN8Tmup
vxv64SdMRRuP4lo4AXc2M4CE82AfFp5GgDGmpEpouI3h22kTOX2VHP7+LDBzCvacVBkGG/l6y8ZJ
YZh28rlLAtjJvnaAyqQyvBWZ8Pc+muNG94IRNT7OErA2FkMgEO7priF+7gmMpurBk+wp25ICWnnx
ruwsDoHXDFObRqwoqU6GeTZhbWqNdGfI7mi0G+WalQP3ry3GiRbvjtW36P/MB05sFFse7gQTRXD1
7q8/EUweMy6NhI4Ji8WCpjHoLBgv3hwFrEJKBpN6MFWOVAGUrmRji9V45dQBZZI4bvQ/mX9YhGJW
I5meKZMhl83PXNKBgH68vaDVXbswsFhQ5E+T6NFbR1bva5w81UrAI3W6bWPFx7EI+vvUFWCYXVb1
Y7iv62LMDFdrTpL2p5ge0VWoY2vDw80/deHhrswsnLjaKZJQtSwl0UNvr1V5fLRSirdZLoVOXY/f
27zVTqWeWx+DpNhwdysNQWA0zB5SMGSV75ToFasNvCkbTFeLakfuxruss9XpldTANpXqLgg+yun3
VgPIsKUBtAKhuDa9cE1yKZRTaGBawaakNPdVNR2lIN4xGtb/zNTE8b1h7yvqXWYh0+MlGxW+9bUj
90VnEA4aqFSuHVcfR6JcdrEJlj0/tIN/PybBPdnqvqE1qnoPsh48RPOYVWTm5zz+cvt4rd0RHhli
H2qm81TztfUyUWMUEUfTlTvkgpNEjp1QFLeCrJX3k56NNcvDQPcN5vbaChMCSZ6WwI1nDoKh+hrl
yaGHLCOC5yk89O2f24tai2ypAEOmSGzFjMAy49MiPRYGTwTeDAZ2+BibuzxHQvAO3Psd7Kq7Rq92
k/lJ6IbXorQr5NA6a6sCvua+wXUA/SEps3jKr9cca8jB+iNFTqHX973V3flE162/L3T95G/NTq95
CbCUJGBYpNG88ERGW+px3dNRT4aiP5gZHZ2kVrRTKhf6QTbTrbdpzfOR7wHxoAo4z1ReL24cBV9A
/pc8xQLrIGqFYlMVRXgukjfaFasrQx2WbGhGPWiLl8nsEvRgO1Y2ds1dUxtgwftcskv/MQj1jQdq
BSTP8bwwtriLWgOwqSbUdAcp1CK7HxP9rtByM7YBjuS7SZw6qE/Ueqf4Yb6XhnSvyVFuKw06tV4u
2tkEfLVXoFjoPUN6Meui3A9JqdwT5md3whhFKPrVG1Hw2hWet4bekAh72JJkLqDlJVapDpoiH19F
RT6xWxsOet0EEY8Fr8c8d3P9ueOgzEa6pbobJvrvQiq/jeK4xeqxdl/mPjIw65kqczlIJPtxPTSN
xt5rvUO7/Ej7/2EwPceXqmMjBxt9/7VzRVVwzh5oQSB1fL0kqLDSMIcExp3SXvqgKQntjtHqj6oc
jD+SYejc2z5p1R70brMUNG+ctXAHVjvWemcRNQaKbmvjdAjr3K7zD7WVHW5bWvtY3Bem+lgYsdbi
EKcCVE+gX4lPOyM8gLPpHF0vtxjJV9dDtK3MYHFGwxceoKi1MdeLOfbJ+mMs56emk52pID1KrI0Q
aHVBF6YWcZyphaE06DRyIBjtdiGMObaZ6lsUKWsujSiRhEgDLactczx5blj7QQiExoNZSNCRAwmM
qTuYlreVq2yZWnwh0CAdfak52s71Y5/qpt2GyMkkw7QRoK7l5sztMwxJFwCqgCWbulc0Q6yrEVlR
9hJ1fwQDrHJyTIZDaMQ2Yq17K3zxt4Aoq0eDCigdS+JWtKAXV0uyysiKMKoV+X3aznNG+YsaqA+a
Xp//w1nnmZ/5dWc5nMXRCEqvH7sEOJKoJk9KQFNFzDcehbXVkLYSlYJVY9hz8bQ2ia9XVjoYblc2
p96qDpHnfy4C8RFNuh+3V7PmAi9M6YuNS3ozLicTU7Fa32v671D5R27Lg8XgSZRu2FpbFsxa0E2T
+DG/Ov/9RUmDYV2pkFK8hNymj2F4L/uMpg2lI4AIub2qFUuUwueREsI/4r+FJR+hUgjvibCLYsoc
MogvEpOpZgNduGmVW5nsyh4SdVGJoiTFV1uWToDVKqNSBZY71OExmyxebThgnVHInSFuf6eKl2wc
kBX3hKLzTEalUEVUlw9XBoaobIfccjU9+V2Gaeikg2A5tzdxxWUw0sjbSBuL9/Et4r34XKnE42iG
reVKYOVtMZJ9u9bDT4WqHW8bWts/CjXwv4B9hvNwcQY9KyinQKmsWVe5zu6tSjjoGEtyRIaVf27b
Wl2URRF6Jnnnv4uTQWRZjFY1Wq7fnkG7ZNKHuN2IXNYOH3nA/0zMy73YtzgKQkb7O/bNUh3Kvwe0
iiGTyHZhv8VZt7ZzxPRzGE7djkjx2pQ8hGnZl6ymM350kXKfv1ZJZU/Fd2Kd/3ClaFjTaIKknuLn
4iP1qHtDwiparhE+VvWDXD4O/+jir9tfZ6UkAPcZTPH4AnAUy4oaA5tCbTLE4Pb9tzr8LKmvqbXr
a9RG/GdZjWEk2vhWqxt4YXARInVar5m+PFngJ9Dt1JO9KH2JpxfGhrqy3ri0a0cPyjACQAB378mm
8k6URs3TLFdX3br/1OUvfbk1G7929gjD5pMtAkFfStlPOtS6KTxybif3DnxDWo6yqPpHlr/f/lBr
a2G0eoZ8WqSAS3K3LEzqRqoly/WCJt4BvSqg0RTTD5mcHW9bWl0RI+qElRC0MBd5fcT9hhr0pHqc
O+WzqEp2Hp5Ti4h24yCszFCDCqcjQs1Lpvn8ztulDRK5oujBUaxFB5Zen0ypqZ1KhbiuKYPsUUqi
fyDUq/ZUGyanN3rhPsuN7NimkvAcjVK3U6dgOqaBIu6VLgZmoEDGI6PxaTeapO9v78scZiyqZ2/d
T0YzmYbVlsifUjXGoWGqwmUw5YNX+S+Z8Jh5H5OuO2oU70fr6217a3HdpcElyYMosBBJ8zw30ORf
licZ9sxRWZFb0qi1w1giuPPg9YjtSt3KnNaOGyCHuS9B4ejdcTOnJB5jxbTcsP8Oo5MtND/MYisb
XDtpcBXOYGbCSLqA1yfN6BNTCZvIc9PRSGaC//goxcrXBq1em9p7seFQV1wPLKMzcyXswjB3zT/n
4pmQeugjmoCrqmlnOfxTtuighmc9gG8o2jgrK26VeHVuanJOYH1c+G6rmECeFYngMvS+U/PoGKSj
I3WPY8fQSOSoMdqc+daDsfLNCF1ZIk06Bt2XLqKsBMj7R1Vwo14+doCLvUw+WPHG0t5bmaEilLx4
kd5EOK930ZdKbRgKPpps1ejPqLZidbasblSE3sdb11YW2VOhepJFW9pz9ax3PDXfBVuDye8P32yB
bhJM7JTUlhGrJ86wlD7zEJBjmvsLRKA7ofmQdi+3b/H6dv1rZj6UF4eu7cXUU8KcM54J1UNoqdO9
5GV3ecZ4821L7483pWX6LuSBcI9zwq8tpWHNY9fJ1gyeTz3TEcWDQeM+qiM7VjZe1pWCtgFtJbYY
qWEQYcneVSlDk0pFwfdpDmn7LI6do6mPY586QnLQ45dE/uT3wiGx8o1C2MqzMVuemSzfqC6WcEFC
yaIuNL5bXv+QotdKsTNjsov0UOhHWTlPwaEuAXKE5rP3klUHUdgLBkPXz2IQf1E981OVbs0RvL/s
/CI2Q4TKmO1fjtcGXqcpIbVD4Pbfsm6wQ93p8ntc9vAqt4Hjb3znlatBF+dNWA8kL3fw+jtTtKga
ojnP9RNcSdVBwgtrx5Z26sq5nUNCeEQYaYHEe/77i3PbC6I/9X3NNqOI7MV7wg+EkT/fPrIrOwdA
GI9MHKGBkJiXemEkN8K4FwTc5FQOB6t2ku5zAH6K96YYd+P4MzV+3Ta48qYiukTdzKAVBUvVslYi
Kb3aZE0luEZeD9W+FKRZDRYQM7LWUzP8QN4+km2QuOkngYJ365QAq5Boqhvr7zuX8wGGr20u6aNq
tFi8VnclqtOa4EqpRjeuLL8P6KlvpJQrPARYmV01uQqNkndZxNgN1pgrLNhMbFlOT6qR7RhYtZXR
dKzmkGT7uvlgKvEzYNJDK4Ck7/e3N33tKMEqCeYVBD6MiYuFFtUYa55lCK5QfKnNF2XMoEf866CV
9JIJEZ1SKBosy7xs6lupn6TUP0c+/OH6Li4+WFPktPFGULa2lks7CydroCNbN3rin4MIaMhY3pfz
GEKx4V5XXPnVahaPRjiVta/pMauJJqqU9zNzg6bbGXJ83dbOrZ4QY2bBxo1TXluOg5YDIxWodfvn
Kf+aKPtE3UWSeYdK34umnoIi2UXVi5aU9uBCunBqh3ILobLyEmswjxJsUvNAn2Ph0HpBk3NvUv3z
nL4LCsxqypORBMfNyZs1d4M8Fzgs0NJzCHPtbqw0M40grIJz8zKG93X4e6gemgINOP87dASeGG61
fecw7zplgGH3X4PLMDCbtEqtxCY4Z7qO/O7vUoj22bxAD7la8TGXkF8Kz0US1Ruh7vtcBcMUd5C1
IfMlvr5e6Vy4N9oJw3FVHGJT4z38p6cPMaoUhT+Y6AfdvuJrn/DS3iJnzJsUB2nUwdlqJbse3Sn2
bGRlx03U5trN4O0jNcV984fFwkpNVoY664OzHN9p4z9F/RDoP3sztyvjETABMU/uf5Drea5Kmr4N
2cdagJirO4blhsNZcwSXP2SxYiMMRNCqcnCuuofE/1bLn4Nh4/ism0Axa5boMmR5/vuL1zGxomEK
ZCU4F5yTxpMdMc7tptsq3a6dFQrEUFiQpzBpsljJ0MpKZOnw8DTBTsq/DUX5WUrvonNjNN9j89Pf
H5RLY4u7jipUFfeNGRCnmcQT6kMsvTAFLtdbrKtrJ/LS0OLRKVOJ1nVtBOcwjHfF+FuC806tJfLK
LSb35f4BAufdmXGX5MMWn+v6MxkNt1nxoDQvs70ViYda2hXlAUDKLpj2lrfxNLyLvJfmFm9DK6kR
SPe4d1U8NUVvOdtJwY/J+OnrZ1mXdub4awwPWrjRSl1ePJrODNATD76NC6Dae71KudBCTfMU0Z2q
8pAIamSrZn+uBiF18jo+NaH45/ZJWTNIWE0KPbcugGpfG0ylqur0OJXARFl2mUE8KX42mtj2tNDp
Qn/Dga1ZI6qmBjGTwPLCX1uT+9yAmKCQ3CEOM0erjR9eJh68yvzSdiMCLOpW9Ld8iwyu9TxLAoE4
yTowlmuDaIDldQG41Z3E2IFL/DFTps+ikN8zrusgxfKilN6+Kbd0gObPdPkiLcwuu09jaPj6GGOW
auYfK4gdS6w/3/5wWyYWLjpi7JR8IvDcPpbv06Q50GrY3zax9Ixz/wyIIYVBrhHjeIuvVRV+ULRG
6J8tPz1MhgWHrnQXVv/ctvL+E11bmc/Mhf+FXj7svISYUhxgd0c3MFMsJ5U+Jkl8Ckg+G+sDLYCP
t41uLW32NhdGkzD15K7BqNIyVuIDJcqhMZc2bvO8QdfHgKXNbJ3giMBGGIv61BirUzFoWFGz2lYq
+I7r3unb+yTa6uuvrgf2evj8KPEB3b1eT69l7VAXmX/WoCvMLIaey93mS/kureNAUMWZG7dcKEqW
CyulUIimOij+uR8MoIy+YNcGkznJS33I4uBtICiW9GTHQKV7+3u9P+1Y5ngRUFKQgP/qen1Qqap1
1lrsZCCnhB2oRgyRahxuW1nZRRJF4jmiAEYzl6U9PVN96I494is5OzFgaDeSf4r1DRKvlVNxZWVx
rXwhkOOA5uBZMk2EdF8L/T5oioNQbsy5vUs55s9FZZSUg+yfzH9e7sUhH5QiUtSUkEPxvsdtejAh
GdEytxj+lNVTWn9rRcketVM/AIXtjnX6t1PDb/Yp/wHSYVMZLbi2D4ARjJOfhbxf0i7Qwl02vI4f
QUVuxcVr321GXc54SAgflhTcsp+atRUQ40fedMw644PYCXeG+nL7dKx9NyYzTCq/tKipQF0vZwAW
YibBEJ4lLWTs2YBW+LkWgbYVG8W3VUOmSFrBqB0TTAvnhGRLZbTmGJ4181gn+mkQ94FYOMbgbZQt
1m4VIqcUMuECmUl7FivySz/OOjE8e0rwzfPT2JZECBRvb9u7UGqmYdfeuhvsHqdw8VIxwZcJWVbE
57R9TUcXxrTdJDWnRD2YcX4wK9+ZIKAkudgCYr+VPK797wyx4x9UeN9u9PX65HYUTV9RovMs5K7B
HDeZR1Fn/Ox5EKa70giPRuG04YNq1AexKXdV8qWK1K31v/+cAPXnvJsG3NvJuf4VmdoXQmT4ydlP
QZKerPwUe+ehbR/DLr6DijMGyRE+GXFxNIOjlQ3PVnCXw3GLU9j43u/vySzNA8kiWhqc4iUHa6WG
DId3Y3oek59K8cvq9mW/4XSWER4fm/HyGTACxgdhp4XPCYJEy+UqT8+eptlC+VDYEjJ32oeIauPt
c7W2GLiv6NojM08PdZHjjJHXpG1fpue+HU69d6fnsKKpW9x1Kx9vXgmhKo1akF+Lh6eamgqyZCk9
B0hIqxRp5eSH6JUv6fjr9nJWHlfIf9mwOesmQVwWE4ywEP3Rk9MzLPhOiNJN+6XJmOON7/O2dqQx
cnSVAMnbwlq845ScP9ml4UVmOvm6OQoRhvXiHPSl3eWvoXpfDOoxSQsn7oRdwf/FDlzLCq67Hf8Q
lun1sbHOt7dgmeK9/RCKxTP3EtgPZfFF4TwA4Tbp6bnsWtuPfNvvP+X9Sefyqgb8eunGCVq19xbb
AvAEu7VYuBEkpkHCz3WQxle1aNTKToqsctJy0E+9IkVMLWbJIcrV7u72StduCQmXNVNc8EgvsXZJ
3gkDg9qw0qjtvZ4Q5Ro7U9yFpvrPIAwbxtbcIFQTFk/JXM6BzODaAZWJVpUVukPclJTnno7zsxoV
4a4tvF0k9IWTNmFz0FIVyS4rEI65aSSPXtlXJylPgzu/GeOdOWTJBjRhbfvpMM2ExTyqqPxc/6ye
cY1sLIvsXFnZo+ppr6menJTEO42F91Rmz1UkbHVVV8+6wWQI09WkNrTVrm1qUh0MbahnZ0N6Gr4E
/bFT8L5DeaR7VfrHrgzsvHvRjXtZqu25Px5/Tu6LLcKb+V1dvEv0IkBmzyoe4BwWBz2HLN30vSw/
Vz5o/0kpzb3UReN/8PYox+iz4BTSi2/jOhfhn6IhJT6JWAl4YkP5F9o46sYnfDs6i5VQspilU2e8
Hkit6/2s+0buKSxk50m0bOrZqvAFiZX+p3o0RwQeip3q3cmBaCO3W+n3SfIdgoz+wYPbLP0z5l+y
J0Y+p2HfN8eejEKTD61o/23DHrfCBiAsAgiPqSB1cc0boY2yQWLiR4/G49jUvwoVwqmg2qrwvZt/
ejP0Rt7Gn6ALWRzoKdVaKVO7jKRSRWO4MHdhJDqgAPetdi/+KMLPBQ24QnNibyds9kdXXirabUzo
QAwyW5///uJzo4c99VlARVaErMB8mvonQbqPw++3PdfKqwv6mWjeoho3CyFdWwl1Kx6BBHFpPYFA
PrabMt5FwVZE/1bOWxwsiqRzkskQKsNOi6BRzCxPEAIuqj/d1UVgC/5zR9W5tmAsj/d99KEqjtHU
k6HljmWes/BQ+9/hwEALPLVD8z56DcNnfzg0gyMVrZ1YwzEzH1GAvBf6jXB95TYT+VOXZPSc8GpJ
LBU2vRHjdLNzkkNooJmMc7RFPGyEkWufFyAIo/Wo6TJrMf+Ki89bWMM0dLqancv+u4+4fAhdXz5B
5Pnn9gd+X44B0jJzPAHQhvFlOcMvotplxk2Sn0vjowVELKz/IK3ljKBQrB994vaevvEMrzyGVxYX
PjkamiQKKLqfTchEymxXRtmuiP/IZbrrhC1Zt9VLCkEBYEVwhCCUFgdYCpRUmdQ+P4+jE+U9n+pz
brxYdY3mVeP4of45bk9Vp5KTq24ZbuT+a8kQ7/1MUID3Bwu69BEJcBvKDERaeWFDk2+LYfDBM7tD
aQgvfTF+y3JUjtruUzrUtjfV08ajsHZYuVXUX+kAEoAsHHYwhl4XjElxzkRPONRNmf0z1oK4kSqv
WJnpyKC+JdngqVvcXksPkigp4+I8lLWx781pOKVRJW0ENitHlayf0IbM1SSEW+xlLeilZXRqcW7V
L4n/FGbC0ROlOymUUB01HKOnd9z9JWIK3woSB0gTeGGePH1xDasy16tWystzGjcmDMy54nSdusU5
tXIlMMDpYPqeYtSbmMbFZU+mIPMFoS7PDF1/EpN96Hd3ht87of47LTfc14pHv7K1eDcKNTLLnOz3
rI00vib1IajHe83qN07++4/FoRcpCQG9B8GzxE1piA2GdZlVZ1E9tO2g3KlyqR6qIbqPouJJDqtv
TSPKB8MMtqZO3seZWIbxbA6EQMIuQQsJF2FEuqE6j+l9HpHAWE9UOoQo3inWWfS2xqDf7+dsjt73
PCtE1Xd5QjoZcIuhV+dU39Xdg5A/ATPYcJkrm8kvBh9DNk8fZTkxVmFbspKsOUt9+QDG5tmsv8Xh
QxhRT9HNb3m4VzbDm/d32noTuSJsJl9kOOP6AeqrXi6NOmrYskI7jH00i1+DAbv9/KzsHgOEs7oP
s31zIeHaSqdXWSIlenuujJ8C2gJaDi39l9s21nYPJDlU/zP5Hm/2tQ2rj8vQKLT2HCnSTgxRC6F6
fd/ViXOPiNmfuEB5Tq2Pt42uVGNhrkYqDKAv6T3/XlvN+0yv47hpzlqqPOeNBSBKOVmdb9N2KAPt
cQpDO46jL20c7HQv3HXRU5TUG455pcow/4pZlXhuMpJ7XP+KdErCyGvz5gwt7k4f9jyUdpvs6/Gr
qjxJgmjneeeUgHU3Vr/yXa/szt/kwqMhxFj2PUpG5/ZPb+5M1Y6FcwERwLTTnoLPxn4M9gN9EcW2
MsfYSlNWXt2rVS+561N/0nh0sS6G4veq+9X3R99X7UGq93jxsb6DoIO5+p3Ko3t74e89+dwnQWMI
BCzp5pJ9aQCLY0RdheXsl6ad5P4UF/TSWnuq6/1tU2/lu+uY+dqWfL3H0FrFMRkAJ2zmeTgW3nOj
fs56JjBhQIYWcCwFu/jxVemfs9qn3vCYWj9pf1X9ftg4ZlurXiS46khHufa75iwH3Qk9MDR6jon2
PZXNx1ENN4yt5Arzuin14pbYz2USCgOvAXFS2pwLPZF/mUr/f6RdaW+cwLL9RUjsy1cYZvMWD3YS
5wuK4wQauqFpdn79O0Tvvsz0cAclT5EsS5Fc9FZdXXXOKfWIbI43+lOpil/t1PYiIGPcTGEOXmrr
u3GmaodciKLcml3fhlOcMf6palCCSZhlvtdFxqlPBupEJSt0Dk5p3lvhZOvk2cyEXm+gT5orO02l
nO3S0mrVw1DbmXHnKkX6RIy+WJMLXXQfSJQgUwcZbaRMJKdFgAVGv8+pOTVf0e3O9JNnPWT53TD8
mNR9VrW+cxDVJtdW4sXrZwfmFtZm2BpK9nIbX5f3Wd6mI84taWnA7Tj2W71g+8GJuy8Oi5PTyiZW
sUmvNvGZQXnr5EUpPAgUnLKh8hmp9joAGI5+yJ1y0yAlx4bPzJwCZY22sHC9IT0PWDF+Iv0oyz7g
mFCXa3pzIkw3gjzJe9/qprUOTktuEJhY+F/oaOJ5JV0CitWIRnVoe6rYXUPeYv2n/tc9goAyRBbg
jw3JxTtx4qgJdORPtvVV7U4VPXYi7MOyuu9B3KzvgICoX22/vdPrB1F9TwjdrazhvBflNTz/AsnZ
F3o/JW2ftwiSj2nSPogaPfTEzzQHwy5s7lyjuRN9+9Lka4zVpUVEAgTbdaYpQmHh0gPytNY9RVTt
SZlcNSozRA/A/savt8e3aAUveqSp54bJnjQ8sNsTdIEW7cmySvVAdVEdLPDSVnBp+rzT5VkEaRTE
byj5oDmzNJjU6JqWE7099QSkLYsMOZTZhvab2dvpZuJZe8+FMj2B8+IEqaEVd4YdIy+iueiZRxw0
rJ2SZoM3vvoIdl6GiiVzD3Qo0Cg3nfptrYDJZepx9bnKPfpYqlO77xOyhtq/DjgAFZ4Rr8h1oxJ8
JUw64ilg1sTtTkzh6YdR0TQoeqF9KvtEu59qNE+GfBUFuxPCteDS86k5alBs+3F7ya7OHb4Czw6k
KSEQCOU+6ZHTGk5XjxntT2ZuHAjo0iJNDk2zJnxwtTNmM9gXyFkZaNoklzqVdARkRm97HD2Lfk3c
xh4CXvZAS98ezpVX/m0H6VZoEc7JGslJGkqRJ/0o+lMFFd0NNdivooPqjklHSPaTcnPb2uLkQZ/m
P9bmUZ/FbnrmWkWCAOJke0UceDZVwolCv1MgcbD9F1Moisx0OKSspVuuyCsxxFXdn5Ag9ys9PlLW
bRwyrVQpl9fpjxkpUqoA8sgMSGCcUtd6ATkyPuqdl668eBenDfxOiPXps0+W3ARR256TtMO0ZWJX
aENoV+LYu1p4e8oW98IfMzIop/XM3O3AsTo1+s+mO/beGHRZVOnDip2V4RjS0jj5xC3FwtK4oNQ5
yO5n4C/bzVrns9mrXXg95FVwhpCeA5oDfB/phuRerpM8HvqTmlXpW+nEUA1LRdz5vYqumSbQupuY
6OMGfRbWXtULI4TyBWpRYBoDriI7XMqhT+swOpxapQ5cioeRLUJ0Vl55EiyNECJl8BTqTDuXUUap
RjBrWjkguRNy86TXo0/ooAUixdBaF4Bd9rfYfwDx0QobfgKQQJR65QqgzmvIAenTAAiCwfxKtKXv
qNlPkpZAyQ/NuP/rLXlhTrq5XGEYXWb3w6nv+63nTLXfgOjq85gNGyt2Vy7KhcMMzRJsGGQLQJO7
gss0uiiMVB1OBWV7U+12KPb8LZBvnr8zE9JRNlu9h/SLPpxs+sWs+02tPOTm9zhe0wpf3IF/7Py+
TM88bSFa4GN1Yzjl9Au0oEMtR4c3b/x7xwT/isgCzSkANJAVyb02c526cbABoaltNB9a/RpPK3H8
0kjObUgzxtt06ItSGU5DPQZplQetQKY0/nx7o83OQHYW0KT8DatBUl12FoXCAbIV6XjC406N0gbC
3AjJsn3FNRYqguiPdjz2KyngpfML4i/SsiiBAXE2D/1skSqvaVswwQbUVU2736BQxXBm02octxMx
xQ/LIeaXshz4tk+VuD7cHvJSQAWsAsBhgCirCEDn++DcvDJNClMwsz3ypu60V4x7iyJv0x26bvJ7
PTu11t7rg9tml2Ya5RIk83/n2uW8kW1BrSDrs/FktidTQaNo8Hjbb7197NOX25YW7jPQJJBCnfVg
bVDZLsdHclRNUi8dTo6HWNGNxTYuc9t3SqYGRmyuVYeXVtOZ6VAewtQ5MXdpzmH52BeKMZ7GxKhP
Xt0PxLcyYXdbLx0ntBcTrjH4YzJCvTq2y2StILM0sbhxoAkC+D1WVbpWTTrlWtHp02ni4r6vyMZl
3h60359UGd7gR9dczJU9PORNC8rBJiAQKIZL09upJog6ANicUvQ+HNGXEApagejelfRHUXz/y6Wc
bSHViL4HqGQgKL6cW82YgGVSXLxESb8tAKNIBzQd6ZKDrq9sz+tTAVMozKD9Adp/AlQiDavM+86p
DdGdbLsN7f4B23VnxsO2jT+ow/2kRRInJS+tvSZhPI/hwgWZSMPPOQPgWJBPvoJtMdx2eQ+SBuVJ
MJB3Nz2CtBRQ3OFvXWzt2r+O98A1wxUBvhvAHdDXkGJ/CkGwqSyIehLaPYeAdpzyZ33ItiVdI9Vf
ncTfliB5DilMtLiSh+aCxCfyMlMh4/AFOm7VuMsS3eerAdHCFEKnFqh1HS92FEelI5BoZBjQ8VYF
jc555HoT2ixDIs6vHOE30HnkQ/ZespWoYWlw50alJ4CWAJAMQqZ6SmpA2dODmnzg/I/G+18fAXAu
UWCbtTDwjJdCoaxo0hZCRuop/VDV1tezz7ZeBaOxcitceTE4MIB80CEMzUYRQEuXAoeyca/ltXbi
afqmj6bflBtmao9m2t3netCmazIt1yl1AATAGkKTPbxFEUdIA0s6LVGNwTRPOI3bqRkDo7R2LvWC
Qqd+pujQmxwCteVRpSJLSX7cntZrIBckw+dek5jVWQZSflyhz6RSWvbknpq63TXpYwGV5UIAHcLC
Uo088osPb9n0XOwqY5+RPLTtb8on92+7ruC6QF3RhX8D4wffIp1FbyzQyoXa8YkqAoLVdqHc9chD
YC60tbTetd+eqdeYb5CvEfH8ToKfXfvEHee6mJ5GTIUYyL2nPKH2NiY8iPPXlbmdv/rSpWFWsZOw
YXEBXz3CezAUmDO2JDJqah2TpPra90R7zEcInViFwr54VNc2o2rQoKbqdKg0+6lGD61jXjRIQilr
urWz7774HoBikQ0AXgNvQsAlJd9ucQPlOg3f07lPdffSF32YO8Z2ZdRXiecZegs8JoCBAPJA4+Py
suK6FiPy7kg0QKO2nV4cFqGRO5Tiwlz/VXIR6nrnowfobbNXj5fZKjqA/Wad4PaSdpCqJ06pU4wt
r5LQGs2gsYrN/8+E5BtMS8lLpW1IBOEaPzY+SLrWhfhqb/5GLeOSR4SIerTckIqgW66d67CQwXPP
eKtN6kAEtmrcExogfGN6spK/uXLekkFpR1CaAp6WYNbQWdxnXnLM9Hdhf7V5t2JoaevhXgcEDXk2
XO/S8tRE0Fy3BhIREEI3nR0rPkWEEfSu+tdwzd9j+mNq3ilnBxxoZF1hJUyNNBoVF70qYh/R6Ury
4dpvz2YQaiJtPbss+VK3WZIPkx7jMKk/k1Lb2WnzXDPjgaD8SvnB+N5DfgBiIY+5s1YLva5hSbal
O5fGhtCh7UUi0wkmGhB3w7daG4j4vVIeKjQWyw9J5w+WjzD49hlY2DDQ8AOhasYJoXwmrWMiLGJr
HQ636oB+UY0nzxw8nxbaMwiAa+DFhU0DYAZgsXAiQAbKxgADVPKeYCWFQZMAr4uTYtFi17nGyqgW
zh2S6zOSAanMmepyuWWK3qX4EKyl9mS1UWWGaKJERMimFTuLAwJgACwI1K0wf5d2qOWkRkEUEiGC
2yveKxo0ZK62kpW4igIRzEK6HzEZUDNA6Uj7v01akbaCZhH610/ZPUGXeUU7ZRrg6Lk/8GZjrHE7
li3OyjB4muCVIm2KOrMqiBqyLOrao/eF02cAlUFLNqtQt3bKx+0duGZMGl4hRqXJwMiLstQLeYw4
OnEDZ9g4SsQ8cPBcBGlJcNvm0mHHnP4ZoeQnO0tkLc0wwiQG0tF8qVR/AE/fgCq4MYR5/DPptwKv
XmuNBnQNs/y9mn8sS5cOtamhDiNWU/uB5omHDthw5bVKxihr7rshgSt1ArdLAy97bOtuJRqe51IK
GC6GPZ+bM1dq0q5SmcBcQ6atCCnvppCU0A1Ymd2FiAGhL9wKCIEoKskRg2AcDe+zIougoWjavu7s
aHkgOvqehwKdrqe7fsV5L+6hM4PScvK0sViuwKCIH2bQoRX1CPU1PKoh1VG+ZBnZ3h7iktsEzgwY
bOi5gpYkGVS0roQIAfZPzx+HfqsVv+g3Ua4Ymf/I1WqdGZG2SmUk2ZiUdRbFlc627WS/p7rQgNgA
AOD2cJYuIKzY3H4K6YIZKn+5MQowTuoKhyJqUBDVnOO4jQ/GfVu/WvYxyX5UYj++iBz9QQZ15Sj+
rlxdj/KPaWmUTq1bhcGbLHKHp5j+rO07ownqCmSjxB/Vu1rfiOqH/dJ+z9rArD8nZurHPygf/bp6
trwvprvN+FqzzeXl/fNN0jlhDEKtaDoB95Ap8caqcoh+oyq3UTwzUqY1garVKZCuEeRo0CfAKeEC
63QrzB5+nnaA5r8nVvepaQjcIchQAefH4VeaaYfe3Q/aNsv36PDKS0D7J7jnZ8M4tDTd3N4Zix7j
z8aQ+eUWsuGWXc6fZgmQokdBNrWJEudtK9cIrdkrQn1pzhfNOvLzAT9zTEraKk3SoDxns1D1HuOR
7srupTSEP+rbynulh0y8ouHWHf9w67uxhQTIAWoq2tvt71heiT/fIXsukDiGVjVx5CD4UU6BtW0L
dLZ9oPaIU/HE7Ec72zS89nVrg0YS/lCiB1iXhKZzn9fPSrxvle9g45mnlc+6ymJcTo8cz2TdxA1q
Y3q6Ln1DZ8Si3o/pnlZPCBJrWj6bbRVMNj8Kvs+9H3r2hq5KRDshMTUakHxqTT+N93zcFtWGWgTI
jIeEQbRcOHdG71N3DBlZS/8tOq+zmZRiCGqMQHG7OgqucTJtx9odfLOKRdA4/Vr7qitNRpQaZqc1
lyfhvtBi6HL3UCZQN3TgQgoj8bOSBYQlByB8DG/D1X2TTsi3vBjT1m6Cye38mL2MyUy/NVlQI7Jx
Gp8lKzvpOu8qfZPkQoBPsRTeVIjaXGVXT28mlGpIRjalMm2N5kdOXZ9335D62t7eK4uu/HwyJGfS
G/pkVg22cJrclUVklJlvkCenQuOYp5JskdSOjz3fcOeerNHml8Luc9PSKeZ9ZTjZBNNcVb5gKZQs
uWccDS6/uvoae37JMZ3ZkiuCNhde1uBfJNCpx1SJP6zt4KVL4NyC9IgwzQykyBYryPRxT0f9wKAQ
PkGjXnXSFarB8m6BjgeknWdiokxJnCanEVXXZ1ENKWkKKZRN5/A7Hsa68PN2r0xfR3utYdY1/XXe
omdGpSOq2ChD1ChIR3rH/JGjBexe6IF4QSPY8VgmxMcbA5ipqnx2lM81W9moSw7i3Pq8wGcuvxhq
6uj1MEc3brlL8FrbeIMJz47eRmvXy/x+lmOMc1tSeJOCvFyU6Xyfl3f2FDD1QVPBdGSQovOV4b7r
SZCIJ3AE1JXAat7xtwxLnkkbnGHKRxhOnf1g/KrwhPKCwc+beEecD+fl9tlfuibOhyn5nFzxLMER
eUekeBTo7pa1fZAY3+KOB2kyIa7a3La3PDrg5fGWh+eVu0J1g6IrIEHD7x6s6gDsXGcGvN+xZuNG
hljLkiyeeLy0kXoFOxg5p8sNA1Ryy0TsZhGo2J5v9GTyJwtPittj+k0hulqyMzOS/9RJARgOwcWV
0afU8LVp61RPbXvEcfHNwe+tn2a8NZTQLvxyTH0DPSvWGrFfJ/Hnk3n2DZIjHbhHJyvDN/Rolrwz
7jTNV9EZOuD1F/FhfOIbO3+k2ovLj7VSoKSxJgDwW7Llv08CdGou5zpJO6LQVsPtpSJ5fUxeu8K3
3NcWfHe2q/jWzPdNfsr7e/e5/AKBDk85EgqtEogxdHq2Yw7xa/0Tqd5695Sxcff/WiPAhS4/r6Bt
W8UePo+pO5ptu/YxbXZt8z7lWyhDCHc7xc9Kft+o3UFVpk02db5brSHAF5MI0F0CHxSbchZmuPwK
qqNxjproJPLu8gxZO30MTfLBnPui+ZaJFgxKbSPc0Orebg9/6WIyAMiC2jNA2bg0Lu3yZkxZVdRI
iFoZeNtPKnuFXmsAUaMV77V04s4NSUeB0KkBuKhC+nrofU76wHI/3x7Kksc6tyBt9LirLKepMZTc
QkddwJ6n/j6nT332XhVbq1uDoS6ag5AG2u/h0Q6G5OXMMY2YitWPJGq0KoDCwibOqc/qcRM7VhaU
0DPZGJlYueiWlgv8cxV2IawALMOlUY2word7JCMzGgd2d4eG603ybHsrzn8xhjBnch1gDGiBLDNo
UZkyu9FATsLOWxWhnjJsiE7KV0HEvQ7ppGcIIY8+qyrv3tBo88nMrexweznn+ZPdxvknzFNxdqd7
tWsorM2yyNE2pmj8tD10xegX7p1i/sPeBMIA1TgT6Xpon1+aatVmKNQKD9PErdwj48Ly8TRWVm64
xYepg7AMC+egUY1MoXHqrsSFgCDQGaMuOfbVZ2xKY/pV/SwAqTCftTb3ycdkbbP3WN303j7mYf/k
vt+e16WDeP4V0jEpRw3IyxqBdZKo9s4u0X+zUOka/nIxNwmcCEqpADZADVma06m1u7jOEJLRNDQc
JRg6PbQUMDU/xXi+WW5QuQ9olNN8DOpaoPS7Li1vnXPb0tZppqF3hDdnAIanAr3C4kY5tiU7MKjY
q8dOtQOeZ2BpvOn8B+loMGrbHA0tFOT1D139PlrgBe4t7VCX0P9vN0n8XeHZIdeyvUlYkDDlkIEn
QLrd7ZX5L3OGKBroGmCy5DmzbVqIZkQM1LMwad5L9WGarL0CYZ7Ynz6n+YF00NXiW+fzbcPzWlzP
F5CdJljkc//py/3fTJ5Xq7hrozo1a59TDxwrI612o2LY29umFnff3PDgf03pl6Zs2iMd1U9ZNADh
F0J9a9pzTVtxX/MWvjUe6THSoY224zUqHiNc24MdI8bATnI/TeIoTr7HvRs6ibsW682TdMvoPPIz
f9UB766rDIvnQs8wia3AgrCDY+AR0pJNYqDtB9AL9nQP9qOajZvb07q0gq4JyjwCPdT/5OiZ2oC3
9T3iWXMY2lAvrWKr5KmyyTO7+Ae/jAgFYkIQssXNJ41TAd669BpvzgkwSDi3R9JtoFgZqp0dJsXz
P4wL9B84ZjB6kf6/nFRklip7zNI8MuK09lFGHQPS11BVKqa1J8HiFJ6ZkvyiWYwoIDKWR1VD7V2O
R06Y5wnZqswdV+6bRQeF4tt/hiVL16ptrsR6ZtNI5QI69Y0rGuonXu20W0G6qXqIJ61n41GxkDQI
1N4wud+THlKI6AxghTlKCSTkYEoaeyOLc+3AJidp7xpPH/SNTjL8nhiFUQVt7yjs2UlKIn5paloh
YWPrw24EV6n0rULY453b6xB8SeyhrvZC5bWA1oKKDhnTmJZzWwXoxjgr41+6CRHEINYGWgv4Jpmw
W005xQlsaCTcD80WR0jkh7EJ1bUhVyOl/FmjfXiqIOlGp/t2LB56Epr5S9HHaFb8c1Ci2PrwSP1x
e68tBHQGXrygDACYYl3paRReT5uBJywyZxVvsLQLtdjadAw9vkXjD5/3b7cNLuw4VLQQzAG3icZT
crOVMkX/er0jLGoglRukrvMz5el3S2NrR3Zxvs8tzV9y5pusPo7RpBGWxmOf79tyh1RlPL4aZblB
l/FSeShCBQ8OK4yh6/PZVb9Y/T7rNhl/vT3i//IhQB+CLIGmwvJNw9yCO5xVLBrEw6CH+RBQdQg9
NFV/1b+KU1WFxTOaHWZgpaqjT8mp0P10QFOy0+0PWQgu52Li/32HdA0Jp5qySilZBEaz740brbpD
4WMagmRNGGOpDDDDvGZu3txpUcbnNtQEydBuMPfxJ3Gw3UfeBsNGRV+f1hdvogu0/kfzORmOBeh5
Rli2n6rO13aO2E7fijWY0lJGAl/zW+Z3bjsq9/hjxdRRvcLXtMeB8mCK3zrljrlI44583yh3KASl
1ptpPw0tuiF1tU8VcrTSFUmzpcQyqG7QCwcaHJQ3uQjRTPmgaEbHIrRp/D4VYJC6wne6kFpQotjo
6BGiRabyBv5Hb6x5n/mCki7qWZ8PNyVE6gArlPIRatqJgpsTi7iboxRV3zHIqt3eXkuRHC5i8IBw
Z0F8TtYJs+hYoyGQikWfjjYPIMNaIzN4n9qB9Vm8euiB4ITCWklNXjsw4DpwNc84FeR+5UyGXldO
ZpqjiCjUNgw19710i8x5i33GiA8B+HBllNe1eYgbIc1szPooUCqT4karN10G3GcTueSQov7RQtP5
vu9N3xn4RskPIMyP1gqCZY7dL1cPNiGsNL+AZ71vKbarIeZRlWXZRGZm3WkZcOhe+iE6Y9vp/Nft
8V1vFKhIQUQKj2BEq/pvZ3bmNeOBmcS1eBMltXoPbUvEH2Ql5L/2Q5cmpKDDzfqC22PVRA54ubTm
yHfuqwoalRoqaiuHbmU4snx5MeZ2axHYGhrzlNB8a8RriJQ1E9KGULmdlVo7Dwf6bFZi+Vny5faa
XO9xLD4CXHD68BME4MubLK3jsuosijXhY+zrWrupIbg9gY5r0TLMqv6Xp4oVFPuaTemyQDnQBHuV
NRGLs8Cwq8MI3mzBPjUA6rcdSoHm/vYgl6YRFCDQc+YWbGgHfDnIzMicwiwwjdY02uHoZJYvbPXr
bSNLW++PEdCcLo1oPf5k0uAgWbUZKlNkeR2ug4h1QbvWgG3pzJ6bkhatzzmKuxMOklv/4JCWr+n2
VVkVXl624qDkj0YUOLOSZ9DMKq0JgZVpUDaM74hmbIWRvTftmgjlmqV5/c4cg+el2VDqTROVhVf4
sZ6cCJQBUOP7rFTlCivyOkicCbrABYJDiN58MnbZapohz6yxicYq2RQpKt/a+4QL5PZmWLiwZjNY
BugtzNAJacv1vTVxbYKZVDwkaLOo6SJUvOLAXeI7aag7yWMaG0GZGF8tPoVDMvx1MIwPmOlowMOD
ZSj3QiQJA4+qUJuI5m+lh2HS+yRdQ6AsTuaZkfmkny2c3UJYjqUaRukp27RP76jSf2LKarOs2W1f
XlJQ5sPdD6oI9iHSfZd24sRTWseMsUHYzxhvGYCFA5RiVeCoRQa9W+bT6ScatSD9xwAtC7OOhW2J
lFSZPVl5GehkDCrywqd0xbP8dvK3vkyaARS+KtIKB/4TIedGEZv4JICF+hVPIXt09r0GQMzGeXUe
rW5rf7iRG9e+ZUbtyq6+dj6YINQcEBFDrgu57MsJahuzcOOhA54294JU/zTo2h1lR0h/W/Zq3nX2
z/KYoXYGGRHQQpDTlsasKIo11iZvZyDORPyRHUT+vfRC61tSfUdE7ANVobCfIHyujPLaj6OcCdrj
79bnUPaRb3c+gMflADWcOt8s+07k7yun9joAg4GZQmIiowtmgHQzCSh5l9TMuqip+w6a+zxXtYcu
RyXknrWuR3b43XvXFLc1NiZzJ8e388rZ6woKsJvb33J9tMCwmFVkEXgCkC0rJKj5lORunA4R8hQa
2YAoBcWk0Vb5BkK6a5SgawcMY+gfAj1rcKsB9JK2j8K0RK+KIVIoPZhsrAOuwWcM2TD6Q7EWBy4O
DY1aQSBB7QVu8tJaPExl69Z8iFCVU4+jHduPg6kaB4jXZJ/+YRZBHEUjJaCQEOhKpoit5lA3xsBG
sIsBB6d73SqNOyMGivm2qcU5BNlp7vg1R9LSERQugRB3rA9RVpLaT/R9mnMLqLwBQsrjFN42toAP
mam/ePCjVDZjIaU5RPGlR2jIx0gdFO+Tl9g1OlZbCcjH4Hx6U5A4I88/IelIIQuViK3DGkccSeXQ
d952wPs6ZUwH9MfVupemZ5R9vv2B10cV34fnIOieUCvEo+1y4kXbllMBrHEUA6hzxxyzmMG/a/3V
rucclJm5iyFeaDNjUQpRnClxlMpQxqgC5vcOxJfxaEOBGSLDNXlRzX61O821n4VBG7xFFClBXfgt
f3R24VksM9rcMEfgHO5pc0frnfYls78NYjcAW+iapwH6B42vHniWBkhG+v3wLNKPylzjhiy8+C+/
RDqyE7ethA8GsOlJaLR39nebP+h4H1ffsy3acKqF5dOd1z59v72uC5XMS7vSNoeKlzIhATdGrfeV
o/tIvq+nLYu3yMl/SX6sqXItLTAQ3DOsBB0+oYN0uY2MDg3UWV1MEcl1VBlKMgIZFD95pIr9Ti/F
yot/ATaAiBA3C0IM9FFGO4dLe6Ru6Ig7YIpaQ9/Y5GdO/OolPrxN2r7t3ACitu729oQuHBSUSMG1
RWgDhqQnXaajp9XE6NUJsa9dbzM149vRadbQAvNfubyywWg9syLNY0W9FPI03RS5ogyEFu9Kvmsf
cgN47TvXy1YeeEunBN1aILqKxxYuMekapQ0tMo17U+S5CXtUEQz7tHGqg6bUxq42y6jLsvLwD/N4
ZlNauU4TfQ9PBJtql6EYyocdq0p3/y9WUGpACgPokisMMgJK9L4kSKrrZvNA3elrj5rsipGlTT+L
HHh4rSLIkb3akKMDQ6sic683Q/KQaM5Wj40TddxiMxI03r09pOvbGFsDVHaIPc0Ve/kmQcJJKWPO
1GiCH/d7t21+YJqLR3Rnq9Zurev4arYFFW+kbaHkIAszJp05mXXsTtEEDbDDgPYcqFDUZYAW2GNQ
5GryuWuQp3Z6DgFiQcej03v2SkiwOLsoSaB/FHoEImK+POIzrFJzejzQJ2S6jlnuNj4x2hFafxZC
58n9uD29i+fbBRRnvgphTdqXU64zyE6C3u10Q72dmKb6ruDKiuNasgLcnTO3xMR73ZC8iMUUvbL6
FPKBTv9c5HkFwej29PcjObchTVzltYpDKPZ+zhTNJ12TBJ23inNY8lSIwCHaYkCaAqHb5fI4uVO4
BhtgpYPyGPgN9Z3jjt4hHmY9TxUN2XK39kKROKBCmgI4mmS0fS1OxrCa+jy0iOJt+7oXvlaN06ZV
bPKScJMGKUVj59szsnR0wC1Edhj4dvQkk+5ClF6qwmO6CpxLHG8g9gmCagMicZvRPPoXU5B+RuEW
giuyfg9aHRVJnXsqmha3Y6DTtHstaygSWyMKbLdNLe4ltJuB1NLMurWl0G2wLEJobWAvqW3yOKHP
eGjqjfovu+nMinRHNIIZDoHHjnS3Nbdpy8uDTVtzd3ssiys09y9HaXTO+Uh71tXp0OV2okUaQx+V
DOKUIZ/07BF5F3vlCC6UgoAy+WPLmp3fWWzITdQ2M8VVI4ZnM3L2rii6e20Yy36fGJPa3ncjMUZf
qadOQMW9YuPeIB4KVxrExlDFolaLPBCU39FewaoTvxEWqC2lmamN/y+z4kACRoVsORTmL7+0VctW
abRYBbw750etcayvo9rXz9DY9laS5PMEy4EHZEABWECQDiSYdERQ+nd44+UaUBz66zBZ76LST6kV
JRpAmYie51pksxJSLS06SMzzHeNBwkTuWi1Sc6qGGjZ7MTdhsao24EqablFPXJPGXYp0IEo2N+m1
IachX9UjwoFOK7kWpVnhk7vG3gxx2NVb0a/EBEuH8tzQ/P9nmyuO4xySluW8kYtPLCUBTdhKdmXh
YsT1hFomkjqQtZFFlnpzfk/OuyKpk2PR1LsMLEff6lnglK+3N+BSnA1xDLhM8FANB7vjcjhjJ1Jv
6DAcFZprgZ50G7tJ0YB+EMOjawolaEjZ3zfCNIPYch9sdJb8whSDr8zqApgbOQGggxGrYq+gT+vl
d3AKMk4yZBrqlraflPRhMMG90j8Ll/oAcwbV0WxAj030Tc/xjB3tx5q2YUu7J1aWB6VIhpWjuXBe
Lj5Iuv64KD2l1+fzkqJ1HtnqtLyLMQvt2Pt5P0LP6N5cAzst7K25BojRwx3gjSW5YnfgppqSGjYT
tjGzTyoEU2+v9/Ko/lgwLqd5wJPLQ09C1KBFGm8pajDeELU9eRWdwIudoL1rfF95a2rES1mSi5FJ
22xC7pJT0WjRWHzY+RflMfGQJpnGl0w1d2VG/LJBA3gSeEYVgg/yiF4ixFtR3lsoBWByIfMOuXeE
2Z4s1lZMBWJqBT4CQAUjhqKk0ge5Y0FRWAMGpmDIsMXHzG62sTbYfpEZ98awpr81bxvJDV98g7St
nBo3ijfiHhRQuP6uKipefkXXtV+GDpHSBNGx+z7v9M3EinrFGy+6lbPhS1ew3buFRubhO0BdKu4P
RK+B6bxP9O8zpvM8o0s7ih4GohdpG4uYQLgWDXsiu7k3jUipt+a4oqyy4O4vTEj7uOt0Sse+gruw
f9DYh5yEzr4nvYv75XD7xCzP2p/BSDu3Yb3V2zZ2LpuCbmJ7y2V+aZdP6Elw29AChOhy2qQbGkHg
yBMVZ7NFVrDKD4Jt7doMDPOnjuqYkvYbTQuUzPg05Ww7uDve9U9IZwlz3I6d/cVkxk+LqB+3v2rR
YZyt5Tw9Z9edhseSxixMtKu9pWSD7i2+OR178q1WngrtyUij2/aW0lqolyGvZ0OwCVQAyWDRZiRD
0gAXeeeL2AddY+Tf7Q+m+67uC36q13BMy27hzKJ09bByUsdhnvc6jUNeVb4zeTueP5Mx2ZnK9zK/
71t9x0u19Ovus9Ws5GgWnf6ZeckjtKwaUztuZ1iQJ3apq2V+nVRZeHteFw8M6pDILkAmBTft5To2
CjS4FBfb2ITM5wjB9NbVQ0V7YzzdNNPX28bmP3bl5M6MSWuYtA0nk4cZ5SX/Vre0CNxM0/6HtC/t
jRNotv5FSOzLV5ZZPOOF8Th28gXFWVgaaJaGBn79e9qv7nNnGDQoz1WkfIgjF71VV1edOsct8pz8
N/fZhaXZ2nFrtPg4wNJksKAwQmIHjbZrzSN4rKtq8pCrWbG46A8uLM6Wyyl4kXELFq2+3NrRbuw/
2gLY+X5zfw7F77k3hzNvrTeqkhtfC9YUbvLKs63MoNuhxy5Ja18p/ll4ClT6CNP/Z4PME2rRoGeE
GRgX1GtbUCfqEQSv5ZXIdmVjzHFVhULTaEyxC1XuBEBjEGdyI/nt/swtrBBqsJoqMj14a87D54I7
WheB5/CVNo1xdIAQPUXUkD+Tocn8mDvGv+exRFEcmGdE6442R+7omWazpIa93tqOxmFAq7WklptR
snb3B7bkG68szS5W7si0QcJMQYduALXb2lHcsnzMfL3+3ubPANMg8/rvYTByZpYBMl3xgpu30UG/
QhkoFNBeq3Lie7mp8hNQhuXGwTssYJ08nUB3m6NjSteHXTzoa9SUCztGSPOgewmUWCAunbkSqc+Z
SZEgeW3TCnjGJsgZ5CRHFqxM7ZqdmSMpHItWGoUdlJt9I4mfu9r2Y3t6qLWHiikeAT2EURiSi1aW
54o7e5uQBzkhW4IniTKudcwsXLtXw555mQKKHHHCDQw7ns6x/qDQ6TEFnfeoaIc01722lAMpW9OA
Wjw5F5M98zkZSVH6oLDK827DzHgTod+cgLeR9ePKhK/M99dWv4grBolmjsUVBU2Gqcv16cNqnyYd
BAwr6yoCwZkbvZzIr/fvhZ2+zzj0FTAkufhbWB99kz+At9WdFApSJ4RZubRL4FdRr9hQtN8hseuZ
pFoZ7MpqfkUgFx9htLSnSLkrr1JRuSk3HuyhedIz82CwHsQ53R4KJgHT1uZ46XGPwaM0LaR2USWd
HZ46680aFQdMcmKD2QQvnhQ4bADhBmiy41B50wSBPMPyBk32WmeN/2kpEQfGPOgY6gL7dIPJdhxi
sLq3ldey4xB9yB45Wp9lrX+aWhMpa75FPR4PavPQTke9Ja9jprtTujOlye3WGFAX1+DiW8RGuViD
ZlDYoGTYCFq+4XLmtaC+8q0xyEC1BV4M8t9cCgLNi/IbeBLnT3k5luq8NSU8eIfvtebxaaPobtmt
xI6q8Pg32/vCzGxUrWK3JQcH6GuZt8DVFylUb6uGJSD7yHoJzdUQ5fIyjj4YNEZGXmEMlduyigea
TR2/tSfyAHqJaAtqoSHo1fF7ag3QhHTa6KHoCj2Y1ImBWJFOftrq/VNcoF3w/gldCH9FOk2wf4JS
UjFmPocjEWDqeqy+kqh+Zg19jTt7jaRkydmA0k3gQQSeaN6ckdpZ11tKhlkyx3GXarG1t1tIP6Mc
tIagXIIDIIMKAC/IHpCHnDd2UXCqtUpaqa8W0X6gSw2NNluuPqla5hrOK0lVP5d/JjXyhqQNjIHG
XgnE1v05vQn2QVSJLCjyebgxBZLoeq8DpD5FqdW2Z9moXBl9oHoa+ZH2tzJjP1ZP943dBKo2IEvI
XqPdAeVECF1cG5NSadQVqW/PPalepVoN04Fu4op1bgV2X2mqsO9lLm/vW731LcIsWtQF96Kg950l
+eNa4lOhDe25ncaNzfptlR8bEuKgIa+/YeNHkx8r+RyzoFf6LW/BvLHVjTVyjy82zqsDiM8AVh/g
KaE3hA7F69GTNkv4aDvteUrfpmcI90EAIO+3VudGhqsH4zaWAqs8dn8hzDxWh9TcFErQhVUVJMYD
pFNk7tbHRNmCe7MjR0iCKIXfDQcldzvpuX1dI3Bd2Bno1EEpCbEUEr7zgkPRTXXsAIx6BpJtMKnX
qe8WZM4UCl8Br7GyRjeXr6jHQZAVbCSGguWaTU7djjwCzLc9Z321s8rmXJLvaPNFDyLbsjg+UoJu
AMVA9yj/y6Q/nf3Oc8Vf+YgbFyk+QgdqBZ1oNv7M9mcWMbWXKrM9E+DAAZPda3UWxqFB/UxXvZGB
bApiUU4fRDW3XOAMP1Y+YOGACOQM+nFQ/QKJ+yy0jFLQ7dtlys569h5x5nL6B0z4e60o3c6SXat6
rkiyH761zZ5Xj1Ue75oE5H6ab8QfqUK8StVXWk1u07GYE9ScNHS74t0CxtTrXYvEttHVhcbOGvjh
Gu0I/I4UbwfERSB5pg5427q/6bA1s5daHly7qAKiqStvQTHvs5OjQc9WBqBdnKG5yrfJQTcEopru
HNNacTNn1Fx0bA7eyuyLodyYQR+iJhgoNaidXQ8V9Y1RlpW+O4Pxso29ggTE/pZqT1YNEqVzRH2Z
+l33e8Xq7aZzvnjlsezYepCMm1l1so7IGcprkFiZis34NA6ePvSuYRygLIq70DXdYdhNq3H1zQEX
Otk23kogIseJm7degoWBqUPaO68JPdvqYy2BTr/5nlaPOZLs9wd5s4CQzEGCV7R4Qp0PjYDXY5yU
ZNI6o5ZeLTVx6+yzWBM9vh0LDi16vkCSj5UD7OzagFGjXNE0fXrWWOVqRuva1cZ2HA8ezlPiNfXH
JWsowYI1Cf3myITMgmVdQncA3gqwZgOMhYIb/a6+6+BRXOMNWjQkdiOgdNj5cx+c62NPS6alZ9Wu
heJAca7w1Kx3dbpyzG9CXsh4w+OgkIiMH57us1Pe4eFuWFKana1X0I67iZ4HNGJuLXk5yiuyGgz1
ymlbGpqJWo5gegD+5evSvgiyzQzwZVPOYdEdkRy2PB3tztWBNK/3t96NS8XILOG/AA+E75jvjFYf
TbMkLDsbeFDZZeK2HsrerqWEfJ+v3ZmLxrDR0VIJmmfbEmf9YlADZ9jnqZ6d+85xM3vHuslntbID
t5VgEyrWABk3r3AMDlV6oM0Rr4IOf2ZPtYlTSH1NzrQ19yWYzmm0NyXrKK29Hm7fhzNL4v6+GFnT
1bgvB1gC1EvbxPWm7jaRdcjrre5LCFg+5DVw4NrYZkc6aZxKk8oKY+smN0teuuGpTwd3Lad+W07G
bY90nIxFQyyMjozrkaUFKRVKpOysWn7THYr8HHMf4WiiEVfrU7BZq+44HXppx7fkFSn36k/r+Pc3
6e1Y8Q2i9wgnEC7ZFK+Si9mVJ54YipSSsznuGus5Sg9R/agqn/et3B45uF9sTMCeEIiiZnJtJc9j
DpGBgZwTaRM96k8t2Y2RkIX/V/yIIPxHfR6RPijc8eS8tlNVfdqAf7c8S+jBnexQyx+N8VnvPKd5
E4zg2crs3bzZZvZms1dJvTUYOuzJ0ZPa575WH9JV+S7x0VfBAe4XQGEAUUG2A0Hq7KilZjxqViMn
57b5lJX3ai36WBgEWqThn6CXgLt4zr/Ulw7tAaZOzob1e2AvUrlNo7XE/W0wB4cL5IYNyCGQeijg
X68MgrlSiiqanZX4RIfctbMXJX+Uxy01ftvqhp71+KAfjZ9OX3jI+dzffvMZxOFCgI/3D/rO0aZz
w4I/8bSFrhk9x2AZIgYwI2u8lPM5/P8WQBuE4cHK/LokdKirYczomU65P7BjnuB67r/dH8aSEfhc
UGQgyS0aJq7nsHYI9oIp07NlpCh9/K7NfUa2/2wD3EeQl4ZwGl7n84A3LiVSU0lqzmhlynLHlVE1
itdI+xcGIkILlHGQAUCf7WwzEC0vlB5K1udU2WdogCDJFhhm9/5IbhcdN5OI+xBWo0F+PltG7jQ1
EJfIL1ggrs1yUwItXJ4H/zcrs6HInVRyKsOKngDlTV2KHqj7Fm6SCJgmDESgBRE0AyI/c54GtdOs
jWCiUx4mHXAMZ2OqnmlObvwC8vRxw7yeelCIkTS3LvdluQJjWJxI0UcJyg741Xm0rhCTGFpctOeh
Z45bWHUBpctRWRvmshkU91DAgdrVPFcCrp1oHGOkaBrFlw0QUHqg7Yb4m9q6SHurHzL50U8/utZP
el9ZI2+YX4NijpGpEWBoNOwgGX19tCA3ifRwhAxJNTY7Q36PzCwY1W9ttrYrb7f+tSExCxf3rYI0
6ChKs2dW4p2nK25fvRhrh3hpKkV/noBnocFs3peSTNQoCqViZ9BgJCe0DTr+NCXt7v7GvEkrfU0a
apRgoQDrBYL367FMvBi4DI3pM2Q+KPu03of2IbI+WLKx3jPdUxK4+XZDardVtqU0gV3BCTRfLn+P
Wo0EwxGEe6ZFjymRfGgjeOg1Qfdp4eBfp1MXb+nwxxghigxtN7pz1mS4l+YIngfvG8HahbW//viq
A29wLcndWe5+9tBjUfha09XSnkJCxRAYEbC6meLnF0sNinDdGjLSnZM2yx8GRst9U9oNGMwdB00L
Su2vrIcIBC4DBbEeiCSFDCUqysieXRuUm3YynK7oEMu5xD5kFjJFJznZOIicJVdCojws3qatWZ3B
cth9lMSleBy43PJrkND7ehuwNy07KH8ZyPfUT8dXwXxwjEY/WYubvp7d9z51Njfq0MuSGtHuzIvt
SLYoblD5E5mPuPGE/E7YGg9OERb8ua4mV+MHyDal8mcF6QRoViM8BphBkz4m2yOPVuM7pj86px41
ExLoQI7oD1zdFNyT+N9q33BXKV1F2jbkmZIAKjQOCRTwzELvI3rJWpdXrRehKwD/MW/d/g8ptt3R
roLJ3Gj79FcWpwcbyFawdA3RmtObJ36wZAJEiagEvh2kXPPXb9MUaPgY4VutfS7Lv1Kze9Tfs5+W
tDOdTdmws919y/6ZyPTLrK4ib4H7BD5deKmLranRNI8EGvnMDSBt2qn+oWfOh5zFj046ySv78gYR
IKxBOhRkpmD2Ei/9mbWsScvOhHNVtRyo2HNrtH4l676FiNz8yLRnaBy066S+wv3M9hiYG0RIK4KN
G8k2bqWVLvXI3YF1MnUde6Nmsc/e0P4JpjMgtpQA8c2zXq1EUAuOBQ+dL31fSDyhR/p6tOAgLPRG
jruzZDxSNQZ78lpu5qZ8Iyb00sTs9EhJbavTELFzrWwrTGJSor0x2fbxhkgPlUchBOvyz34b82/3
XcxXEfhmTkXwiYwsqijzfhsQsYExTU+6c6UFVu5F2zZ/KnZEPhTQ3VPd6FmuA5n/XrEqgqhbqxAg
Es20UBeZXTS2JEel1sKxKb+GvQnoQ+zqP+RA1zZpvCdeJL8o4xEE8N2rnp+71pV81WNk5W25cHOL
Is5/PmLmXXkLCerExHay844HCbrCPJ5q1OvN6v3+eBd3kOj/Qo7QRufwzJITD45KKwP1D9BU0Ee5
Yd59AzesaNhAItYRbVPA798IbGclSt4lSJrPrH7EfZyYzdbI3hr9ramnHRsCSs9V7To50nBo6Zd3
gJRDgN5NUIuhD00Rofuu3NFyA9GU+1+2tLWvvkxkEi48U8cbTYFmDDLh2U6tDwYS/v1Lon4via9P
T5G0qb+zx+khzz7vG77ZYgqKdEirCuQh/PE8KdjYCWddrdUhil8O2VSmp+rxqRtfoHQSKDwCnGct
NX0b2CMxKLoosQIAr2JFrseaxq0+6GbVhon0HI9h5Ej+oD+XzHLRyza+g65MM4+022gcSok+OpLk
7s/9Ud+U5m18Ap78OnobQUeHJND1J9DKTpLUYW3YWcA4uBLzRvlHDn3ihMobxZA808Kl/JSO+7ze
W4lfFy+q9HcagYnv62cHerS/Y8nVoOwmrSzIPKH59WUo+oBvCqVL7Sa4NFjXoEjdhlqb+L1+rKW/
rD3z8YOZzk6L1jopbk63mAhTh0o5sqfI5s8uYhDvSwDroasJVLWenhycIfXM9uX+dN/u7pkVEcFd
7G4KXHY+gusz5MVfi/UuY5bv9LUPrRBTgjg02WTqrowKr+525fQ2pOnK+Vpe8ItxzlwpGmgMIwbW
IgSzaZaUW0ti4O0qPUsa9+1EfSX1dFJBndAtyPfvQ33UyQ/G3gC6DKLEj+iDDs1MJ3tBuU+Jy5UX
xeIiCOkf1CANEM7ODgQFA1FqZlMbTkjQdPFuiFovX1POWzKCqBx1NnRlg8p9ZqSz7bRhVtSGvS19
grC+2RFrytHt56zhum4fSFhu6LQj8SUOF+oA18vdal3CIB3Awl5mP8w0CuLhcUpbn+lbNYbelI5Y
9qBou7LwW+3UdydteDC6XfpSH7Jo3FYFO075awJReRRGfqReFnAU38Fo0Nd72m+p5XKA/sB/X6/l
sxb3ibhsRWIYSqpziiA6ENOeHIuFRFIOhBuBxCENnIynNDZdnepeYb9I7d8IC5Wg+7CwPhFrum36
wlNUHIrcJflG/ehi32GVn+uyL2FX3z9NCy5bNFBCdRwpZZAhzHwXU7LYMBvOwsTri8cOiUNpOGlj
2JueUv7kq+VSsTGuohCspsjYox6B/NgNx04KZ4VnQtyF3V/GgIoB48+piE7jCx8aF1HALjX+sWMY
PhA5bAX9kCDEFQmz6/0zaEiblwZIQfB6mECqxpPAiVXiteu6RSJknA1OeFoLTxHAmxC+XpuSqdMk
yjgNIQASfqVCJM2JPVrvunilwWnh+F0ZEj+/cIFKr8ZNxeQh7NnWyiuXZQ/duAYIvomgxMRdjGYW
INtti/uuxWg4eY+zzypaiYNvZwtoInG0ZTTEmrB0PQhd7XJigW4ppDSl28SoyIFxefTtaaQo5aix
f3+r316GSFAAfYDXGnAIoHy+tjeBMLonajOEcWrt2HMOgH0UtUEBtjBwuTZunK0hUm5nEClgSNeg
fxwyEDhk1xZ7HXDqXlaHMLedOADrAyD9oP9ZGdcXFdv1tlMVBa8ZpJqFLsPcQ47oYk7s1MBE9rW1
b/LC3iATrHpcrojfQX50N0gS2eWN2brtWP7t7W4M0sHq3bgY4gDY5tjtG9JvkNmPA5sM+VaL0ZFz
f/rFYG++UnS6isckeDxm2yntjdSptWQMnYq7jpN6cgHiOG77Nt9kq2yAS1MPF/Mfa7OpbyEHYKgj
AsK+pn7cGju9LVeK7ksDAvUbKIAt0MeCDfp6dUe8jDuukzHUUEyI3lID2+jR1L7Jyun+zH1RHM2n
DgRIoHYB0wQARjMXRvIIHCRFN4ZJRTdJ/kNuNrZUuRnzhufmxYqHjWO/Jzb360HxkvFHmp2KeJtB
h0fxIR+Q97+M72VqubZAxg0rMeatLwIa7itHio5sJGJm08Atq3DGmo9hTeJjaiCZ7tRomk3KfOWq
WlpSFCRtvLhAm4ojfD3fJu0slUtsDCebPcV6s1OL5O3+TC+aAFQC04xkEgxdm7AkvWt1jrEkSoJY
vlQMDEaeVgZymwAQAEKU0HBDCMzLvD11pKZSN6YxhjQCdV8Ev7CNLYX5DRrzvUQ0Xhtp2+9KKWm8
YhzbwByM4oE1TesVLFNX/MfSAuLhYqmQdQEAZ84Qk+ecVk2mjKHRWs8GNk7eFc8AGW/vz+2Cu8eT
ENB0YNSBk54XxfLcwt4w5TFMIUJcAqFHpjJomp/jGgZ/6VwKRilcLlCFMucBMETQTLXWyBS2ffan
IY5f4i8XSUJfnZwztCDXcnO3MRQeuxcGZyeAMTXWbB7DYMe2XMk8pfqll+dc3qeVq9q/tD64P5WL
Gwh0RdhFJkrNcPrX+3RCI1JRoNQTFtmDAmJEVXmIoEvi9syN8d6M9d8jGD7GKX4Gv9++LePd/Q9Y
OidgREHrD7KRYKAXM3IRf/BMqTX0XE2hZeWT12hxtZVUbU177obpE/BqxULFTnBaWXhqzI7j2CRS
UacWXvUW2SmV349+k7oq86PCdLNXzdqimwlY+G0loY+zq31tUg/A17ZIbqfkBzd3WVE/NEx7vT/8
22Ss+DBAI9BypgD3d9N4prasKQ182CA9m9UJ+QkvkQIVArRvWrVJjR98LZ21dEgxESgTAbQmWESu
Z1zVQYJAdG3C6YkDKdI2qIrsy3yNl2DpkAq8FZq9QM0AWtOZGbV0hlyepnAY+hw4skxBXqJuQBsO
GDNPft+fx4WIDJEwENVI3WAjz4mBWVIRZ2CxHCqUyVuakjc7lwxwzGrsWJRZsS0axQp6CMKseOCF
2YRhdLrpQACCFGsWHRRyoSlVBsMOhCpqw9xA3W+TjNbLv48P2VbRJCBgQV/H+OKYjKBV0iNKx7Ah
G8f8g6Kl18ghAZJNts/tWh/pghsCgZPYIBpYzG56AeKkknnmNGNoyXlgJTEKgdBvs/0RfeyyfCor
5LOj87+PEAG8KPwKsu85rEZtJrRZQhA2bKCuq4ejhHaLwCjR4rTpsxUY8ZI7QPMBMBXQ+hMwm9nm
BC2IVdi1PoajYwVWR58pL31jyDZRZu5JfsykoEElir8YKd+WE/sm4REb/XbMJ9nwUmRfw9H+3U2/
7k/BwpG5+qpZXAsRCC5JKS7zIQbQze73asZ9DsQ9OK9XQuil83I5AbNtG9nYtHKH13ms6rnblp2r
qvFvJNFdB3sq45j8ZsXkwmUq2H/R0qWhOefm1h7LGFqOUwq/w+QwirdVJAdOsu/zT8MM7k/k0qEU
TTsqXA880FwAKlIm0jcanUIUebsdj+xxI+l40GTaVO/vm1rIGqO0jzFB8xDjAlXttZ+jo9km8lRN
IYGAj/qtIH9y6xd7tjM/nZ5Y8y2X3svqwAof1XZ+YNn2vv2loeL6RMUcQDsUuGbeXLalloMcDbOq
D2QLApBfdjrFwdRCf/G+pSWngNwZfJx4dCEvfz1QNbFqZ1Rwb/DBK07aKx2ftcOkpsC1buJkbYMu
juvC2myDNsNUxRI1p9CoucvQJT3ZaVB38crLS106c3jBo0cTRXokrWbxBxsRZsZgRQ313gdbBwi9
nCp0nO9lU0G/MnWnKsiMXS81Hs9+N60f4Y1PXiLNzchD3e5rNXOzYwzxGHV6MoZzWtlg+rEezTWt
mqUDi+wadDeAOsTzfLbO0VDrg21EUwg0iexqjfbSoffe60mjeE4C1bEWjc4etdl/kesA1gh5B6Ta
QKn6NYEXN089tlVroRsltD4IOvzV1rdjwFeg2T34xfv9Lbaw6IgVQJuJiAg4mTmcnkhdPOIJI4dg
tHACJSnAscNoGjRdvkYe9fWmnr2EUcUwdHiJL/kbMeEX48oyh3PT4kpoW/HZzOXCpxHiv3xQVG8a
Gxn6jECQDo2UbabJLILJmJRN18jFLoYjOzXpUB6JmYJ/pzPJwUYMt7H6nm+0NI3dJne6x0zVS9/O
leZYEWoHZdNVuTuZkfKh9dClQwJTC1C8LF7yUU5OQxLbrpz31M+7OFnxUgu7HJBm8SxDJg51ldku
rzpWZ0lXaiHtjgVrHovxxYbuBJ7IKy/AJXd4aWnuj0BuRmuoKmlhYW2mpgSQZEKM0gRJSXdK+mTl
6C3pU48k4MaLN9mPMTp0EDK1Bun7/b208LAQHY142cigYkW6/3p9O5R2GsfBh8hK6bc6crZryIIb
wDjOxJUJsZ0vthCTimlwSqKFxDiY9MlqqCshlhDML9YAacMnS/YVpAbz8chM8D42bp4JEfooO/03
Y0VQj5AGl94cW6mQlrTMrLXQkKWjJvWeRdKVh8rydP7HxHxd1R6ox7yAibTvPAMKSgAl3R/EwlNI
AzDYEYVfSITdbFJtaKrJLiU9bIf9YP5t9Xfm6uOfLtoUv2oQz2zu27t1NjAHJCcS7MIJzFkiWqZO
TWKURoiNsknL56HYyfkaf9bttEFGWrY0QDOQQwSO8nqLQN+jNQna1EKemMwdS4aGa9QN/PtDEcf3
2pcBww1fJqoF+GtO+im1BUQNJdMI2casmdtPR8kDL1tjfLwp2Vpry8K8oXdLSAMD+gEehNnNnJMe
XKZpbIRmXRxrQC8kv9T6lSb1hdIsGg2RkUCuG0Csm9RLM1gy16wWQ4qqZtMqrAFpCEObozySYzkk
aWDqk72pCVd2vLIKL++s5MnSGN3WKnTruEGylQ0jBjafZYBhkaXAHYwbanZjNFOG/pC+MsI2sK0P
SCLW+i9u7Axpe381b501YK/YGSYgg2jFuunlYZOJbvNWCafEN2TNpb/MYWOMa6C/23WEGgfelAiS
gSNGivJ6ayaiCWUsTAVPrTrfogOLumqjOQGSNM3u/ogW3lvCljjXGio9ADZc23Jwo8lGayihMr2n
rfOuDVkAkRNCoOzcBr2Vep3VukASM3sCyGWbmuqO6C5YGlMJcJhzo/sEaIf+9/3vuqFPQzUF6Hps
ZDHTiGrFUlx48NpER3+KgkjI0crEIrft+EtVf7T19NmDwKVGIizv0Y0Zy56WPUMbAtWk56Z+pzI/
g33VNUv1tzbZK+/A2+MM9ImOiYI3RPp47jSUnvMGLN5qqEgPVkFdPlK3bD27STZ0+jZIbjV+rEzE
0mZA4AWOQ0yFuNWuJ2Lgcalk+ElYnMYemlR15Gc0z9xYJp7EcI3Lme32T7UDzRTtOeGBDFn3qLf2
cdOtHLOvlOP1OYPqBBpgBRYYLaLz/W/XlPR8TPSQN5EDsSUw19VgV9z1Y92GVK9kt6JSBGyO3ruR
Tc2dpMcl4OG8/7syK8I733wJjrtiIHIC8Gv2tiNNW5ixlOqhpUClOwks6TtDY0RrQxKKBCx/Yp58
qLNNZQX3Ld/uAEzBhWFxrVzsS5kRS2t1TAFxIEvpj2i1ZwUell7hPEjkpU1WnkELaWADTaXiNCCF
hQMh9seFwciWFEBOGjNMjjQ5g68UHe5bKcyQUJO4W7ISVLJu62gbuVopqi/4BpiGuwOXh2g0mKMJ
iVZEUtx3ZghKaTctNNfRf/CoAZuh7IPZ1EtzyVU3TRVoEGb5BTdBm6DKd05U7Ub9Mc32cZwHjj2s
fNettxefBWePHiJbiOtczwgEYlmZ6dwMJUPdae2+itHzPSl+SY0NZKDur/fCdQcBUjCNoENGx1ab
90X3iaJzzRitsMvdqD426LMVabds3GTZ65i4xXPDH6m+T7LxYCkrsd1CIAtOa5x+JDKw/oB0Xo+1
4yXy7k5vhUwLODpjzQgiD8ese83733l9sr4NAXPLIdtOAp79DpzMOKx0tYjbZnbUrj5hFijJCVgW
hpRbIQRCFWmjkm9A+iHL+GizQ4Ym+Pvzfevurgc8O9iarUylJE1WiNeo6fEK7FhWNaKzxaZr7+fF
pUXVAXEgokxkOGeTy0s2JazQrXBIKm+sviWo55gHZXL7g07ZHsmCDNV8y8+jR9K93B/nbSiBcV7Y
ns0qaJsyJjPNCh1rm1YvNILU5ZGvOI+vEzpbO8AFNBwTtK6iAWXmPFAXN8o217KTLsnYIXUegWI0
tqIe7Ullm9W+kymoTrJaA1AgZYTQx7pVhve0iqsabJ0Si3aD3KY/a3ARvUuOA8IgZO7Lp6wY0GTV
0xE0VA7+MzT/5By45j5NymjHSCaDvHXKJxs8KEBO+n3MrT9d36WVh25zWnjpoDRvNliwP/RkBC3n
JB7nOAWTtc20Are7wSfLfCBdLHUbXa+QtVNSILA8qdTFL2VS7nHC8p9sakE7hUa88mHQIjBg5Y2h
oJZBhncudxH3y9Ts0T2hKYUHEmAI2VFWW6VHzIJ+ZNbQRX5uUAnyelxV3RZVN8MbwWtovwwNYvc/
SkvBHgDdUyQUgLcdP5uCt6U7FJFRPk3wde8dODEnVwfs+UiUPK+9qokK36QZJ77R2ZCD4jWTjpOs
xcTlSHi1vom5IT7EDPmnaSYtNGmLHlWvTlWps5UmQ49/Fg6o6125M2i9SamOLuexoL32Bom4/DhG
wCCtpN4XTp5QJQB1k2B4B2bn2tXgBmoTFbIlJzT9v2TI6cXkp2QNK4GdcM6zHYmkPn4/SIZMoBdn
Z64wCnRnxk52kgzjXYrYk81Tc8WHLJwt1GKEvBFainC0xc8vr0xN6WN9kJAKKjKvB784f7CdwW/6
8z+fYXSEgZJNeGgHnRvXdiQtYmh+z8mJZchHxcnGTg96BPhvurI0i5N2YUgEJRcDGgbEgNBnRI8S
+4zKt6l5uz+Qld+vz2LMPq3QJDlScnIs8unIkuuY3T+j2SBZ9L9DmAdssSn1JnYuOQ3odJOh8OOy
tNsMDghp7o9lYRvDkAABIpsmRJ+v5ypOdcSbUk1OnV4dx6neVYVau6SL9vftLFyLyLQjPMJTG+Oa
M9FEdYV6aWTZIdzey6QSN6oM8NyZDyMLWfEdVD8rA1taJBQ0xfMDYQiU6a8Hhi65MkIC0gk1/qrY
D+DL/m8MYCDYzcAEavOXhir3AFXEPXrKnKNuP09xtmJgacoEmQ1eMaag0plt485gQ95YURRSpnqR
8ixNo5u2xabTQNn3ptfyWqpiIVIUhRfkx9FRD8nxmUEFLKeaWieSiN2KEWSfut+l3xr+rerHPTh3
h9rvuleHbuzxm4yEqF64kbMx6srL1qQZbrclsjIiTS8ak1EomB0xSntC0fkuhYBceFozAJKIVqts
pfVGDOjau4JY9asOYaNsIn9FPBeOwtLHUk+MPD2ZDO9yUA3X07Z8yf8mqbKJy00qr6zoQmbQgu9D
7fArKaLN3bklyVCbIrg0QE7jtUmx1Z1355eB9IjidUr+MFnJ44Rnwv2zt2QWDAJ4liCqUQECmnn4
zNIoNaG3eGrBN+ADgF1sCkTJQaQ1/AQ8SLm3HD4gMuHJHgTLyptDyjWFudsVFcokSFACIANo65yP
R+oL5G/aKT1V6WijydLCZmZU2ldGtNawerusghZPqEiAHQQCX7NLE7xMUV72WXmyFIjAgqjXRf7N
Le1wmvIDGMbQUhjcn+Eli+Kxg+4CvDvg466dTR+nhZ3KeXlqVFSV3MlxS+0YOz7tvF6Hwry1sqJr
9sTPLzauZpSKRgzY022/kCfQDAWqEYDPEm7Uzs/q6f7wFooh4Kj83/F9PX0v7EV5NaUkhT1J8Wz2
04QMfHdIAFZj1a5Aq1rk9eme1RRHVfeSkKUeWNPuf8PC8xrgIgM9ZZBLQ2Zn3u1ZtLncAxxdnkRm
2Dg241Mv/YziR6U7F/TQVb/a6tOB+uXfQUG5HGUqqnhtmrvakB4IRaAbFw9Ts9buvbAS/4+079pt
HIm2/SICzOG1ikFUsi1TtrtfCLttM2cW09ffRQMHx6IEEXPu9PQMBuhxkcUKO6yAp8IFqilzYXxZ
fIzbVKg0NS5OAvSRWjh94aRyhhL3W7Kv0oO2kl1ex2qYhNkeBw1MoL+WCW7OWKzWEBE6hUDTJSdR
x52dnYNyjel/A0CNoNNAJgueOXRBlsKBTVO3Ywzbl1Pfvssy0BT+rjexsjPrz3dlGd+RD99Br1H2
WlQAa7+rVmK46+KZiHMC1AcIhswM5iWeTNGHoUJRVz5BlZl0zXNURQQGPaWg4V+PGlwi1PjBGHOi
dv7KUrs+L+exwU2BpCdSQdSvLrdXD3xryAUYWxUOcvkui1uJK4jEuyiRS8WpVWzkNytb+uryBXEI
l92sLAJXV7RYLsdMAEZNgjQxTiLE4Ts35XaVTMGck9YACTcHAmIY6Mz50ltObDKmwGb5qXEaw2//
CVT2IagJOBNhbd/fsdenxvxKv0ZaXDsZq4MGDljGqYQhefEKMVBlU6mEnWp+P8jUGF/E8G+oyJjZ
DcvAA1jT/rjaLTMFFb8MHZhJzOnimFSLJI8mLkngJZWQ4bPonkfoN42rWp9XsaaMxgO6AaiuzVLt
knj57cIB0No+SPpnnQvjBwYanClW6Jnen8+rDwcjQgAR0U+cx0KRazEK33JVH+YynA/NTrEUHHi7
tnic5Kf741zd1PM4aAnPWGzEYEuasKyMaRpzTIaI715okWZzNNL/3B/jmin8Mwho9ECCYNZ+1s6v
GyVHjx8yjpP83NpD8lf+m3cEB7kh/cv8xyRxlXIgabLrMwrgMhGeAOoi9SwSaihEReF6vyq4c3N2
UST7nwdaLFYUF4R4TAX5uXrJRquAfkUs7/tUtGEJfv/dr1YLSmcq9p2AOjzIe8s8WE7aAW0jWYV/
PORByldUsu4PcJU4KEDEoa+HIiwYrgCXXy4UKJWhrw0Nfa9Bl8SrCxySdT9AaznUYluHqCQFa0E+
dUa4ZvB7teHmkbEXYJ2JKwrd4suRQykKugkEGk8rXJ1t+OpgPP4fCHM/o+BSwq2ASHq53XwfuM44
xvspVQiYigXTc9KirRQ7cjO5qpaYqSO0gfPfZ3W2YgCWC7kRkESX7yaheNECpRF4KMrQSYWYnUTL
HIqxoSPE/yTUtO6Pd7UNIZ6KmicInuiFQ1tskcByYtSOTQvlxVzZN/HjqHz6439OkjEGbhvscaAM
0RpYLPrRaAMJLpuppwK6MkgdSdY8aq7X4uUI87b7tc9TFsdVLNap1+kJNKCPmZ5T6L5ysxLhCU3u
lUm7boTijbTZUxe8G6AijMVXikUtZo0iJ14jPQ2MthxyOivoT5y0l3PBUhBM+BnvFoC21IodNyPJ
ZWYW9dNQ7tUQujWF/d8/I3YEkNV4LmiRLj5jLWasFxFJeaoPT1acpyBcwgrIArDz/f5IV1p4qBEg
LAZxEHQo7PulVmeZxG3ZRlXmoZI8Qt25CMovuWcRR1nIFV9aC7SwGWrttJc0rXkbxWFU4eDo9wdV
aOEHoXNGjN3UcOk/8BxZtbKBrhsIi+dbTAUo2GMQVG3mJcVuyEe403AknGQ34CNTTD8LwQaGOydj
ANbCORwQcfUrV9v10YsZUgEIR7kGBORlzUbhI67PpnQWnYUQ0NDBnk1eE/6+MQbA+6g8AXgOO5Fl
IFeChRLA2SvzdL4sHQTRAYUQorGyrG59bMQB2uxdKSDvXKZDhj9o+ViXueej1/9gcLX4BmhF/cSV
jNFwfj4i8J2qE3HQSsxs2QghEZHcQ6VdxfHptHoG99MG5pOoLoVGE6484fUVD103gHjQLULRAVW/
+YD7tfVbXxuDUtc6jy+pjhgzrKOeVtNTFXy1sd0Xtmic+s6NxeiZCw1SsdAcGy9gIYWjTOCbEmfB
zIiU6CKu2c39fISLys/8bLh+ER+KmLxlqYuf+ArCfXXvcZAeDgS79D/gRwvVqhOcZ6g/bca8sRKl
AgHdjrjI9bvUgdpfnlWEK2j2Nhhv6FEgdC1SW1WsMNuk4TeDmYv+ACNhC3+a1QcYekRoRBgADsJe
VB1bUpQWp1kcj/iwfONku1EOVdnAWO5fzhdWeIy+sg56Uh9q/GagTY0C2/0j4vo0BsJ6xq8AIzID
UxenI46CNu4Epfeyqs9JrnaqxbOUt+U4+m7kanbB0D87xiUrGdXPRbKYb6TJ0COZb04EfItrQIh8
FWh5vfeU4dVXAIvj7SJwi/w0Fic+epQ0EvkvxvAScRJFeF4aglU+SB+qK3LbbM8/x5oZ6zDzOA6w
NguoIjyEDdJtV97Juq2opnAYI80UhieYmpRW9Cgatha3pKzJcChUB0DNSjobX6Jh3p/Q66oEbhrU
tbANdbDOoGl9uchzpek1v+Z6j08gFwB901p+MGSYsFFNdsLpwCqAayJTe1IoHG+CZ1U7VPVAtNjR
j1lIwmSt2CfNd/Zyqn8/0SLpGWrg58fQ770OigmC3VdQyntMDOi/t7Q0IIum7sfAlFG/3auuGr53
L35Iau5R4cGkfOM6Uyuor2+wGA9jaE2aKWaHXMblYMI0RPI3SVph5cA7YAfVq3Clz3sV9KBCCCIZ
5HLQ2AM3cpF5J6IWyWXeJ17sc4o7AAVM62nQzR5on5W9cHVOz0MBnYJgErApcB4uv1yjwx8dFb0E
1ggo0+FWZFTU25jeXyA/wejF58Aw2GgzrWJO35ZhHETey0wTmwIquwO3yQO5EGnJR37iCJVaKLQY
NdTS01aunSllrKapnEY6mrUjUOpdBfAg4aZIL2kObu5Ic3+ES4Efan1nDmXUxE7MWAclHQ7e0mRA
yRz0NMkXn6tSMvAhIS7V0Uwdm5SUbBpzCmp7jzMJiKTIBpazf08NLvZtNuWhRAEm6P5GRQyVdL4e
NW7lGLiOAOZDF21MQFFwCuDfl3POxjoppSCcg6Fja/eNjbJK3xNmN53V5i/yrvkEUAY4mpVv/SNR
uPgKgBSj9I6CBOqHSznqABETP6iomWUhTT9rMzKb0urMOnQyK5A3rN4VFe2ATdnCAxqSAIPZSZS3
oBUakOFPkRFtNtaeoLT+nW01q9pKNmCGek2yg34Qt4D4BV9VQmrI23zUEtC+JH7r9zkcZ3xIXUBU
8JBmBhE2/LuvO7AlkF/1hIbDO66MqPbayelyK07dViVdsIL/uTXp6B/PGDzMPpRN5o3w6x5WOJDH
wqoFIx9wL6XvbEn6GuUnA5j+nDdrKBnWptpt+tYx2HtVdivZ6HzeLKZ+PhtnVjc0c694F1iGQ8HD
ntyTdKdpXkr2qLeOcubTM8/sbK3FcnM0yFnj+IDGExBIly87ot6TG7mM7QZbvk0AKUbis4e+2QT9
cY2y9AOdunw1HB7o/wPgCJAf9OovB8uTrI2MQIESJ1VPDSB+xfkpPbV2CqW4/eeebXQ67vbSS6tQ
7RDCgxEUm3h1bd/4wBePscxMe9GYtB6KF15FXNMg7mByHwn5TKyCNhuOuLXdmTaAHBWR0eY6HsyQ
KC5nuaG9c0camKitSB8PyvGtzSkTd95gks4uNpl1UAgPNXUrKK3NtGHOW+M86Lwl/VOfBKQLjhxs
fcfYS8iaSKiTiOrmsK2cA5oQB+EU0owEkPF5TF00FNtH9RuqtKaLzYQ/AE+t3UBgvEYqJ92/fsMh
ajD1Y20Kz01uxo+d71bHU74vW6t40eyCtnhc7p/+rsQE9mkERve9I9njaWhosfe3GskcwQntw2Oh
OyH9OvBuazul/WUQxSyIi1VO+W1lHaB5RqNkM5gxAyCR+lT54K1pNzxUpHt+0K2QmrltGVSloVna
AIu+uRWBKyiBFi20JWDlZqOG6NqKAwFaA6LiBPBaAv+W972zwc4+AaBkWRpKncnBeAp2ZU4C8qRv
Myshf3u7JB0FURApGfRETWhTGF/aTnRltDQyUjrHx9AsBuKqEXpWiBig/PwEbOap981PhfZEJ1VP
9+/8R+ZsX6vdsTKVlwexszryHFjY0ZmXU8nlzCd/W541Dw5YVk8+exv3t8U9+ZbTE2gDw4Dl2PUm
DJgsl23PBdxLqOKEJtWZG7mRrR1TQq0WUDIaAtAFvwyCNRJDqmUyO+q7Vrl57onk8iT//uxN8WHz
ee5fFYmQcGuipe/qp8EKtjIJN6T+UnvibFUikgngzwMl8HUP4I1BpX+IljxNInZt+078pVHDjY8y
xB6J9QyKiVWZibkv7I5K9LWDHiLVton5zQTY1m1q4m6lA52ejpHNE+FUn0OSEi/D9xVodzy6+J/t
nkDUvicEJQc8ixlQzP5G/TwqpCRUxw/FTHD0LTTzj8mxVXLM8Z+CtcuIjbDnlUutzadvFR+9jWok
yYhMejMqLSO1jptXmn7JzkOxOzKKN61SqtHUdKLG0rzSMR4FYQcbKzM5f7kQuMLK3/t72m7Lw6ez
AR2kJJ/8BgCqzaTZWyfdFuRkfAY5Cb8jc3zz7bP2+F7Y5ZkVZr4tWhKb2Gg8GayBjhsiOVuXy01Y
Heg0tBjND0eROFT5fE/oCdStEwBbZMvMpqFkkxJM7T8b+Gf3mKL8/dDsUqtOCNm4FjS+TMO0NBpY
4iO4FmbyUJLNSH3MzfdXSBIHYfbu/PmWPbzAd/spPMTvZj7Y04bHZmDpYavi/e+HTD/n1fJYnfuN
s2riLIa0uLBGCG0IjaR3noA+9WgWmiX69E/g8o1lvIy+qc1r7/6YV4kRbgrwBFATEFE80pYi4SmY
J6IvA/k20ubM2AuigKA01dDq/O/7I/2kOou3A8YQTC6wT0GoWeZgediJZRoGvacPZhS9RhJWKdyG
td4uuk2oOgxECcmMEA4qJBYeopFMCg0hKcHTNLP8GF8ZsD1IhMShGU/bunxqKocvn1cecw7Flo85
WxugFAQlGwTIl3dbl6BZXicFMjYwQaXGkiDmB/ZZVkqk498H3VY5A44KEIiHfUpx9NM/GbcZtfc4
BKyx3Bbgi0l51xEVdLkwMHV+bZXMD3DvARd5jhrnnYSyQu9Jz9xDtU0b7KEG8ruIl/03VXWP08HI
KRTsOkxfa/JrufQ12FgHowHMS/yNngzk2y5nSI3SJCsaET5aTvsJmlx4FDW3KWz8qqxwkx6Gs+JM
1kj6NTTsrR2CpgkYNRA6we9lY0tKVKhXacg64RKFnawzrptATkymBzVTZOQNrDBaE4nHKCEpraKK
tGktgPU66ky1fCa230BgCP/urxnpOvjCjCDygmiOAkNLcfFJ+CnhCqFPBi8VIQtOBYYa4zaVyMDQ
QA6BG4LxI6SaEnOmIcT6KZ7+Qau9kp7gAFumb3DpSHEpKdVHio5PTsTx1ZgKq6kPhfQNWBoFOzkS
P0BXSUCdGNAwpBCYHRs3RkKtroStN04EvAsKeOgyIGpevkuhxLzWS/HglSmN1a/uOS9CIr0nz9L5
/qzd/pj/O9Ly7Kk0IahFESPFriFTlMTD4GMctolIeXy9v1HoxBMt+5UTT7q1f4BAmnvsUP24EqzR
0dJOEDYO6NWQBPopRB2t0aoh+fwcbaf9YJDOhduzTJU3MXTT0PFLxHMKSdERHDZIJRoqQnUfaN+h
P/AM2g74yBOA4a4eONwWSWanHlPdZOXGWIPGXZcJsOhnYpEAviC83haBd8slZTZ2cu/JnZ+ipI2j
aIjalHITMpr7n+fWmv491OIc7EcfJn4MlSvekd4AI6o0U0MMxGWQxrYneWW060IZDhX0fGarVtBf
wSa5PFTqqm8kTsKbpZCdnFoqyKGZQrMjdNgEeLdZ5qmVfg7ZAQqBlDGztfrpLQY+tE8e43wryQcD
Uht+SvJt1LhKEBAgrEFt8uFV9JcZXlrsfBX1yX9t+NaUByP8nJKNlG/GxA6TRzmAQ3JPal/Z9/ID
3xzjYeOnKzjDa+22+R3RbQKsY26KXBkDpUpd8ToqVONZCknLueqWi+AsQEGPUPm34hHWbNGf9qX9
rkZwR5Ai24Y3Qb7+CJ3+nNZrGs3XRbyfB4L6OGyXUBFe3nW1qmYGxOSx101OsXyNRxbekUF0BQ0R
7vMQbvKKlFuYA0ATsUIMDoOciNbbILa1tX7RrWwOswM9cIhoo1yxrCiqE+M1ucLDDLWpvw9sVz8C
VFXVtLVUr3hSbPhgyGK3svBuDzu3bVF+g3/Oz3Hxq0oAXVapaxKs8yTZNMGT1j7Hn1kgOVJm5SDS
8XslRJOTykrprnVlbh21s53I/wy9qKHqZR7V8oj10BtHjqGPS4bRNJTdWJrCGln0Gtszf2ugNBDn
wfMIx+7lBksYoJDTXLDFxS3FdEho+yCPTpttx3GvFWfA9+4fILfOWQDr4QaCwBIafdLlgGPIJ343
12Nb5RM6Defybz7R7my01UrIdutQhLISVgwQU/DeXkxjL7SNJI/J6LV8J1kJ79dmF0FGtCt7Y+Wd
hDkEXwZfqoxrHqrWiBKXQo+KOoL9WmaDx4qdPP1NfVwL5ggvd0v3zYR/VCGwnLgzDMbkZef+hN4a
G71d9FTRXEKXcxll1ILE8A2xW8OTNMs54qa8P8J8fSzfDl1+XC0AF2A2F9dLUCSlHA9wlMh7cCJZ
TxVk3YG6gfLFykTeKCGhQQaPXhVCASIwhIuPJvRNLfmgKXqqo/DE34IACvDo82RirxnE+IAJLRTq
abnPDaQkpH0P/uWAwjRErg7dS7xGFrwRjFw+z2JyuXZq+XRCMFIkhtIh96oMV2AKDE/4EklrI2jo
y9ZCVXnG2OnHmdsOTm3PxIj4MhzySC9nUPS//z1ubFqQE9CnA93GmJ01F3tIGXkgtbt69ND2HLZ5
KQEylFQyeoPgq9QxaNe+noV2x2e1I5elvPH7ZE2i8sYtcfkQ87r8dUJCWTXqgkofkHDEhpvmFELr
nUw7myngRNn+H22k4FqltHzJTHgcJLaio7VHlTWlceE6Jrl8kvkk+PUkDAActAo0hG6Vye3lgRaS
oxUbOaGqyQ/bQ4wW6njUAjdqdykVHZ6OH5q0dmNcH9uXT7FYuvB66KtEMDAfIkGQLwol6TsrchuN
jqiWZAmRp0fBeGXGZ9zZanSCCzTg51X7lClshbr3s+kvtyweBihcZNaIx5CQXU4J148JA2EfU4IC
oYayp7HRnrX8b2tA3hWKv7aS2l3ncHaWgA0PmRtb0kktniVhy8VEyl4RZoSNja4rP+20EmXJ9tAm
blnTYOWYvjFtgH4howCYGZrLP8jbXx8vEaRRqcdh9Jj4lHMNSY2jXAuEtWgOwR25XGES3VgrF8Mt
vlLVBEgFYwwnYWI4XSNy/sTmVqpQoHz56huMltHL/f16fUJDv+N/X3EZxAJkmRlp0o9eGNQAe4Rm
PYab/78hFsm3DG3vUUwxRMYimtcfaJ78HwZAfoGAEFhEfK7LBWVoRROw+TPpCWqxyJGaYmUDXd/X
mKVfIyyWbCrpTAIScPQi8S8nJiZyXRKhHHr/Pa7Dj8tRFmdFw7Ey0OaJUuBSqjNk1T5CntygRvpP
aVa24dorLZIlnxOHIo6E0eMnWC9J//pOAVvWX7meby6vXxO3WNJNquRqlfKjh2AI+WiA8qwqftyf
tptjzBDpGYOHU2Xx+eUoY+ho4U18ZMS69Bmytc7wzbn6NcLi86MNWymxhrcw6jeles1za9VD/OZR
g8efiTAwO1lGhDAOVWCHHk2eKI7/xDgymTHQYGg+WcW3lpAgh/f7ceXr3HwvQGqg3gMNACgOX24c
uYLAG9gik1dXBz851u2jwK1JMK6NsVgBrGiFqGjSyYv1j4J1xBC33Cr/bm2QRSgkG6mf8kY8eSkQ
s5LkdqVgVSBE319oN7/RrBIFrAGSoOU30ieOGxhfT15XPsnBc59Xe748+woYPR1uBX+NqnRzYaMf
i4LP7NC0lINo5T4IszHHeOJXwZ1q2bv/Pms/f57VX9dbEPUyV3YFPk32N9HPKrdCDLn182GSgIwK
2oG8say61rEIxn2rTp6mFm9SWL8ZxX+WwgXfEvQacEAAGAAIfhFt9kk3TRW0MD1UTokxukx5KUbz
/jTdCrQhaYCUEJZrQBAtwwBeizOxYDhg+hjca9obEDWHJa6B+p/cy5UPqk0T+TSTJibs1NEwoBAi
aOijDp3sEygDpHaVFtMaZeL6ugChFa16NLUBn0WB+fLzQUKsTZmYw4eJ0dT/05J6fEChK5RWqJc3
6g3zQHhz9HfAol1mcWNpRFLJFwiDMpMHOw/C1MomHfap8SxVpnyoZCdvAQ8j6GGtTP31xsbQYNpI
IETClWsJye3jtOcSHIVenILmCSe9Dlp+iiN2roxWorCNTEnd+e3bmZseodrb6yuhxTW5CnTT3w+w
mOQpg5cE5A0HT45cnQdKK6HMEf/VLwygE4AGKzI4W/Fz2E2WEr5Bb21lAuYFfBksX4y/LDEho01h
YYxMpjaZZo5QMTwBrVb7Vocy14txaELCNsXayXN90mFUDWBQVF6gPLZcWumA1LAX09GDG1iqWFVh
KUgcYjcud9maE92tZawBZghcxow8ledT5NcphA/PFX4vj14lOVHrcL41uvyr0a6UMm/UQUB1mNFq
8FGG2ucSQK/FSVCDqMZ7/tOI/CebO7L+d2aiMhgW771PgslEfgEknrEd5ZXQ/sZLqpC3VlHFmtk6
yzIFxzgG9CEGT0fbIGl/VP13fqf9Zw0nOCGBgAflc4RBIIcv5hKNgqyuUo33amS3gjWeouGpFd+D
GSPmGGsMx2sE/zwceDiYUPTU8AkvP11V8mLdQ23UY7SHi9WmfCwzWlZAzhpmmO2GyepQoYaZnokt
Kpb4rFJsFWstthuLFeK00CuYOaf4tIstqrUCPw5Yrl7Ntr0TiXYLsVpHT/a6toJJv3ETaBBVRJsV
0P0fAtnlCxdc1hSZP4me0lp8/ZLEjjaQkKM1QKuAP8IP0xTNcvDuHwLXNS6ogeH6ByRx7nAt44BA
zkcQ0WvJMwQIy1sFYCE9/1ytAWRvlG4A+UUhG2K44Aah1XT5dnDpMAK/m3hv9JvJSnH0/QmStgxJ
XPIG6adI3Be6MW4iA+5GcAERj00z1iu3zfWJj4dARAp6NpQUEGZdPkSdwraE40TegylinM6daUsv
Xu9P6LwNLg9VHRcZDjjsR4hpLAUnNIjg8EVTid6QeBCnIxGTVy6umyMAFQvcAPoCV1zjpBAjJWel
CE94sChxSyrNGij2xkShcwvOEaqAc2dmEfMGuhjIrBYlT5IBQ+g2HeBVq5nPjRWP+GLGxc7dx7mH
ffk5YoVvp5HPZE+q3djYsF6l/D5paHwCckbds5EyjYhrkfb1cQkRNGSE8IOaQ21+cbAITB74FHIT
3tiZeWhG6W7YyW6krBQ/5ilarIOLYRZrLW7lLGDw7UM7l02WwQCXgCLzezvMWLOVTXyj7AUeKHTo
4VUDGIK8rFJwDcg6Re8bnmRKJHfyfTaYkzPR4Mw9tG73qjjNOYZusUI05QAHSjW3QfEKGGXudCr/
pqRu4ajnBYrjf93fDtcHKFS+IfqJ2G5Wp5UX35hvhyArwtD3pgqI2n2rZW4hAwILrQCWprammvfH
u94cGA/1c3R0QIbBJrxcUxkQoclUG74nAysdq0ipV86Q6+8KKQmcYIDtyDwP8tDlALIPseuu4WUv
IYAn5uh8UEUj0NdO1Ad1jTZ3vVYx2KzUwUMrREdD7nKwepSg9wPQiZeET2K275g5clThyMpavWbZ
Y0v8Hmee1V9xUtYWhdj5iuy1sAMqH/TvLjtDUo4MudV4447p21URlOuL53LIxc1q6GOXN4h+vej7
rUlfCm7L9JUr9cZaQOCAmw00VgB0f86fX28V8FUJbyNJ8WQVWrAK5HL6zf3VdmN1g6QPbvmcvoDc
tzgneejTt3CRUzywBvTqmPnb6T1MHcNcE3e+EWEauLlwWuLiAiBuKSKKZE8RffDivBGovPestEWv
2/AhDbJ3GRg8lRQxeR4rR4qc+694A990OfJibehxH6hpqChe+Q8qjrUni66Ku5PBMyAH6POP/scw
KO/vIIFuAMD43K+kKT84gMuTFO7FaMMZ4NwiE/2BG/36jE2h6YPRN5ynw4B8APxS8/SPmnPq6FEp
iC+U2176U0waQXsqK+yEPcFmJDIGEvElKUVg2Q9KXJMY05RuG3mTxHugUrL8odNpN7gwuAHjw6u5
YzhZ8G5Pv6B/tjKH8z698wry4lQay2JsS7XmPMCav6XWFeHql7nMOKCuUz5xLmqjHfNWBp1/6L1B
F4dHGmZamBoYNGc48J+TlDeDR1U6oZ9eVDUpuZOYr5EMbmyI399qWTOpYIkEX4eS8xSRVo3t6xQI
cYN9dTuQ2Szpq6pd9s8n/zSFTDJJzAo2SiuvPd8oF6+NdYIYEz1pkHpQtF8c0ApfDKrqi75XvRgR
0SH50H3wtP2oMrM2njmekXXl/KupntcmiCyIlWBvivDy8vwcofXO+QxLtEk3Svs68NBr3PXPgUCA
Sev3nHv/Ha+uBSRFaLYjM1HRkYC49uVwGQ8VZUPlfKQK6LG9lPmO03GbH421JXRjLg0UBxFa4B+Q
nJgrCL+2XqFXMBPKE86r4Mp7jI2t6lsiHXT4ef9rKbTAyv4/p9Lzu82pH6juuCGWqCBBKBLWVQrn
pYHFypdC3fHBQ9mS0LCZ4egpVYdj9AcF7L5zmjU67dWNMQ+O30CUQb4J0KvL981jqITATJHzCuGh
EyAkWeQrR8F1+xg/HkqOIMCALIj65WKpCKUfDCNj4VnUj7j+aBa7UvJUcm+qDEuF3OZoZsHCm/rB
Sy790XfSRPGyY7lVxJ0SW9DOXDngr4PH+YUVLF2E4gj5f9rMvz4yLOvrIvK18DxxT2HrDtWT3J+H
4bXBpQLKbkHF6kUEa1Vq3joRWGP4jk1keon7d02jHXCAEPyEvxwp0y+upxH8S6fC7tUDWs1dj/R1
tW51FTrMDzw7mCKZg9HBUtgr0Eof5LguOMPrzTcFO32TNaoRiDpPDObRVJdgTuJUAR1x5MCOJPi+
v/1+ivGLIwYmW2CQzdAXNDgXQa3W9pChqpTwDDlYUj7CRaw1QxBp3f4dCnL9+9SC2NK8TOVBqP60
ZUkA3UPo/VEUoNYRKCGYip3JJLf1lgLnDQKMbBXc+3SqzplBAZnm1ROC5MiCRAKvWCAfAwIqOP7e
0KkBoRRXfS0nOh0jl/kQnoCZsllsQ9X2Uzv69HG3ee0B7Aok1xmROFSJzfC9D8zY/7w/EdcIBAi4
Yf5FQJAhdQ1a3eV+ycRQ1oJRxmKeDqh7RQCoPjLg5pQ62FRAphwiwBdTUjzr4C9wG8V/Bum1O7Uq
ZWtwoGsIzfwsgOkAvmcgSFqCQUf0gvNpjKNzi7SidEfBTN8xldWXEttjMpAy8eqAigKwfdv5VAax
Op49x0kZRJaY2hxEZWieWEL32q91K27sejAd8RcWLY5sxIqLiSrjCiD6LDqHLvcG2Xv/sYk3/Des
zYOjj2orMiLAb7l/01eW/I35A6Cy3BOYISvJy3Uwh0maAaXoy8/CxktNmGIY1Lrt6+icjo/GM9ap
ss/OCCPZ+MTNvPXJBlEHwd1k8rpTPWvdyvF+TXvAA8DjdOYS8LOQ7WIiInjM1ELIxWc44Q4dbSZa
aLT4avzXwuLGXV/lUPXpSM2OuDy5+jQUdhVYvU6Kj+AhUQ4+hxvPbmBecGprqjzeX9BXyd3i6Rbn
fz2EzSTNT4f2CygDMTBNBc46UAiKkw84aGveH++6BQBmC/wIJbBcVJQklsZ9VT2xEXra2TkW92Vo
qu+8b7HYrPhdcfB9G3s58vh6I0gkPBcxnSo4GKwETPM7XR5ms809clp4B6Mif7U01bId/DjJzzn/
beCYR3q58pJzoHk9AurG83UOVZLFrAp+FCdqUOfnTnfZ07CT7HZnbBGSB/WmMOUdx1ZW2XyHLgeE
6gZ6dgDygna9OJ8hsdJykhQWZ7/+Bkx2aF+64r/yAiCLB1/OH9FntNaNxTv5RhaIbdcWZ1w58AwX
J5LHntxYwgu3Bt24rpMtxlqEDGVXxakyNcVZ+9dDyQB0tV0Y7pP4hWsf1LeGURhmpoV1/6v95CTL
SUSLBlVv6HYI0Iu4PLJiVkm5EWnlOQTpbsI9A8O03O04u+xoKO27xswSi3+UvitoHiGMbxOIdmy4
p8DYc8rfSIgBBSMVZDYLokKYPIaAAE3zjaZBMuOFNe4E25nG7SIQKLcjLjC4hY0IJ2JasGd/zdvq
ekWgWIqjd16EiLqWtnglHH3CqO+rcxiZivK3yA/yms/H9dmBIcAZQ90XEM4rs7c0b3zON6bqHDQt
GYbnGkzH6MTDUWd08yf1dP/zXPdHoN6BfavOCjazit9iUYAOIY0831RnyQfPh0DjvXPD2gnZESxV
sz4JJ8UqiZEkCEs+1crhVjbArdc15gAMewDdteUGKJvOl4S+rc7KZJY+6QfdSQbJTA24Sr9HLVWa
NaqXcp1l4ZXRqEXuA4kN1PAvV2RqSK1fsbE6d6Y02AWy+xxagYJo6d/VC0NhFUxcK+eoz5tpbgmR
zSArINPplIpwPd5B5WiWfnqvYtJaIqDlMdicCa11uLfROqVTQJvH4Ssv6QCtOeaW5QeYSmw6APhf
Zxv1Q2xox23QgioRzj0WK7WkayYOYm/gWpFIoomHmvj8+r/icGEQI33qFFBYJcKDxZLWr3FGg8qu
k5FKPQQZHB7qKKGd/BmV0yCbcv8sfWmoeyhmH9PcIM0EOKNlZJsYDiKN/v84u64lx3Fk+0WMoDev
9BIllZPK9AujuruK3nt+/T3Q7MZIEK8YtTFrZqYjlASQABKZJ8/RxXqDUu7Mmyyid96IFReE7qHi
dZxZaDb+pdSu3SZnpPL1sXE9Curs5aq0BKWmXJ9AMBBppjK/CMoeVNXavGu+59/IQuMR7jv5V5Hq
wcesbuLY5hTHnwxFdZsY2udbnnUmc5LNuHWH3NHmx5TdiQzI+OzaN8JnSXgoHpVf0bMAihfhLRhC
BAp6PFnBg/in9S2l2KVQHXgbGa92QC0ua08K4uCvKnagdM5Er4nmNMlDwtkz4/qJzUtGfSjwTCkP
U1yCkasywAY1O8h6hviVcMugA1M2IF9d75oKtTmb641peAx/g6qo0ni8RPGfxwE5xnCNpfM2Mwun
QM8AuaCJiBCdzZjqQkgaRqlPLBrB8+YbqkW6/JI/Sw6+Ec06K4/BhQDxyh7dhSbkrJzBD+sT/5S8
Bl4vPc8f4n5QjaYB4+LHPG1wrhcm1EILCe8L/uX+sXau+dDuIxMYFCq/BAtFpTaklM+HLMN4Na/6
lJ8aY/Rys55tXkZM6IF3CQ2cYFbYoFe2+2bfSjQJmRUe6of2Lxsb2h/FzbJMl0A/UPQWtOJ8Hdha
rTLQqKVBEgNzljyA7olzhnnnG60JDs1DwOvd7/iph0Ogs9xfY2m+rX2SNQTlC6TWgKkBZS+1sYcp
1TIlak6QIQpHXIrfcqEZap66Hb9j2coA0cqhVn4cy8Iq7gZE+tBjR8R/bVVl+0yKJL8+caKFRrDu
dRzRxf8r9IL+RV7DYt7mp8kYVcL6qCKUvVGPqEQeSU4mbk4h3lzNV9jyttzu6+INqVaxdOf4j9SD
nhEwjGCLLsE8XWvWuMk8Uh9AcmYXpyfkQMOBLZLmJCablCM8FKB+SKD77K2yhuGXblz0YqiUi6JY
IkyZiKGyyYYD8XUMZu9x5XpfeDDihsOzGqEEaj83+0DOZdaX2+DsM3HzUUnHVHKlhyxBRVQ5yZNX
dQ5T2sqkA4CB13cFVrHQasePEcW8yWGjFUjvwkuFfJCCaBCfg/QcdTtVapBOvYz5VXDgdeFhtCGl
wOGOQftDCp2W0mBAHaUCgFKj8/oxRX96us0l4/75sLTKCEpRSgR1KuIOKijt/FYuK6nFKouoSFe2
H77OxR+/2SLh8WMJJ3gUam4KsEpI6Yr0w6gqkwSSumF7ikHp/QfHPoMUCh7JSHAhtXJ/XAsxPowh
K4gqFdSCkRe8dt9QafqxmKv2JAyeyr2r30zPA29uc8iSB44ggdc0sKom2fLJymNpKZK8Mk3tHE4u
szICq+mp/sP9TgTBECZTBCNVq+qQ4TYavRPN4kWWnPHQiEDZRwkkyzx1LURfPEIup4DaV70IRSSW
a9qTD4aWwUz4fcUgbRMjxfbUQsG9M0Brz3KG0rvKUetXPGvxptVAw3smG8eRSa2AJsx+wbRde+qg
BpuVXilaYmX4475sJavWYqPh9AlkL758XFn723wmkq4XlqkFmHK0rDSoJJ7iBiRYRK9MyYwMfKUs
Ur9fSWPO7Wde/cmml6bzeG0TTG9Ayo0fK59BzNDnGl6anIg8gADQB3VNhUnUCVWBc61Pfk37HuQF
9qiSh8U0bHNr/mQKLxE3SmhE79yDCkW9ci0CJlfSzRegcI83BdBf2HjXm4CXk0jgm6w5ce9ABT4O
eE+3PFiyWIuNvNjKRcdvHBT6mtGePF+vHT8FM0381SJA29a1zprRO+OMe0jNSaOhRA5qPv2P21Rx
LBB0wX8/khxRFxdN6Ve8FkuYJsgjT+hQRmtQ5lUlkuGBscousega4BEllPBwEZolpFPyJJQA7zhB
HMwoEHeG/iGPzVhZibuWzlVA7QB3Boc5US+8HlSap71Sdn1zUrfcwxCkoNuzciPuHtI1YB85oW/W
+MISFZZw81BqaQhLbQ68z5Azkh001duKLxNfvWeF8uVAiLleBE7jhFfpifktf8eVmw82L+zkXGeL
TbhvfPO+zYUUAzDE4LVEf5kE0Wrq/OiGKBCVXgLQpg2tGBs0KT8k4efrhCUiLMIggyYCp9frpNVS
NmQx05zS4S1SwDfUP4FkFBx+AuLzoR//lzFdmKMWa4jCtJoZvzlV+VcHKcFC/V0m0crJuzhxwJPi
7sNTB71w12NCDBTPrYwxdZqRADULMoA0+TGYH1sWmlM41lhgLHGfXxspubFjpjjuToEPpj9JH1tg
pNb4KJauUuQbNaSACEz2pvasJLPW5WLenRTuOZKNIvWYYQvJFBPN7IEI4iw0qTCNnYGOVxi28zvv
yEZkv8rTSnJmYZMBEYyuCEjOAu5Ip5V9oVL7hC2604h08cztW3Tr3vf2hcuC8BKQShxao4BavZ7P
aRabMpu77iSANAyXZFt6fuemzaPo2/ct0UcTMiKg+EBmDQBBvC9ojt4+7Xwo9/LdEexx/JBty4Hd
h7EGGvv2KYYgVbKGtaEn7x+DgHiRQglktyhXkSOWj9ta7Y4Mj5d2rxx7sVnZV4smCFiAtB6g0E27
PDuneaJFPeg9kB3lQ8AUfripzoMAsRShJSKJaiqYkrWQybOoBnnWLNuM9lgJiQ7W7ZVxnLOMl+cs
MQMyA4hNI2kFnhLKDDerzYx7pT8iDRK5smiqlQ4OPsZKOC9kXXbHF5vud+E11mrETB8bMA31C5Iq
QPsMUXi79sCOTWO11sAyJCMzElnTvmCNIj50z4n4IjVHsdv0/F7mHyVQah5qMJ7dd0t6A5zNo/gJ
3gMcWUCvUua1MqziohqPURQaFXoZOvWEXFEjovF5JTITBPwWNcsA6KFZSyXQcLARXNtS0Us1BEEH
W6it1j4U0J7EHpI0ugbdaFKgQm5K6TMT/PKIHZ1MBNtV+9dvLFmo9al+C5ttUr4OIHwDZkzwEs4p
clCI6WVryNwWuIIXrt3KBVoBecDYxJXD6Cay/meq/v18aqWk2h+YWsFUtcqGnxBR6sjHBc+J9p0m
uiag9dlIV3oilhwTUwaUALhGgZSmT40oFP0kDPvxmKhm27ggLuu80uu3vGiVbwX3MqVGp2365CB9
dKjC3veNZeuA4iKOxU0ArMD1gsX12Crs3IIXo34WoT9QN144+WBiV3Qf5WWB0/nSzQlvbLlhYgv0
acXwyqlrqo63xwxUQ/FeR0YGZMpAK1x/BtoMNcSNIwvq9YQxSh5E4mky5SuHAB2jopKLqiEQAMha
40KgU4ZVwTPTKKnoP4G2g5Dup8ke2Ecutu5P6s09cDZD9NMhSUWeyNeD6ZWeBdBEY4/SLhj30WCV
0UfPCbp0Bh7MK9ZuEqHnUaE9CxBtqG+gUn1tburkEbEPzHHlseJcpXIbtOYKmYH++QjcBu1cuqE4
G01W7uOu+4yq5hOociOenNXuicUZRn0YlESknkknRYU5gYoZ+ZYRDAHBmDpzvAdVdyKsjppM4tVJ
g0lGHRjt7qBRwPFKTfIsVSJSwBF3lBpLnJ7yo5gbKvOcPfMk+x0iYqonM+geCL80yl1mkmQr6Yil
ZSba9Ihv8QwRzwCCi+eVrPqlAgFr7pgO37PmtOkT38Ekm1piCqWXNeG2panFtIL3ES1N2CrUgDOh
4bUAOgnHdDx0zWvtVQDygIj5vu/etDkSb8L2ID1ioLvC3157Uz6gzj8mDXdUGqs5ZUCxpnJtCEgp
xOCU4qESz+Oqfurnj0zJt9rjivmlZVVQLsQ5CJQybq1r8yBJC9APU3NHIQRtKZATtVuHKQpIT1r/
axwyHc/ZEdKBrQSBrMQUwCiYkQ6B+59BggHauQiUnceGgqQcXeBSAK1LQnHkjrxsF+B1HZCa/ixf
+cTuh1OE++u+uXNenbYHlAv2DTqbkDCkgpO6k9SmTDjuKBeHhHOJ3jvo7Pz+MIdmOwBcM0uuAA1i
39Z8sylP8SsCUV1OnFE+osFbDnayZIx5pMezBfp09E1k9W8U29JNMe5nyFlPmVUWK5N0c2YjX4/3
vobth1Q6DqDrpaoGpRbKahZx7vSlQaCEBrrFyrUbiqw4NTcQ4UXnNxrA0aZE43DqBvwMs6rMx7Kp
dGl6i9uXKXYqUXLexjQyWMISma85wE0lBK6HHCdOMCjr4f9VakVSsS17vurZYyx9B58g+epVR5nt
dPw7/W39xlDCtem8Sawivoa7EWgL7j+0glKhdpL1qSLM8OhyRlEwFWxtfm1CnGNIXQe5Ufb1C57N
jQiO/FPIr7xdFgZ8bZ0acNlW3Vj1HGgDe3NG4qZCI7FfRHopbspWNGTFrRPeA6znvuvfZOvPowb/
JpDQ6Lph6WbNIZ06dVILhFyTnfZbRmn0uZhdDvVNMTmE03et2XEACNroSVKDKqbyjHer00IqoP/b
dis7cXkRgNgk9S8CNqUCWDEIeCXRatDy/AF57Fw/VbNbML/6b7lHwfcFJJ6dO64derc3Ceb+wijZ
aRc3SSQCQsCJCDsZsFyoXGOBtqsfd5WCHpfYnaZ3pgVYZ6MWw+/CnOKHgQOGFAyEc/45ifs2P62s
CZ3dPK/JxfdQO5ut+iGC94+kFWrKPSXhdK2w5ByFk6eAe5x0Pi7M1RjwBhf5j1nShYWXA0Dq1NzP
6VBUXD+MR3YLDSJFfFaa0Ql4tISVv2L1Q1DsSs4OMYQhmBcNuf2x2JfNJpk3Qr8H+1hWPY7coLfh
UZgcWXxQo2rlxLu9nMg6/fuB1Dr1IZAuDYvXTTwI76XGhE7UhR6T8/PKbrwpqtFTQa2AAkEUBtjr
8Rigv9Z/UaDdwPEtqsZJaTPyUUHifzIFhJSYgmxbVwbv75nmOeae6vSFgwZg8LHiE/zNMSwRviqS
NsRFhZTytY9K0VyqQsCNRw1qH6OVZyXa8sRE/NQmdbZzqfpqkYV5qKXKt1hu9BhQxejo9/wcUjVb
eafd3jzkW0jaHW6Cxwt1UsYaM+ZxA0K9NMmx2lIugsJVTlfOgqVdeWmFOhGRz04jIcWIpfd4cHro
yXI6K+DR/skM7yuzu+RZF7bomqUc10LGgCfkmDA7JvtQs6/Z/yX/4vNdJBgBCpdh4saHYnzhpwNY
6aWVoS4EIJhRtKBwiGfRU0BH0z3+UG4kfjyq7EeqPrRspRd5bxWxi66UIfYUGazQXPTQJa1ZFx9y
+zlB/mnONywCDxXllvALHNJyZouj15ao8M7Pc+4kjXRQGd9t1MEomcemrSAYwm0HcYDMxP0ZvEly
4PJExIacA4CxYCmnHkHlpEmJxDMgIQVYQzTLoootFYBvIIXLNgZUYoK00TzVKxPHL26LC7vkzy+O
7rEKWllM5PHYQPnA780IuXupFAzRf1RSIxHB6c+8caUT9Hu84ocAes+Ay0MLeJDMUH7PkgIUxehF
wPbNvTXCrtt8BpkVtKIhr4D00420W6piA849ePdqESoU0d+0PEipmSKpG28gU6oMjF5vfRDu3l8M
fukCIdShSOuhORufcD0rKSMOUhxgNaSwt2MZgBxZ9WR/0ksVIgAgYA+CFISRIHH2ajT7cvuyPMaN
yYF2YkbdOpsFTwnsXH6cCmRRV0PKhc9DplYEey5J2CKff/15vTzkQN4ib1qPB1Qp9DJ65kNjRMk4
6SFHMR0DMANOO2lzf1oWfBSKhyhXAoCCQ4tO16ZKladqw/THmX1tuMKZZacpKnvMM0sYVpaAHE7X
UTM6C0BKgZQjmkrRU3o9RE3L1CEQIUkgjqDEDvV+eEX6WeZ3veoBTig+3x/aUviI1wvBq6J8gXiZ
urt7kckhSCv0R9AaFi/jGPBWCbs2vASsG8gcCRj+U4TFfOGDQdmmeb4WQC+c1yoYN0Fbi4+AVi01
5FJMU76OtP74rILSv+tEnS2cgvmbztCoWpPSOSvD0hMsgx4CKgyknYRGlaaonyBvLYN+WJ7ywyxK
zHOqtKBOqZIA1UIohW7HDh4vlCQP0UKyLEcHRz5pnRVNM79jZrX6YmRhMia/y5D1BGiwU2LV6BCJ
e12knhI+FEyFBxh0VhLZ7f0S6gCgRjRRNWotoVY/oTpROkwXcjYzpBHSIK2od0gB2yI7SZXedALO
G0mo5p8ftiCZRScACKfQWCRS23sM2SqIsmQ49mn+JvHtk8j8Voanvjo0wmnFsRYOWBWvYkLAjWTP
jWOlagtQWlgMR9G3NHETF/5GQxYyD9ExO3z3aWE2WfY2NYORKYw+zam+8gG3eRckJtGij5AM2wgN
Idc7qey7YFYgZH2sRNsHdriDhi+P+7FEK9kwe/W8yaNtxgALIf5hu5eiQ7NUJYMR+j2Pg5WXwpKL
Q68buSYJdIKAFV1/i5TPUi9KJWCB/q+q+zNpD9AWqGVdKQ5FvjLwpRMEZXa8y0T0e6AYeW1rUlDA
DfNuOPJt/HsGkVeiyDo3Rw/yn54pIcNqdPwadGtxsS9sUnMNaiK+RH8/iK595g/kt2LfKUpcocG2
SBuHmQG27UY7ghiDn88mD63vlcVeiMMwYEwx/BpsBudc68V1Ppdt26VcC71JCDXGm6rbSek+6R7Y
PddaEXhrIRxVlx4X4widzXw/r7VQLK7wxQdQW6vuskqciLehuceS0kwfpdz2H8Gv5nRRclBycSX0
XBsx+aCLEeMKl+NYxjLHE3cYuWZTZdpO6uS1fq6lO/dyZqlomgF+otBizOzENC6XgGa7wsUrbyIg
p3IFTYPTrKt9aMeSnknO/WVdnlTQK+D2RaqKZtNh/Fpl+gZjVLKPinXb5CVXdGZ6FgBSXwkIl0Iu
sPEhkSEQa3ihXM9nFAZAx7P1cBzyryHay6Fi+ER3Gz0ou7TRC9/+Ltrv++NbyloQCkDIfmB8pJ/8
2mhftDnb9tg3YKKZ1MESbEl0UohHdQYDWQzJVbt2A8Le8Ou+4XOO++YWvDBMXftlpalpIQ3YL/OG
C58jfzzNbKKTTtIaR1Mol9AHiXU2Am1G4KXoOx2AUlNdDfHWAO3KOSo3sXgMq8eKfeGhRjryDrBz
o488Cw91b9FV+9f737x4nl98MhUmNNXQjl2BuZJ75EdVdEUFg9sya2XtpalBVYJ0m6IpnSjMX69J
OA5FNwsNkgXaXrJDC9wGQgPGtVdfctC4mEImI8AGyJ7S381Jq48MCFWB7NMLzX/kmT3eenKxR+/M
tj7I3eM4O4PgjngJ3p+Nha2BvnwUMXDAg5ONpmRDa1rIlQyZDSebt6P/JAmbKoKqjfhQSWvk8cvG
AFwELAgXGEudNX40jwmTSdiHaEHO3UCA9hmk3ZI/LDQ88n6NzGLF3DlmvTja4lGSyrlikVBNG6Ni
ZWvKP4Nt4EhobU4hK3l/JpcymYTi4L+jowMFsRTaJO9FXJjxiw/pL15pHMikbnKAGWqxNZv2AUJ8
SrtR4Wz+yAJejzKnUj/Ufr3lo3YPBdWV1V0Ky/FNUNdFfRmgB7qQIeU9D21vfJPMFo+a4pfIqKYQ
x+1bXjFUcJCjMClBCDRQtgAKgjlYAqpzJWhZePbgBQIPO4MgWLrdGWjZTgsFrHpZPYX8M2sMPuQn
A0jq8SsPrKVz8MoUdXvG1VhotSDDwSrlocrd9r0iTERRs2OZbfSnlswY6Gv0WqxVlsmhQZ2D5JWF
tDG5MHH6X292IfH9uuYg0gEWClVntEHUtTFeI4mkHBq8VCgqqxBfQFFKRShMWQE/ldJq4cDvlIcc
OyjUEZEM70Vpohn8vjNTh+SNJerwGrkZdUyh50GD9QABmU2fmv4qCO3GiIRmQNL0QZrkUEairspp
Dmo24dHCzvNP2bTtawJ0YKWVMu2CFWIAjyLIpyNhSB068D41YUMp3HHv8vgJwn+xAqv/8w/nC+95
YCjQYSggfgT7z/X6F6Mox6CTCXeCAlUDJzI4xUvXQBLURgI3KIgv0JnMkToY6lLUSFQIJlfw52hX
miK/z3mrYlx1+mq4ldwB5cywI0JOB287yLKQUixlZwinLC2DKtxp065jTW6NWYQKOcnvgzeFKB+o
+B9AHK8nS0ihwiAoYbSLW2uS0W+HiGzl4FsygTYF9DJB3E0DUuDaBFf5aO+MmmgHZBGoEyd7rUay
MEfgHEa3G6mRE9TztQGNi8oQdahol/cO+jLHn681ULN46EGoj0i60HsjTbWkq6c22qECPCafx1w1
q+Y4/pA+kSwFThMedz+AKnhVUsNoRTWdVaaMd4CFicGeVT9X2YsXloIgFrASuARkPOOpmRpjTUiF
It41qNYyrxX6VtWVesDtxkBcL5KuH3QeIpChTqsi7ou8AVnJblQ3eb8dxm0Khq9D3Nr3d/niUJA0
FABWxZlCz5bM91061lm8U/QEeRyt69D8sJJbWbNBjaVlxViWG9gQ/K06fHIArpQ/39+CACE6IljK
EfjK9YoUSZSMCsJygAbsSNFVduWttzSEy9+nHgUC6tfYHPj9rj5M6PKVzYFZy04s2RBJGhXYG9yJ
GmUj85OYZZIh3oXsYXzmMhNP5Z8vNrI9LE+wTOipomKJRpv9Mo7rZCduOd/If/2QfvW89cAijuQh
ioq4OKjbr+6ZopUCLd7l2UMdPTSh9ePvB1cuqpVAdyMspfu0/GlQqyD28f3TqXVT6Rif7hug26DI
CPDZCs4ncqIDLEH50ZiFQyBV6S7RO6i91c5X2RgTD2SdPr0oJYj3zG//c8XozXUOsyiHAxyE9Bc5
3a+NpnkQJpOioMz0Lm6HPQMV4+gUnJK9+BgfmG0Ncejm9/R83+qCUVB0INEL+CCQ1jRNR5k12E25
MHugZsys2bdaJ14jH7nxaJRKcJEACQpIDZaN8ocsbnLAnrvZG7bs0/TXX3FnOjGByAeIFiQmwE9I
OjXPnAUXr6Gh7oCqzPvZE7fKe/U6RoTVCdLN6FYrNmtqJLeDQQIes0VyEchU0rDSOahUOZahTOQX
h4H5Bt3iKmcmWeiLkBvjQZkSv026m2CAPsXaDljaJIjAMMIYRIUYWW+oHx2AGJCf7q/+miXqkhST
LuKmHpZiZvuFKnwgGNJklYxz38xNSEEGBJpfEf0luGHoEsrA5i1qidrsgY3MrVc2660HX/84NYZM
5JtgVvHjLbNNiucy3M8gmeit+0O4uYjJEBCaks4ijlQGrjcnHzDhWEb+7OW164NulvHANRAjrh/s
+4aWhoN4BWVNDnRE6GK6NpRrYVtVYcl6UW5JPajpvDi38uT1vhUqBX52MVz2eDkgYYESD7UlAy0R
AHSvWS9wU+6Agqk82b3lM2burPbVLo1IQ7MyMjpwaMAAr0cEMdgUxQyW9aBAPEHekTX8DvCSlauZ
TgiQIYFwEs0ihHxMFOnYm52aRhtlv/eKz36Tms+zM9kf0Mr8uD9zt6MBbxZ5B6NHkzB/U5dnWCLB
JsjZ4P0SN4/C4/0fv/UyZKwQd6OhB+86HDTXU5WXcS4VxTh4w2iBrwMdS6PkTJLVrwXhtxufGELr
BnnUo9GUKoH4qepneAgPXgQchFH8wUWzQXn6/mhunQxGwCEB+srzDUBFMrmYzWURwki6gSyxbKgP
DZD2kMNtViLLhbW/tkQO7YsboGtSOVPUefCE98zpvvyPzBC+RTdS9WaNXZXK9sPNrk0R/7gwlfJz
iwcBTMWP9aPA6ozV2Zkp25CgzXXFvD+DC852NYOUs80410plhLHJyJ7F2BwehjWyGBoWfTMgKuyI
IXvmKzWZu4fwsW/19nf/1pnhlrW7DQikurf7Q1q4ra8nkHjNxQSil7Zuihz2WruObLAtOoLD7sAf
swGq359XfJBuB6SHR/NERn3XahHLDR5a16rIyFwkl1Bhmz0e8sVbHHaAuTmqzeqm0lvhrzXPJD5+
fZdjtOSFCMzCGdl1PVotzrKIYbAHAm8WzOKrLcyxgCm7H2wNPdJThV0eWhPkJdz7E30bqFxbptZV
YXjU8hJYFhNLjZ1QctR5WpvdRQfFPQVcLzDe4Ma5Hl6ZdUHc9jxOw3wjOnjaeaAUko34AWT2cqcX
UKFl0W75JNbG/dGd8xz0xAJS/A8RBRIh1A0W81HY1hCF9+KdJLtqaNipFx5QnXaZvfAkv+jDRnDu
21w6NJGlQnAONCSB510PVkHWsOq0dPT8Exit3FbXDuM2XDuaaULPs8cC20LaloBzAXLt2gxfDlk+
8zCT7mSrcAOrgYzmodpLW82o3X47bpXH6Pdsy07wIGzuD3FpPS9tU+upZLkqzXM+erLTgx4bcm5b
+XTfxO3jCicoEjMAvEMwARl8ykaWAqYnNrBRm5w+u+omclo3cRSjdMRnqILa6kpoQG7NG1e5MEjd
QxmbiGNbwuBggMtiZQvwi1N28euUV4y1P/ljj19nXuzquTw2VvBZ6POm19XN7Ebbyky28qbajE7q
8u/xQfnwD5PXPK5dTEsnDVJehB0GpRok1K/dRpXnphTIKDU7OrUv4la1Erd3o119aDbdT2tC/3jp
hTnqeBFiOSmKvBy95rtxtZcWvirYkcV5pTs8Du/hIf18yV7WCNpoVCJt9ny7XNwe00zYM5Vi9PoK
LFOm6pQbudL13FRN2eS2zYuoo8cgeYSolSE89Vtuq/4P5+q51Q6IMKRPaI6ScEasUzTt6FWzo/YG
YuaJtVa2CNkCNx5L2vn+Y4Oa3CIq+3hSYSN7AsNP/iFBnSvf5/0zhIy/ZFaHNm60JuRII7P/M7X/
GqUuZlkJZC5tGxiVdejy/J5306fq1C6jA+y2Z//g9pD/xO5W+MCtyZR6sXZX3h81HvTXHiy23Zho
TY0PmB4ArNw2hvwXDbbNgChYBy78sytXNg3Zm///PN8igZq6ZyNwryL7YamME0VW064cPovxDlwS
cEVFgW/e6FP41dD4TTV6ySs4XDaAWG1K13dLo3YSe8VvyB6/GQ+uKODHkQO96aSDrFPIygDXeyAJ
fxB69JvowvtwmN+0QJd3ynb4K3eG/4dwx+l5sHYlL55AF9bJSXmxNwMfdQN0ueBKzgwF9IbfhPt/
E3wlvM6nhvpS/UW/1hr0lG4S/cdtL6xSbltEyJjOXI/59S0IMXE4iipj03u1N8Q6QMi5uyszMzpq
K1fl8j32r2E6suwYLQqB+xk99snfE5o8xdKM0hpMVa/McVvra8zRi/HHhUHqpsGpB/RjOkCL0G4T
Qzv4tuqCLLhaidDJhNFOJBExFXBlQ7eF5qIf6gHpLY6HIlOiq9B/yi2mtORqU6FeUxjQhrrvtEu3
MwoOwK4jRYinIuU1cdlwHVfAHNqwjXzlJF3a4Jc/Tl2KYyjF6HjEjycu2EPfmZX3+mIUevn71EFN
4mJoDuL3+X2mP40PowlsUvUUf3JPwbE1vvEPa3t84QEKMVQFQgGgMwSyhQqfKkksgd4VeK/Lnamx
Kyd8bT60WY9AAPtX/r26PksPxCuDZNtfbOu2ZbmO92EQT0U9yCzuN5Po6af8AjVu4TN4DASTUOCv
jXPhNAGPPGCpEsjuUMKjwmCxTBSu7hXeG/zHHpCih2Qv73rRhngId5Ac7bV7rNe4wBdcH1A61G3R
sge6OZ7aYUJdhGpbM5zHNdvpFWIGBO3wJu/kdhs1zn2/X0hakOI9MFQaSojAzlO+OdeypM34c6+D
csJLP9kca/TCZuhdtC1kpVnHP79g4TNILRPNNVBy0zjynuHkri1VyRsDM3gG9QE6nUqQ0wR6O+lV
ZtS/vsEkc3+Yt9v7TEwCfg6QuhES1WvvkaJo6oZsUj1WBG/a67TGlnp7KIpAD8BPkGfCY4ke09gN
tci0rOqNzKz7f/un7kGYnbYETnAlGXPrHLB0TsnjPQ+SBcoh8yyRMjAYocug+PBz8AgZXWCmk2Xk
UDKQfhyZoB6D/CIORiCc0LR+PW2oMcx1yzcIp6PnUt6iCU6K1yITEk9dH/RISWBznRmzCbTz2gY/
sAD4I/OA+6TezeBvFNww1Z3kyIb6mjzrwjKhmRrVxnNhUKS1tbmyk6uwhq2aM9GyPdooqIl/KzwB
5ZUH2cIyXVqiK1rBOAxJ08OSpKvAWDudYh3a2ej+DukK/ubmcgGNACmfor8dUAMUbK/nb+pyrq/Q
y7CL2E0YWQGa9tX3H+4eygTZXRdnL1NpbJ4MU7iTt7ldP9//8dvvR52ZhKR4NgK8RksYhWFb4OEa
RTst3JWSosuNU80rm4bc3lc+poooowIefc6b3CBuOAhnD0yXFrsMmGQA896HpoZI2MpuWbICVg5o
1CJqQaBNfOJimrjEb7ikLopdo0MYKWX1MHSVfnN/ush5fD2UMwhOENAbg9QM/cCWfZ/098bZThvt
gN1PBvQaIEjNrgGtaTsoNIE4jLz8yKMBcnPXgxkEqRsmUEDviKyPi8h9BN9mrQ+rb2l6/wOghlZo
IHGwPET+gjpjZrkqGZ7xs52smCJUbgzmobOQmQS1c/iobvuN8FwAqdzrTWqXxWFO9GoNsHFzCdLf
QO2hUmjqqA6YbNea74MVGomld+/tYW2sZ1++XDzaDnUNRXXLMFmrZbvK6izO7nftRrS4o2YX2wx/
JU/RdvZ6r3UV6xFFfptxZBdM/lv0Nz58u9kLyM111e0daOhYmR3Za5l+WmEPxZ4zTRHwaYDfSBC/
olZdbiutylXIhj6DV3vzEIAp4VUujK9a54xcV3UodVs80ldvH4FRG4nJ65JRgrkOgnz4+8TUTN/y
rfsuT5/aRJASDGyoQwKUiX5HetYqtcl9dih2w5PSbiujhGRcaPjvSbhyaN/6/LUhyudVvspjZYIh
iF+KncmUTi/b0pFdSxvTl8N5QOf5Bd0MUTK4nuW4qxnRV8diNylGgGRxb4OkGto26GOzxp8yT2BN
MSoZdC8IYfGYoukos0DrGX/QcPgdIg/852jNOCWP3Qv0dOe1l8jSDBKSJDRzsYhfVWojsbNY+gID
3v1h+wANBp38F0Qb+nuh2zzUFrblZ/S+9lS8SX6SEcI30JkIJWQRQeX1fHKJJsu1ElU7Yixw203g
Bm69GbDFgkaHxMCm3KjbwGs3iQt6DzDe7IN0x5qjNezCNcjfuTv+epOjOxJtIuhowz5CCv36a7RA
aUVGLqudp5AZeG13vSlBoLxwJfzzr99IN+uhGYBU95+/EuOrN2ZjMjkL8vCGZAASaozWhP0EifGV
FaLvKEwVuuxkDmsE/ABARdcfFysDX/b93AAtqPMOKlAZmMdWttHNfoW6FQoGIC0H1AIQOMq9fbHp
RpDfh7sQXRmShX4VRbN9W0x/BWtEwTf+Rpkin3Jx5RZ8l3XIIYSAieoBWl/fg79+v1V/SPFHFLug
bIIjETBqJNBojGXftLUiMVy4KxSzaGw84/cK88isxA/keLlyHFgBhhNxvYp6K2buejAq1oZPmzna
RbpvrilF3t5x1K9TK48oP8zlnvx6rc9vUJRz/6h2asm6e/+0ppsEzpOFflJgociVji15PYyZFyup
DADdDR8ZbDkRfCIvqTeZiO04yI/q/Vpj8vkZQk8cNhoo0QizK1CL1xaTOm/qqmGjHf8ko4fSY/+P
tO9abhxZovyhRQS8eYUhSAqUl1rSC0JqqeG9x9fvKd7YO2SxlhU9d6ajXzoCyXJZWZnnnIRS9Evk
AbTkZTfFh/agbnIbDLxPY59G9q5JNzz63YVHx+SihztpMkzU9S7AUmEm6WFqJQFaGwhwQZG3BuY9
pLNy5/rsXuTHyVZEL3bUPHB3kHTu+VgF08q7GUm/YPHmJ/W1fDBRhBseo4fpUd+pG2O7+rmbBeND
C3H6L64o1UXpg7ZPrW4CpShLUGAfkil4Drra7/l+diED8YBERfIh+euN5QkeCEdjeIvK8k25y7e8
6h3r2GNvQS+FUELgz84nwUomVK2zNA2WfbJNnwYZk86tKpOR0LsKLdmgmkpe9Pjr3EhVR23YtegR
vJBejdlDlbrlU/q29vbkT/dttEnuIMv+Xj0J78L7xIu/LzL2x4nWRaSBIDB+Kf9lyANIIhqAyvrD
vEvQjeQVHZyat/A+tJvy7fv6tmLuX5Ktx2wiVqBVv41ORtHOGgEp/jS2w0vmVHdAk3c3vACT6YVI
863/Z4i6qnV5ECpoeKSItP/MqvMcukOw3o63E89lX1x05JwAWgbMPdS+0NT0fPVKYZ3CmgCYN/OX
4gNU+HV9xuhn63F5/vm+Se2OUZqBbC4wY8omC/Y6J+RlH7OTz1N3QVUmKco1+PnjZvHCz36jIgLf
da/Cm4VyY7RHigQPzOV3+G58qJKNh+Am12y58a+P8qK8cBwmqpkEyI7IgR6mkMbYhWS9Vjfavxvb
xdFu+l+JA2GRh+Sp8Xi6D+xtf2KQ2iCa0I6WYi5p4K6yjbacxYPqr7XbBEbmaPV9y20zTO69i2N+
YpC6F0GeS0U1wgihcOAtD9Ym2nfB9+rgxet1u5Djv5kH7cQa9cSoFH3E6TtaqwPZUYEFGP9ozp/r
y8bc/CdWqAtRGdCL1WznNCi25j16eNzwXrIX9S56X1AeGELjZRkrsDB8oqxhDwfUS73aS10F9cTe
H9zZXx4zHivhmAy4tljUqV6LEl3TYuwO1UcLhOwDrXPdzu3sDKFztrc8EICb58WN3V+CL26Vdwgy
+9VWvEEgsIUgkB06y4aXVGT+KMjQgigBQhcBWZ27GgQmtZolYBoYm1HA5QDcPLpOjd+5nwfzU3RT
Bhbijw6wmS6o/f5P9db5xbPi9d6wG9z6Nvpd+7yAhBmFnf4oshFPImMllJMon/GjhLt2A7EYt3N6
9BGOP8l7Xd1c328X1RmyHU6s0cq/i5zUQD+GxF2pTuIkePj9Lu0CKYPcX2zBvW6OlsE+hpin5ijv
uMoL1qLA4AavdKft/PYtbWJshPhu+lTuRK//Wn+1XrHXfGkb3tVwjukBCtOyPW0jv38xCT7LL/Ai
4/wuVgR/+rso55XkaJwSivhdrngQ7oSd6ig7BSQmdGICGOc52WYo6Cjb8lPwpL0ODSbbeIg9YI5+
oOvZIYh6jn4rjngvBgAh3vKKFExnfvrzKFfXrYUmVBlWScFD9LUhfwznfUVYvv/JOGvE24A0mdaM
6rxRUxgT91DkshV/8ybZqp16n9xIjeXuTsdFOaNBEFM1M8nugyuI7wR7RJ4s3iybyJ2Ro1Ls1H/9
c32pmQ7w1CZ16NG5PbW6BTatpwzP+8VTtoNX+Ghx7QjO6AGP81bua96kkqiC9n+nVqlTPaBxaTyt
2GCinzyu28FJHlS32DRu/3F9fKx76sQQDc2HhHuoiwOGN3laAE6LbfmpN9nxw3UzjCiKSOaTMiDA
Yog9z72UBJyGIVVTEqiT2+ufWfgV8g4l460ArgcRm8FjAeoB5MyeOEIpbjtByNUkkHpHjA8QgUJ9
YQOt5esjYbwWUFwEZN7AG1QFPuLcjF518tT0Op7X0g6gL9FpoEqyovDO7WDLs0TNmaDqi9KhIW+A
totS9NJGNprZpN7S35Sc6I85dSdjotyZiWYG1SCZR0tZ6XXJ3iydMHuZ/rJjDvHnoBgSTV6o6CGF
R13rENaaEl3KgBK0Dln208p/S/46GgDVF0JXChIE9Fuu7ZqlH/UmCTJldjBjfAsM14/CD4r1YLGB
Rk7hcK7vJca8o8kDUBVIoyJTd0STn2xZJbL6IlewlwTBTVZPu2nG50JxY56PZvjNUzv0q08EX0Gb
BiMJoDU7oUFW6IbhvuHV3nlWqP3aGUZdLDF2UWGL4f1bZryGCufiZZs40jyxwBdFsSY24mzMcSRA
t53RAySwMq/hcRQYvoqsBwALRL0Kp5w64aAVLnmbwCXWTlffd+8Tj/HJtgAMO0oCSGfT3MvYbLK1
hhgzGsBPbh2PrhBxUoys9zcGAVoXlOVkBWxuahBDbqSViKSGvi8sL0dTVM0J1dthgHyHsFN4+Bnm
qTgxRxbuZCdXa2pasYFETXxvDxxWOnPRT75NOQ1wZns5BLsgqJD9Uu/a/fp+/RjyDFCXbZkrCmS7
MVdhvgf71pz9pDuI8sv/ZIWmcg7VIEqFgmGEL8OteZ88zxyAAOO+OF1yyjP9H0MYq7xBtgzBspTY
aMZtRtv4a+o9K329PhSm3/pnRSz6vjBiRV4LWJLyDUCfg+nB1UIiVuSl/ZkHBbxu4HlQFATb9nxb
dUJUViU0igNV9HMTwSXaKDS8HAxz3vCqQ3AC/fQLGJbVhGFRVUjAdYWXJh6qdBUaeRXOEns1LwvB
PCcntqgBJdM4pcIAW4BDAdAWc449a75ksB4BycMDFXS78/lKtY6UNSpw4dfvNHqeecUF1lQhGy2B
Moj21FiQ8+/HklnUhkjCuJchg/aubX6L72F6l/GyeoywFNJW/xii7pJ5VDQotCy4x/+07zCVzfbj
Knh66PIS7awpQzxHqrSQbL4AOJpJR6ZSSoK79mnYTRwQ3OXXiQQ7lkQDTwI4aWq9V6BNuzpF9rB4
1XNUs21F9q+fRfKF85cCYdMDEnSUvr+IIYRCnvR17dIgtV4k7ZCBj+RxwRusYRCRCAQ9yFFfdDeq
IsUMO5I7K5ENzP0SfTx4W/eCOocwCGRU3TyWdgFEpB6tel5PTdv1aZC9/gCLv29dLfgK3+NN/Wrt
m42w1++LJ+M5cq/PHyMReW6XHNmTq6tpFmnRIHsSRK8RuM+qo6o2ZPfEXS3v0UYAua2Sp6rDeFTC
JqlnAHVHBJvIfJ/Y1Nt+XAsJY61sobLvRt2PXfW+eZlFe9Tt/rEx0YsEWuX29Gv5uj5e1n6BVeiY
gVIGRjY1XHTlWuN0kPGevcMoyzul9HhItUsnB4ISQmMUx6EngxU9H10DHm4m9EkWGL8kZLP/vuyM
qikEnEjnYFK2oXyDpleQrUjw+eGPgnrNbC+TjU4+yENenynWpj+1Q91yYmdkyWLGWSB776LNyQ8z
cjTQ2EG3adw7RI+KbtfXRnqtJ8pMZEVs4BKRMnGsX9Kz8Sv7EX8X35Lhgu/f/W1nerzAYBbrD9tY
IuhSna+NOaZqI6hKFiwo1wbGVyRt5N/jp2gP6ETR2ddn8DJOgDH0U4ToL7rYXfC+u6XTyrodsBHs
L+S/nX3OcX7sWTyxQK3RMrQDyHCwULyCwV489NvVqbeK9x2jr4PgmsgMXR/S5Q14PiRqb+fRoC0z
GdKEHLjpljuIlEF2kzNxxy6KtFc/nTnKQUC5tgjTDmZmQlvUgG2BaIKf2NEH3IO96YL95Cbur8hD
bwGkXZtddDd6Lz8rF5PFOgRoOQTqK+Ij1Nmo8S5tUVq4ifNA6h7meq+aO6vjpKAYJiDGBkkrgILR
7vOC6Nqted5UE4A6nvYLtFpeI1jGLoS2AXi0EBSEhP6RVXHibOHdhzqp5hzAWR/9vcdtMx5wtmSe
MgxzHOAuIF4gVFoa4BxHliDmg54Hk+Rr3WFKPYMnB8EzQbm+yMzNuU1hYm69rtzDhMDL1DHyuTJC
O9BlCYAayC7KxprpvZAPCIhCX7sJN+kGGv6AAy7b7xfePagwLqMzW9Sdn0RDKTTEFmS/rd8moJA3
0e0YiC/rRkOCNb/5kra9C40iL9kM7vCUOvm2cauXwS9d5WbZqNvWG0kZAiW8p2VTc8/hZR72fDKo
7V/qbY12t/iBr5IrejOItuh6imS6brdO6P6q7kUk414tmyc6dexWSTmAs5khm/pk086JWaloBIBs
pjvYze2wlzbmTncUXBOVEzvpTtpmt/VmdY0b3W0c6faj27e7GDlpX3FR0XdFV91UGyDRn8TKljf5
gwTsWbwFqxI/VgGCMwH3mZeDJdNB/2okstCF2EBIivN8/qtrK1waWY0R1wA1ul148G7WSZYlyIjh
MoF2J53UWLo2FWQFr6f6fsY6RE42bTPF7uvP606etS0h4kckccAQQ5B2PgxFmJslQ+eNoM6CWNsB
AgY0sslDfrAmiwg1ALOOhDgCmnMr2VJkYdQYqGYE1hea9V4fA+vrkEsmWVZAZ+BWz7+u5ZkkV42I
LBYCpKdpe/3rrJUAiQ6oCyIiBsmJ86+PRTEuctbgZl82WftpqEEZuUjZuVxCGMvlnVqiTuA0Aigs
yFgIubN3cWwD1HV9KKzFVvGwwSsP1QO8/8+HoueCOIhDlQV154WZV0V7o/TXkZOcYVkB49cCHQq6
ZOjRem4lW6sQdWUtC9rYU+eDFTqW+pDJ3vWxsCbrxMpF+luqawD1YGUaA6nx0S1U0u+vm2DtKySr
kVZEdlSGoNP5QFp0wJnRVR3ZEs/weBU+RnSF+jKCDfDhgH6j1QjjRNcnPcWRMEtfBPhEsBXJs7pN
ujjo5Xh9IKwVQYEA7DTwEvCmpQaSQrG8NSWse9Paw+SG0KPT9r20u26FNV1oyA7ZXLyFRJzE8+mK
565EYhwHZU1syxmer3+dFf/CH8J7ADsG+BPtEddeCFdtJZt33SCifzMPiz1Gjrxu2wSdfx+1rVik
jjj42gvHMvFOtKs3dHhiXFN45V3grsQJgtTRiIFZtjTeosVKs29LTxf2g+73b1uLM1TW1kZuwELN
DXBIDPV8IqF9WvV4uWRBD3H72Eeegyeny9oQeIdhSxzbVtCl0KxOSNHVyAJT2jefeXgj5R7v+cC0
QVQJoUyG5L9G+c1qQHupPisQ634gXzPcAhmQqbxm1KypQjcdHZBCHHZcAedTpaLtZFpYeFqCj4Zk
dtMejOT1+vIzDioUPaFJSDJmqC5Qt8tUiUo+RAJWv3pHBgOyERpy56KT5+6f65YYg4EwBSwgZ4Hw
XSczehIIRWLVFFnZ5wEoIdBNgCZtPHIeIIxFIRkFGDDwHr8AgM7gxQrzgjdxPzjld93fRNY24pX0
WeOQgJQ2ATFF7oKGSWgp6t9RXuVBYdzUXxDo5rFnGJ4GZ/EfA+QHnEyUPtWLiq7ReaAAsKvYE6+V
K2uWJGi9gPkGXPKFJqGuh1KsWuXx7bEOe63al/ke9be/X26gq0nTZAUVdnrvCoaattEKLVSYCKcH
ASamh+sm2AP5rwkaw5QZlhCJZgu51ZJc+MXkrM3G4jWgYVlBrIqpgpw54VyfL0c99mal5UoeqB5q
ShlS5YqTGJyhsDYVkc8Gmw7TBfW7cyO5VLV9BDJBsGLzjq+diBwOJ4PNqCQiF2tBAxzkUEQoNNUn
joxEVss8JxFeGO0XQP8etBddthdgwBa3nTiBK/nN1MUC3U6SbMYLFPwS6sZsFrWMBxNjGt/0P/lT
idB7Cx2/rv31L64UohWI7Bt0HEH8oCzNU1uPVlQWKJiFjfPVmu71jcZandPvUyeyLkfBbIu8CETj
ZqgChJXRyInGWCZ0kDDg58Gp1OhUa59oGlqhYQjC4BvVHlKX4/zXNSUs+4kJstFP/UqjpNEsFgXJ
ACHhkCcHY+aEYrxRULeJnseh1ZowgVEg/sYo1OrfjALvIQBPcGWJdHKmzhM91YwG7FPxA6MAuOXf
jcI00BYJFR8wkKmHRB4ii7YUWkH8Si9nNnyXwcuVse5dQwVyGLcUnAtdJEnK1TI6QTnaEGRbbez4
yXwe48PEEyti1UXwBkYOiBQKII9EObBJ1nIVGw6m/kBlbw06GYK691A5XkI7/9B5MuFkjaljjweY
TAARCFuAsj3fZlD1a6pYUo58k1a4aXZoqfJTpxzncixv0GbAioOgHkjoKDBSW01K81qOCoA7Gk/1
x0DYgh+HVpq7+r5yJr9MoUUF+hLJPdkFeHuZ9/7yq3WU/cvoadvoHil5gEt3hl86GVJA2S5zX1Eg
clI/340/190Hq0oEXtV/fysN2wmnLCrVAdkU+cF4MxJ7WO3uAxKO2Yt5N36Gb/3nfNtAUvIB7pFj
mrUaWHk0oTSg4QFllPPV0OskkgQJdctqdSboO9m4JLtDZCdos/rc/7FmV/pI7SWyl+fu2XSuW2fc
ALjM8GCCgAdUr2l4DIr8mjnIURZYsmv2m/Wzz+1odJLfJuxxrjfGgSJ8MqQ5SfsUic52dtm0FlEP
VMasefL8EDee8lnFwWDaA6/2wprTU1OUf0h1OatTSOGDgFC9SkH+VCPQ5C0c41l2Nh7q1KpVvGZg
wwCjLrsfw2TXBeou6YpGtQD0cWGdrC0KygiKA3iC4u1E9ySaoqReNA3RR60/JnbiVG72nO1EO7yr
gtoZN9pegCo6D4bAmMkzq9QhXuc5FQoRVhekQg37x/B5iDnGjQTVPZH0FADR8LIPkaBnU5TiSVAr
dvc+Nk6fetc3OdMCGr0STCzKcTSOdGhq9FOt8dqE+PJYERGe+u+fNYij/rFAnWFTqaMOBGW8Zxfn
y+o34U3B29K8QVBbOlyHZohiDCKU39FItB0/13+1EiejoDb0uC5lXLQwsdagPWqWZ22vLwRrMwEr
KhPGLxEjpSqier3E1pLgtRwBMTrUdtgcsnA3mQ/f1+2QaJK6eVSSh0VhHOJjaHd77lLNULMqY5aR
AZRcA1Jqyuv17zPoKdCHIdhUPJ1A7TOpG7QO16qqZRPrfYB+SyBuzYPi9hvtZtzKrvaQgfakPyWH
/m79QlrbBcoBXHTBjzZoWQNsueGjhVztX/9RrATV6Y+iLxIUC/qwU7EJhbtiK6BmUezDjfQr3IqB
HKT+sEuerltkOHQVHG7Ai/GmBwme2pIFgR8LMWZhHp/kxkkqD+cr20a7un+8bom1cfBuAKGacIFU
OlmJ3GjfzzrQu/HO3GkopzjtA7eBGGvXnBohJ/Ak+l7jEbGZriXBhsffPsqL0Rvy9NNUYD/UADjU
5NOLl7uFnd0ofgp2yofq9oH40z2U9+uN9KZsUtBbCgclF3A7pPmlBzpc4jhDBtFHRiuuf+aSOhyW
2MLZWvgtFhQTbuLv2NHeNNQeZ1yWuRfulUDaFAU6bUDIob+ZfXTizu7Vm+J99qq78Hdx199mG/S7
fLEQKnCecceg+tpEkS13sgZjvIphHGGhsXs95Dmxq7wIiTtvgcJ3ZJv7+t3qbcATLWfZJbtZuJ2+
UbEEDWFr7P63PUedcQOEqGQle67AxZq/Jm66i/++UnGyFBe6qIJY9zGAbEkAob0DlOYPnOm8vqMv
VFATDd0ZNAFLLXoeTxT0+pFE8uB8pUo1nCqNrJS+OtAdXSGxwXsXHYXy/v+74aLTpwTZ1Wg0YcNF
TxbZ+QPNz/fUzW5l7zm6mV6Sxv6BJrC8ye7lmwXSpH72Nr7kW15zOdb77GydqF25SmLUNgP4Lire
L6SgK732fnYY7oTJRl9DjiNn3fT/HFCIvpzP7IRmikqbg0JQgmj9a+A1rOZ8no6GFD3u2ogMpv9e
bgVnfsr8HJHXYstO/TTldrJt69upOiy8Zyczgj0Z2HGaTw63HLfVIjUYWGXXroW/ApCRo6383kFF
e/Kt21K3p4DbMI7M15VddCRanphtjBk6/SXMti4yBW/jNttFjuTwcARMM2jxQcA7qNbRgN3cGKxa
WcHJaOFXoS9V2IoHgA0avd+EnJcUCzhCNHn+a4uK1Ax1mUIxxMEID7m7QqFC3CiBGcAvJlD54uWM
mEf9xBpxMycTaC7KrIMJBjcF3Bce3zsDVApjc93d8qaPOmNVrqdiR4ZU/EFver+G4Ljwoopg6F+3
wwpaADOAzhveuya4OueDiUe8rhBGYZkgnzPjRmlr24vk+3niGGLOGsrPkJ6RQG6hqxBVggqrOQPs
ujFQXJ19WfZS1Y54eeljmp7e3kjfI0GEFBEeN9TqJENcjQvpvic/zMGy1fexPx2ij+nRmOzhoXhA
v3I7+QL9a4WCe/mwbCrEosNTM9hoPOaiC419fYIvpHOBe4QY5D8/iIqj+ik1s4j8oMUxNpaXgYxb
+e1Nusle1E12p7ynDys3i0KW7dosUBFWnC/KBHIBocbGfnr/FbqtJ/irIwW/i3ueh2Yt7ekIyb+f
HAij7QujFY5TXm5+oOBm8+SNGWIV55NIHYe1UyGwOsFE7Va3FrAYt1bnBKqb3cj37WMDlfEBwhHZ
RtqH79Gu3Q878RdnHRmArLN1JCf2ZJR5AeiBTggU+U5zVT/b9zak63C78jwn60Y6mU76XuiKZJWn
MEcGzAMqW3F4jU+PfQ+vbI6jOz0ZyRitramXGIly14BSPOOpFjr1u7pH+43qVt1BWmg/+8qT5kyb
xU38vLRVr/xKN+vt4s63cQBsOIS/Icb3FW9Lh6t0zsgknc708WV38vvmLtL/Q4uRnckR7dQxwA42
3WIn26Z3fVVZ7u90rqnDuZZjUxQ1pmLwtF17j/sf2uYLx/XxXMAxEjgZUKT2yiiSrqOH+fs+2812
Z4/eiKX9QYF8Z90VnKCGNyrqQI5SvzRJDHu9q3sW8ItkXDyyInEh13YRdSRVsTYTa4SRVbKF23Wf
wcb1xWEoUZ2delqhXRsTCcMACQsVeDx36js8e6q97Omu9lrfiej24YyH8nZ+reDehu9Pg+dHWS8G
EBUM1AZQN4e84fmZh5RmM3dzCai8jAInWilXLmeIDAvasVUzet8C1EZD8dAjWuozDaAmQtJB4833
0A/R9GKL1s1P9XOE1LtvPkixJ1i22DgQXddiTxTvy7BwtqUdvfPU/hnOh7RklIgkFcg99PWplBbo
E0MMWLsNeU7geThu9FJJEdq1pwaoExcpwiTNFTgUOuCixSc0KX3prdgam/h3L9r+c4WcsbcEmh8/
ao6i2I2X3aa7DOmBu5xTmWPFjWe/hTon8zoKJbAFWXAgnIS3w9q6y+qViTvd911mdzH5c33BWWkp
2ITkOSluEVH08y1VtYKiZzHhkDjxZoY6C1ocSAglNwmExixoPHShnSwJxyxrWVFKBX0OKsUiRAbP
rQqAjY9JRsANCRLzm3L+UHtOQZh8gvIHKDlDltiABLJ8AabXzEltjApwmb56aOw5dKUUQvZVQOi/
HEVvsi6UKfQFR33qSJyEDOT5aKaqK5tYqougbVyk2TKotf4S+z1QU5zFYjhSIiUGL4QOEcCfUIns
JFfDsQ1RHu7SbZnY8p/6PkSSKnZMNKp5jLB4v1Z//qMn0Kjd5qk7c+aU4WOh1YhSABo+asBZUIcl
09EncQyXIvioKscq7Ci1c57cO2Myz2xQPk4vUXFrZtgACRVVyAK4lNJBL2ORR87iGaIuDLEblyKs
YAi1dhA6CHEXnaMqJEo555pniNrsoaw3wqTC0LT4q4gOifXHtLj6yjlTjMUhDUwBUAAIBq2+qPHU
QqvPjWQVQdSkNrDOVbcf2gM3D8syA3ywBNwe1EUsOhysI6kuU2jnBY10qKYHxXCxz7mSHyxfCHCg
TFRMiK4sDRc1+liLTROVLXgIOXX1TwFq3GiPJNomGBIQghPsMvcbSGxeP2OMI3Zml9p+S7+GkRiK
WdDFKIMjf6WDQtDteNgexj17ZobsmZMQDJKEeRpHEope+w0Pp8L+NhQUwUxG4wm6/FFZcweM9ZIF
YATKAQ8rdAQGUN4OP/2/n6fp+1Wnj1KYo3yT75YX1S9+ir3l5E9QW75rvX0lOItn7XqHB0plwa/O
7MrnU1ZYXd7mBex2NpgO7mwT5SHVzj0eEZpxc2DHAdEL5ArSELQ2i1CKvRRlwI6Hh650BdIOOutc
0FHNW54p5lL9Y4ouuUVyLOAMAMsLplTW+8LkXN/NrKQeoAsQMsStAS1s2imgbW4XliHKt4biWMFj
fZPtBc/4qvzO/q00INiKW3WTuNetMm73M6OUwzNLtB4YDRhtIfr82HPGxHBApLctMLdIBOkoJJ7v
g9CIJSlOgbg1QIBKZvurwSlVi831MVxaQXMGWSHQIsSdmMFzK6qc6INZIkIZJQtK3uhaqqQur8Jw
ufxIFhP8swalSfQdoO5zs5Vr9PNrQZRLvs3iEC6chbh0Zvg+mmVAnweA+wtQwqpOVYG2ZEDCjnYS
7eAspcfO7Z1m+rk+W5dX3Lkhyp2NqYC+QRqYi+38M6qOHqB5djfYOR4M/5shavHTYpmHtceIUvDh
4wXc1sRdea6GtfZAkoKkYkDSFBDl87U3K/QctwoALztPgKSf5PDecczpOjFA9sWJ9x+RTshmglat
d5KLJDsEBEVOEvoI3j1301iSExtUrCaIRj5XCmxUe91+USEWCaLY/t7y6i16G+ROaA9257XOdwlP
4DimgwJn46F7s8D5Jcejcu2XUJsjq6s27Sr8kjaQF7u7aW6yz/i38qebwVZsvXozOhp6Ij0KTyY4
jbyKCqOiej4R1JYZMjMuJDR2RU7FgGYytI3tYg/xp6J2iMybABJjtSkCBBfpa+21doItBa7xXbKR
/PJzfZW/ii/Jk5Dt4flJ5vE0sM0s0qPpgjswFJmSDgKQ0dBwdDUE7YG01XdGsr1+Zhg3J+mTA4FI
XCXARNGIQvLYCrvYAGD99/CB913l1w0onNLj+srFZbLOzoktmlZf9amaZLJ55P6WDQHHa9JO1Dil
WUbND0PCeECTBvMGzZTOT1AFVPk6SlmBBKy42HkQP8tQDRi/InQ9ntyRR3+9vNGIOVBucIliEumH
j2w2ahUR6G+Rb/H0WQj85voisSwg5EDXCpRy0F6Z8jl1mQPrrUhFsGT7SrVbcZf8ixvt1ALldPqh
7FErkosg7g5V5o2tU4S7kqe3xXBteABjjykQvAYzhuyPE9cW5dqsKQJeIcD+Dq2zjAcTdeEmKHld
JxgbDWQvoL1hg7xGKP8my0shpKGAV5Xkg7yQVvvRdP8FW1E5s0INx6i1TOpWWCmkvVbaSAnJaDPI
216MSUOvPUA8sfyETEh5yGhW29iqkYSp8r0424LySeBdxv3AuT0ZcwYMHzB2oC/AmEidmkhdE1Ot
2yx46y1/am5r/W3hpcsZMQ0wpHABwHcRiiflbkux1npZR/C3+PWWE/qx5glsS5wOHbItF60ANGns
1j7EE6Dv9ni1Q+7WumnNmz/XjyJrljQkN4CZQhYUuZbzLazMbRE2YwaZhEfwrBbVlts9r6jCGomm
gmUFUDGyRrS0npDVrbyEsCG9GeZX82gML00UgKB+fSgMMxakCwhZBYpoQP2fD6XMrbGbhxAJ49JF
iwgFUl5uYf11lIlWg4SphKWBWIJOPcyEXF5XucWukv0E7Z8jqGJLTv5zfSSXjzIYITKE6LFCsk/U
tirCfBbTKAaLCFiTlSSfhM9U8Ig62bPKSwJwjNHs4aI1KxMA4jwIIb6w2ivSDZMd5g7yXS3Q8RFn
lS59P0Q5wH3HmwZNUABaPF8lNSp09L9sysAVuu2XlO2uTx3z88jZoXKABDp0Oc4/P1oT0JxoGk4Y
1xDGAvvmX5BKMAJCxoBrQZxBv5b0HADeLpLKYKk8SyUmxvLz+igu/Qq65uFFZoHHT5T5KX8/SEK9
RoNeBpL9zsvGXJ7482+Tfz+5tBK9WNW4NsoA511QD8g2dsUByiLXR8BYBxlgTMiloukfgQOcW1mF
LtMHMS2DuffHJ0HaP1z/PmMUQLcg4QPxPrgvuqzXycNa6YQSs5H/qG/vnK+zfj1IGJAtBgkKvfKo
O6rQoV/U9BnmaNTs7icVBzQw5exU5giQd0GcBdLbBRPd6gelAMWuDOrI7Sc/UW/X9sX8fX2a2AP5
jxHCeqeOQwom7wK+YEmqeL21SaanPuWYuDYOYoK6QUQ9BWOlwDgQBCG1XKqHGhwA3ongDYRyG1oq
KMY0ESvyA7yUJe3X1bs+V5f3B7IsZC0gkHZsL3K+ZfMoRR9MC3M1i4EEJSmwgSD19KGGz9ftsCaM
9M5CJQoSg7hGzu0oU7UaddOWwWpu6/QuvxnWTZZxjDDmC2BzhNfYWNBtOCrNnJzyVtfXxpiQF03G
3pZ3IWggKYdpwDSBsAEdhpFxg3AjNY5lGNA+BPdtZxuhqyI2da5PFMMAAl48QJAyAjqK5qCK0Vyb
Q2Qh+RX7Vnqnd7syfL1ugrEWMIGMFyqCoB3R1axskNtymBLctKKvFyCZf/YvIk8imeHNz4xQMUPe
VXE5VSlJsYz3wp//bQTUKohlb8WlgOt7RcdQ+bBuR6hAKJyqDnMlkB9E3Q8RFgoh50utR6jRLzJW
wi3FW2m8r3gtn5hTRPimKOeA1ExLvsZyJYy5jjxnJm4zRx/865PE/jx5bCCcAg2UWoEhHmYrkyJE
uXAdh+Hpf/s65ZsGtIZe8xmbqAF0h5PPYM08mPFEvE9CzERrK0lxP8WF1iF2BlouuS2eMx7VmzU3
qE6jxAlxe7DvqQ1UZosa1i2SGOLkICfFg9oyvCqeXyhOo7wAfUiDmnpRQyybqFEVxNZLG9prsUvR
GmPaKrw8I2OmSH890vUQzO6L1tlzivemrGToz7s6uE+NwrYmDraH4S004AZIAwAE/0iWnh+DOipS
vSjbCmCU/SLvi48OYpqc88wYBnomAKiJ4B+0nguPpIVpWRlpGyiIYI31ZRxfWsG7vmF5NqjjDGa3
3Clp1qLLm+L4DdgTUsbxGJe7ChUltLE7lpUgHUFFUF1q6P2ijBVErqTF7nmLzfs8edScXG9qoydR
PODzk9c5AycyYyTcEJdZyChD4wY9aemiWD1Pxazjng7a0THxtEd7nZexgdw19GiT8iD9bddnsF2P
uXdQ+YlyO63OKo1mGUahMQYZoA75Zqo3k+as0UHQOTcqmZaz7DQ6JEAMEbcd2oSSxzg1bXEHxD3U
I4I832jN9mPJ/HDbKc6kegmv3HexyVCKga4N7m6EIVCOpg6LWOpVOnerEliap09OF/oTz7dc7AJU
xSCni+OO9cJ2o3bBkiTxoDSlHGxW0Nqun5ELv0W+Tdo9EJUwHXvhfKqGNSrCcuplBB9eLbgp+ure
x/nNy3UrZBJOFwQLoWtEKNUEApuoAp9bqVMxhCRVqd9Er0btbdDRyBsP4/t1I/RQYATZXAneD3c3
gHTErZ0cFsHIhkGuDPMmQ7OmyD0I7eO25ymfXIwEnHW8l5DYR3KfiCGcGykUdV61VBPQjKtrXkZ0
et+KkiOkfsjTl71I8YPAr+EigSs+toik8+F1B2iOiciQyKn3m+a2scuvpXX3xR1PvueipAxTRCIe
L3AE0XjuUztMBZ6lSCYIB8ShLak7KQJjfCeqdnFv7SV0BvrsvsPQ3YQP5Y+U3V9fNvqw/sc2UgBw
oqQzNmVbL8O4k1SQuofCFUKnq4L1oZJsK/XnyW54hSvyEjzbiZCVgBMi2ivGUej9fP3MMInk1AAJ
HvRt8G+aQ243TqyDHsMLOC7cK7aHAo+H8SEjCFkOaj+mSDK3UxslcN5zEO5151FXobkloBLFk3s7
lhLoYeFZZ2IRoS6A8OZ8WHq6dElVdmge6zePypvopbFtt8bmofnKkXy+5wG8LxeNxCD/2CMu6+Ss
ZdrSpUIHe+jsknibQkPf5/bB+lE57TEuMENkEnGtQgYI2n7Yo5ShBp0xa6MABNi4k+70V/Nbd8F9
E7etE+H/6zvxAkRNjCE5TK5C/HdJW580MSq7lYCazYf0Xt9HqCs+Fo/jsxQ0kEStoJe+bAfeniRx
CL14yMBAgghyk6gWUNkLIyWNDQgRB6xQfQFrZLrPQQztdorH41Ew5/PUFhUT1Ws6S7kAW5NjkUbe
nf0Lr3/QDHqHl4Gjry0ym6emqD3ZtaLc94RL2Hkaum5dXyv62sXHVVyHSE+i4QRSDNQ4Fq2vEW2L
qBLmjuLJJVfCnOEocKkToTnSAR7Lcr7Dqy4f0A0CwF0zs8vvxnT1H/O9RmnCjSvvr3WJMRwickh4
Aki3g99+bi0vhnZZJwnDIXoogTXYol/emeWn7A7f/5e069pxHVe2XyRAWdYrFSxnd+7dL0JH5Zz1
9XfRc88ZmzaaODPYE/aeAbpEslissGpVn5CJB62/fscuBTJWtxTjWu0TKvBRRoe08ARQsqOsfj+k
G08YpkPQ+fE0mKCzoC6XFceLotJ7VMMXOsmcRX6fuJhgaDzP30FigWCFI46eCXORLsQxxmIuAinU
BJXyq21mI/XGtwCgtcFpMfIksfpkE8VuU9pdtU7c30Vf+R44v/OFMm5UCaa0bDQBSNB3ZbgFYfMX
oDKLj38nhHlQ0FQzR4GB3Ryb5Vv8nvwBstW//13GDVcAbiBeLTyTSEYhRXh5ZCHayGb8naFlVMEY
zNn+yNYj+UYnSWDljoZJhLxBmFd4dSj/hUhGS+YkmBJ1iDI8Xr0rrgdHdDA9piVHUFWuRrARafbv
i6QbdakniHd0wK4NcLuAtYIRqHZm2gpdAb6syZJax+j2c7nXOw6E/NrWIgBBch1ROgJcmt5jtnJR
SDkGSfTb/lOV71RrJRkkWOX3RU/A6w22Jc51u7rTJ3lQQ8SkqKuwxYhFVuhJtZB66IdVfINOmBR2
2dmzQH7fvut3khHEKKLSqbHsmxBUpHb1nFnqKvo2HTSrOZH19CPaicuJH66uFyOQ8bqDIAqrXoTA
3fx5DG1pzXv6rzSCCsDEClTT4FFcIaBFXQ2aoZL77fxZROASL2Tb4Wza1XPIiGAeFLFAdFJpSr8N
o/u4saP6qKqk9bZ+T8qU9M/By4ixw9qX4P5LwYxVLLUqmNMAgrWDbGL2C1ruwsp6GVxF9LT1n/od
7bgckVePJ7NW5rwKuL5ZRrczCTGRL7PN0FJfS0w4ttt7M1/6Mkcj6U26uNCQpyCfilIiahu4dJc3
rQkB/IuDaNjKmAG40jc8VNe1iWIEMM9lqEhCU6nhsPXHVVmuitGpwr3yPjwCC7MXN0/RAez9d7/v
4s1FITMDtAqCc5UtPJRRLmdpjkX5oyUTuDg1z9+9pZLo/QB8jJYGrmpzYZ76co+k/XaS3kSawXAl
qyYh+UmBHVTfsCSORLpNV+f0H4G0inZ5TmGfjG1tUIFWiRHBkWV8tAaZ0dw+oyjPsfK3zOF/Vwdh
zEsm6l0yLOJiwEs2/ZiEjD/vHAt/QwIAZHASDSCjEDYwVzot4iGKlGJEcNI/NuhekJyyshrM7ck4
pv3akzKBIzPhh8I3RLsQOxdICPHya1E/bltMZAW7iF8sRcEbdTKjY2JV8GaUc+UxRqMex8GclHbc
yvVewlg6yzCtfi9mu7AhAiYD82KgGxb+Yn30MpwFlIMv6cOgdSM6knu3seJD8WTsK9tHp7dER/aS
rwxQ7f+VHosWQSkjNjgtRaTX2GzOXNVJ2uUDdtWudiV5X/MU/jowv5RwShKcrWsKwJxZqjg3wE9d
BXjc9mOrrafXFrPefat4+d1kXNEe/bWgUyMHUAngXLjcxrZW20wdsI2DFR6HZb/Clca8am3ZIOmm
2qD22TTL2im2+3mEHgkbbZXZhfv1+2fcuBfY1v98BQAkl18xpWKdBD2+Il2Vj4Pj/+m2JboSfhdy
wzxeCGEun49MY6UBCb99PFo8UN0NbcTPBnqfFpXBLcI4OKii9lNrQi86cdmMNmhbG5O0YFTmcUPx
BNH/f6YetR4v6nKYoB7uIJDVuvN42L1bT9fFWuhhnYkQRrkfknCkOi5bMdRBctEzYIfvfQrKREz9
jjlG/jrxRXUe6GeghmAc8btLicoUyvXcSeNWexC8Rx9uPDr5j5VtriKOvt9e3JkoxpOXsygNqxGi
0FkouY++jb7t5d6BWVym+y2PhfyWVbxYGaNzeRXlMXzvcStIaOO1pNnWt8KPkNnlXW7xJt1f3yKU
3gDSQBIFITTs0+U2Fk05KkEhTdvX1G0dC9wiHK/ppgCAiuD4ol0FEcOlAH8SgbgOlGmrvKK3cIwt
5M2P3SHmTWu54hhDpzdIb/8WxCiELLaqOE0QhMdLttqPAGxr3vSsYPpXtDbAYRetGve7dgydVHBz
bPM4fDzo//NjTT9ioQFdDDge2FAvV2uCXn7UamynrCOUrS11I9g+R/WvaApPKwWEmZZS8ANV5hkT
pDQqW9GYtiMI2xZO67aUx4MM64U17clsaQ5AwOB/qJ0cPQoJSHd0ss7JukY/ioHP+QdHTEt8SC0C
w4lue0aHJilTlbKpkH8Go++jj97ejY8hw+bxd1t81UCI6hcAyIDhAAaHtgd2YIYxyLOR5MkMekaB
HPJV64pO4cywNoLz3blKaE1bidvVd+N1vRDLlkiCRBeGvM3mbfu5eBp0Ky48wXC91qop8+NIIgHT
Qji35jpDQteKcJ6W+uGzmMzjMKezXE5tOoMasXDa0C5Cr4Tf7PgP4b259q2H7iG/C78Tnq27jlFP
fbMAzKINFEkLxpCXhpIVRlnMKF30ru7s6kOCJiP8WqnEJ1+YhMJlB7y2EJciGfVZdAqYUoZy3oqW
tFFtY415UYSXyr1i3jkpDzby/xfGziyojSABDSGkdE5+kK3HmYTW7B3uP3ryJ7AlK18qVros0MOj
WBxP5Yr/g8pGhZhWiTHXS2SBznmt+ehBhezRRYz6PHsjKb3WS23DPeREWUuYhqa7+VoDSf8Lz8Lf
MIyX0pn3ZAi6phdiSNfXSP1bFagoQzfa1Z6BTMpo4QMs36ptdRfvhJW6AVM14Tne9AgvQzJ8AopT
eLYwBQH8IJdmMQM7RRE0Fa6Qi9a4w+gunMDV7MYpV+jskmzUtBGiwf2RUbEnOTKODsd23FIyYFxR
TJIAsEMgf/kFiaZMTR/287Z4xoyS5L5+zI/yu9Hb+X54kTetpVg9zGW+GQ7cvlP6s69X/7dsJswx
tHSRq2I3gzG9ItNSXtag6BlX/k+/be7wvKt2CWLQwHr/U1rPGkx0Z31NJHaelvunpwU4oU3rPiXv
gfVn+YgRXphMjuazxnLetwG4arb7ei+7mtUuH56GjX7Ps+63LML5zjGvTTenhlxk2LkMfWbtJtum
vI4cevqX+wPQAVpxMAqLBrisrUsxadVXQ22xbVXrCEKRbb7mcTbceDtQ/KXTdKEB8HNOcxTPHNRI
btTUGGJ/u3iqnkUnBF1aY6XuaImuvAKpAnFCdIQPHHN64+ZDLEAJQJsBVIFk96XaaaHY541c+1u3
DJ35JavIqv9QH2HK08ZalmRaqS9TS0TfBneacOTxbtywepCP3gD0P2A4KPjgL+ULWaAMXdb6242Z
YiK0/Czsk7f8C/39K/PN3A128Vgd22XsNR5Yao7intcSeyL+YQ4XIEdwJ9KCJ/adeVCktpTMQjN8
BIuYs3qI3kGa55oHeTk4mhvdNyR1k6WOrvyZROTxXrcDcty/6ORlL1nZcViB8MmW3R7UyjGZHRm3
g2MZrkM8ZFfoOB40BYLumA0kIrFM/XYUzK26FFzttVkWT6UDjNILMHb74iFfSseQ56ze8PEvhTJ+
IqhYfLSgB/62uW838xK64dB5CLnFQ13c0kATDUk4fQOLQ/PWpQb4RTu06HwXttlE/F147FfKBqQL
u1Ik6kpc+V64B0vRk7oJDv5e2PKwEKzlR0oMoQX4A6h4xACM3R2noKxB0Rbs6sfDIrajnb5KoOlY
7AfnHG9LQvmeFrnpaI/LhZboYMjLUMASkOjegvXUTe3Yrjdwf8F+ihcWPcMEDbsH89h4HNmsBTut
Ej2lSHFCk2DILmWn0lhjBARWCUo/OKcHf93tkif0/qgr9OZt432671blLhIJN6fFPmxUNOB1Jp3G
QdvzmKcVmNYcNFdlsNOIVO/iz/LF/1MeMMvGAr5mPSsuqJ+ErfI0ucKKhwg58QadX25WOHu5h6qb
FiWEV07nZA7GzB6yd9RBrWQXbbUQI0Dep03viA974dgLhAtaY98myEeXAQA9ChKXCIuYM1fyAcyz
nRrsmp9+PVsc3OVVKzz98Qqy4rQ3DVM82Pp/iL4DuG2YDROvFsvSXaxnO1s3O83bCY7+hW5YTAhc
m/a8K+9iDGzw4Tp6HmIgBGTpzkQq4nc1u/Lk8D10ch96I4FtBCyBWW6dhUYVFGO0CzEwzgLf1ksL
rAjAHCGJVMCBkccsHfUwOvDkfqaNaGOsdrHxG4uj7yelujh3hPPIR6PeCLJabDujdJImV2WSVuMu
IwW8kcYC2Q0Ib2Rg8nVrfsV/fvs4/pnsBB85k5caNZkQ4I/RAWE+AlSdfAtWT15mFMGQovQ6YtoD
7LtlizCCm8Au4ZWCi4hw7e5p9hX75fBARfScYfA9MD+XN7VrhSE1w3DaTdbbbtPbnvVa2/Nn5wQe
fHPZwpT1l4i8gcydvKoOObi5vdRXGrr/D48HzGkkZPX2uPrsSWi/9KhFPtzdKcReb3vrz09G1oOr
Ep0cM6vFA5ZaHs2o7KUlflvbP731/tM5CdHAojBYP/oBHaKugj9+UZzYerBq92FBRmtBklVK9nAF
tQPCkeVWWb4M9p+cPG1T4nTW71p1Ao/+siVsfCv0xdCpRjDtNru3nWiBTfm5IKvd19tqeb+zd4dV
7eCvrbNevy+33/Xy1eM8wScymd++gPGSsmiMs0HCF+hvrV1vdWv1dnC/Xffo2Cj4luTB6clSJ0vi
eM5+az17W4eQI1mT5bu94KYzrow5lPtMRdhWGX1S1cCY8TUJSPteDdA4/b7hJ8jzb8tlPOq8932M
JYIA9zmHau1eDwUKppuE7Ezo2SOKSJaFdb+67n2LK71dOsf1cvvwAraNzdMd9OCL5+OfOkWZTwJ+
AGgnOtaJEt9dXgtDMOJBE+Z09yqQ3rbbVbABg9E+PYx2viCaB3p2q7KlZe0tVvikdrkIiI9LYtdI
B1TuT7xrn/KRkwS5etqA6DkB90XMfgVRHuM7VIaJgrwZNzs9Aaj+0URDLVjWFkTnsVdeYQ0AR0Wj
gIaJ82h5hrPMLL/Sc6MczbLdISSdYAUCJ7EWtm9nu2yFR9UKXJ4tvyUSZWRYUUiVDAzqu9xxrZxD
2RCKbpe9I2NWtsiuaA6csulL2w2uT0TPjEkouaHJ2VVWvZGnB/4A/hH68tB8cXJNzyIhCRP7WqGX
40OPN6116o50ulenXttx9JwniDk+LUzSEaBvdOWpVtMdFLS2TU4tu3rNSS9c+biojSLxi0gHfT1A
N7KTIrMplOq87+dj/WmCa+HP/CU9iGsT0y/QS7eSV31AxIGY76C4e+weQdnn/n6jr5hqTh8AWCzd
T42iBi8PUxXmcFIX43wc1sG9ijQWnmNhryGamZfl8z46ZvC+zFXjxbtM45zn6cDO7y6SdKgsot0B
jU0AjLOInLIzx0xMBOlY4NGq1sOyGJz4gIlfceWmXFgOdWWvpKGQr6N3B1gINpWjTFKolLMvHaXa
HnQ3to03RBCpK277p5EnjfXp6YhRoCPR8AAOGoyuZSwlBmXX4ZybwV0J0oYAby563Ts7A3CxtFWu
c8BGguhaRIIOyCYURE4dN5enqJmRLy6SLr4rnsM/RUUWx+q7ehqdbpWuF1775FOmd47mXG0n0mIo
/wGYjin2cOoYT0qccKCVos+7zuqcASSySCavJJAJHTLOLbnaS0iiyG06PB2wY4PZy0wrMiPqA3Gn
kNEeV8I+shau6PFQLKxLjgaVCzGMjzqZBgibBQELWo924iVgYeR4n1f1uL9EmBRVh+FiSG5cnpMZ
GZkoqJG4a1e440gYLEhjfwZHaw0S6u3X7yd0ez3/FcZ6R6GpRHExY9sSL7RNS97yJhdcmcnThv0t
gHl7Uj8elUk8ncvggJF1K9s8oo2rij2zY+xjU4nm3AxDKO6Mh7YgWWXRgSD34xbb9+IfMCYeKxvs
6Bhuwv3wad75ADhhkKNrgN339+1k33T2S5hHodUCucqGWNw1IPSmYs11ZHNzOnTPLowUs6eMPR5S
bdFkVNdbe0DOVXMXtvpJZDQ28dZz+1b9fXrMrSoCP+v6GOuZrGATg6DcuJM9ARnc37ft2sgzK2Ku
lZA2al7nOEH0PduzHSKNL6/y937JU8dT4+Vve8dYJOC1h1LrIcm/M0+s+oknkeAueSo35l5eKVbl
yi++iJCN1/bEuwlMbBaUTRhFMiTLGEpYbhT0sXD3kad/jO2Ywc9TZSPOa3ZNNxs95cM/JlYOPjeK
SqstfW8e1cYyOzvgru8Ks3BSfhq+I91NPRYmTVTl4DjTwpSqJQYmr1NbXlW2sVyASJN7jNR/vDrG
M1mMWZFlf2ryRSICztQ5k5N4hufbuRd6ilPYPILp65cTRv9MGP2YM58yB6vB3MRY2Oreu+NoPm8h
jMWo1aSplAA/u8dzEjkZ9H6wRwdoxcDmQj1uPcfwNwykS5ExBx/D5UJMpc8EIa/EHYYKoT4HSqJN
cix3vsXFr/AkMSZKFXo4jQok0VeyIb4NnOI6R2WXd6tum46zNTEmSoozRazomganXzUE8KxdB4qJ
eln8Ew/jTBBjo0pflNNgKqmNGm3Vos+lsW7//daxFirvpmKhYUG93a/GVWwDvvdjYST1PUf1eGfE
GCRz7E0JlNXQBrcgFRJd5h5JN0v1eAi+m6/I2c4xVqlL9TT3E6yow6uYIvCED2i1dyJnQTeN399i
2B4wvxQ6zL3EekabPr7yCqGQxbM8N6y4hDhooaP92tCRPr28QuWix6x186TYoRVDyLTNXv73g7mQ
wRzMHKta0C1OKt2Q2EZGgtAZubzX4sZ+XYhhjqU0Ew2TO2p6LA06OEU8foPHtQT0pjOW+lwKi5AK
xHSK5qgRdxWFzVstahcSKhe5F1mTjDwAxUlz9o+asd9EMo9Dl9Tg1OmwMOWg31G7Kli5l6aks0V7
/cOzC7fePbBhm4huUOJFsp7ZR8lvg7joDfruAdmOBrcRt8h4j+yU649d5wLQ4Hgmiy3FDGacGGV7
kpXt+94K7tEZazeIHQGF2soP/kGyii+MPViLG/+ea2xvHubfS2UzSVnW1KYSnMRTs57aze6v21y5
/a62QsR5nLO84evS8ppGG6tpDzdzF1Dxk9K4X2BzI6LCbUIFAAlEBeCz1OLFkFewJHgwNFoFQByh
OUg0mfdRCqsoifRYwlsiW6mN2X4fckmGP3R+VGktUEAE3vhDFDmLvCo0sXKZ13IeNSFXBsil8BHT
BHwvQuZ33g57PGpb+ZmOEV0OHUag+Yf2ncLcGk4x6DrHQ5dO8dsUiw/XgFHiXpIxS2XC8IJurR3K
0A4fo/vonpo4w2nAAzwVJEJZ4D7f03IHz0rc1Osz8aztFpo0CNskkXYhWmxae1dv1XW7jTzXlfbL
0QrfJUv6mXHu3G7eWyqN2hoK+Cg5Kfj3pUGXtKGQxanBmd9hupTX7EI8uL5H77BMZFRreCp9VXc7
nfaZRGarRb2fAiVqMScitHQY38EyHoYl9Sdyr8GYAER1yJZIRNmMGDBJo0jfA7WjTvxP/xOJr8rl
BydXUArmo1jK/ViIwlaYsQ2mpx0Wd8h+3XXr2ZWBIwntVARvQvM52f2yRHmrRzRdcenxr3LG7Ccw
Znvwo7grVHzCaKd2CDeh2PlHeTVboDrZCbgQwiPvNb/qL2RlMq49YqVGF6YOau+AoCfxlFOU29iT
raEN6oHXLHHLW6VDm/6jbayFMWpFG5RFLe3elE0Ip5i2JZUWiqkex27eiCsuBDEmpZ0xXTEVsTAF
16nYN5aAoh0GmKcEnUJcr+hW0upCHOOF111m+jNd14BS+Yizi1FL7rG87OjDXgCCuPqXC2TccQQ5
Bma10ZPDZaExIADslnGfe5ON4c88F5arKIzfZxqjrwo+lBO0F3a2N92/Tm9Ae42w5jHKXNVxWbVk
jNLYKpPQGTARHR6ifhUviOnOdmsLJHBA0ef5MALCnQb/trQMKE9gp0g0cfeYWiLWkTrXVsZSLQI5
Cmodp9qt21NSxkehrD9QY6Xawk6ymiO1A6YtcDNpVzU7ZgtYv1FHV4KZ0Zu5uPPX1R6m0FGIvg9e
WnQBldj1A3JsB1RdPNNCn26/Tp911Lqt1ql6Yqw7OwUsJbDKf5iAO9d2FjmRVcPC1HooQ+E8N6CV
8u3jUrujMxA5Sn7L+6FNhRLYkTCziwW4lRgfEaMFT9rp6No1ThajX/cAFcQeN4vKk8VoeC10g95E
PXVCelt6GF3a+9Tb1P7nXnBsiYF+EPosxrjQBjd9RFX6Wtf+Xiqj8sZcdFEUQHy3NgG5QNYWj178
vxLk/6VVf0thNDrWFT/Kc2zoYMFttvJDdEfNIlgODv8oDDk7PPZJha2XxhyMFMi20KRm/+jbPX09
cXwyUf9ZpIXZUODSBecc+IyZ9zNVUmR3Jumv2xqjjWBGc0jg4PBWPe7DwuWxdd/02uAygi4P3FqQ
yZxZNhigcx0ECQii6We05WelXT3SQnq1FSYnKolX7go33BWI8oSlxvNZb2ks3lJgdFAhRMaRSTh2
k2+aWRnKOxM3YwENpQQLER4beOmc5M/Nh/tcFrO5VbcQ01YHbea0RLi8M60R6AUgeflBCL1n7EU4
l8S4JHKUjY0aY1Wg63Gb9/7RAD7Bx1zL9qd+z/eVi1kkWOHEyZ7cdL/O5TLBD+xMXHU9Vljb/l2x
7+GTahtMJP4xQBWgfIukBVTgH9g3EI7RblwdXKGskfd9X0pqrZPxzgGZcSjWAZAhynIeibjhBa+3
DMy5LOYEJb1oo2puoS0erURG382qX/Lqg7dezHMhzOH1GtqjkgoLoneemk649UsNDt7vG8cTw5yV
VjeDHxSnfUuQ+O7Xgy0T39Gd38XcTG2cL4fxIuuplI0s72VUVftDc6dsAqdAmqhfqi8RhzGTtyTG
g2zlQTbmdKCi4P9jtiHGy43Qdt4JcdfEOI4R3riFBuQG3lTq7wcONcsjBv9Iu+qfZPLO9495U5NM
qAopwKJqe7SHfeSEyO2HHpy3f6kQjCUu8rlBWxMWBWK0LU0IUbuPRfHMID2FK+N0dmGZ97MALQV4
PrCgbk3ftMRT36c9DVJbFKk7hE1zsTS/OFp4I1EN+Mt/rQRLdKr0vtQ2IYTSeqeIxExmzevJrtHY
87ukW343cKcYDgZOAhDBLZjzMrK5C1N1klGjG/aJByTBVrE/W5TggVD0yfsTLppTPTwE9t0db2tv
2KcL2cwRNgJmYYraLO82r+VRdpIN+BwAMAX0Etgp8AbFTuamS97eUkvBHOiFVOZAW6NSSnnEitG/
Y8kJ4gwf59hss+O41+FkKo+/b/GtHNu5QDbT07SLXtbQ/7czyE6yg03pHlZHp9w3xyfvi7OnN2zK
hSzG5MfzAjNVYyyuc1RksiKkSGOC/nDO5bvlB13IYay+OY5Rq9ZY02tFyj+iJaAmP69W3xSX/+eP
7Bb2iXrEB/yXs5s3XCBMHQAzGNpgAPNj+WAjIGIk9H7R+zgiQgOQcVdu2j2tX3NhB+oNVTmXxVho
rUmUXCqpLOuUH0UzQAwUUYtpc/0S1UrbFPgRELXGrH6CWALtt2iLBf0689J1WZdkUqzKO3XZI/xF
3Q0ZqdV9gjhPdpGgs0W8e5xNvXUTz2XSjTir92qJmqswA/JOOvh32X0HHKvoKPZjT05dx88pyLXb
veIMHkfwLX09F8yYHx8jRNGKK8nAKfvrZPOROIEj7qi96wlGwNmDHXrjPhwAHeBqEm/RjPnp5U7E
QDRFPjU7JHs00mCkiLAHzxYmio50pKDuKhiMh+vDMwk80YwNUqVSzluDWr6P3Ydi00ap5fKIRPO4
fEDLPs/I37ozZ7t8us1nxwuKr0Itc+zyZOlLkLNV5PCW2iu0OsPY6rD0NY3PNgP5+rebfCoEnIkO
W8XoJUwbQzvLhKKbQObV4XF5pFH1e2FrSAbe8cJQjk6dEr9nItVaNkbUwqiFAAM2idEQ2CF7y/NI
r1oQEVnLYJGkQFVKn7pgbK1RC1FV5BrVn7QgMTqsD+4hIt/gJKgdXaINnj+c60LN6pVtOBPJmF2l
lZQ4CrCbKLyhVl6sK6QN2nV9r3ulxa2Q3DJ/5wtkLNEoTW0XVlhgGCLD6e4eg9PVkF/FT20t2LzW
tpsP5bk8xtyaPZgfC///dUW1wLvtFBZ2k+pnCvLWnw6Mu7/v6M2LCKCtKWFKGUDUjP0REFBXraDL
u/w1wBjz3i5fgHCsFEfn8Uze1MozSYy1SbpiMJUKkhSJZGiZ0RDhRjDmn91XxCNiuvmEnMlizIuo
13Ut5wt5F6HteHs/lGhm+lf7xjqoTRPMqh5hNWVnjTKZEqJ+LUw6B77kmRDOxrH9nFoUpJoRGjR6
iTLS7DCEq5yIEliTJ/MO6fS4Xl0w0F6gcRnd7WDsvnwI9WbIzWwRK7umQjVSr0gWWFVERHeBX0gU
HoYXngreSrRjLoMpiga60kB+w1wzTRzSUkpCZTdMTuYNsMcqnt3mswJHoowYzfzDE3lzS1UTE0so
bSEa7S5X2cRVrXZxouzMyl6kRFTtXCPR1/QYP428aQS3ok8w66MvAl1k4HRl2aWKqFmALqtUdt1P
cJ95vSfslf34nDwmrmpwvMObC/uvLMC/Lxc29N2sDWaOrUT3ZEGkR10hwWPwVdj/K63qyfifSWKM
vxCAet8YIGmxsDSQj32OP2VFUtn9/Z7dylGd7R4A+pcrStRalxMqRyDiLnqD/6njjmWoSCbHyauf
mg9jNYBQ/ul3ubyNZBzCEORCpZ9CbFETvwY83zVQBT/G9/VaOP47UcyVEyMTjYcx9EN4SO4T5MP8
nBSP4C4unH8niFrNM7/AF0AGGrTFaU2LZ+nFF0gUEeFOCiyJl3q7UfKmIyMpyJdyTIIo6VKYAgBQ
C/ZO9Ak703KyMoegUmfHbrAMHMkWnMZe2ChOknqZwaVHv+dSd0F06T5JXwsOh9ENowamRhgYDIFG
hysYdy6/RTX6QE8bI92LS+2zW87gJ4idMfeU3eyYmtVhCFbpTLy7eMM/gi2jfUl03iQsKrPfRpOU
wyLUy330Prv58UOwhqOK9khngRXLG/jV6ZNh8075RkbjUizz0LZj0KqgVi73gidaCnqGkid5FS3H
jekkqdXG8Jhm5L5CdI/TllQQSgPesnCKF7XhWKMbEJPLT2Hs7DyVwSSW2IF4NWMWA2az4e0H5qG3
xFdzV21j78fLLeG4wFTp33X9RvYevRRgU0PvCyppV+iWWREzIN2iag+ydtQwQeOHdtPgIHPKS7f0
/FwOm9wIdAVzzmLI6d30sX2ckQ+QSHwQnMruQf4jOFD4XQi8vg9ujveJBA+hs/AyN192H8GDueK1
bp28+8sXHGxdUHc0My/QXs2SaZmYCC3VVYuZtitMagAddeKJjupom5GAXkX3Zie9L62nATjtp5RL
z3DDXl+KZxxKVRuyuqshXl7nj8JrBKy9gDKpvQTMdAtgeEyKP5yczw0oAmTKtKPdoDgmhbGgWqBV
izYZq73pyev4c6qI/0e3a6cBe5a/0T8CO/vgqBddxtUun4lk7jZgM2pUNFO1D1fap/KK5T6Dm+Ej
30SrKSLmOr6nxTegPHiR83VmlJKxUXJ9kASCIIFda96EiwQOzB4caehPd48pouY1r3/2pu3CxaEK
hEHMGBhwaTJTzMoVlAmTkVGBXwI57goOIEEhJo1sFZSDu43yRflFf2Jeh9wtY43S0H8lny722StV
Z/mEKfWQrKFXt0aMrt2nG/UwW++m3W0Mzn5enaOmgDwJFwXDRlCMEhl1lSI1idVhqvfTs4q5wFZ9
rFSnMzlezLUUlCyBEgaEQEPNy2C8iTIX9SbuSjCmu2hXUnISILZDTTjkyLmK5mCKzuUwygG6Eq1R
W8hZTLD8orOIl3G27Gey4LWo3pCEpx19t5Tj6JoHqKmCYAa8sN/ntksz1jFROa/2lQcGPsBzCcyj
3emVGYcaJMCTdStQcESrhXvH81OugZiwkCLmR1IFwDxd1jvvgcIUy6yfcJFzmSivyX382D2D9/PY
WBl4fFISHKPjAmW9GbNFZPLFrbjd2EoEBpisg1neiIPYhO7Q5rrYNvW8nzA3YASbTflAIT8jIHe5
M20mEh2RSImX88PvNowqw4UJw8rP5TLKEmVRl4tCNe9f7SMn4XYd8zA/mzGPqhyjT7rGzzaJuvzo
Ny0yipp1l4Df8fdFXFGIgHj+YhXMBZ5qQ8DoLEiarI9sGQNBuFipq9ybl81rY7833gQWJH2P5xYM
I6hzO4X3+xdcvz7orTkNZ0N7AGXFY0yloObVoGexth/7pbEetnvQGZKn9/3Dl/27JIPu2uWJgTVA
o53RGoJz5N4ujbJRKrqRDIq6bx+TkTjARd+b1vY+IO6bSdzPZUSQRl7hj8ZesC3H2a5fnG/yvn1/
eug2ICr5Csnae3CW2z+ed+d5r48/dw+gxrA3drB/3aBVZ3M38c7nWrsvv5nRssAXy7IdDXW/eS1A
lIVIAE0Bs10QeZmCFrEiqHs5I1kAzX4MiNyumy3UxLA1br77NPWI3T6MeUQDsiSBNZHNbUxmkIMw
ItX37molWCswJn7rtko+Dcewvn37+xiBEgLEaaApIA+esUpfn0ERR6b7L150eXLCfvsURmsbPQin
3MCnZGRaZ+T11SQfhw/045B6+/rhPq4W9ndmgZICUODj5/Cag02hJLCzQI+675R6JnHvNoXTbZ47
7qCPU0sB83W4VnTMh6rAJLFZhK70w07KRH0/uhlB1c4gz/HyGQBhh3YNIT1oHQLybTjL++Pxz3Fh
35PJzckW8GnbGpBJ9374TDenIO3qo8CGS+cig8bIYLasVcS6i0AjtG/W0xoYvA5dJC2+TwPDbwei
gPp1A+qU9asCuiKo2uN3gaIcPh6TcwhigMK6/16BdTBZ6YjAIktF7t+w/BBQMBW0N8kqfsY8M/LS
W41LRIKK4R3XVl27AeAzAE2FRMcG0pGtl/c3SBdaXUWZsX+l6esa6v8cIS2foqMMQTDqXCnQjUDF
gG5pAYz4qwxIONglvExzfrckKk2psZuJsZIg+keABIeS2cx66MpGiBVj31m9O+KXBus4gdAO9xJB
A5D/9/lqtDEmFQd+wGmPJAH/Vu9QhqOUHIPld+CQbWQ1MgmBxlzf3XWWyRljplB7dvWVoLGjY9aR
i2RzP+GclumUmQZcAIOkqwRMLpJLqyjglwk8yabFhp58pmRbrEpU7CnOboDPr1khwfdw9uz6vQRD
rwLmSHDfI7pi9wysWhiokuNrauxLQV6Rg7INqF9GFIIDQ5LDRLSlW/iqe38bON+fC/L5SemTKmwc
uKjFT6phExiO7xI7B80Pmip4Jdvr8A/TDzE/TMRIR4zRw3t0qWOAXZW+HhQL3F2QCYMYNbRGT8Bo
oJEcF+QlxxfQdg5w5+0RjNq8hporLiB0moLbRlTByYJ+U7TQXsrXhR7zipt4sS/pxL5VvBJBP9OA
DDEAd5wAk/ZoYvNCGZtXkBn13Y8A81z07RHjWing4undJ9lq+4RaXGqBHhx3ERk48Eo9ff1+nvKt
20j5ORFqiIsFeDIuv3Sohxyvk67tafF1gWI65gx55VFxkZ4ibyra7HXUz5BEJY+UMrgnj401G7bY
Ojmv3fiGv0TpejDiE7PAkaNiCV8GJTbbTCyMffraivbHHBDFR+gKSOd98Jy+/b7ya6A17vyC8mgi
JQ1eb9YO0QFtWdf6xn73qhF7hhGVlyDnMsjr2+4jtj8KaPUr/hn8H2nftSu7kQT5RQTozStte3/s
C3Esvff8+o3qWcyeLvY0cbG4kiBBQCfLp4mM0HFdGuRkifjjyLHRPs18Crnybo84xow2JLTnof1q
whokS3ldBmml7dDsdbr4BoeL+ksxZGQHGYNwaCJdbnn6+6jjP7EKTnkyhzVhV0tR/zAidSaCmrpY
+B4AE9FxxxPhRGr7BqUvcWHJaLuhtySoFySO788DPidBPAiU/1ihYaziOIjRmMPK6BouNAVFxxOM
6OlLAflHcxiUmUHdcZJhT1UAK4dZEuncbnVJCdmYGxJ3F+nMmcU95V+A3cWxvCC+rrG2CtjIcI0q
q10Lv/XxGk8DOQ21DxD6oNEOi6xR58zFSLOoLF3cCOjwyjGn+jgYLoeONqmZccbJb9HbCYK2+Atc
eGDYoWxBni+FlHvo7mIfqrzmHPX0NKGJCw1XK9DWyGrjAFG/z6tdUcksx+zCDUnq9mijZnRuUaFI
ZqCX2lGXgcUkFt/ZqVEs5i7XaXIN5jGNSFkQ4VkkLm7XMQlc3ivzXNu1ZgG67wp3U6ArVm69PeXw
CNnF3KM3LUkDzo5CDl48sGwBcEQ5CijMVV4jxP4++RXBFsns46W6Sqxo259AFumePXiqqMfMln0m
Tz9yMSSph4QGCXXolH06DEUdD7CbWaCxXXRHqOwu/WonOPKcoJM2cYaILYWHaBQ2KuIDaoweI6kQ
Lmn9/fr1HaTd1n7P6aBG/LaBU7NxOQLVoJ+sEwIr/XQKTfsHOIAMXpJvXn6sw+Ud9L4/NZABG7yo
q53xtrMOo7Hzre/f47O2PK4HY6HARV3BQX5bnI/fCC2OxvloWCvz8UmbvGjUQKjLK85yJIXJQLyd
eICw3AIcmnP5uYkXdLWhQSoaxLQg/aBPQJHKbcSU/p5dcWb6MZPKnVy/ODzIwmBzo6sfiTLKe5Ez
SBpyrortdtIPBBzzeIKuGuY39wP5fQQRrAhhXFS5yVb4k1zskEGOOVfz9+MXnhb9opqXzz34UiJA
zMAUSPzcVq9XL5s3qzesb9VY6R8LoXcef8a04g3AqYjbEAA3ZFhBX3X7GdGoKEytNfG+G/RigAcp
QgZrBzLtEJig6oWf7duYkOCAJJzH1YFRAwcFJQ/qBeC4kmkb1Uv2QBCoZu0ClCwYNd520sx2/v7+
TfbdLBU1vR+RD4FapEBq7CAwlq6p3j+zzY1DI3uKW2/BYOyCtQhi2HoiLx9PJtlwf5cU6UcBRGdg
i4NYClwJsqX+Gmm8to3G0AOThf6vSCp0DeHdAg7iyrKOePj2t4dcjBQvV7xdvuFHa9sD9Jw40pOK
087NvNGTu11DyQaS11CVQ3If9VLqbmfKoE6UVo2QyNLsbAXliGXxg+5kQj4Mtxnyl5y/KmaLlLQD
RswCZYmjjMQStiWVvVJiPhsSKYqJa6CzVmruT185iMlRoZoJoCap1qspaMjIIG+HTTqA8l1xbCQ5
i3fpsiBt7ibDIXBC++gp3ft7/s3bdofaGoHHCPQI2Y60N4pk5gbgaNeLfAScO7TjYl+iGkwdhIot
gyGUEwA6AX4WUBVNXhNeT9Be+Y0eFG+WiZP2fmAP1birmi+I6gC0ut1CSRb7qlwU2S5IzBfNaknE
ilTX7unFGpCbeG5QhJXnBkm/njAKJw+xhEJ8rimiJmd8IQH/yi6N7bSFPIMG3kgzqxbQVUhMDkyA
c/NKX9yQIUHMR8YHaiQ8pdTFXWktyPgKFoKwkF32jnV4LAOj7GaqrZM4iZhBVItACaGlADaW29nk
0BUGpg8u35WbKPptQKQPaenoq4JsMOgCnmaik+sFdXu3IDwCTYAM11mF1hFlLpJiN3N9pdhFpS4r
6DrO9PhLCvTU15dZp7uNHlTmOKeVM7k20fiJJwr1Wx7c2IikbwfJBzFEMxNYTQYZCQ8QRHUYnmDO
eAv0S4655EDUKuIRJxTzNP9D0CouetPDcqcNz1K8CL7cuXLUPQu4WqDRjbUicgm3A5GZxIVWQ1vu
VKeFEPheaT//9e4naQ6I5kEDXIXWJ2UAwLi8qwSu3I21k+WOILw9/v07uxpVKIilY7thH9DsWZWi
hEJWxM0u0EfQ9Aa7OPuYWQXKBNRBkKxB2QdwO2h9w+u5naNeaPpAGctx2/H2AO4nf9uW73PvGH1u
rlaQVeA0wjrMQ1f71kosNmVfKeO4TXlTeHEvopkg082bqm6Ec6rA1PaFLYRfSJXJyD/h9NAPWQBZ
s8SPB3kbBlaHMH6344eXLLf+aWmIFay9BIJjcJviyaTmTRHFNGmQbt1yGkgcemWrrFR/JgFJ7d//
2IAzSohCYOrqxv1xLYq8lZK+FuWtDwSkxhq91OreOOPyUv7L/zWCmg5gKkiF0HrXOSczvpdI8lbG
zTwuZl88eoNx2F0sJLfwEnAKqXvcLr0geXIUgwZmK/gffvzE+IYU+MbjxaAeOSjhITCFWgTenCss
gXrkQMcZaQWamXZBacvcqgLGK+hWYeqkVsbOPG709uJQ4cYbA1vIXJEg/3Y8VZmxUojXYdd8FBGA
W7q77kV9LtSejIiyQs1aICYJcOawwh5Zoz00T20IsTLtp+Bmpo7eY/RwyPb4s8e4nq/FZIQhIdNF
03+Ofx4vDQ1QQq1LJNBTxNKYL6wU9TJrve9GORsNyBkMVv6mFnoP/BniV1FvRD2SQRMCMvo3lAhf
SodZxe+gwqydwPah6fXT/+THfEVy1Y+/6krQ+udlJV8F0iVUvXGpirJEE7hKTNIELN+h+Py6DXR7
i2KW/o7MOeLu5FpjAiXMQGJsJFY8axmBvxz/ovv25yfhreNIQtk6nF42l+wV+gKtRVLHPpLrPBCF
mZ1DgQYZET1Ak+wRChYMeqPOln5yNpvV73EN4Mr37+MRXUFGj0ZE7ZhSU3sFnLQjihUZUgbrdWvz
4CgJ0ROs2UBtr+tFuNcsdyOb2nu1qR1JMoJ9fTQWHfA7KPMvBH3maqGjPjLL6O/mcavgeYc/QW0u
t1bZyJUyFmLEGcrjqOZogGIFqOC8PKGKyOo78TQzDZPrhjJJ9vuf/ZwEYjt2GkyKwptsEM5JQkOT
GBfUSwr9PcDSgVzqVXCS5c74VXfC0gcIUbYa0thlczHI8HUeHMv2W1fPbDra9wdaCuEvhJGAZ0L9
EGzft99WjCAcasYIZw2tVc/ub7nvEW6bPu8UKnSFH8/EZCJgTMDORnhP6iAs+f9/JkLuvBAA9MDd
KbwZaSZShIm/VueQ7HfHBDQAnnVkJlHKo5a4hFvRxQrMjKjLHsdFDQGDBPxJKJbFhnd+PCYa60Bm
EDc9AeYg5FaAar0dVB3GYoR+WWbnPpUH7iJytgr87A/qFcNgr+ST1FockCrSzFzSaUh4t0RoD4xw
EFCA4CA9mazadUqV89leOiuEsSk3a5Jx638Fo8cpX2aQcLC5uYiV5MtujjSsIv2JCE5B26hAd15w
jC/JoLjN9zxURp/D2uAUvSyMFLKKc3tz8t6QqxA0bKChg1M+IdyP4QGGbqzk++g3X+aHCDqoZgGe
o4s/y9BOLiJqVHDJ4Z7h8QTBHh1DRZnX1l6EUVWQroGGU2HkqA5uAl3+di/poGfqMkQ1YA4MfGcy
UeFCWQVrCAp8ejLRYMnGSL/lewkA8EssLgWwCUaLEOwajf14m07eVOC8kctANAi/B3EidSY8JoNo
IqdU0GUM1ae42+RzOeOJE4IeW9ypoLjHRYKqMH2T9G4/+iFX74tf71iJO8W3n1rwTT4ex+QKIVbg
WGHOyFtJx09dVvUak4j1XnQEUzk1m/DpsYHprrs1QCWM4ctp4ACBAR7VaxnFNxnqPJAMnVkPOo7G
8UUyAqEAILrQ1YUwInVtDKzciR7f7P0lcmnL9otdlRfPqVcRKE7c19Z5PKzppUjZox4hNnEZUGJz
zR5SwktvxV/EZW4JlrSsu5klujs0AEehHYG8FrAd1NCaUYk7vxKbfW4LqBeatarnYNfN7Ab42NgM
0OEAsMdbtXg8xKtu7e0pBpxUxp2k4ZmBqBdlN2mKIYgYTKmwCN4rNKF/f/qoBlnQaRbRtYXrf90u
YlyS6I155T29WuQ/2SdSajJeY8iyqjq07MOfYO4iuz8hCgICyGNfoS63a82No6ZkAiYkREst2AX0
3gfU5Yvv7aZFfjta8jMux51TApGU/2eQ/P8/D20gNFwayDA4rOIlUA9GJ8w8P1MLyAIjlwaBalUj
oNdbC1yUSr4ijeM+rldIMyT5loO0pms+XtJJkA5FWdKLhhBNUZB4lumBZG3S5ErJ7lPQbhoaOmQa
aOnyZrqqt+n7HOPcNXq93UEodrHIw4L0Aon6K9rwz7xpas0rkCpl9vwR+XnmVar1pVsb3iVdgdl1
y9iPh0cXoYnCmwiKeNz8ELSB80XNYlXXflxVXHDogE1uF5oVgzCHMwWU+mPQVjFw8RnD7rA33/iv
5NBwhpQa3dzbMI2HgMBCUoL0SEgI2lkqVh2GoFfSLMsOLcxGT+VZ+oyOEA9CswaRps0c2Ug2mc2u
E1CvDhv0rlixMx7YE38anNqWlnPJmclrRWC/eEkgZnpNNpH3+u86VAXwq9kI5AkIabAQ7/Nnkr7n
8Q6SUBlUYUi8Q9GRuiyKMUHVGPz5h0G0w33wxL/Jl2DbrtxN+gtdxRWgckDBQRlsGXurcLbcRV7D
vzsNhUJ0EYAgj0R9EL2hzCNDoTBSEgoHeSUbKXgUDyUobQO7mLkUJ1uaGCKkMRAZR38icD23Uylo
HZjzhFQ4CIg1EqtAiTK0v4SVu4Y+5/nxfiYffTMosoeRvUNeE0oBKHXd2lKLkOkYTfWPe2tmGHO/
zN/+MstokN9EEfQIaIExFxLSuw3ZLNQBcZeBkRQ4F7oQWPuq5odakh1z06sAxeVlPSsNNkI4zS4B
mc71rNF9dDzqzcyE3bOM5wq5OojAk1Ld7bBadczjkUnyY28D3D7HDDfZYxgX1JCvnSNwNWhiOi72
qizq+fzIvUbrGJAlFdxwIYbxeNVpxw+e2DXpiEwKthj+vh0EkFNdzglJcZTl9Viues4RNSdUDGGu
bXg6WzguBOeKgJVEPJQhX2yaXOKa8li+CqZ4aC6PxzHdY/h5wiODwjCRaqJuwaLxVG5oevy8Keoz
c3Tv00knloS0I0gCaV4I35XVrPea6hjE+ohqSRv7uj/OLPjECB5jBPK8SBL/qP1SrqtWqFXkt25+
hAB99F2OF/g1/zhFyMejuQWuBcowuJypezlLGamtA7k49ryJVtmiMB//PvnCmwsEv09eeXQfIRCb
KGUJbqcN8eiVR+YleYreNZQCE1OadVAndz/MoKEKSD+CPQZ6g9qxI5vxTCqXRx7SOjFjQnVRtAf0
2rZAl2cA1ZU6RPMc4azOi9RPdhkpaYDGh+gkg1zr6qf/edpyr8IuDPzqKHFm9l48ZU/DU7h3gQNV
gK8YXnnk5drl42mlnTUsFgJMkgxB0CSj5fd2vGIQ86IbV/2x/wpQb0X+qTG5ubahO0aQUZNxm5H+
UsQ0t0YktNhnkL2Ujn3jpM26raA43anHxyOZbnEUnf4YoTYgErpJEJUwIicO3y8C/9RGM01Wd8aB
9BRIF8itRkJMahx1oFa+V8jHkt8MykZJ1h2Iz4SZJZnudBA5YSU4At1Hax8Z6J9tkA6RB6bvDAMR
bcn9EJASZJtF16zCesbJnFzPOKa4oXEdIF2jgdv91pJWcYISyYl85PRoi6wUwp052pvpnoYGCGIv
+Bmgv5loKItBOsh54MrHLrKcuLMer/l0QW5/nXr7JVdiODnGr3skpeZERjw68dO/20AtCE4h4kek
h6mrMxh6T+GKQjmWviW1xgDUM7cNmpmtNd29+HUFsT68fgI8pRZ9kN0sqoYeW0t2fPh659nzcWex
4VbipZEB3gPkgMzln22VV00rNnWiHbdebbvsoi0NlTHj2Pzn6QJahAQLqDvBcaLOetznrTvWqnLs
Mstj101iaK0VM87/nxXKOxo5tguBm1GOHOjhx1MO8kjXyLOZ8zF9DNCqBiQnoCEE0UA/zVVSSknX
1dqxbAw+1sslTLmVNSJ/8D5bor1nDBBzQkgHtx8BwO36xGUma23Lacc20APF8AtrF66AnerO3lw9
aRI7o3GL6M7+1xb5lj97YYjU0htKVjty4OddjZ9crWunYAkBC4uJLHVOyffO5kZuDOE60tFINGrU
auViDTYjtnSPJbgFkAFH1Uq5PN4Qd3Y3ymI4OYBOAENBA4fc0PeyNmPcY9dbWmW5uG0q78ObKyDc
GQm8AgTlV18KK3U7cW6qAmabK+6xHkEqFOk+482STE2HAlwb8BMy2p8xogmoHuzGqLuk7lFJdQn1
FlNyNKfv//mcKojq4Uvh2kH8d01M/dkCUqrIHgIE5tiBBKB8cRtHrQxpLpidvmWwgkwmwIYEs0FD
sBumLrnSi7yT15yC2HGU7inMzOGcyTMO7qTmAX1YtIkB3QhAE+GapC5QOfE9OFC1d3oO0DcEJgdd
7szk2KwDRfcjJO1xoozSNTZGUszYvrNgJIAWCasbfJDrafszlQUfq77btt4JCTwXNczKqcFP2Dj9
MHPrTXcfxogmNKTWMKf4l9vdNzI8pzKy4J3icp/nlto4fvf2+BzRLypQmyzykISsHGEvhKJvTbja
kDLRkHqnmlnhEPWs1WdOJM0MhByTv8488EdId5LnCLU+xLjUW1QGLsTIAjc6Zcf0NMfpQc8SfpyU
ThREC5xKMPG3Qwj4kWs1cL2fytei2XNbce7rp3OEmwYXKDqY4Z0hi31roObEhMc8ZSfVCY3mOUaX
04w3QIM/UfK5tiwgaCNYLSRnbk1UjYboXBrqkwSUaeb0KIYLRMJxxVr5EkREvN41jrw+Z59gnpOW
pjKD5ZnkhsgHyARcTtI2UzCaW7ahm0dCcxoMzhY/VOT5Mkgv5s/AQe/S2SobfU/glgAmmShYQbCK
/ON2vBGXiJw/NMFZQJPdr7JvzU+M+TcwurcM5EPQltJjC0Ieod4f3DkE4eQ5vFpHlRswdxwuOHm3
1nmhT9vBh/X2tUcxHSyxmhVkevub6/nT7NSStbvZ/GSsf6xRNxUTxCnfsnVwhrIRpLoZtG9BbtTg
GhMNTar1+DzTQGlcvMQafHwU8WTgf6idJLha0nhdG5wrPV9Ga++IKG/VhMCAsGa57RbMpTalfCYZ
MKl8wyohCEH3FJ4WhH3UGCPB570h9cNz9tvlho/+z9RU3374bw7dajqv6fKimgPVTvfs1Sgw9AiT
cTQl6nrk0hEtBJCfPo+CkfxmuwRtiZ0zLmUjj5ZJa6gz2UHaY7sOUsFFBsg+AkLaPUzgA1caC3uy
MS5CH6ARWY9SfXj5fryG09uADOyPIWpghQtYKs/BUPA8/OZnZa3+JB+Np3dWvOcS0tIrrN42PDpE
eyM9EWjv4w+4P7N/PoCKrStW7MOhjrGc6II9Db0OyjybtaFydakdZWnOmCO7gzohN+OlzmPaoXrU
9jAHymbReOd/DuIeFUn05job7WCGP3ME1fdXEiAXACHxsNLeYyWWaoneyvDMJmseWfc+WYLL+Mk7
sHMZ0f8xlf81Red1M1Hz1byDKU174hUr2rRoMBaQy1JfwpX/MzOTZGEmMwlfAb2ZYMGAWvrtzdbF
YhylfB+exafsPT5Hx2KbOL3VXcQX/xidmblMz72rFFhApBOQVMYLSb+NXiBDEoHF8KrUGlFgZT4U
I4coWr9tt3NsGf/DmAxuAGSvcHtT29IToirp1BZzGW/gD3lb7qQY0qDLwG6JZnAe5krzd54peBXw
ztF3gsIcS03n6PZi2/FyeB4czTcTdPgez/Ecap/8CL1mAvA7MtIlYJmVqEBw7CLAObshOLvRc+P/
JpcdI+srtta94ZsBmdTncWaTTPwZXC+Ee1BE1I6LhqeiwZBjlJzhtOCMevwXc856E71HhwSp6EVh
Rt8CxJZbYzEeZszeeQf/mqVTj1Gfj+xYwGxjxKCh2Hvvwom1x3f2hZlrw7v3HqHp6Zr5xkZBmHh7
DrQhiYOCFyLYKqzPEWThP5BQ0r88A7R+RjR3gRF3hVpCpPAQ7sCLJtcJ5d92cpdXAxMkZyAqOD01
W8bQf4SP8ak5J74+M4/3jBG86hXei0wbdQrCJlEQXsNYuWzPidMUevscr4xkH66KmRePXLz0uPDQ
IcuP7DSy/ZQpOU/lDnDF5JzawTGb4yGm+4WJr0Le0f/+PHXvK14wDKlbJOdgMJTMDEsnjC5hrA/r
9Kf4zCBi9jOGWC/2ZVikT+quA7e9NzOd9x5buElolrn2lk0orvrCLUpV7ZMziO1PogV6pPGzcAIg
MJVjaz1pTm2wnxpc/mxRrZuZCZ7U28kUEBgkAljkZ4Dwut2oUiWAjJkdk3OOcn+HBrMg0mMbmCbD
HdBu2ZjRgVkJ1tuy3kub/uKkp3YHxvuF9IuwWhdPwefj3UVz71zX5O8HUbeRj5pVpWb4IEnnV9VH
bn8SgYHwG3LFgCZByF6CCGRnuD/F4pitgV/RyzVz+qogi+o52pOKwkmwrBfeNtbfBKt20E6Vj+ig
by7hrAjh1Zml9+ffj6WOeZ0Vtce3+NgYbnysJ8dANuJzbTAm/2JxJ8lqFu6OfWmWtbF4PE9TD4Ko
/qK7AklH+BAatW65EKVtUeb1WX2C4Xb5hRCtfE5mVeDu+A/orgIPhUwax5Arpgx1XinGBQdDAHY/
jeiqjjZI3ujjCo0KZj9zR0/fu1tj1OIHdZoBbJ/W58EYwKz2ob3XA5jJnh/P3dTdu7VCrVqilRim
Cyu97V/85zk47PTSAiUOtimKD6TxlYqA/vVTb3+LjlPZhAdfjDic5aPwCXKkl8c/f8ejuf194hv8
SSXJvO+5TIDf530jeo/W/nmpVXoEzoCnBGxMc2Xze/ZQ/EOaAcUsmWTtb+0VZRF6ipdxZ+4cQzQx
hKDFqOjhc3Hp9uLnrDs6XWl0hyHhg3w6okPEaLfmlKxHzJQ23FlWDf5pKcISAUNveGinxfAPDfY0
M6Fkwm5vhBuLtAPMM/4QdmXNndlj9ZGahXNyv8vFV7grIsOdMzZ9iUkhlVSKkB9COpAM/8/q8Z4f
1oQP45w8h99FpfcXade9Jgd2g5zJXFL9zk1ArKFZHI2PGjY2Zc0rIpFRAoY75299rSOF3+qjsWqd
9AhS/U5v3x5P5dUNvJlKkkMAogPhLuGPpbOPaOwUqqhwq0u+VD6Tn8Bq0WSSWCP01eo1eygtAcar
RWnXdrdoNqWVnLt1bY57djcsQuvx10x9BeprKFeEycSIUQOtuvDQGyysCu2mHlhvQgA0CF/z188A
po1fz5y55yeATQWIXKQX0SWMPqEp9xAT9sA+Frx6NpmFvfwMwMeHyTcMeT1jieYdQlX+1hJ1WGJe
qiWuhKXByTflMjV7/ScF0H0E8apo1Gj4sTm0+NTgh/YXrRU4qimDJJyzAtNfJYDkefZ4mIuUaVrA
yVdRuy6ThIakQlR40gMkQsNvdZUuU6iZECZnYc2B/DYGUOJHB6MGaMs7/GGhjMM4vK04kH7QYydC
w1E8k4OfvL/UZFEe9xgLLHIxmKzOAHgCgAlC3UX6mGa23eRFpOxQzy9XZVqWhVc72TPhBiLuPRhO
vl4+CPFWtXEBovp+bHTq1hCjgLwgpLg2VlM7QWOZLpFSST2PNpFlFRbSYlwEBrcKdwNaU0sw4u1B
hGeuMK/OY9t35hU3NvTekIiGP0prP3RCK/tlmDNwyfWsMHpW95C/y3WkndAbz87V1/jJfQ2BCYha
oNYKL4pQAdxeoWoUZXkYeeGlBnVds/0UV4PxC9msfYI2LA8VfvSusWbtIKeAprU5tMIECg8kMTpY
CAcAYL6o/JLP+3ODq2LN1r0Qhxf5CYoeYCHPF5VtNDPPPE8Oyc1VSpmhLq+OK8IyRKbykuiuI4E/
bAB/mm8gMOWXJfxmUfd3DRjhArAdCjqhK/JA8fl4ZflJ2E99BDXVMVAbShXgI/JXb8GAzwJK2ggw
MgN5GzRX9uDlQSca1ND13FF1bO/YkPYQujcef8fVx6AnA0wEyFBBVYdgum/nvGiaIOvcKrxUH5GF
lIqtgenOBcc+Dy48xU4sfJWdg9yxh6Di56kGWS1Ego3AyTaSUUIHE9KKb7LeLMF957AO3gPjF1E9
RGAR2UPnrSe64LM45Gvz1uSzVXSqkbImDib12X4YtmXEi+GltQWQ1y/RYkmIi44jGhl5UB8MBgtR
8HxZOJBxOJ4au7MBHl2ytgB6F/0jAVC97/VzYDKHWeKt6dIC18UCLIfGM6DI6XRHz/eZXLJRdOlt
bS+8FVbymx9Ck0dnqOLUi9ICawjISWeihUkNFjX+P2YBlbxdyQ7YeS8bYLbeNI54zI6QvLQ1a1w1
SBbnK8XE2u75z8f7Z9LbAavwJVn496QiJ9PVGzZAYiT32PgybqrjKyHJxX0cWKE9Ihg9OYfN5sX5
Ofz8uK/dPtozud7OudHk0r/dCsTlQz8CSmYgP6DTx0mihSjbFunFfU9t5oOzotnTOvV3MEqgtZDn
geeBaaaCpCHnCrct+/QyrMTn5h2sVe8+USBeMKfhu7a6s/uCLbWNIISSm7Oy4ORCmowQ1AEEX8uj
FZmKe8pOqJPCF9JLDsVP0RrXnvPCoSiX4jqA4z7n+pCN8sgcdQ1zQ9TGEboJ4Womi+TYc0ZisEtt
V67lJdoQFoJZPEm7yq4tpGOc4Jw+aRfXAqHbiwLFxR3zFj/NXZd3HD8swJ8poO5sVgtCJtfIN5ko
woK5tHB8W4LaGG9mtgvK7Mfb+s6ewgtEmuawoUhL8u1Z6qVE60U5Cy97AJqtE69XM5pck3ZnnJs/
FianVeqzhOcHWBDfvcLonqMfiHKu48/O9La6sBhCS1wGaK98ApRiTtj6zgWFcQGugTQXCQapm0JM
U6EREHxekkTv8PQtyuMsInlyZKBTANwerCCbR5ocqAcubVyl9hIvu6Sb7pf5grHn4pn/SFb+GYVl
U1pFrj7+gtvo0F3YmS08ic7+YxxYO4Ll4pEcul2/tuzKTB1CGL+Ao/7FN/yzvIkt5pA6ga/PHVDa
LSXWQM0KrT8k7ICsoB6jsNXGohHZDJtTle3iKUqMfkTetJvJT04cJNoQNayiq5MkL8bsIgDqYnjr
7Clec6t8py7mLoFZU+SE/PHF5JHNVR547Auzdrf5Mt5DG2bjn5A2/NeKy3VQKI+BVwbXN4Ajt5bA
KSJELsdll24lWj7SzJ/5i/YUEsGhgxTOsmVMsi6whwQBEsxwrFGSFqlJLBFk5eRCvQh7JAu7U3VU
99HFXwu/wX7upN3ZGTe2qFmsR6bxfCYuLtE6WNW6C23t5mWO1Z++rOgBUZeVL6s9CBVgxF/GB2HB
7oGPnjlQd8eBlAr6MOC3gpTsdo0Ct434KC+Ky/jVfQg7/1Modf7F/Xh8606y/xgJShBIc4D+g+Rz
qYuJB7cbmoCz4hK/oty8Pjm23a91vHM7V38xjgsij/zY5J25u4IH0NYFHl00H9wOLEEXVuOxVXFJ
Th74/fc1EMxzmJNJ1I6MG6AfpPkKfEYgGKSMMBKXyX4mVxfCW/wJgo3+0/tJK0OG9oOI0bHg/sid
hdJBdKA0j7y+8vVGl0wSmxDl4jNhjX887kmod/0mFXBQ0hM+zT0q4zD6qsrUCIJUEPglJxPdqKnN
raEw4CCTFS/kNbIFYMnXljPXGE+u/r8OBm2b8meaokUbiwbbYKR9AXlKCGmncimv2n1lwz23s+VH
ZifmM2uqdmzNcfxO4j/aPHXhxG0ucI3nNZfRBieEgy5/eK2sky/dWEfAY0tAfClGB4BFfuI3/S5d
zeVL7tyucGeQqyQdpihS0opzUhfKftC0zcXLjSDfVJ4lM2tmUb2kW20zt8fv3HiEM01FaQutdIB4
UQOuhkiJmThp8D5J+jY8S9sFNOIXv4+31JWKm17Wv2YoHw3d5UrKhDAzOOGGX0ln6Ytb2zZ01OVD
uXA3jvSuO+ClbfXTUrPCD4tZHo8Qano/NshMnXOofvz+a5hN1vrvN1FHr0yqOq2ruLnw0bpqt0Ju
LGDFA2GkRvQfOnDZ/A7Q0AghYF86Bn8yj/EcXeY1OqAmBlQZiK7RxQiPko7MKq1q/VFuqsvr+/4T
uSJGr5eFnh5AKB/oFeJ9EvMjWmIgLuKBhYf8QbfTleKVQS5tt1tZK1ZffcSLJ8GCQhluDEiz+cg1
DggB/vOnI+p0y+PjNb13VEkDNHwaoGvZiSNVCAVb8iTRq+2fNT0/iNDNPEP48Uk2O6QUBQtCGjqz
ZE0OPh2zrNapUyz8GRfhzrsAeQ/EXYBlA86GZNjtLS3nIa8BYtxc0IRtl5A7R3b/KqcAlQJ0TEGf
usQO8kxomJlzShiTuBpb6MY49bzyopeOje83F3ErrtpzDkUsy1uBsxutwRb/inR/7xT2oMzd0HQY
RtulYs4OlIeeyrj1pbJKJFF8QnqBzGO0kZBrFxK8G66e2Sn0GbSLovMzINgJaIMyT7/FWuJ6bSbA
PLPON8xO2Wmn/kXZKdveaT61g7+dozH7H6tMRMfguANgTa1yieKx7PVhc3F7PXmOTvnZt8eFZmRf
4LWXfR2YGOZNuJwri/UA2XJ3c3DNqZeDlSZ9eLiQCY0PdVloQt4oocLWl34DioGFFOlonH2S52b2
7sL+MUM5oNxYpoAYcRBG+hW+mNfoB4X6jXgu9mk2k927Ewfdjoia0nFI8zEQYGoEZ9X7iDncxqAp
Q7p6zW76rdbp9dvjG4NW4yPSJ6jN4B8yaaADnuT2rCrsyCVFgn0Dpp7yzV3Kb8lKkladCRlh8CVA
FS958VJdnuPsmaQIKMN0n6NYsQxRXKwvIp7yciM72qu2LrbcoDO/iR0cZnFG5Nm8udaRMkXLA1gC
CH0IXLvbkYrDEBaJ1NXHojN9DomRLIXKTOxaABUWZ+Ub2bZh5j2bPuXg8wfAFl4DePK0Kcuzy8lB
6I09ulR1Tlm0jeEPNhK1UC2RTSiLtc/tzHYl63U7SqKqhDYBQiCEJmxqlHDZVXGofPbInXkw4XQO
3xkjaD5+uWZm69yzBP8YeTwUVJHMo9xCMYlHDZiH4ahuY6MERdjzKZMMAE9neRknB51gMtFbBrec
gDloFe/YU1U31rgBfIlAEiHiVH2dX2czfu6dxeJxHHDS0XwDB0CkjkJYNixX17lwHIxUMGPZSYws
NhSnXEWlVbhm/Dpz9iaONfYEkrEgLUBNmjB03u7IXBoyFJMSSDPr6rZEZRJ/uLVvyx0SeD3EpIxC
hJswY3Vyn1FWKffSLaSYEZgsOsnvEE37cQ/iMto0G/dl/OcNQoYH7QPAJURgXKnhkY6JGmlYyB7G
KE5AXpvv9BKE9JvUATJtZlTksr/d97fGqFG1vpSGYwhjubpPProdes2qwow1aPNKqxqQ2tQZdHPW
VydO8q1ZCBIhZYVuVDjqKMXdLmHMFErhpqF3Wn8Op/BVklejI/VWtgy+RCia5jD6eKCTCJig9cGH
igZhYPcnnJtKO3Qtx4bpSTl7lW73kIOt5vpZ7tjAKUA/P3AnBANEPaxNGUeBKmrpCbyxjLeR1U3y
xn0Ihq/oLJSF0YxQOtK2W1Y2v5lVgZj6FaCoxxkETTWsCxjm7ZQOjcAGMlD0p8LKN9kuXopH+Yi+
O7BtqcvxqL37p+4iOa4topirLedEMyelPkKR/9c+dYOWuZf2WAHxxBvpMrejVeLU63QBjk1kN9Ar
73hL2Q4X3l5a8kfhENmZzS8gOejM1Xen7gDRtNFAfg4eDVx7dHtwIed5XwSFdAKc8DfPUDxPtt4m
2XgHuJL7uer19P5DGz0ieQii4SoCQpzay+ygylXDM/LpFenDdxHUrOCP3+dbddTH/0PalzW5rfNQ
/qFRlXZZr9Ti3b3YvSQvqk460b7v+vVz2DVzI9P6zLo3L8lDV+kYJACCIHAQcdu2biMPDLREXQpu
K9T1Afh6n+uurKs2T8znbgNCsbfsXB7lb57bH1ab+CFa105wyH5xB4ffnCXwRrjD44YEQkvaGniN
6hViZIzK4D23GgnB94gBCP76pL/ct9Ibb8SgMN5ISrwi7cEJ+pwS9+1fO3Dm49QnzXK9qzYXRHHE
x9vTiBTVw6V/RFFjQVAYtr4vxm2QRqFAZ4qmV5zA4KK7hiqTSB6EXvGewVVcEeGn6WZn75u4VTQS
hZb3Zj5yK92peV15VHTbo/sKrXSU+xkTJK4hvVH01VaT/LOw8fdhZ2O4vOkMqNE5txvxR3VcnfI3
5Np4kdrNqQhY6APYJND4QcmXrmG1vtSmQA2Cc6q6iUBqC2xhCh7MUWzvlG7NiTUWtBC0WaCUgnFj
nBSbYkTRtFn2WRicMzz+GnjWUfBk5WF+6fd/u4G0JwIskhi3CU8K474Wq8o9vfTrIDn7IC5a678q
JHDegjcBHuUAIuZf2ufAeSq7EY1BZBZykD0fQxb85Cz9zPB8/IaBXPUhA2kgj37m5pRigBhFUfuh
9EUfooV0to72jKBaVjb31+/GjhkMxkeNcoehPjGE6R5NB6mD+1+/NS/m88xBCwJ4cH0p+HxwyU8o
FLeNU6xv2nfUKWnIOkUoVOQ5D/qLr8yLgWROt85TPL+eANk7P/qXREZDpfbkrBqM6P188hSOA7m5
IzBodA9nrsoUu8moqICgAVwhV/wYtS6Kvaej+ajyRtEtYYH+C0c3WpppH+U1liS3ZinVMvYKs0ZR
3ghS6J8jRrluBIwf4rZfUMO5XkeczQiO4BhxWKIX6BotTSe1LPtBPb/HHxAufA7c5C171X92H/Hb
fTW5Tf6j2QhlBJSFAsWy4Na4xlKKqa3FWFPP+97COF9/g17NCR2UAfi2B+tbffn4QFYUzw68DrVb
W74GZm5EYO/J4iZQVBTqxzqqKaMPfxtwTOw2yrmSDq/c19KJaoaZVZMMkGNxLrY/vG28NnfCFuRn
Dq8n7cux3mzbP0uJUsFrMLQjBKEUYCm7aiPmVvdgPCs+0tzNLjzomMfenXTP/vedfoiWZzuI2spr
2CSfzEmMsJDxq3KRUZEaOtKTcRSOKPd07mvLzfnJQDFu0SzKRIqgtGe7fNp2rwLvcsD7PuMSDWlo
48aT1LP8hDlHkWwHj2Nqt5PlY1xgjVFS6OPY6T+n0VFDnr9cMDqYN7hf8RpD52cx+lgoQj/4WaCd
q4NAjL13aBzvAXqyrvc8+ojbaJimFv9gsVUXETq3Sl3z1LO4Hg6RTX5iaFzl5Ade28hNaQl04wqI
Uck6CCdVCA31bJyri6uAbnwvflMfsz0KwsAbqljVC4o3UaD7WPP6txYOoGtsRi+7clBGNTXVM/ia
/L33+EimtfBdW09gP/cDwgVccChXsjLKWQamH4N3TEWD1IQhwqBqXdORwfct4DYXzqwoo6Jpgblj
5SCoqG+OttljecRbsWdXWFDF6l6CXfvG40y+jUWu15E5DVBoV6EXD4q5WufkMDgcm771kRru4qi1
AMWNpIEon9mn0ExSGiob5+Jd/G246D0xHKHGbPQEsQ8q6AJeaHIjEHKvX9SElJAGxZHMRjWKElTK
KAeooBPxfOJvJeffl8dQDNwpcN80QRHE0qekwhCaYaeijWmr7obDgHq1+gAWWYdXDnH7JsQgMcvn
KeVoxKoWXCpX2AgbzD7elcdqA6Ybx9tIT+EW1eG7ipuTop+9OmwYWGYRYzEK234CbL8LHsONamWP
0tM3tNNsV66w5Sj9zQWGAWOUPgvaSRBQuHCJTxc/Jup5AhljdCw3vPqVBWW83jdG2UtZ9D3M/ggu
wma1Nlx/531qjraTUFMYcLmdFxVxpiRMvNqnKyVIMogVnh6ktwyVBjx5buLGr4Wj5PEGijXBj319
NmeKmWixqAQX0Hs7+s7fDBtl7T3gysLZoRvnByBaEEpLXxE2svqOHE+ux3oVXnIHdc+omE9sbd/t
dTveThZllKX0+D1qZl45wLeqQWcSolYfLfIgE2Ij4zbH7C6vkKMv9fefNeSwkt/GWt3z6qduCyW0
ayRmt9QBBFZJB6TG7lDkjZYA501x6n3Oc4hUm69N6xqIqs3sYhH0eehNVCQw4/un793jT3dla8fR
DZ79b0gL8qIe3hLSvZ3hFWM0CUUDvBGeinKMtm5rIykh/XszhmB46wA9L23DZAkNwiRVS8yoilCH
2dKOVem0epCcAC9UvHk6t4U1dLNmUIzi5yFKQJDVji6lUx0St7QS+3uHocTpJnSGTV+Q8VF+WD2U
W80SMVh4fB5+fpZ4xrbuqyfvd+jMBSBKUdpbNvgdPVj2JVhGc1g9Id0pWqOTuXi9X4fb3m3f423y
Gp3MNZ0uG7vGlqtUN6Ht9YLoTCQWrMoVQgf8EMyAsfFEV1vCc/P281tEqmOFuVWe4zm8YtTbNChA
UaoO/4OxxyCcZEwmTuW803poVufqFVEOgTXtMbt9ZYsP5aH52FnRU3Es3yQe7dCtY73GZSwoBbES
it+A63+oqCiTJWTTeR2lt671GoOxmqEIQlpmR61GQNXMD932zqn7r+n/kcnFqC8QC4F+HKXLLAd9
4UlF1Y7oLhHX6s5bizsMiMNrQe2GeKJo1966XlcbaTehVE53c1Sg9xseD+3tdQG/AS3BNEJDeR5+
z7WD6KfVKtf7Ir20v+sTCvSsg78tf0ov0VF6vG8vt+EtpVD6IosCOTVtp7mGwksimk6nNLtUoD2Y
bAkH1mqrYwprRswdssIbbgkE/fGMtwWduwomVGRmQfrFnPgZGMdAp5dll5qUuLr6jmk9Oh+0BvKR
d4QsOHZAgTEGtzw6wJoJYzSjK4vGy7NLbD3yrsa3mwQad1CToyqWVo/iAfJ65eI+LoZJHmJUdtog
HxwxOMR2zujSR33M/U260XyKhNQ5GA4QWKAz4Rqp9FZdUk5TfImJbYxuZyHjWlHOifswt7oAHNCL
4KGfcsKBWesaR1SrrE9NKUHzEorUTopdo9EC43Gd6PShbhKQYPCimBtdYBAZ7dO7tps6X07QdFgc
jqGyS3sLbKhWObmUO8J75j6D3Zy9dBQSjkI8/qPtDUy11zJKxcobpTBNUVllEHV3RHXRtnHGi31/
LW8cIgPDCJYYwZg2bQILttKXb+ffvHz1bXDEADAetzaLIPELAHhrY9+Qw0lxImL9+5cMBoZxuqLR
TUVRUznQJxlB9VbkFCA7yDm2b3MHDA4TPmjh5NVmim1p3MGFSK7rE3W7Ir5l7CLU993fnSXbxUAs
FDfS/lq80DIW1VXiqgoVCgeql2Yr/6ptcPdgeDKPQe4mTKdyzYAYdQuGKRr7Ikwv7yVB7xZqTVOX
o2q3VyiKAYJfPHDhMgCtvlZplLjgQjrmwHAfsGzbQ3w4P3FjyQVTvUKRr1GiVVmiggAo4BSUiCtt
ULaKPOcLWmR/P93fnqVFQyILL0xw3ahoYZRhkFboBQj97CIE5D0fUDUT+WSzuQ+y4FQpdx+mGtDm
E1A5XMuTV6ZSqkqLs4F435WHDLxzYrO2ak57/KKhznHous6CfRR6C4KQAed98oh5JP6lScjuzKV6
Xlq0OQ6j0nmiDIoZAsd7ksETpD/gEuhwVI16raujG5o2x2C0WS0DTPvQm+yy9+j00ORz4DXfLVrm
HILxa0Jt5J3Z1liuZCuvRUtwhO+KdeY8mS4ddVeS0NWc7Yo4NYoWSpAkQu+BWx00kq22RvWsZqiu
fuHd1pdOg7lQjEJLEtjFxxpCpST+iENi8Wrd6cLf2Ri2/jFRM0mvQBJ2abaqHe04277onWe/n21C
LTKV1tnj8/rOK4jm6ORUWZvPES3y5dt9s+QpAPt2blS631UBWnpHq7UMku4Eq7TTg4QOAW7wuxQM
zOVibNMcxK7Lu4ruCwIBV45I7IauYHO0jWOabBga9fogVBOUDRP2zh0tArRC2+dtEk8HGOPMk2Hs
xxgLV/6OXHX7y9xvTXBFOPF53Mh7ee/br/e3iicWE+P0kaD5xQhAO3z+lR52G55IHLNhGbdyLxE9
RQTAu4ryd/UnKBm290XgITBuoC9KoZ1EGObquJ/cgaD0hWf7nHOGPcwC1Z/QUY3N71G3WK4rBw1e
AeGcmIsxwB9NRpHXtT8b20SQjbqjmjxa3aEk42fv7jYrtIV83l8yjjNA6+s1VOVPalopMBq0JUTm
08F5AVdrT9S3OkBDCq+4hXN+YiDENVyr1L4kCtS1uba2wkN1AQaHZFdYvCVcCnDmS8g4A1/2Jc8v
vpyBBkqXlVW5k61tqr2KeZmWlVicdaTr9L99Nop3rgXz65WaVwo1n5h8x6xgcAgdXuIHnhHdP7Nv
hto0Xhn1zYj1w3QLdVuDq2PDEeS+F0VN9bUgYi8OclhB93BfbM6rx2BvOdaK1xPDVQRqy7MjOyvq
phckCCL+JpjNPVkWnaPO86L3PQImjl2jdJkiYXAOwqjeQvpnZeE5+iGwQowd7D4y0KEYv9uDsM4c
3oVuGZe+zCGlgClYzCLGfjX4ghDAe6Pj51jThpfX+/u07Ij+IDDrl2phL4p5kl2kc/6MYec7BQms
aH0fhCcGs3xSqfWV6AEEOm0+9+5Gefw7ACaUEvUhRPICAOlEEvRBrX5GL/cR/oei/bNQbAoZo4an
fhwBcexB7GVNJ0fJnB3mD3FuoXQtbh3AHxzGkXpBh7gqizPkCMRXENA/vCQOxzY5e852f0LXVmrZ
QKt6EGah8+dtcHbFkQPyP0K2P4IwnjMqOm2sjAguBi21KR7jBRKvazs6JRueeVJvf2/NGKeZ9FWq
pA2uhtFhDwZUd6WAkOjbdMysDS85tew4/0jFxFNS2XR9pIXIU+7eMXT8zBHl9qXi6zL15/uMxWdm
HUpVi72R6p1BJNmWNCKdhFNtiyR1KwKqoMB+fo5/hZYxEBnRFcchLCs6CK/RTYHnApGlvJW1TiuC
lqZHwUA1bCVibPBAgr4Ki3fWUQ242bYZEuMWUEzaJoWGLLP8qwTzM1I6Afih9sMRPbmcYHv5ajfD
YjyEkWZJGnaQakQNlm/1hw/LSTa7368KohSZo/uLQfcfMLaqHrmxfsoEgAXb4GyV7n1XtOhNZ19n
PMSqNHMPDiK7vNL+vef05/n+9xfdA1KhtCsA06/YCWslKhk0sAzj5B5sO91g6GFKEFndB6F7e7P3
MxBmP4oC7LzSgDhntcZBun5BAdLfIShM8FsJqIcLfITYwTsoGqFazVrccMLDxY3+IwU7jxbtof8v
6n1eP3E0dnGXZ59mIlx5DPH2XGOB5FfQSu0wjnzD2WcegoItmoVORVOYMWpn4crwHtg4Z+/5L0Vg
3LKHl7mVYAIgeezQDO5wr9DLvmq2SIw3RuNUPwYGVLV10ucfufUIdstDZXHk4OjqF/XcbKESs1KA
BJTx6f2H+YEI8/OvjIF1uQGYL6RWBkBwQTv3GgO8q/V9hMVja7ZQjKsdxybNNbzkXJKt/wJ2EW66
efHeMgNg7HmVF0KZ0HuSun6tbGWP/kn4jBBMHn8lCOtaDbWforiEWZQnn8QXTMb+9/EXaqBB+64q
6GQ12OeutPRwoWiUHGELbua5Nbok83katRQcXaEwx3yBinUT/+R4cFLcHxLZxtsBTzUjL7xfsPEr
HPr3mepKeZkNIpUG9/8tXbCRp7sLmoXuY4wYBkcPrihs5U+sKlkAorYcN3EX7Ekg+Ss5W35bUY06
wTkEs1gTRpisJAEQ3nfMaHp9KNz6pcC8JOnVij8DwrH2hePvCo1ZMrPIpakp9Pzy7h1dsbRUNM50
iH6qX/c1mYfDmCSYhPsmqSkO6mIwwudkeSfexYuHwVglzhBB0zus3Gjpa0xJxImOeh80o1/uy7Jw
Ds7XjM00x43RGzHFsauO5B03mbDgXUDAgAswqh9QICAya2U2vSQJE9YqfO1B9bHahlvMWIqQWeKZ
/1Ii6wqKWTJP6PUolwGloSTbwKXFDcB2CA0InJGIb7yEz+IO/ZHs64SbGWgdKW0cUck0YrqC1Vmn
2P3NOV6Wvc0MhIkYQVgytO0AkJhE2/3oTCfkSV44sRAXhYlYRq0xjUAESumo62O8Ly3/Rfr9Mr5x
gHhLxsQtmFMTo1rha8naD2mjn53s++/7+iwvZK/QD0tZTFH/Amo4JnTJe6mvekOlV2TvGJ+K7bhL
T9764tnhMTyiIuHwbXgdD7mNcgTnPvZCtIGx2eA8Q9c36n1YW+qyDF37lYQboGQX+0kjL6Ft/x0E
ow+dgeudYvY0Lyxbrn74OPMKppYisyspGGVQBFkf5UbMLnlF3ktwBys+yTTkg594HURLFnsFxehD
26j5Sq8gTe1E2yKx3tHDXVllYtG3B2PLY6VZ8HVXcIxqmIEsdX4KuL34qw+J9O3+3iyZ0dX3Kf7M
I4B0I2kmtG5epge8dBuVBX6WjGxe8438fB9qITi4QmLO1RKv94ovAWlcy9axXq9+bv4OgDlK1Vir
IkWf6EOKaP0A5xdHgAVPcCUAcywMoH/PsgimgvToVnWqhHxsfnPCAZ450t8w246yD+W+jaHIIWpl
3bF1RmXDy7nc3wiwIlxjVLFX6bkBjPb3MV+rdvHq/VvOFtoC9I9TwdDna4RYwQxwT8ROeC9gN7n0
JrFy2+KcMzwxGJv3Sr2TViXE2HdIVr/0/7btl5GBsfNEqgeQj+FFISfHkET2s+nEvOldPBEY427V
IvOHekTuQ8TDXGKXdscp21uIl692gjFvT8DMLimh7iPcmRb4LbhzN+leMqmVKwTGrIc4rGXPA4Kw
F3dH+nKAbtXBfQEbGqdm/b5tYLrotVaJyFNPtYEdKUuyIpaP1/hyw/XvC2fxlTyMlRc5hlnHDfbk
HfcL2RIdwyoPxuuOE1bc9+ugML8WBmMIciVTIcxl2xBeIM5ZKTbMg2WqZpTg42Jngwgd41qOTclN
qHJW6utomfmqPE3Vug/gD3tLcb/TemidhI8R78p33+2CrfJ6pTzVCDQvh4JpxHXFs/WZOxynu4iA
2QMgsAfrm3oT7+sr9DV1CozEQEVRPhHtifSfnChIob/zxlBmKMyO15kyhb4pw1A2BrHrZFPiBu42
IEEBHU0OMr3G6tYi6ltzBBbxSV9vGrTQtG+/nQ/xYcfLJS66nj+/hlUR8MGEiiBC5pjk30v7Gxp1
OKu6qIQzBOYQyOU890sPCE1DTEt43Pcw1/sn/qJ3m0EwqhF3VZHJGSBesW06UHKP3EfgCcGcAhEe
SAS1gY4nle2GZHUIMF/e4qgGR/++XhNmhpS0QSn3PUA0EnSkdjrbfHAjw84v94Xh4TCHgdqu6rBs
sFyj9b2aXNOqJsvRXu6D8FaMOQ+qYRXWOnblsq8OLurz7Oq1su5D8HSXOQjCrh/ivAeE8eB2+2jD
82w8taIizvaj1o3cLGvsR5Nj7EgDXp3zfQF4AIwrMLMJb7vw/5fp/K5hOAi3tnjRNf8xjK8L50wC
NRqCOA1woQSz1dYk7/FpIHjaS3a+e18SzlZ8cV/NgNpBKRpYSHbJfubkAZYefnJs/JbInwZiM1kY
I6+FttVbCbtdOg3oV0VLw9sKuGbx2BqiU6SrLOPJqcj5k1cQztFkmbF9TQ1aMC9hl1Ii2XVE3nY9
0T7vrx/HJFnOqHEqi7EogRFte2f1+lNag/3619/5l69X4NkmDavWLED5SQ9qLUejNRhrv1WnvwRh
7F7xyjFBuyTsvnyFAzulW7DiWrwSlaWX1SttYGwfitKMHVU4ezDXbYsU1ra5lO+xq/7Yqxse3Nce
3zm02dfJqPa6vquhfO/dQdKd8HC8jE7xGA/oGRp2yqtlDYMNOaXY+S3k1n/MbMy0n3EVUesnmhzh
B6A81N/4O/W8ImfDXv2XG9sfGPb5Uu2GPgvoYf0urvfjV6HG6Nv5j/vavpynmcEwMcEUGFlReti9
AUcDasE+PzwrW3NsaimDP9eRr0hspu8Y7JWNRoA1Qz1l72iB7a1spNLwuBLIR0zThPfg9XxyJWOc
ReiFRj5SG7ObjOQR+UAeLXQ3oBb8yyVUrw+noI/KUQ2xhLiVpi/h+u0js4xHXkaN4/vYd6lEFDwj
lbSvslcQgW87h9dKyV0xxmGgzWxItQEQx3TjutFnhllrPEbSRTHAU0urSzAb5YuqZKYJGBFZDpjE
gkgBvEnfcpA+6Jvwvzi+GQZjoUUc6oKUAKOS7Rj0RdJOfR/3vCTq4kHxB+XmRC8xt6KVdRq7Rd+U
J9Si04JXgyPLcjpwBsMYqL7q08lA/HaxRyt4NDFsEvMtd82Jc6jfjO1CAyEIRv7ZmC+GqNnGgLRw
5Tc5cOJijYkP3zF+FmwBxHJAarLdnerLPtoK7mpXE0xVg8WiZ4lfsExt8sa5z34EY7M5yFv0IqTC
yvnef2pNVFjhDHkLiLBObd5ZsqzwMzjGcqfAKwZhhKLsj3KF6l6po4Ui8pqTWeDiMGF+mOZ9mtcG
vdqlWL73zvZ30+/f9/0Qx7JY8ukq7ZLQFwGCVqzydS/3BDcjNGTcR6E+4N4OMad9OJiBBzYtlKXQ
+ec9GEP/U6w/2xQq50wRxywNxrKjiqhj7KEY8rIXPAkY7xDKDVp8enx/QD/EKeM+7dPo984KsQe3
vGrGMdawQl9Ple4P3wm31kfEH47JA2I8Q9DLyIoJEIS+7cvWw0Tn4mTPFbcGnqNZ7OndDbqXez4k
SgmYuKyWBE+vLRplhYfgEcTq4rrDyyhaV4zLfV3jeFiWp1NY9Rl9iqW3cPMsPHSXFUZM6AFvhvCi
eCAJoPVuKLRmi7jQg1XBv5pwOu1rs4+3LzF/Tu3i9W+GQfdyrtR9GAt9D4y9vs4O4k7C9OBRsT7+
2z1zhR5W8MyAI4DtCpeNKA79MMyxV68YweiKrxi+qIHdg+c8F++ZMyDGp+ld2taliIFq8GigMkWH
HK/Udql9BXwyf2Rh4hE/kyYpmWJaiiMhOh0xVfrXYOEstwPCyzIv6toMi/FrQzOMoELGunWxdQIb
B24QIWaH8E7zZT34IxLj3MxpNRVGBJj3yZ4Oj/pDe3jisswvOgZTBL+1CW1WdcbD1d00JpGQ0ef+
zs0/+g/EpZjLOuZEdWUMiLlvpcsRyh84g8o80+06AquzIBYY12ZN7vgKdhHyiJnf75LDOeGWz9EZ
EuPxSjMzu0gDkgga+4fAVkFJnEIgnjIs6vYMh7HWYchaQWlKlLOAC1PAOSf8h/5f00CVAkhEaZs2
+8jf9moX92kFdQMLjG7RuIOmm/nV3Eun3RyIWbLM8wYdszeomcanEGTRHUbHHH4MpLTln9CI+lBe
Guu/bNQclVlAUWg8dRqxgAqZ3lPcKxuw/nXICfGAllR9DsQEjIPUCcOYtvnFQF4w+aZaNXnOyORU
p2J35ug5D4uJFpNI9LOmxJ41LiK40ZGoVbk1BjLDV7j3wZbc0VwuxrtqYwsl1LFtHWW5wkj5b7kN
/kSeO+JpB/37zHSNWjELPQAMhqh+sYWBj+gB1KFQ+c5qHBBw+3CDXLIXHizjbFEnKhmNWVMHNWF6
E9hsbPVDdVC/2zjJafguver8oRRLRj1fUsb1xglKeOPmyxKmnLSvo2O4hmu+9x+B5eOhzFhZouak
j9x2m8VzbI7M+OOwU4aVVkHcCquMJi6r2IPNBJxPxZpLyECVkI0+/2DdUN0qaaLLiUoVx5Up4+HB
lQ66lWoOGc887Vk6zOZYjG/BNTsSGrSKQEmTT9nxyc/ebrfe/um+LSweMHMcxpv0fdE3egKcOiE/
UidwfzVOdpLB6vmvB87TW/AcivEn5hQXfp8DanJVPP8P6CbDVGVU/nGDm+XFU1UN9JeYKsw+NydG
GFZBPdLCPwNvMpgqTJwCN27eMJZltf8H5+tMnZk4Il5N8NsvnPp770pOtv4PNYwmZtnJOMfAPYhh
C9deRFipQpMYA9UD9N/RNROO2gefQJ/qE6vbK9B/4K0cA1sxP/Max+9NofYV6HYDO3Iz7M6jtn6J
3U+Ovi05+jkOI48m1WPQGcAB/+TPmnQk3I6uuZbw+Ovb3ILTJUWYobEbNISqmnoy0DCKhPwY9j+n
1x2Psefr1eLO0rGVAZPXV2VA3UIPFvaUYMrYQ2frmJCHK/bD82S7uD0++ltVdYbf0WZnbnn0tYvP
BHMxGSNOQlFOOxG/YOp2Wr5/2T/5pxZjC0/9FmHPyrq/h0snzByNsWNvamNDmICmofMdiYT2vfm4
j7BkV3ME6ohndjWo4wAlhVP3P1Db1gWWsb0PcDslBr5ojsDEAIY8io1WQ4bKlimxymRnqEU2iLZN
yfvRf8JkMdK7j6pvDy+O/bHLrN88L7V0NZ7/BCY+aAXDnHyNhjzoeY+RSJXJbx4nIg+DCQaMMMW0
DBrqtK/bwmmcD9/mibFYIjqXg/EcZZ0140r7UgcDgzcuIQkdz+5Q7fEi7s3H+xvHE4hxH0EiSnlK
3Yfy4FKYwRrx8HAfg37jjj2zyefGz716bHBOIREjf6gkBZc9OEk5JzxHx9m3ZHmc5HAIgdJD7QZo
YGCdfv+dIIxbyNShXgkCFssOEWyS2JqsGBVLvLq+RX+AISgrHSx2qsZeic2okPK8w/Dy74o7beNH
dXNfjFuOTWqsfwDYS3AhxJkU0kHsdhY4rr7TrQFEBBhIlpMKp/opqywufzx1MTdKMMNk4q9ISfzI
KHHuxnByOdHRMEyjS93uLNG1yoe/lZHZK7nMiypOsYiIn1VLwJQI+SVxY0u/dNZHgOG9Im2y7NYc
Lfw6AW/lpL0fsGGMaKcn6MzVdj3GM5c65sEj02hH32orEEl+2UUD4UWai2cx5gD+fyRmRQUVzmhU
gKRhgiJpXAxHHnJ7Wrcyt6WFB8UsZm/o+SAFMj2h3MiOj4cdndzLfQWln7m3dsxBiIGR4SpVsGd1
vEG6FmOHVKL+lByrn1yefvCwmCMRAW1WRAlEmtwOPJ5RAFozxaofnkK0SfByNItvyqvZXjHHY91r
WQo2R7SbgAVIcdKDWeEi3qzprQAle/t8g+cqK1hzDJ2qwO2CUuZ6A8NZ9K9Ia6aMcWGIghgryDg8
bF0UoPXHw4B6qv/yhol05D8wjHSiqhQgvFNp3sYkrUqkffFd/8GzLJ4wzPkeN6BIlXwIgyq3kgTv
tEXw4BHjFZx399dt8cCaycOc8q3YCFNt4hoiOqnzKyEHeqniRX2LN8X5qtGjebY5lVm0fkk3x04O
x8wGkyzOXsXhKfryafJnc9gT3jNUQQ8Akz3a7mC3Tv1SbsXz8NGTyKrs9j/Ubc6kYl+UhKTJjdyD
Xb1PGSlOBeodMy7z0JcXvVFsFYOzQE1JZxsxXlYSQEkZlNA4SrAmue+hbb22oRVvlE3gyhfUqm+7
58TxeEq4qBkzXMbnoiBA1YsEuBVy/N/Ll8fy8em+7tFdvycZ42oL1PVFWg2EvXdES5oFT8vZIZ4M
jOfTssofSxEIipvY0rNIsvUTry+MWvy1FBpmrKGbFzPrQM3MpoxV1W+S3FTbi73lHUb059379PUW
3F/s25jx+mcyi61N7Rj4k9KC+6J202PvWrxnQd5CMEdaD7Le3lexED+eH3nVk7xvMxupD02qtwa+
nVpcFvqFW8j10rA+3TeFVtLwccV+rm0QqzgHH0fU+fP8en8PFirbr5EYv17AOwkdXaKYbMEv25M9
jPis28S1zs/Zev/dhg04toMGOYdTt/b1XHpPmRhP76HvL646KMDR/d6/hC8rJ7V+gSb4aHcPz4Et
gMrZ2oRnx2rt8+aEqe2W75rbz/srwNtH5iDANJtI7Cr8CPcZGTzOWXbr/q9Xl3H/bbcaMckUHx/I
L56VLySL5x+/6QVbtZpW+77WXl5jRzil6+JHQkB6Hb3YAo+f/77Zs01hf7PgN2M8ZcmbKk2mC/7I
2Urer2TMvRRqzwtL6PJff5kiz6KFbmoV06OuCiy/vMD7vgLq7PC+URDTsB/xqzVCCKft6nZa3+pa
RxgT6yVvNFZUuzF9ylJIjGka7oHmXWuSbUr3/WUk643z+y83grGp0TCyThAh0kAszqcV3iYzJjUU
KAyMdXwbl4a4JPFTvt45D4eRPFv2U0sOmw/r89zurbVN+a92SmSXvKiO8xOYPOx9a/jKjPxvJ3gz
uT4MJJT7T5Bn/70leAGNbPfobSsiE+cXmNLvo/F++bWF/N23KNbMJgYll6OuwA+3nzlR822MdKW0
X/e52ZcDv5YqI8SXUc1DYkc7aeA87Qlv1pLMw2HOPrA35EKdAOfdBRcFIccHwfp+vPiOiqecDXjq
X/eOSM6vGx41Dcfkv1JEMwH9uC6llLoT5GB47oRnIGzdrLEail6g/uR137luYF8iPH9k5O2yxYj2
Z7Jxttp69xoQCyybn6O1823eK89X6dA9nWZs1FPlpGwGyPdu28fnz4eHTUm+XUri7nOSOnh7d12Q
v+YWBk55Nlj6QZ3hE3tCTs/6vX4aLOfs7NT9OTnuyGNoP/+OyGa7+7X5dRLJ2npTyPEYYCDPZuXc
12j5fkSqs+kjwexq9PnhRJXcB88+bo92j5/63dU2NbwJapxTVyEHTOnIH3iJZ45lsgnUaJJqTJzA
rqWWw1O3L6qjO/vBVuzqfZANJfUx9sUnxy1d6bXl/LjgJScgKNzNMNzR/gxxRIwIstC8RjTb+tni
qRselXMB+mJAvfdjrn3Q/1EKPRFiGT8GlLX29v35zX9St+/ro70trdVjQ5zN2iJn/I+CS2TDdcfB
D7TWm3O0XqG7csPTVo4xsmkaITBWekc3HWQ0nOh6MY43cUfGWG0ZpVwqI6scjH7apEaH3MyxkjBM
s39fbdBdINg1d97ZkjebYzH+WAvwHCoOegevGWKY5U+PnOle3jeRhbyJpsxR6GrOXNfohWk86BqI
Aaxj/PwjtZIPFMFxyTMXOseucRjfbCarOjc14Biotu6d78qPCmzKIArLwPkooJIrQLbcefldufcF
5K0iEzC1dYTEZPK1ipg1+d3A2XM2+v/A6n0tHhMhBZE5TmEB8ezEI0pKvJ8plCKBBd4XZzEARH2n
gnmd5tfcmuv90gIjzr1h1V3ejxJqfnEeVBsBbMQB3rSqTYOiOB8TqIxt8os25pUcY19yqHN0Rv+l
QinGsKTo7fNzvc2cz/viLd6BaCeCSEcYagZ72ImTFwujCQM7mugw13cRbo2NMzlW9vKXSMyZJhiK
0ioRRLG912iya3sX27Hdbug0Ou5cY7ourI+cicUeRGBCzKouhFiFrZEeo3Mk4m1FFJuCidRAYznh
CHf7xEDV8Z9lZE+fWB0mP5UgXPJt2mintSUjcxjs/PN9nIXigmscJuUjeUHtqaHZXfx9kW9UW+lc
wSn2yMbL+xRzBpKjhzPeKsgOg1eJfioNwjPwhTei69/A6GQAEus6oBs5oo4tdprN6iA55/LHXy8q
45C9SBDQYIRNHEEFjhJAMIK7L6vTf2jGuhaIccmRLJdmN34JRIlIUvTK9S6GBKy5ElGvdE8tGacc
YqTnmAyQiI49MsF+0KHDCAXQJ1oAjXGEcF8xCVETz0XmKSjjljNRqDCNmNq5C/ahR90W1j4Qpcf7
Crrs/f/YAeOWIzXIhMD3e5zX7Wu8TkAd9xFyH6QWOlOvd4zxJa2yMsEcjx1Tn/rAQhcOVGN9RPat
QJBpWp4bgi1q3XnWt11yFLb+Q73hPQkvSAriMF2VZYQmYA9jFjTtx6LKBfyEzn2vwb5QoaTszDt9
JKoQjMJcoTDrqbfmNPkYP3d5NUlgxQMZQIXlk9qW8daSOKHrn8cfXNQF73mFyiyvmiaKmqpQls79
irpwm5McYq3cHZfWd8EiZlA3RZS1J4d+SS0iJSKaDjRHts+82gqFB3KddP8/GEBf+j7Yc1A1Z+6z
b5kb7pqN6pRP5vP0lKxob8j/Je07extHlrV/kQDm8JVZ2Qq2ZX8hPOMxM8Wcfv19qPueNdXmqO/Z
dxdYzGABFbu6unI9hUKmnsGUX52v4sA5G+jUVFs9ZzYGE9Dbb2As2GAcldo9Neen3TGA1OjXpE/T
8YbBa0bRc11FSeiXu3n6k61fM5R2NcnptcWyd5F+evxY5zS5yKLKrwroipSxie3et0lFxovCEK+1
19Fk7W42HxnVgbqNDv0Q4QkRwlwkbdii0A8iuZns1J2wr5+9lbTMbdEMDhGGJUZLtUtNZ91ZrfZV
o673lR4WBv7Uo4OOFt7POeB3hyasihqJXV7K+J7C2nImI2h2Zza7CnU+2twOlb+EYUkWclZLJUgZ
rj2m2gAu93xS32gxxawqmnCYsCoMGili0QeZ7S9v9aRAZFqNtm1z9glNaBDqjqtzJhd60Mie3E1h
CtYBUS7F2aWdg1B2kcSGHlO5sFHhU2D+XtgFgpR/Ywnv7p9QbujP5MKCwUlyszSvZm2iuwZGN6Fv
a5tzrqekyE6l2GM7EeawBYwaZnnX/NozZXN3tarnbEs711xa4I4YoeTUAU0uwgLcY/fshYEi2S5l
TbFZw0IX97uw6rfeKjYk6BPjrV7q6YfoXPWFvjF5QYNqczU9X678LY/WGA5jHa61WznN22ONMxdN
3X0koQxCfKJUVYsGY0XuSnz11l2liYlmm8wakGYONmiC8q/PHCOcgfVCIT4vw5LMoy0N228VgkOd
JPXi1QeHer39uPgrTDlXxuiFBat2GysYDBr0bNDM4CzsYRJq/N9Ia9eqQVuCOpezBgwZGsLhPyjc
jyU3DLfgvQX2wcAPDBvkaFktt1Mj+ZMvnzonQPPnG3Lzp1AT1ugbNmhtoPMqEM15ssALAP5iCBWY
8oWr+g2iCL7Woz9YF5QsIf20oYXZ5zyhQmg/L8okNvXAbkYvPhd69IaEMA3Ja17FTogQui/GEDun
hCACE/0ioa0xQPDTnhnt8Fh4ZgJxEZjI/7CM0H81kzOFkIEOUNKO3IlHwOM8pjCvLSYkCPU3FImS
VKN4wlo0+z9vsXM1vig0ZsKAu2MQyo8XMQxRpKDR6/En62TrZlV+6qFNQ26dfWrfZ7ld2yTL5fkN
IBtuEgbp7paLo2Q1SI88Ps1cNDw9zU3OJ1QkP5QXiwCn6Szesq6A9n4PduOwUWxUiabsJWtc86cu
ddZcBXjtlOQJlT7hP7FDyRexgHf08s4mOrsOzme4lgu9tqBAn67LDPV2/knFDG26pSgz2hu+ZU6n
Z0/8kEkV0M577f2sAqEz0F0NHYA0sRxf0A//bXKVhLJgGE8G1CFU9sUIzO2WW/G7/AJfScSK+f9D
oDoq4UfkSK2hVPEgFbjTLNNe39iXUFuzlkNvCh1/5ycdHitzkVmWfmaWs8bnGhe2WdUwSZMyVm6I
gIm8PgHHIQTeef5E3RDwF2X1TZNgZZSHdeIpoIniTepDVWF3b2B9tZQrmyvD4F3IvIDdyjAutwrX
RDYCgQnSOotaZLIxJey+qJHOr696hThOsWJHfxvDck5bGAKSReJLYX8aj1/mfFQz+QLiFgXsxq4G
3m/Ply7VAArkrZq1aua3Bv1QY9bpVtkBUQp7BFObGr6Oz+7n1X4fn7AJvcoLiy4C8a7GuNcy1dyN
qTWmeXp8yLnWH/SIyZIoYI0XltAThwxCv+Z9sWhhe4QVsH4D6DqMxepdis0i28ARVrkmDkb1Woda
ecZOnHWWw5wzIWCfpNfohP86Ga2+P2t1Jx9FHB7VN3mQ4gaOOjYQxJEunJ8B3Vu+Pj77vCgrLI/G
XFbgWRK13ROVNIgBBX7uVwOKe2/6M7X2M/tCFbhHDCOhS5Jc3OkC3rjz3W48SXqR3tfCId5Ly+7Y
JVqKzXPvB1qz0VxaScRwHY/rRC5XkIkLvWISTly4cXsOvqKXcYvamOwP9I31+nuHwpqnyVv2MOhY
h+zbWUiLxkfflxRbwIOh2KVw2BlOrqbpr8y1C5mkhYvRoy+0OEcm0Kc2DFaRdfaJNvM0MyUm4rDf
5Ah3I7iyWaBEeYvBcaA85zurAxivq/WGvrBFGrDJrMfLcRIjibKM50K2VHpp0eapAnkpjM4Kz1Wi
e7IugVrsmPrm7W1A9HF9YzBbRTHSM83rOOeEMuH1V+7gXoOmbP8X4Na1w82YSsNCt0/O4rQciV6K
qzj3AqcECa/A63n3uqhxVN/Vtvwm1sRYY6yK4vzMnwu5G16Wx2uUiPsruWvAZ6OwQlJlK1p5mrf9
42K29c3TGSfO/w0+FjiJF8+okqSKkkw4j36w4OU+xMFE4CptjiraCjt9t6Amq+ff4TchZfRiJ/ZL
aYt+qEYOvgCBFK3Kl0gTTNVKTywwNlcCltwauw9unel1qoUr9ana0lKGs4Hq5KxkrMg3XBMxOT5h
PeJuNsv2T77NXtP1YCfLD0xbYBWpY4amE9rujpaXG2/uhyIQJAkzD6zM/QBuG2KXi+OsR4YiH5OQ
vllTG2hmhqhwlxMaxF0KSoxVvFfQ2FZPaaSPqakVzLL9jDSvhp6dhUHLIM0L7DdJsibnsnnW9u3Q
ovItrhPE3k60Vc0nAIv624XBLvNftO3SNyf4ASfJspzrRlnvhjAhxrh+ozxguyKwMTCSA6mhD03P
KnCRx0IrURJUQSF4ygxxAzRtAQZraQWMnhoY05f27aZ6D1c9JVc26/+j9PAfYqRCdesEc8YliL3I
SF2hGM1izQCHAfqY5ufMc3FCilBoah33UptwyFZYsrYPORNQt+iOiA8VOjHEkNr0O+tcTM82Mnry
/pM0TyKAW495s5BF2hRaBpgc2gKxAMWNmfMxOFEat7/wisxJhLcUIRzuE1UcfQzM3aKJanRTO/03
Zzi+Se8mmD8ZRo3hZWC6HgP89ycblbknK2GHbnEWXVGoG/H6qqJmnueyFeOOMBT0VSwjkgnbEHb8
wCxQaTwH2Noz7MonagppzseGSPAML7BoIxFJmeBbJkoyPObCSL62zUKXlhmwiU09+9NsGSrw55xK
nJIjJGJIhbZYCO0ogqNvtD2nGN+Xzdcx1a2YXyek66hhxBwTpzSJaK13xa5E5Ntizx4yWHtM7l+B
hSwtEwzabSLjasD+OCJtfHbW+E3JEk5omtVJMAwgewXuGybF9hiu4gH1ILQw8IIxamfGadHFla+v
68IIt1cThStKADfnw4xhDRpfJBnr5ghVdhVrN1FKZqzj/ooN2Rz0j9imYUzPRokTKrfXMnnnaQg3
ycv5Fq8h137tFxqy4jrWWlRadYo24VrOaSmbWSM0JUk8wGvFxRjnxsF6U/gznA3r3Wg2guE9Nbbg
RL99k6Jg5mzClB7xTrpFyqB9DfS2GbDIg0z/M+wiLIZDjn100T5pibfZLKII1A5BBh6ZgpL+vYbx
KilwfQF2wYAVKo/XlWsgq32U1iG1d2hOeU5JEVqmbvoFiw3NY/lwXF/c55proK6K3FdqGuVpsUS5
lMbP8X5Iiz6lSQgmkw9dgObH0Qdl9Hrnmb9rY0DROKUWLmfN3ugkKTynKDLYec9JsayVqxq6cAFR
TfG0euejy5mzPN03i0Nnfz2WlLm241GP/kOOkJSKGZhUykGuHQfMO20rxVqC3hCT19kXZmNyb7sC
myQKTd/Iuvk85o2wpjoyUCN9/CW3nq8fPJ58CaFsr9drKrb9AjKryMa78ic6qFbnakc5W+vPX9VH
v9H/D3W5WRU/oUqoWzWuqybJQNXwjlailc6IJ8KZfqo1Xxof6lyDUT9/K1MmPGY13YQs4QEghexH
ZQmygGpJNZuxFORkMhpUqTB+/SOeEs+yxP67silApjGiQU+XzEquNW+H9OZHY46AjuK+Ra3nOD6k
QZN1+T2wky132TGW/aZ+YN7aRoVOb74YqzV2b4zF6wcadM2sdwIZRE6Ak+AVScTFu3ESRSnjjd5J
gxQlwLrMBnG5RwVcoVIiLjtwgdKb9aA0WEaHBvtYi54qPbJo/t2supiciDCmsoCNHG4YdOe60N6b
ZbYWtDLQ0Hno/AtwIbBuQooQJL4v60yMcSQJWwzrXb0ddqqNBg7YTe3xA51NpoASnP8xda2QOl5N
MQXDyRCmbLNVBsBDlEcWBcPtk9xrV+tLcVBFLZfhuti2DsUxmH2lksShW1QRGOQCCKXowa/tGpCu
rHo1GHGl5cvE+Hx8QBoRQvMKqguM0AKqkFu5trqONdQBEspBxuv48SAnByFkfVALTJXXoJGb2Se/
YnWeZqrmam14RP+wipDxalC5Iq5AQdSM/IhOHkh5Z3Z2ZD3m1rxPMyFECLmb8aUQ8yCk2CKH3vU+
RWJEf+PQBFob9evoIdNSpbPZQ8RN0BEoNCDWJaxVAjiICIiXo7UCvLz7JQaa/xaZT/FHmq0T498F
oVOCBDd9VeCjtPG78+WX12nALxQMVEhbp3S6p8f8nPX7J0cj2KmmSOwroQpDJL4G2E11dPXyvwcl
haqY0CCVBQbYhWrUtMxX9OxjDxZQneu1ZywoL2k2TTAlRNidJCy4aujBtuDrkpiptcyB7os8wZry
nOY1ugwoZJYZ5UEmTtSjK9hN3WuHSDraec5e1l+TMwYbHt/NvOqbkCHO0/CeUIUKyNSipvi6GCNL
f7Wl82v0WZnJpVxo0maDXaGNvVh9qb6Wr//7/Y64uskXjMprErQ0Q8F5hYgvCOGmIY9cWqytaIDS
enzS+Zub0CE8XfTlZZWSZyNDfT203CfFEJZv8aF1/kXT7vREpE4H+EnIuyUoXU1v5+tH14kwP0lz
K2cdre/zkBnV4RqHYV2ACn/yzxJSVrnBWFRo/nnFNCFDKCbGd0NsLQYZ9w+/B/ionfxRTaxAsRaH
2My2yDZS7mk0FD8MyYQgYUiuSVZ6UgKCzZgdu24rx7P51Q4tpcs1DXOUxkNCCTIR07K1B1qqEwFL
tdNEcyNcGMqRaFQIBSgG2NMsj0+Z2y5q1DQ9jTnJWwXYWhTWzdl5SRA5Edg7qLrd5ksnTykVhyZm
/KRDxctbN0/ZXs2MEBUM2WZNbLNzNQnVmbXi6v77v3LXJrRJpBdZETEtGIO2Fe/9ves/NWb9yowR
q0tNlo3XQorIlBYhk5Urp7FaIh13/XK3a0PSWxu1RGAKdmaF7lP1QOHrnG8zpUeIZM9g/yWauLux
2OaZl8Bc6MxSPKTr2EU8ifrQ19XVadPAs26INNZPUbxkGHin94oxV9ygDuNRNR+3Flb4CvoROzEb
HR3dp68FTXbmvKspNcLeBHwSsUBs7M6x0e8y9BHbHiKk1dDTTPXc+54SIixOcfXCSJLS7mzwg1GY
nIZeFOfLNSVgalLubZSDH3Iy4SBhWrAYpmCDEme6pBsZIOLCB58g4deYNAGhnYmwLZEU+C07Mm8N
mMvmVV4Hy+rdwehqTU3mzymTCftuo7XTN+55bJ/1IOW9eDkw0BcGtV44m0ec0iDihb704yBuQeOl
1S/raPfOo+nVCJ6BMZ1p+gnR9cvjm7rlfh7clEC86MFTgJLcQHus96Uemb9+5doSICy8b54FI+zN
eqMz65NnOHq31QGwfRCXn9QE9figHn0E8cxdP4l4lx1vcZtZkad7y67XdMfxrE+noTXbzfojUyYT
tqfIC76oBxy51y+AUd5LhoSaU4gyM634ShMZQpGIblwxeQ5KkWYEOyRnMeH+SSuyzmxhggcuj8UR
9EkhliUUiNJmcZwXLN618FHtY86s35pfksZtEC8deTTQO8ap3J/0do3Q2upRaABfafmJ2SucfASh
XKquYK+yj494MbbFxn9iLav+yLVmeXxN0CJBg7qbzWlOD01omOjaFKUcgl5mvABZP9fz3ztdP9DO
NWvYFR7oWZgtEUWSt0nfl3yGBWdYVHiWzXYJsATa0MO8uZnQIFiXRWHQX+ORRvKRyBjYVk3J2LDP
K0zcb6+hTgsLZ1N42JHyz6EI3qmVWnRMAILM+7uscavIQ73weDwOWq57q8TeL8++kXtGtspPX87h
+uuAGqL+rAPnuTE9NEjppwN0H02Qx3P+0AKTzyJ0eRwpuRTnAoyGZHfrfvlY083WEyanJms0sX8V
5STDz3OF5tnCaYVtzIcDxZrPvvjvM9x0z8RIJI3M5oUCIkaS64JRAIcJUkk5yRyjMOUss7IqCjwg
Je/9E3TrKUqMJRbny/qdkfRrq/GmflCNr0yP/xjUAcFZGzGlR1yMy/DXsuFdHOrSYwJZhUP7gjkD
Y3lcHmX9yXx9Q7pOF/XYWVV2ryWp5nh7YHJ8Pj73zZMlBUTGhBfmkzlelAXiO66Rm0up0vbnywWt
NAPw7wHLPDgYSOoAn6JtNPMjxMxQY5+Q+La/PBQTgWJG4T7tK0jMw4bL61JCWQFDSrxkB5qM0fk/
x0T3LdUUnmzAaZyY16/iPfqtF9h499ViZfbQmLTO1Nne2Ak3RMJXqCu/qfOmAzeMLba3aftoBYhq
QcOnLBgd8CjYpgs4Yfz7FW9brWtMGivYn+65hO4+DsCCsjCOkBJ2uw0lvxHcqj0vfC3ecKtmk5gC
VlSsg01lqggIKpvDzB8tZ/fzkd2TJQy4KxXN0IogK2ouLkBZbhQtpu9K+/nMQEaRRAapaUkCrsD9
M0vkkHMZGRXPsa9wAfyhVcFo/I7bo2nrK9Wfm+0JNevXx0L+0+DcEyVYyvB8I7kyi4yxnT+Xlrs/
wS1xHtOY45/ACZyK/mFF+YHaiYUM7ULK5ZF/vRmZviHamFnC5OhjMjOOFtrRJ3QICY2TKijzDHRq
vbICdPcVryw2CmdYWkRLXtxalO91wz0t4rLYqJdD9Qpa7SrdnNVE2+eoPsqGH5n88oKHsQKmIXZn
6/Va0StDWnFYAmVej0vb843wY8AgINaoBxvVDF1DPrSAERMxvg5tsjWoIfsooI8+lrjkuouEuK9R
b+a1eJmbWyypk01uKWmrzHZ1yjXMSdT0FojXUjCDGKM5YrztUWdusWmWeqCf8d499wlH1w3rQV0I
4P54zy3Gnz2gKcj6YrsATst/n3+7J0b4u7nc537b3rg3bitfuxaWHJUUh3ZOtU25NiqHiSGHpbmi
+QlE8i1ro2xIK1HOv0EU4zF0z8n4pfvfj722avvkVq3de3/Mj69y/fL4+dEoEGyqS6wpjTpQQBe2
GRqZo4wQLwbNa5vxxMfr+D4Jwam+luRiAXjVs2jtL7EO02wpb81LYlEd5VFf/Hw235QIv8dzMaPQ
xbcT7QM7BL4FPA1MO9ObSucf6DelkbeT2y8ZJuTVHJRKMwRaGRzjVhNOEvBIMGLmGfmaNkg5U3W4
4yKZxevzJBNDFVx8KQ85emv0XbL3DP2xSMz4wPdUCI0c+kLUqBKqNSKWaP3yDebNxQ5itGDIRkQx
ZNQTERoZG3l9xh1vCwgaJpZa9J9jh7Xz7ziHyHcE/mEEjiGUqcQsvFLEzglEgu/eAfY5w3TQwogY
jdZhMROpgX0TUoQqbdNOziP2RgqZA8zp+a+uEVqLnYcxZDsp0fJFubBZkZ9QJNREKXmcl6WoeoXL
zvgVbbvVgJYVzwIa22NKs9piQojQFrJbpqUQIdOam5dO1rAnK9ZpXcyjJvjxfic0SE2xaIogVKMO
pdZLjNcUryjsoh2CUBDilStkN0OGcx2PC/C0aInqBa1zawaE414KCOXA8oNYL2qwKr0UaOJ890/b
Ukc3DLwNYH+sGJ3Fsp0C0HkZGmC4T+FtnA8RLMUy36Qaf8BWzadouRKXrUe5xPF8DxhMhrg1K/nX
PIe0bIXVgCAXO2SokI4zWJl3xydDXLWr6ioRQOSlSbXtu6vH8FkwQ2lslSdXwCAFo/nmbnXUMMhp
M9ht8ie2qY+ectM3RTdR0AAFdeNIvSkyVWO2wPwC9EHmvCXL3bN+XQIs8EjzzGdIIgME8DSUhGXs
LCOES427Etsca0wCDgDT1CsMi11PFK9jTsOMJST8I/KswpDnkjsvDtyxAyJBWzVrZFazhi3AIFNs
+tqXS5uxm0k4o7yCYbARSYDHDD1hEPIoFRZ9Cllel9j4h2Bqi97gxoBD6gXYdMTqiZHayjGpNBpY
lTCj2u5IE/ZhwaWBmApQpvlXYyyQeuo2SmiMX3Dxt9DlWMSgLXY54P1135D11uKehFOnf0Snbies
MeC6wcqxUfI8K7blJ4r3NNM7eM8ZwqxwYlOIyVh6GhEoWIQOEb5GNFtgrlknZWfu3J24pJVFZ7oC
Rqoi2lHgUmFqhrAwqVgWeRpAg/GgOO7LjnaYAfdMtA3KwOqTV6dWS1cLQwQqW0/tKZ5xe+6oE9ZG
TFi5K1zkqxmbs4Epwzrw4s1ulWnye2pfX2k4KXP+CAz32GoBL1hQJaIJK3KzpnYFHFfUiiVr1Dbi
Bk1cLYDy61m0uIEbbRihHgWJHbcbcyp0mEgo7iKuuyaSUWZAyCWvLYzac1h/FO6LNQBPdws7M03n
gNZMzdTfACv5THWVR/49+ADyuHAqr3411jkqxJ4sPAdAta+jLRJ4u1WaazzQbnbU3vTxHZFEZQa9
kOP+B4Yl80TdICV+xivI3nGr3gS8AFJWuydUGL3fj12ImUKEJEwpES+6FGUmDMY8YeR06FeIYQIH
K0dqjh/RLLxzit7IQQcijrl4D7HAj/M0oFzrjnxm6XMdM87G3ccQDk1RcVGNaVzYQhzawH4rU9uM
69saXVrDWB1oWfU58zA9POHcpEkhhEoqj3d7hfF9fWuQCjUoHKYdipDgiEG1P07Hu8Q6rW2iDbUO
oIhwuU2X4bL4HFF5MtkIlrJdG6n2JtqcYSqJTp0Q434WrXHVyD0DdIvhWJEE3Fq4FeOKgddjsPHy
rmzfUaVUMVixMzT4OqO/M6JUPD78zKTfPU1CI2duiPmDEDSZgwixYU/jZLoJyNQnH936LeYQ0Ffu
UtvnZ3kuMqKC3moMPJH4eCUjIc2aBz32tGCBma6udrTAlkaB8CyGrEQyv/X7c+KEhqrHO139fMy7
Oc0nT85AyA3L1L3KFOMZNP6X3tm0u5kV/n9+H00T0EETd8wNmStX9TiBMe7AzfaV9qa7vx6f4Wb7
CEWGJTYYoudkpJrZm+80IRLnI1iAwvXncsXZgimC0jHaqPofCQ02zYGqrWeu5Y4eoUEGocI8zAL0
1NOYwERCsUSzl7T07BabXWV02DOo5p4pp5xR1+LYeYjmE0xrKDePbXJKD1vrfJRze4Sz15farrcJ
XM3f5YbHiCItlJmxRyKWdQEvD/VNGVN899emLAJsFHb7/uyh9dA3WsqNzUyCSHe/T3AwZjGVOCRs
f16vt7caBVIp5/j3+aprS+33pjE30UZ7wxiAnpqrU7FNgen8iVQERXPwszydnJMQ/1ANsMwY+1fQ
X7C12mMAMA1PU3edFp6OR76Ecdpgalg7BamW7E9fyvFrrZ4/1zSkzbmUyIQfCvlM5EUVNV2Ckg1z
8J+6ZXJs9qyTfHrIWFwpZ54zxgAoY1Erg6cz6un7uxVDJZCSHrwvrHER7HY/LM+pde7WCJNs29y0
RoYGoArezkldfn2+UMR4xpUEpIgKjARGxI7n25VMxHiQs6Fmh+twyzStFXsBaLAF8ExTbWFfAdpN
y1/MOXciK8Nvxvob2COJ8F3baOjHhQcDVNy2gaujas2mOHMvv/bXg6XlxkYutLfimDwVWr88pToN
wGue4ZMPIIRdELsqT+JyOK8vXaB5mJd46s3tr8yyEv0Y6Llh1kaWA67OXHFAHAJqzh6JS1qL3i1x
TGrJKR9GrTZhfCkMnsSX+XB+edlmm/dS+9VfdU+zF7qN5mzvCTvQG+w7HNdohLADlHunXgPx1DpG
dbGCGOTXKDf05vtetX6V205b/gl02wwRNxX69XQCLOaB+sxn1dn3DZAohWId1QmnjrTXF8V+Dz/f
hecBmm0JWL7GbI231cdp1TpfKwBLvwFG5znUqAH8nNHAtlGgSmAQSuZuvRcT9g+CWoahOID9oiXp
TIzO6uJ0fk04TGZWZgsIlFOdaDLFasygPKBCKQBigUUhFiMLxK0HUlukyOuyeG4LTvdRV7LybbLF
Xodwv3hGHijUVuoKw1crx6mdF4fy2mcULBBReMzqYNqKkUjAAF4JksTD5gp0CGwFPVjlBhT614Ei
XHMFxSkZEiogV6JCEQecEgisGgoNyXthem/09P+MO3NHh8iKuGLs90kLOgsHmnO7/9VhZlAfbBPS
q50ODu3Rzrk2yF8jtzyqMBUA8vePlve8vG9ykT3LKXS1v1/aeC0AzDFX+uOb+pkhlCEd6FPGNLTK
/ABMVGKJy4M6gqNmlVr/ttEHKvrPz9DgngShiF2lT7u2iGHkVsNaMzer3amnGLcZQbinQehaLw+G
RS7jGCOoSq4vtU1vmBRWzSQn7okQb4oLoM/9CgdZLzThbYe85m2vFE1tzXgF93QI93/BoHJ6LUHn
ZcujkS090kZaaJdO6GS3r65ZXYyXXh76y0k6Gv9fQnU74ETnqVg1MgxX/H4JlyrVsE/39JjATI3x
jkVkzjngG6QpG1AQgXgUWoHuO47zSbsJCp/I5KuXDUneiLiI6EP9wFgyrTlsJrt7fwzimfvhIqkG
tCrADwVmrQ1WrSBVvXagDTfOADreUxrds8mViOEVEZ8ASsN+e6n1y+Xd1539Vf+131oZuv06tGPv
YYYPlIv6aQju6RKPn8m8ohTHx89e3p8abLEzzVB7przMn+p5JIKmIxUxErQl8WDSUKoCt7iiAwsZ
YihmeHTa8Pb4JDPoFfdEiEczqDm3KNn0pimfj/txd5ZzPHrbujKOm0M0GGoGCDxvhI2hUKYcTyCC
aR94TW7BgbK/qY9IxG9KgGdYgY39FGApe9xor+Z1if79ZxS/5bcvb0AzpqLz1Pcwk+W548EthT+R
omzByWrBgNEvyvML9i1o1lJ7knXAZr+aO50mtH9RhP/cK9mLXiql6vkpyOVYEobt2O36YPwrVfVN
gniBnSCh9XWMrg2gmF/1V4ClhwLlAmeKKvdsIx6fWgEWr61wgVvDsqw/3JP9tDHHPtBQf6HBZFDv
iHhxnezLcp+BaYhtB2tvsbgku3BSZ4OsCJYkYVUWrf/up599fz7C+jZMXLSZCCYO69rS1fNj+f+L
lvy+I8Luik3Kp31S4kSXaLfFWMIZGUXNd7IdVhtQaI2feh8t3R+FUCURCn4hdwX3jG2Hia3QQieW
rpmnAGUv1aAZgJmezXtyhFK5hkLpMgIkY71ONGOL61ounxrd/lM5R3iXK0wgqOg6oxm2v/hL/7CU
7FntmVJI0gWOmXi6+L6CKCqoXpUOpXw5b0C/yRB+8xW7GUTMcSDncNWYpbQ3nJaaAv9ZNrxjIYnX
1Cd9UKj+KO/GxSp1lNgR3GJLMZbDnTIbLd20oIN2KEJliL3fRn2e92fpWUQ0Zy2xmlgwbPScAitU
p7GQelWE8uAltpKvIkQkBWaY4W3LywrjN4cD5apm6pv3fCT0BuvzGVYGgw7EEDoD+TCU621s2HNU
wN1QB41o9lQklEYo54PKAAzw/IINeO83W3L+o/1GJgoxlY6l0jTsBZo5EQk9ogI8KJA8UIw0rG/c
lhZsyp5iT2i6XiQUSOgi91VnkI6LgcLaWVsiu4aefwwXrBWT9o5nsiv3l0bojzIquZZVcKQ1yL2D
nm8dsU/ass0URUu866/D5ydD2c49q+45TkE+DwC2wi14nXgB6Ows4d9DUuRau14A3vJYB3OzL3ry
+4QkAksxdcUGL5rXXtBW9f6+XyJjg3UmNUYGdYyB0V70+GJ/KP0JQUIUO4wxsWwAgiOwIcb7x8Be
txSTtiRifKqP6BACGIscIzY1GCdiwVn7+phtM+UwyMLkFITkZVKRyIv4xjZD+cDkwYZdAYPPUZ+A
D0+TvFklOCFGCF4t96XULBJUCmKkDZAspyUm5vXRN4WbnzORMq/2Flc5xHEy5JD2UOt/RnWE5AFm
Dmm6bzZFMaFF2KmG74EE6OJiVCvcZw6y/sDO/aQ5F5R3c8vZTU5Uxf+5fv4U2KL9+Ppn0s1313/T
t5Nf90qmqePRWX7BKt2xzP4eOdY5t5c2Mq2bQW8Nc7dLjMRyEOXRjjaTb7ynTlgpWemrilPBwTU6
KYZlzGLoo8CsCdCB9fIXcEacT+f0zKypfYoUQbxpyMmx1XSRRh4Ql87yXlmKyGZSZGPen57IBvFo
C3ZYRNV1PJmBJDK8zz1ingoZ5NbQV73zLxLG95wknnHRAKcKYFVjKgtwkJb1v8rPMEV9ZRwey8x8
RmtyNuIVi2oqyKmCVwzFZ8o6a7/pq8OheqOQoTwvspe5EAU5i0YWBp3GvFWoNLjYhKVzMi3Qoihy
EtiuVfMqrsdIeW0wpui4q31+eW7e0fNI0380I0XWs7qAvbJJPpJKtJdcqzaWuIG1l5GmxWS2GV1W
1HB4NpfyfVtkUrgH5BKAd3BbyBZpRomNecVJ3TKNVtL6Rue9mAkp4jmXOVcnYohXhahkDEr+AIYA
ToWpO1/rA238aD45NaFGGHxGCQdOdHEwAzn8rZWYKAgvj6Vhv63MVa+dHIQN68/HQjnvfyJbhMlB
QQHsN6HzuaaTqoxFVMkDCGSfnc5LxA3cUsO2Q93BDMHXV3vLxFHIzhuBb7LjJU/0Vebzi0zhbmQv
lz2GNQH/Z8LZ1rFbFc62/qW2WoZOIcZBuWRBUWYzdYVRuXxTJ2KXoK7lmCuqHh3X1SY8v2+XWqeD
/nm3o43V/+WFfNMiZCjko8oTB9BavwBqfKz3B9gyb2N99wa604RD/Ji1fxHab4KEGOWegFVGY1A7
RoJQm8AVkgwbeamDtKPQokoP4TLyiVpKkjxaW8a+oAF4OzqprvVqm7sPE16qaTiU042/+NN5/D4d
YYcapQnDbvSKYWG1BCKDGrb9UdhUvL+/2PJvSoQFyhOmzLIFVNtL9VvWeLyOpZ06AzzwVwB0DthV
i3lvyvH+Yma/iRKmSPbL/5fkLM3KWPso1SsbzUZjfK3rn+Ly4BmfL1SciVEE/85TdBLdP8aq8oVG
HX3MwjCwWW4rO3t0EJVGZ9eU8/3FO//P+WSGVDe+nCTJGGO8q3vXWGoCcuH6LdKltVrwI6senYpQ
MVXQYi7KH4NCwzL2o+t8TGwrWL8j+YjMCM632ZgOq+snxwBAghMYh/iZltqaz9r9o2pkcgwHKl1O
Cvlmi9Fkcw405Em0YYW4nsrbkXePDkxommYhY39DMQosxpjQlZ06CHyVHcViSDQyhH5ReI9vixZk
lEhTfbSqXnqd/51gmV4c4G9jnzzc7lJbpgo+Y/nbtjdvqxXilZNpakvfco3fv1/RD3lBl5N6uG70
TxfB7GplIqytr7Qwej5xNLkAQkUtJLcM3THrbAAPI1tiJGIBt+FAUUvzvt23XBNqKUDLdueOyYAr
+vP1xTtj6QeHNts+apxHF0xoJJlNr4o3hrbDMjdcbQQpenyM+UTKhFmE+mk8ruLKDseINCT1Dhf0
aoygF0f0CWsVnurO1IMnYMKcDmsqvNS81/oPC8lyaZiJrsqMkdsWVEtdNZnf+sqrKM4xRa3LN3mZ
eB6RUkZhN+aKgMgy+ljwVu1mBEkwC/2ECTJaaYWi0mWyfHrtO0SkIVJh6/d8nNuAg3V8Apq+xmlf
K2B4nkJKDEwT+VvZeHLEOut8ZrjV6KSV22rsAXpAbBFvGI/FhUqI0DiVz2R9NYa7V9t9g7kHXKdz
ogrGY19RJhtcQ6aLFL6DYLysMwxMqjvmLTjF+uF/SPuy3saRpNtfJID78ppcRK22JdmW/UKUy2Wu
4ibuv/6e1DczprM4youeLjS6gQIUjMjIyFhP3HzD+xzNtIlNPUOMmvx8CtuFFETqgmrHy24n4sm/
AIRvie0pHmq2R8uTsdyXI0XOO8X2KCWq0YlmBiFuQqwKxeqb4PTEM0/3vSZA+/5kKwA0Y411DrT0
FmEpZPVwOX+VrwBxRUjBxa26LbK6Y6duHupE/8Ja7jIxg8b3rv2+QRv+7uG0OkS7P6f04YCeoUEm
f/4QYl3RZAnYAXO7OSbHwfN4kuW4wjqbPIuviE4zevUqe3N+f3BPj+0F54jUj75KLY4zzLsNt0hg
wvYgR2NaUrYXnluExPcAP0NBpTiHyXkF2PyZGsWBCjBWGrFpWEy3MwoyprbA0cr/knj8jzlmE2lx
4/+rEOJijwkK3KZ1INavNWrruHs8F5RzB26h8UR0Y/BvQ7LZoQLtPwJd4v7F5jmet4s/odDWyPJc
NdyyYWkjofSwit168xtWn7b68ppeORaLzcb1aaGORg9NiNZ/Sj7mL08DGGdDLS5yUNLato0+Vvqc
oI926dCTQUXs5X8UHGM6wj7t8FqCF4wtvZ+Qz8Qa+Vv5YXP54KWTOIyxGbKsTUShFUFr031Jb9X+
i3N1ZoZ0f5h3NjPWNFEaZ9R3vfzaofc2sZYrd6csXejDIViiNkv2DrrdsaYe3UccFeQSZwKSYoHe
2OoK7nLnjFz+6d21N8pOLO3OGgvHb56MB2t4tZ+8r2O6i3PYjs3/aKLY3FndxNpooI0AtsMGpBlc
VfRCpPjD4XW+yPjtSN5GICbXrcpkEct16ElGv9BjpVvSGS1dHCo8dWEiEYRWcd7TYLLMrcLTSH4a
Bg4JjmGSGX9gCHUjEhL0dCA0jtb60uOZCk4uSme3QoqZGavBFRTOu8tesN5JgcQQ4PSWixXnJnOs
Etsf1shK3WgtKHUWcGO3AUmWh+XjvjqgrM0hJd6PVG6x+eT4g6RJug42/WTbnUZGNFiTX0gnhhxP
l6MACpO4SBdlU0cjOEJElwOIChGDwqnyclJcAPT66TrJC6Ew0gGZys7CKKr9gH0lAfmDoJZgQGeP
hfao0V+Bwc+DWJyPG2TA75tYbykZN8WZyFAKRF8P6Dtvei9u4pw0+w+yJQ5K2jRl0WDw+v6hzfqI
E3rMbfL7RXiNM5yZSja9Zz4nH/d/fz7ymhBg7lKNNZcpZrig6ZiBcN8/EHmhJJcS8rZHwepp88+0
cEKQeSczWU+MxqcSJKvV0nfRUkR8Zzjc52v2Wk2oMA+kUVyyPo+obz3aQHbgmezZzMLk56mFmqhB
GKRpaJb0KmlP0TIlt7w8x8rxdI11lIHH+i+P/bzBXD3tHP+DmHhrVZZ3RHqGx9NsqP/NE+spd6Ns
hB1NUYfbDxyNji1IGw3zuaYtvl155bBZEz4hJv0UoCqYmST9HzF7l7rCb8/m8TNr7iYkmHpCqiWm
Gd1SjYolHl6RakeUyPORZ2AF4bxMqCg/GWnS9nqJZEgttd8Bhv2nx8A6caIV+luCwrmv1FxijDUo
g24YZAPE7PO52l7IprMUtE26yptgPJQr79q4HIr08/+KGifsseahzCQAX4AiXRaXLwlStARVC09d
8bSdd1yMXQBgPfxZ2u2KSjamWNAvtFRR992iYoHY0Fx1GMN7uc8dTwkZI7FAZ0WW1/QWKxVZJBjM
4NZ9ePJjDIUcmUVrUiXMVtGu35hWj+baL+rcxfiXo/LziZLv02Jd9WbstdI0Qe1lh+Q6RAjUJ/sA
HAH8QfmHDq8C4rIhWBXJEeV8nXRCmnmREylZxIMJRcFqSiScsWkLycrOMo/FQ0CGx9+d267HtbwL
ErjQnnf/IOebBSbUWXOSlHl7oc2cm/fLn6urQkOfDOeFO2bNUVLWVVfGIZDyEQKWiQ8Qyj0W6krb
tXeMeBnR+SzJhCPGrkRSbXaxQnVzR3vngP2Y4C6sUdwCWC1HerMe24QWY1aUi3xRhRA+QGWfGwe1
JjzMNQEsKmbIUIfhUOPcur+89zzAWiFq+m30BX4EcNxWB1QjUL/HAjiufea81Kwnr2qqv6gHUGus
XUkCR1wCHppz7+brSRMBMoZEB0NNSdPXzTrdAqj0S96oFxJgW+8eCNRfXB+KxxRjVfrGF4RIB73b
7Ghqm++Lx/unxPMLWS9+TGTKFEi4DxcHmaaW/Eb/q0H2yLc+efLpPjmOTrD+vGEAK1n2KUOAahb3
GdEOPE+ad0jsxEYTdYNUU6GhBY0c/tA+fQdhgvNUcR5Nel3uvJks0nCumVddL0Boh71Iq+jhvqh4
v84YhiKWJdmgWeONBgSi6+r+r/Ms6Q27duLZppJZZFcJP99Y3dru6a653+O6XFkbnos+b3U0RFKK
SbeZMTY7UtGmVMaI4Yw/jY012kBf5e0roT7D3yfxTYJxAf2FJuVGBhKuuJEeUyJxzQuPCeY0riOG
YS8+vBb0A+92zXtsy4UjvQ7Ymok9BmhJQr6Ic0Lzb9A3U4y1Noykq+QBJKX3FMupto/O29ry7hOZ
jz0UQaAAVIC6YocwxNEIxbZoqN93wUbQHfwxNK3UBMNBGJLDM8TxH2YNwIQe4z6InXyp6RzgafyN
zceWvIbdvM/S/Is6IcHom1y1UdmaLT0qDLWjl+sBgwQrZBuRb8PDmvBKAvPeGBC5ZVM2AY9mMgTV
66DkI0VZaqwLia5k9Ci4AfXK3kPbiDb+7/URAwyRm+3kePPE6yKbVc0JeUb5B83P2iYE+YfgCS4K
IObvC3Q+CTMhwOj+ItSMVvSBWiWTcLsLrQc3tpvnFTkIn2jH65dHTCalz7wUzHwWc0KW0X8IWw+G
UetPvT2Sy3O0RLPrtYZXy+FvViUndLSfkV1m9gvhYmDzxMuLjlMz7OGhfL0vQi4vTNBD+/xqvQQv
G9tfLwL0oKD2rL59csjQk/jLDk5YoaoyMerYblSFCt3aUR4iwCsfbo2EqBsdBx5DVKfvUaJCnVBC
zahL9QsYilsA19RXi7jJn2AZqCteaHWr1/x3UhLbICWpRlhqI9Rvg85M7U8iAaFOiZZVgOx5HhJg
LVNcvtAV9p/2kx5jcHmjclRk3qf4j2AltnMqi+rrdRDpOhQ7LQhBl11GssPxyAXI5miKJDDGpEja
MTF9LOvYFO0G5asLbIenr57+J035G3NBrsMxi6lQd4JVvF2jfQpsjEFHis539IIXNs4+0BP5MXfM
7HRf6xRgxF2+ooREj+uA95LNm/0JCeaKBdj8pV9jHBFmToHxkmzwkhGgLuvrX7JztLkDOzyWmLuW
qFkg6CmVoN39woIqmh3u7N6piGdx7rXEo8XctjYAyrMRgdaLTYFJcwdgxXa+3703o2UcSb7abgun
cbUHtcJgO/Yvc95UDv2b0k5ue1RpF7W5Qikzu/7YO7DC99WRxyDbF9RcyqIzE2qDz2d/vYocmC9X
WqFuRSN8O/c23lpzPcvmRvpU8+5YF7ZBqAd+X5SbdDnOrvhc9eTU/AmIW3i+YgEt0FNP9zmd97u/
1ZRtD8I2UHS59Dd6OemcEECuyVZzM2SJOJTuv2sSW8IoIhVLfxooDXVLBgv7i7aF9zsltOtz/yvH
9jSb49zNN2FMmGOe7DzX8kKJcM1z50X5qtdFStbcOZ/7/o50S55OlDE1o2ujjPB3MB29+K1Y/frS
YqnYfenNRl8TThhr0rfGWMT0druHr/u/zNUA5jIb5SLP2hrfH4ZwNsgSdgONQEgw8SYoOKrN1hUa
uer7hAoq+RUfx1//m01gywhypkWyMEBCO3/p6u6FY/M4p8w22hh6UkYKlRKawBIUmN+AUHX/IDhH
zPbYqMNCDIocDPgrjAJcOZstOVEBkIR/ekhi27SD3lE1Pe+6NW3NrbdZ5F5TCzBr6Dt8OlqW87Y/
LAuVd/NnI8dv5WXbbQBgLZlqTW/++mw8wWMvOvuTN7A4HzpOqFD1m9xDpWgxC3QBgwBSFN13OoW+
BG4i0vhASra47WRUXncM9e0JmZADvkPURQmVZ2pXNbEkAjkia4kCGdfd4wmQKueElrgIMJSzgB1r
KoK9Xpdj4cUvo38MebEHz2KyS3qThVZXDbUzlXvd+Qi6qyUfLWA2jfh9Umy5QBJzP5AbiG4ARPdr
uStbYmHNHM/6c64s29+T9VfJaCTEBN16p1nGY2K1qCNhuGewIbmN/MhtduT55ewEnJDIQnpRQFL3
kLl0CFrbPQubJHntQ/NgTxMRMkG2qQoxFuLinDrVzrGAaX/8VD9R2KH1Kp5vzjFMbPuO2snCWNbQ
vgSFleilxT6H1m4BQj8AiKsiRr12BPe+Lbw5A3dul8y83EmU5IGfgqbcAOHhkJLfNfB0gA/DeTV4
vDFGI29kSVnEgOM2axL55Moz6vOthiq6GYAuapgKO/JRRm2bSSYFgcbYYOYuDsnuzcLGgPUxcm0u
SN58+nxCjrHyjZ4bDbbe0YQ2HS97SjYnY6X8jrDkwrS9dUy8o/fEeRr/y2F988gcVlMIonmh2Mzj
w8ZduQtrPGDB3xfXwlOl/lspvukwh3UdLq3cLqgsN0BQfFj5NvqHKWxQBZx/gJ1xCdLg9h5Bxuuq
gTdYhD4IVmjLo8NQmNajKIfUZcW7gmcFs9U2R/Xng5tvLhljL2BApZENqOTLBiTdXddhS8ujf5Rs
gaSB9VRueDtn/ovV/ybJuIClUNZhJ+AAgQJyJcbjluKRAYmJw9n8k/kfMmzYFgL2bKxoBPCSbneD
NbrIW+S7IaILqrizgRxlufE8eTPN60JWpRgLQOWj675nJ+VXkhDf/ZU3Docv3qVjY7YgEepMoTD6
GCIJNqrrYg7ZW5E1at7H532zkuEZ8NpMqK7fUU02blsUoq8YObTkots+FpeFEYcrnuVi4zXdx9Iy
vaWmBFt6JHJWlqgwvnTGUnOR1rU5rwxPNxgbkptJ0KEIBEO8wdxX9Hpf9W5v/T1xMaaj9eUgS9Sb
ibLP0hr717Ce5oPiIvUYP4isGrPG28sKPSYpMJLsdMndksyVJ2NMilopoqQHh8X2sv/IbNiQ63b7
usVz4PHaO2djbR0rYDHdgRU5rLNfYkGPVBQx+hSvAJnKnAtWWlMIxftSnW1iVjVsNwXGILYqsHjS
GBUvQ22g48w27Eb7kVvAfYJNNvd/NPsRrauB22wCV9t/BkCKNBxOSWruDkzJM4eaqaWBGgjIYyNO
jq6d8A+HvzkbMiXAHJnoR8NYhqgObXbuh/tHW9UebfZE2SuDgny+LNz7BGezrVOCjO0X9UumdRfU
igDwslGcwosePd7OQ/ob7FWY0mCMfd/XiilEoHE+u3YPYJ+45ESysymFCQkWZDqpqy6W6cFgV/0x
fi1/o3YfXK1P7oqrubdySogGThMj3zZia0R0nh4t7P7atx/RPJKSLfUTPc15uX86HHVjd90afdPL
UQ9iVwfztA7Pos8GD9h1qUpIDaP2yWYwxKARgdcr0BK4jpFZsSYGEKsq8PK0KLCVlZcem1OEKT3q
/UyFJ6HFt4tAT45I/JqS8CkDoOR9mc0W66ZE6BWbEAnEqutbCUQq97yBB9U479lb5EhvV5NEq1pF
RrwDb1+eL2BtZMmd3L+l31h1n34AfXgmH9AFdaSpixFGIkHOY/dRLglCM3FJRsfzRE77CvcMmWfs
2i1UZP3BLog5Oxug2NqJJtQGcMmxfrNut65IqDuKmi5LBg2zJ5zJkrgYy46eHxg7i/8ygvGeDK88
m3ELyf+S4oQWc9EGNJ9f/CtovWyw1PG9eNS9+KEPyNWugHNlH30HDWJHS3MBsIaHhptknRfs5AMY
ZU0SjDh1Ij7APr/7AJCD1+/BQ9V5fsjcJZ8KldFXLbjk8qUAnQ3AOYrX4Hj/PszeuQkbjDbmyaL3
+wo/nyJ2EVaN7XgVFxx3Lr8y5YFRwibMc6AdiJAVOoHeVyRatpZib18zjDtaDRFXHcd5m01HTClS
qU5UcQzyvPRzUKQpgrPrLpyrS45H7nwMjzPmQe4jpZOwO4Fi8GAg1wQVa60c7h/R7Os1ZYZ5hBV9
6MUUuWTq1WCmDusFFSK9cgzjrDs4pcI8w10hjgGKy6BSoHN1hDpgVe9m6TyvvcDlmQp6O/66vvDR
0FBjGBghYYhpeYYZHFUGsZpuH3BEVAU9GESO5Khi3SHDJvZM34wVQVRAhva6nHtb3ysEnccoXP0j
8X1zxCb3rn2q+saoU47cXWb3m7GyHi0Sws397P8/erbnre2EIGOAglBKJDWQ6OgPxovOH7Kt2Cm6
Er94rM22NOsTSowJuqQCFsAmkCKuEjIA4eMVY+cj2gs2jwLKurCv0VHYgO6n5vAuMkdR2FxfbhRX
A3u9gU1u+4/jcntce1/qyrB4x0ffi3uawpgoQHebydiCzqZbm7clweOTaD2paGe7r5PzDshEmoxp
iiIpuZYmpPmSIHeO5iu3x6ybaS2Xyz3u2teTx4N+5qoKY6UKrc77MoGq2JWt3pq+ele2pVX2Itlr
niRnTeKEP8ZayaEUGGGNi2C3dNBc3ufnhQorz23+5V1uxoYoo1ZmsQEbLyAR0K4W+3Rz/b3/6pBP
LLnrRXjHpjDOTbsQi/jSQ4blu/yKmSBFJrVDnh0soEzxf2hCMZTlE5LfMDUlN2s7+0x/C5XtCy76
WInECtRfrg5WCAZ7d9cs5QspIzI+vQmvTy+8rtT5V2dCkrEvPjAbM0GkJvqcw2ge3mA1v4Cf/8I9
SM4dZ/uE0wvmCMurCtE6FBezqMnCUV69z/sXb9aRQpMtltHJ2NcqMPcOHqthjJKBdtHluPf483zz
XHz/PnPJklqQtFbD75eODURcCv/fuION4cH7fMx7nhNGmAsWYXy/9U0QQmeyZSeHYB3sRsHSGlLt
nlAm36unntNr/V8syDdzzF3T2yqNRRk0VcAJE8HBfjtUbH8bZB2W5POTOwo+F0frmgz9EkTIzWCE
qSTd0PpUJbChevGRPVyeVTTD18hb1s8FtpB2r/w5OcrDX0+AZhoG2rCRqLpBS018Rgm95LXpRyOd
gAei8YKoXiha0qqvsPJjIInrPaWWJFic41Q4ZJl7FlZja0ZSPMKFhPKLsfX6bHnNxpO5FlOlD/U9
DpmHXK6xXUSKQcrW3nMiu5mNdQruAZ3tr39QjXx0Xt/o+mifPK/Xa7QJnmnMAd8CpaLPT6BgWfs3
BDlPsACcR3Fevyayp0KayD5AdjwxcnzZTvZUmJo9dn4B44C3qplLh3nmGwEAVQI9Y7C2y3eSTIKV
VVhf8mO+0RzOyc4+UBOmGIvTKa1WSimYgkt4xh4XRPl7EQJMLV4v8CycHJZQ/Ud3mfvij2FraAMl
BfwQY3mWgbIfJI6/9SgmiudZgAWtidZhOhvz2dRhw6oc9OQ3GwTK3MTRrKmdfA1rofQwUFMhgZTt
93EjN65p3d7l8FkJCHfM5OYD3lNrxjjVC70WJRnkaElztEN3dViFD0ZmIV0VxbYHo+hbhuQVgBKA
Gh/XdIfO0wvPVZ19o7+5ZpOMQieHYhJBt3AEnfOOvaOuv5WXGIlGMZBuJvr8Z/HNhCT1aifXZrzG
xpAO4NxPiFuuhZgs4BwsnQj7Bzz1reGW3jkny6YcAz/EjMQCBDfKEl6BeEGBYi1sIuzUAcjAJy/N
Mx/HTxhkLJYSV7E0tpQeepvj4/DgeYBB5FgfjuHXGeOTFFGfqzqIoNp4AfgiaprcxDDH9OqM4UEO
XYqbOqCbLjeu6aqC5eAhA2ImD8iAZ+J0xuo0C7ydiyu4eYGjiC0RPQmALE4nlTliu+V/79w7nTE6
l05v0ZPq0zJ7Z8VbHcMksDpIpYp7AaDH19XXE2osvqU5XJeR82jqjIVR/eYqLCqIM8H6ATt6kg90
WA4zA1a2IP+bGdcZ8xIrWoCLTWlVZHPeSZklfBaoR2MpI1Htfxasfas8m0UtsqzWs4Q+0u/XZfIc
7ABddwTmTkcWW14aZt7N+s+zYTD2I8rCS9HlMFk72Cz3I0Momm2ADhkdvc0/9JAnnDGeDgYph2QB
SBTa8Rc+jIh1IUHetA9P/w3GZPS9KRl5QM2wnTz1OgoW6Ca0Ecjz8PS5lBi70XSSITUV9B9zMbf8
H0Brtsjib7h2fja2mEiOsR56EiRyrIQjKj1oNAGeEIUvht/CazDh2VuDMR5SVqSLWIaub87XXUsy
ryAAkZG4Q6izLQoTh4V18H0lz7JLC9kNyzAncMYiZ+HopuVvs5oUg11URCPXLbylz00Y7c3Wun+r
b51vd4yXwViQhW7mfjxATZCFwVyfZsmbBaAI7MgB9tXKLy0fMLFuhy5KKXICy/DwogbwJWi8w4e3
4eoSY2QaUbokWolbP6xdt7TMAduGgUq7WKF0gT1x95mfz/V+6xO7kzUZseVZFqBPyBzusAJnBWzc
3eHVINjGZK4+OdSo0rCiNhQsENBkQ8ISeEZ7y0ZS21FP4Q7Kdr6TMd219KKHzPqMd58IczjU5u7K
lBqjwiOya3lrghpmQUhmR9brAO+EG6HOJQynZJjHb0zzFi0cl5vTsCAJkPS84YNX/JlViykVRkuz
MIuyTr35P+iGjwC8BVhvlJm4levZbuUpJUYBhzIWk9YHPxXqdvWIJVYYRrZoVyDihy/ELCYWKPLO
ai5CmhC9fdTEf03VzB9ClZ7V2W4FutI9pOB2CJA+eUrII8U8daoxZsDFACmadT3bJtIXHbmelQuo
vXym5/9NC9n2fF1E9qKiB+cvw6M8Eu2CgistA8Q80IXZVqKpEJkHrwJ+dGBcwdmwLDH4tHExDmpg
ZwAaAwOimnaJlnNL2FDy+kpHP65/y8ZyQUFm/cHphzDvYRJKbVjTm2fv7LomoI7Fy/jnCzkDZEY/
XzgO6Gx3iqEYJqI7FXu7WeDY8LJQo0WB7e0yxl6hrf+Gx+GcJf3uv+3XNxnmagRm3SyMNoP9wkQS
pqSBcfZM6yw8b4xDh70NijiKtUGvIOKQ4CnAopcICHUEgrvP0OzjO5Hb7SAn104PUakPZDCEd9el
8Di91wNBG9k8+uYgLbDhJV9npw+nJKnVnpAsVGwAMlKQRBcw8Efed7J7Wau7ZiWgRBbhXbXv8zjb
QjolyNwKuW0XRtdRHtOHEgC03tOw5JDgnRf9+wlP3aCMadMU4Ok8bpOSmE8xvCXaZGl/8vaviPOP
6H+UkJ1ZSRUtEYQWuv5yhsmyNZTqgUnjYVyewxXV5jvafhs3nnClGkKgSVFJ40dbsB5CKy9J5Skn
ff111N/opsv/j12XPO6Y13ShShrAd0B0fHgBEj5NMcd2sUm2yQlgGLw+wVn44KlyMM9qUOdRlopU
G89ue4x9G24elh2hWPv6+fXFhTyfd0m+z44xIMI1QGlYATkKInG24Wt6utWduAZk1icxZAlY0ib8
LYFRyOF66bVKMZBKBuRU96Q66tqKJTddcuPvWY4mlBiXrpESJTDAFASovsaYNsKk0WKF4XKOqZqr
QqloFxUVHf1nBpbv/bxjUnjJar9WcI2V5an4MA/dW1Win2cTfNzX+7kC3w9KjIPQV9pikRkqKG3O
D+7HqX49mM6f3wSRPuC/U6sjKtcznrlrmJkRBdEwNVpcYQ7MF8K8zANzPGnI1bwsSG6VnWUAAdUp
7edjsSuW/xp8/OQZrzl/DzUwEXAzuqwI6PD7KdhoGC5iouQC7RH31ye6sJe8Dfb+F/YncAHZbnhg
jFH5QY0x/0GRYb943wi3FG2OZU644b9M90o+AhK7B4CPpLdtbW+/qr3hYj6usACa4W0Qat0/5rnQ
R5PAuAToAFHXbmowMW9RqxZN1oUCqmebneSUCirU8KoFUPS+zBVdYcOhSI0Jw/sPiswh18IQ9T2W
HpzSR1RsdR0gmUgHoxlpeH2CX/3CT7TM+Lo/KDK3c2gXcTD6sUBLkTvZ9k8UrgrpFu661jlP4gcl
atcn0szSywhk1gRa1CI/+zCOtvT56lmNZ54+8Q5KFBXOQhsn75VSZh4MTRIlEygnwOWBCv8kXOWS
jDAvhUKppHdbKPG4BQaKg+XdOsELGVu0OoqsDNrqy6XxZqBc/5G+mksr7q1u42FNCHCMrfClOFiX
h6Pd8tKGc73oP76QOYQ2vHQVlgnhC5s1ChMA+d9B38ZqWTsAeINoLGIZ24tCVLql0PgAjF7La0if
M58/PoI5nzJRkksoQEzAIFYJJl1Rk3ANEnPdLSrvv5R8ch7MAx7HgZlXZgZuEXW3R+ntcnKev8oP
Xng/V+n6wRHzdHfjCNcuBEfN2rY9swZaNKq1/tNuoxKZhJgCLNxkZ6LdHx7tEktpd9jwAIVYvOiJ
Z3GrxnNBz4/vYd52KcFLrLX0mG37Q3kbPzQ7IyIgCmvSYj6Q5ow2vslJ4MzFfFOqbDfK4upL11Sk
VDe7YR89SSWw3EL7UVktg22PNAF2GoXOQAC5j7666+YzsIdN88EzbbOG5vvU2baUWA/C3jTwGQOK
iMiCYIe97/bYT4k17J8cM0od9jsaxsKkdUGemlpaCnifcd392G4PHhIT3KmweZs2YYqJHKQmVKpF
cyPkIi2eykQMkBbvrQXmLDBpYYG5IONuaboJ6x6DjElLgKAj5G0BBnMyOMk6t0YvIB8PblgQFT0x
+zQluQ0ntVge1/3S2gNox2oiYBhRC0uDepTsDSt5/SfFqx/axpiy4pqPZqjhzsGenlG9wkAUtpLx
360Zr/IHHcaI5IWptIIPCSAdJFiLyFU+lQgNlGPu8jSX834ojBnBfFyaiToVtk2XHjoBhsu3NKBq
vHDJM1rzZliWNcE0REnVBYYxvRd9sAWVenFtPyZIIAjod6VH9k8uyYQQw1Yn950ZXivKFn37knXj
voUwlPfJzHWEwnP65ocxekim1arvg0xj1bY77OWND7C6Lfm9gtHNiFfvbkF9uuPmEWZV5JsyO7IZ
K0bQtg0o99i19Iot6sFnTMbeSnE3ubudZh+1CTHGR240YCqIJrUEknO1Iph0HzcQG1mO3EL3TOg2
lehNgyaOVFq0IdZFgC+Z7DYimq9V561a8mJ7nvQY06bqvqoqBagsHuB4vGGqFq0g6EzgPE9z2Z4f
3LCmzKyAaEn1XdMtW/rj28AHVgpMuzarhe190i6Q6OHp6b5WzjXG/aDKmClDysq0i6gMWyt9MLaN
K53rvV08fy3sz3DJ3Yk7l53/QZDxri7GRawKHQQx3C7a113TkONX8wEjwt1lLM4arIkuMibkes0E
46JSWth0814SdxWQFOBdR27qbA5Q7gdbjBERxhiN8xeQKuzapasTo9LCgKpJNCtxFodLtBmt6ulr
fPaO2fJLp101HPNMKfz1FE6YZewLtqaEpkn1h4ZouaX9fuE1Z83Fv1Mmb38/uXAG0BwuZQ0SjXVb
K4pAdDFiRPrLAx6g9cmDTJn3KpCSMRB0CqJoMFfikqiLa4f5ipO2rgrS7fI/ye7y/Dv01nViH5sH
hIMbWuvjSHL+UkzoMpei15tYLGrQDbebc3VCrkZeI8a3juiv41zAmWyGJk1IMddBCPoqui5AKiHp
SdyjEn785FzxWYs8IcHcgsQPqsIwQKKwdw/tq+5gvOvopUteKm0+epsQYu6AUQqp2igDgvbKQ87u
QpIvFEwwa0bb6ySnMoh4qJzGTk6OU2CW2V08dYiAyTOv3XfuKsiiJugydAa7VpgEWKSHgq9qI83T
FIkll8TmeidUaOxtkyUJgYqI/ygsNPg1SYKrUBv0trkHv3V89LtWS+vrqUN/BsZWOWfII8eIVlbz
eBhykEuI/f4+kocl0HRTsn/2uM00s9HZlDXGkCyGBR7xK2UN4eHu/HByAd+79D0FSBnIK3P9r9nT
+hYlG5elyIkaavp/otSs/gJnCEHoKVj2zjoCxlTISzPcwp47h8eGYKnsj3ES6LjfEZE/knG9EJ0I
C6DXxmbtLDGS9odsfbJfE4pWo2nrJxtZrk/tAHitXwFQLmzO6c4ZgYnE2TBNMqpFKVKJCxenum6W
y0MIPNLfb9aALsEvq5bcfzR4qk1pMm7NYpBjNb1CBpvzOUT+lLzu15LncxeKzzlpUzqMLdVlLQjQ
Doa7eAoIXbXkmLG1Wi4J+pUXcOut+A+saslFYJl7+2UJ3ROiSDOXGsNfi8IZNhP4CB8WwG4lZ8CJ
YWYu70lfWqgj8I5wzkuckqNGePI0Xlq8F9cryMGtabd9bMWe9eRjGGp1X1fmL8s3W4w4fT3P2ytV
Ff1wRDcd5g7v//7s2zdlhHmQJD+NAKW0ACN2L1nhUVxq57XygfXWXvDAHRGa9Xqn5JjHKaglLTbo
5cfuy9S2C8Ub3MByBvetXK3rd487hDyHoQfF/5YgY0ovcWegnx8Moqqa2Vgwgi0nFAxw+UjRyS1a
yu2I4TREc3iynb8L36QZyzpISSAZaSieXoYlHkish0s6ovFUn6MibE91lRtXOS8g0vrY2YA4QDWc
ExPNxrITGeqU0Ym2l9euGEYskoBLQUEIAaFs0ZG8g7EFBAG2f/06YiPrJ/fs5grU07NjW6nlNhp6
bMyGAO3GWeDkkGJa8hzpuUrnDyqM6chGSa3aDBryYr+nMcE61uBRIM8CQaE/sOn+HZ7DSX/x7wfp
P4rB1rR6oy/kyoQ8m4qIxF+NF9pYgHQ3CoRfnMObTazIQOZHEUBBGwgL+BKPlVb26kU8NYNlC88i
La7s80fLcHnAbHOtkdqUFGNM2rqWWs1MRfrI2EKwijB65zQP60F0uH1RsxZ4whZjSQwprYHQn0E3
znbiVJ5s2UCk4rjrs37YhAhjPLSu76RrAyK2URLht+YdL68cA0xfir90YUKCMRKtUoxpUuF4OuiC
FzinKyktY6W/i9a61rgAIjdP9Q499i5nGeDwZST2Tpurg0nlosV1pgOvTUBe/CU64Un2cTig5GjH
rgp0IO0UnTFptFo75UrLSbOCw8vt3Ji1lN9CYC+6dsmKRh1i8VQYJOm8cbSQdRnIl3bhvKc8FdWZ
y26WKnR0ARXNJDs0MXzohU/e+nldFoQLZ0aP7p6oGSdBTRv9Eg0QNU0R7HarGPhRLVlut2/rNRf4
bq7Ta3r52PGJaDFekNUEtV0fEayxiy3l7L/yULlmg3RZ1WWE6YAm0CT2SjRBLTdxDn21gr1sl0t/
JR8yrz8odJ9mhfgOVRVk2eXPhGjP9y/L/EM0Ic5clihuNV/JShHuAxBjdw+a9QA381AjzVM5vUVr
uJ6tHP6Rvf4my2IkFKlY1lh0I57Uwsu8vdUHlrJB8Z3uDfhHZcKJgG91rclj2/tiLfvYe45Kwsuu
dXOCzTpmayMVvuFiV81qqKYg3wLIMbR2MPJUZWAH+ENFDbYrOZqF2O+AndrX1fr4BezJ+6c3/xJ9
U2PFGEl+0VyGq4g8Cy3dBOv+gw4yJoWNajOH1qzlntBiXBbzYhajKoOz3S4ObK1zFAmtlqX7XL8f
E2x8WPKeitmuCUxN/1uWLI5sXPmZOlbgTiatm0nWdg3EUKd3JBN1DPtzPN7nkHN0t3aSiZrEVeHn
o9yJJ7dbZp7iHgXO4lzucTHmK7ok4yLtQKFa2MNjDcjOBMsxVhvebNm8TZ5IjglysjBW5CaD5Gxk
rCIHpUQMy6Gnmo83TY3TXxZ5QolxUOorJtzVay8ir3K2aYh4EsmpfM6tlbFd/rKs5ME7ps4Rbh+v
G2Pebk5Is/5Ko3aJ1NVgcvO+e3dPQ0mwJI1YqRcS4bau3OOZLd4dYEz1mFwKX6nBLeSqipZQkug5
29AZ8eNQk2O8bj7yj/taOZuDn94CxqKEoh7KhQmawhKhMZqYOifamZW1WFrXYp1a/HzSrCP4LVg2
n9TIXaaHKtT0BdgroYWu6nFZrq4fBi+eu12pO9rD5pHi6t/yVHNgFyDZ71Lr/NK+oXdll7nmQT38
OZywMK557r1FiDaSfKV1KOTwAkuqpvc+hIpkcvelvFaqXqS6hNn/6iF1MyCynW+HSlEjUfHnnCrn
3rDwE3pQVXka44bW6O923+uVSa7IYG86eBruWvtAwYpDcTZEmpwqY3zSqolMuW/oTRUfsLt2uDUq
KSesIueFtzJPnIz9ka6hKRgjaJVO5VKc/XO2HSwDcLc5waiVuAQG11vvOK9LBYgwmMDArsv/x9p3
LTeuJNt+ESLgzSssHWgkiqL0gpBa3QDhSHjz9XcV7z1bUDU268TM3fMyER2hZBYyV2WlWYkqiGHb
a9ZBs4yZAihFlFU1CuE++YbY2GdlqbsSDst8qhGdHpkQBUcCGqWzwIDO4AaXPbDegTQrfr3hjswd
67+1VwqI6kAQsMsbwuLU8tfuZ6FYt5unb230LsbW5T8hLVYnICRTIHQl1HsqD3NdIzrEg+piGhZu
yEWANM9jO72Huw/OkV5+d6sGWbleyI1ysq+raFfFmA1aLnc5lnBzill7FoLEdWpFPggTU/+L2Tt5
X1rw6BdQkU6YBbGqNgOuaddfY5GGv6usz4uZrJaEZ9tJF6ubKbpvL8/M2SRGCKJQMBRmvZ63IWDI
t9G1Wb2yLrA5Mo7pd7z/+wTnglbAVkahxXdsXR8dTZJ7c68vneEYDvpr8Gp77j5zy2q9FRoFvV+t
tX/aZ16DvsWXCEwv4HHwRo/fbVsHy4xTa3HqO6/fP7aA2ZQmNiyq5DWEdm+ectlLVWtcMfAEqbgF
xlzTZW9Xia1cXC41u6VxWpXYpLw+sBI7s+XZqWDKhfs2MmohvAvmD4qZX0yMBZx9fsCI/qp54wsf
A9gssJyNCqdSKV8uwtQQClDSHJGSO+/87CkJLSFDz5XMcK3ZsHAqifLi7FKr4NMhkgx0Q8tWXlst
znIlOYKvvT3+irPdghNhdNMMaJEb+ZpA2BqDKmHhJu/RTj1mkd0srauGO6dwFlh3lNlbZytZq9xZ
wLFVzWTde6RWSXvz9HdQ3sxHeHhfS6J0GdncUzqY1m1FuG4e6zv7kp7KoXxXCPOiz4wR+mLYaLcr
rCcsEvI0yzFXuNvIFG9ssaqoc3gxlUnlXpr62kbFCN36xvp0Y2Th0da7ymrrsW4sE733pExgo5CT
/2ei6/pZ8t7AGHfQLdZNTQKQRx+KChqyeAxVfCwcoLHz/QQTu+jrjAzS/PjFLt+Rz/FIGgUycXst
1CiAtADb52NrtWq9j9vqwLC+uTBv+oEoRDEubZ3XoSAcxWTJPaE0O0ZWwLHmgufGSNSpGApClMYQ
21wntndCl84OXTrLJ3P/ihXiGKZ9XrP5hFnfikKSsRfiKk7Jt1rXtq2AHuAFXbi7wo0UdGkysypz
setEP7ofoe/SFHPCEAeuHcPN12ikxwoP9Akw7HwuhlNVzMaoiiwKCh17CKMSCRII6I7XcaGRNG5s
jZ9dZL+sUM2OEXswMzhzkfJUIoVOtXDloqsgIWpcl4EZcqjd4zGJTNjhwG0eazdrixPlaIC6RWPT
dMRIcIpybik4xNNjEbN4NBFB4VGpthzI4kXhyDVm4Suv4GVprIuLxuXHcuZvsokgYp8TQMpHPo0v
LXTpLDvdX62yNMm05ZrJ3cWyCAqU6jDS2uCC77NuAxNR9mqLxa3J7vBMOGaYJZhZO5+oRYESJ3F1
3HMy7irt1+1NAJ9/JtgJbyN5wmTXY1keBU1R1NaydjeHtfu+G80C5oDSLYbgma8HlloUPBX81cAY
PA7xZoPLZrSvnvbCrQATrMoc8Za/QH1yfhQs8eD3veq1QjKGfnsUnlai/UJu3sfWN5t5mjitSrVH
XW+XUr/kEIOEsuyd/ff33RLN+ljjuHFQCnyx1pH3WORsV8FUJIUTbcLlLZ/AMsAT6Jd4yopOVLrx
dn2LTTyG/suDVCms6PSykQwe4k5nzpSXKOujVeKxSgw4ovtLIq3oayGGiCg2u9882hWsVmRZxPzN
iFKtRiZvNcWgECkcsk5MQNiKF1Xg4W5cusvf+4vl4WIERY+FHY/s/NlsxDmRSYETluLJdRSq8GIM
Cb23m2HLgaGdFfvdg66/jf1bNQqa+roXo6IiYshG9c4ZzZvbSOigQ9sMq6uFgMEjWRQwZWXX6hle
D0dwqQtPgbliPvrmzeFbGwqOLmKpCFGhEejD2+TsF47fR+BklXz5nO1u3p8FO4qZB/dvmRQuYW1M
CfpxaIV047kUzToyNSf9CG/mM/LVjLtxHm+/hVHYNIq1GtUpFCTC/MvysTfNponVf4xOpRdy900X
x4kEXTT3E13FT0/LfEGy4WiBu2JllsUQNxs+T8RReHTT5S4YFYjjEE2cO+f2nK7LExg/bIagOUjX
UBwlFLoy+hgpu+C7KE8HtEFg2NMO3vaZDaoWTLcxpMzdUFMplCX0aKhPsgZSUEowkNSXTUdysGKM
oc1sa+hUDmUEcVp00lBAzn0NCCgpjku0hmIq9OMDS6JZfZGzfZoTcfRFlYgjWNQziANDi+2GiCeO
7k4zGzSP+MMBzQqauSNd/eZT9Tbsb4q5d4ZNiT2UGBxd5P6heAUrzuOjnk2yTH8TZTkZtuwWUUU+
aG/7R8xhm9iwiW4dIDIoK7+MDcPv5Dnsmgqk7jKl1xIJNXYR0YfoJYMpvyM6yP6gwtA5/s68+E9X
K3WPy6cnsKH3VnxCjk+xQLCdGejpdATHyc2thdoZi8ttDhGmP4y6m25Kz4nlFT/sVKINxGCz0s3h
21QAdRENeXNt+hs5atevrJQ3Je//8t8Jb6zbaDb9MZVF3Uat0ecVT/wU3aIYbkMGJLeXR9Ci8m+/
4lcV69BvGMo+FQGr94t1iuTfJ08Bue56pSU2LmGftrFNncf2OpuNnCpGAZCYpVE13L/S+vweYZ/u
k+ZsYK0xtmiz0xLzn8wwRAPbxDBkTmnT8k095JjZOK7BD/f+nttgJHEML7MxdcoAvbkbV9O+RVGK
gTY26pUconjv5H/Kx8RloN1sA81UAoWqo1JjZDiFhNtz66D1nZABML7OPHB/K0EBqkHI1bUQImzi
zdhMuUTbDLsldDbkn6hC94T2402WYqMlVua6g3+Mdr/NX6TvCEOVf4bFIvZYn+dfgPIf1ei+shH8
LT0/Nrgrzr4LvjwglLdH4Eomy1h5iNmqy1Q/CiQDUW/VXoB+IDU4Xg+hGa7SCL3mJip0HnbYWc+3
wvwD0mpuT5p7vxi2OJthnMqnsJCMocSjCPmDhz4CQBV6NxGbs25EYg50HDsVQyGiptRaMNYwFwxm
VGbo16SKwbDJf4HC7w9HQWGqgykgLqALkhNYD2wmDQgBYzNz7ZtXW6s/mPM6/LmA2Z3hC3Mx2VQ5
CjtuiKDL5gq5MBcgr/7WLvjP6pMlhnWGFG4M/f8A4trWD2fD9JuPeiHX6BWL8dXAGuuRnhaGbnNv
qqluFJRkQh+l4gW6gbDexwa1qxl9sBRjnR+FJaoaJLcbucKuZrqXUZe4T1axrGM+HPnHOmiqXaUs
k0aXYIKwc8VdfiYrNNGPGwRhhgX3jp62K6tZy2txjZEBxikyNKSpd9Vc4YD4gJS1K6zDlWEV7sVd
gyaPIWf+Tv7WkUITFHDFRhhxkmvUF/va7DjS2mAjwwT6w8+sRo2aveRudjBhYiM0Ce9o9DxvNNCO
MF6hI+hOMoeFUphO+LX3Nm9O5NxnEyrm84HhEvScJX9TBhSMybn2o+0u0fAHxoRnbk/a3cE2zKyR
s74jhTBJNw7aVcL5omECSzmlBRZOVxaa3t8Iz37oot8Ky3Yff1TWfUTT9KaidkPOAUpieBUUfrhr
j7890J1sHMyMs450Vpou8LoiyQLemapMhXVGnHFBQlT0RxeJG/QAmIX9qngraIhmWJOh3dyRTuX9
daS1LqfkWQIWsxVSepV5RMO2PUimYm15d2Vhks5AeworszIXhWE8VxMViUR8CvUcEtNb1A5YXguj
dZt3DW3jN5bbz1nnVATljUpcXASpEmCdtr377NxnBjjPBkdTAfTlPRqhqKQQgEwUCf3RLIFXLcaB
HIxgYBcNQ94cgk7FUabBXdui5i44Mr002xAd4L8ZAmY7T6cSKGNolKjHNAQkoJaLetqnmZEICARw
j42OKYe6sUEl1QZNCzl4b5/BehhZR087IPTBgD1DFPnJdOQzVYm6taPLkCL5dFfJBjCmruCB8Qyu
xMpzzT6YppKoq7opiwjLOkcCTujhEyrQa8s1Qf7IXIGV1WYzlc8FB1OJ1MWta+21RKoDn6sw5SMC
OvaNxnBTOpNyrW9RonQQ0ZC2OcSOiMaRR35F58Lhz+nxt2LYN70TKL8VUqxdehzg4EQXVxeYW3YZ
iEDn3q/lYOQd0Qa8DjG4fVYLi0WJP5vqmnwUGsDTPCsLGDhJCJzPqiVbRxOYsHEuxy12zjLNbjbT
P5VH+azcJIneElSwz8KZ/3M1y+UOjZyZJ3fWiOmbxeoqmC9FZB6ev5g2P397/IPi9LNdqUZ57AYi
3O6wAIfQ3rEceC6mmupHO3BfDKnIw60wWVA9VVjVnpvZfrvAokw0ATNMkIVMKuXE7RAMYhoRCzn7
Pfjt3KNuP3lm7718MeKK2SzBVDHKe6tbjp2cEswdFNnSovqlvH099qfZwHAigX68jy1457E5F8r4
uAClxcXE0OrzExnMQFUfjW3ec4dVkmtW4ZOBufQLPlf6cRRiHOLFOzB7BVk4S494CVKbFHyDv36y
lV/raIl0Lop17VFWrDQFZxjyLcyi07+EZf8YOj3tFaWBrnDhHdyRoMJeCLBpfobOG9g9PhyrWrKu
SAYW0oOdEvibey0moUW5v+yfWaS8LJSiZ7wSQStT9LEQO7/iok+cbFGZvnkJTSk05Rak202C25jl
zcxzpG7+W5L0EsgDiElih++4iGyylvgDq1QXBzS2/JfuTG/N4ds+U8cbPACBhu8K9rHANlUFe5CX
gKovFlQxLkt6UU6gdEoRi3d/U1z/PfoKD8k+OV6XwKr/D45AAchNFcOs6Ik4G9Ha2T/x3tlwY8EK
r2bwhHrRBav7HkMKy/noV7xWBiN4Nu9ojBSIu3vy5KPnrFb3+TUmJxjjeqHf7YV+kYZcg4Ydek7O
vh+gCnt1FkbsHFhLBBihgU49FoqsrkdZun+7YH/d4J3OKnvMFq4ncEy/01v9ioo8eY+AchuvVtBS
v6H084xsOutumU1rTkVRT4UkK26DnMPN0PIECis8kpFHDbFJcq9vTHPzhmUTWHmChSdkuwqLdIYF
LjoVkqDZNgpFAYqCqMBN7XLheZaDBiI8JUjjAeM1caeffRDi0w/0VolbJRkgrrGQMUaOGvtvexMT
iHvPfN3kH4i7nofX5/RwI/TmzIGsWXKB6WFTEUqaaWqvaZCfmDkaVGQ7uJh/EI0z9GQFDPQWHbCh
XDhOItiJ0nPmRGhFZ+WJmTZKYcqgchpW1RAbRaw/LiTvBY0VNvMSZ4Um9FIcATnHi1BATume0VuB
B+AxRaE2sJ+WtSnbJmqPlmMtEs5iZQVY5mJQmYcWrJFjIkH0mbSpuJ9LbJLCrdAvyHpOrz8Erqea
PRZPbKwt5gLMas1tvtLOZKZe5mo4E7sxKMgBe1lSpu3dbpBYapeY0lkeSbYHvApvWwWjOsRcGQDO
eDPSjUGcJNwM8Qqh0bK27cuq/LMC8/djIYyQ3aDQp9dVOZaIQ9jvr4vHf3q2YDI9NApbhFq7JAHJ
ubh+v9yFaNFCN1PgMMSwIMyg4pSWE4PKUCDm5CvI7ex6POJ+7TcgH0IDrs04L1YiyaAQpA7GstTI
R1njEee++93TbvmEoU7O29ZW74ERiGEGTP+j3jmDnqhJcU9dYXi1XI42SrxoyTBvCwetuK0jWS+Y
vyfsVYzvR7zrAVgbFMCMMj8kfElso7Xb1xFGjh3iLO0eC9HopqBA/R/t1ukGN6B7hHeDNOFp/+t1
cC2Le2NeuLORCka2gfM68rZ046Be9Q3oUTiASo1KYmXunsAO5OGhdTPJjl8wgZ1Y3eHzNjqRSaUf
m6HLgyAOxGO+5EdvO2zeQFvgXO1qR8Kx52fwzrAaneffxxOZ8s/09CXtesloINOOlv6ttUZT/hJW
V/DCko1thFORYS+zeDURSPl70DU49NEgIWAomyIqwAF2mVmPpcw+WCdCKG+PQwncTiKEyBa/D57+
o1fI5M9T7q1d1TzWVfx5wnpkJ6PTHvvPId4QLsUXq3whiwkeKzRLRaRPRFL+LXUZd6kliMToaWo2
4/mXZeW+tgRFiVXe3APTGokOf/n1RCDl14nRlJF4CSWsu/5a/Dn9Rw3pE4XoXIY2DqXMX2B4a4QL
FdYyXi3vTbSRy13YLHOYD5+/laETGGUS8tiiB29OzM7CthB09eyQ+FTRQ7tHXPLxAbErsiyK1QnP
8mk6uRFxUSVxAiSvz2gTI203y7250c23EDOILMKq+df4RE8KQTCqVvUKj48GvlLQQ2KhLDaZ7dWj
V2NaDNsgw0/m0c5C80QkBSBlKYGIjleh4Boz77v2ObUrL7LF2BTwYgV9R0IqeTb6SliXAsPJ6ZRH
qV+lFAU3ESQ6J9+P9n6ycBFyonHG9jaat7Gwfx6LIBestADDMzQKXMIkUa9JBlf8PJIEXO0/dnXm
R6TQRb7UZZqTq8dHZ6HrgjXA25ukBoVdcKxIZT78mnw+Clc0PbuEeQeLWb9XB8O67rHukTWy/y9O
gCgRLGOGzN+HAiatbeMlFmJJSCRo9I734wijXO5xl65iLI45YMEdKxSff/bI3xKpbyRUILcYiMR1
unxvl5gSQuDV+qRMxEoDzAd7E1nU9yovDcbya8jCFIX9jpyU+wRk+QViy9TBbPXh6+uxgcwSdWEM
4J/jpL5ZIAt5WKgxoNn+bJ4w8pI1dghusKLHHoulKS7Njdk7H9hjvnhG/fxPZKYH8vRYjPvExB3F
eMcScX/fFN8/h7opjO4mC0kF/e1kMXRmtsyebVY251/s9B8hd6eZmFBd5AE6bqHzNVncXpXSNReY
3jyhKeHx4TKUuZvyRA52Emv1eIUyyie2p5ElAwoDt2Znviaf725PExE3uQyzMIsk5Lt3akwGXVd2
Zy5apI0e6zKfyPg2lHupaSIpS/NovOU4NBT/8T+0t+ONJXS2zYpO5qPl768j/4wiW6zdjqMbBK25
5+g5aMCCvAifDxfeZHH9/8tV/i2Kih9vfSoml5gYv3/v+x4sqIWUGO+8Zy/pOjwiK9RhXCDdoock
ZmEzUeSBrYsUrnSNngV8dSGud3bf3SU4XchL0kTn+4ow0xHKUJa9zN9z3xpT+NJqYTVqRGZjndRV
hYauFcIVbr/+Yk6S/Mvd8y2Lgpbr0BRxcoNtrknfrsuhSXTpgZnOwQMSbPkM1VjORiFHV3TFEBuQ
ZkeBKRzq0+IPKwBjAQdNLaYIeiOGGJ4/rklDDJprsazttk7BZiKzsIMpi8pEKVd+7HuBeLbvqlYZ
Y6dq6HJH1huKdZ/ShGJDHag39f6VsH1b9fz3T/OIMem3t84GVRXrKzHVoqJKY8izSE2I0QsI8XS8
DdFERLoTHsPVLF/JBBjvib4JXDVGlOb8/SI5+7fl+ydn4o2PgA7DTB4GK1CaA3nHzRrQTsvKOc/G
dIqONYK8woO+kFJRkYDHknyV8EConBG9HYxrhVjyX7gx+fsUQKpSL2XVkCIwN/ACASVHbfJfA2ss
Zz6jPBFDgaMMDA4UosYJwbDmI1GOx/XjrzQ7walPZFAQ2OqXoEoMqILlFi6pnaKDrl3rF7D5x37k
3WzmSN0sAE4kUgDYJ2GAZeE5+TiiV9uoUxkJErr3WU7WTUY+xKMPRQHgpam1ODEyCXns0iZfqt+U
KdZJLsDSwjpJclKPZFHwp49h1skyTrKBHNuNbBWlUzzTWHcmw/juVjPxK7J1YpSxIvYY3+zq+Ize
Udb+T5bh3SORiQjllmvdLYOIE0rpxUtrpoNV6C4TzRmf5w5VEzliUnR6HELO4K3PqveerbjezNE8
UrAObT54+ra6exg3EWXoZXYNFHwd8ERiwaWDqKIzSbcvM+83mxKbSCJKTySlAVdkjQ5JhXO2d3f+
7PsQtoMI11qfWFXY+etjIo9CibEKRqG94RCl+0ZdH7MmT5q1r7FJ4g1jBNiCxkr6zcaHE4kUZiTF
2NdYGSMdLyeVw2waGqcOxjF7Tcz/7G6ciKLA4ppiy0Al4TATEvFq2OOFFk7M0qAKg8k8svOZgYez
QcxEIIUYxTW4DJwKgbynvq/9nYuC17itfmEj6v+iR+Dvk9TB5yHKBlaaiKJMv4PawAgUjGUjnMmS
xehqpnyICrsVV3Vm668M1f4Gjp/CqHimK1u5FZICXg3a7t5GYgf7GowDaib4j3FDzmSifwojmk+8
wODaIsPmKwgj7HrjpozMyF6is6lqSEmIJe5v8P0pjrrxi0ou27GDuKrc1PZgiauCbBC2NX9zsdA9
3ZNNLjbjQP8OM34KpTwvyi9Z2oMkC719eLJ0BtaiVYMLzijszhs5Zjz6N7D8FEe5nRBzhtA1JYwF
5F+qmX/w6OhbPNaJZSOUv+Vlewm7vAF4dbYLlk15z2OvnWU9ljKT0PmpCuVlQwm6f1mDKpgA5q0k
d64hJiKGndxYjYBIgGUe5PP/vJt/yqPuZk2Pa5WrIM+Wdn55TDhz9JGoYsIHwwzp58kwgrynFO+f
KPtdvrAM7m9w+qEGTRl9w90/qgW+DuaFMX7Hw7MQ0vwCHZzsZNGTxpDHsG/6YcJhkma8kVPzT5eP
yO32OQttGd/lzsQ6QYk2TCrh1kAhjH2v46Pc2SrnpqcbXvwsJrSZSPfn4VH3MqdctGzUIevk2xya
6YJli/G3+/IvxrnNxE8/RVHAoEVgVdADHBxnmNgy1uwjyGGlaWYShz+lUHgQZVe5vuqQcvLPzel9
cAxzvK0au1TJi+7ZsVTzDWs7ttzb2l9zO39tW8WOcIss7P8gJPj5WyjcUC/XDr3hxPAvqtl4v5Ol
lJpg0mOVCWbSbT8FUciR8KnejANuTLLR2u7ipWYZmpWrps1sRWFg4X398sQ4GyEOqzpskTw01/at
NfXN8CthTamwLkqZoP5EylgJstR1xCwx/GnrnoGVhruj6Xmxih7gEwN4/358/Tg+mto4LwNsKOfx
nc596ChmuQHnYojGK0c5tJHPLkgQp3oAvPQKrErECER0xRmixTkqVhuUOTXLFvYGBtAYXjeTuf+p
GxUD8IVY8Sk5SVwqwTuasEBhDAakJw8LSpYbNO0wb0vWPSZTmKI1QR0WHdSzAcc738z8bmkxY1IG
DssUnIRVoQf1CCnY477KBhPZqDozTe5F8YCUqACwYJkRacgUslTDYKStBCsZdyf9UKCG1DBzNDMv
sp+fi4KMMrrWQddVJNI+2yNSUT24kPwkch6bPOvwKMAYczGsO4OgJGgO1znjr7OgnqYgzm5Rybct
tMhOV9XUV5ebVelLrGq+usabsXisC0sazQSYYy+2oZT3M2tt/mS44lcjmuKiYm/wYnguPQGI7V2a
IUkQRZZCow7m8n7lFm+4yVjZupnJ9B+WQPMLN0N5UUDXLx1VFPPPagmmJcPcofxUmctwxT+XudN7
BdwXbEuMyJAFGjT1cJGrlTTccJ9IqD/4WI6BRqsLniqZr4HgokGrvWi+WA2oq3KfAcaM+0WhwEPM
kybJyFWW1o48WkfOSnVbGZnPFNaXpOBDCBCSNiXkEBKDMbLxLkpdJBMRYjE0EggwPIB7hQIOoRqH
TMLSK7TSnHwDU6NPynZ8RxYsRE2MmQljBQM0C5PY9nhmkgcYuhX826duPhMpzPIzSysKQnRNzjJe
gZjOOp21nWuLTtc4qBKNjrOoFdbjiPy5R4dIPVZK8TokKnnLnhQB8f16vJm8B9KGHtu1yoUFPoPF
QmPuB2XhMT1LGKZy1g4iOcyoNW+BBQqRxP6D0Qj7MYjNAzI47yQRvFk83f2XXPu47JIBwXFDyH+4
g1xZDK/+F12+ZVCpjtYQmiGqOwJe6/7VQe7BZI++zfvvtxAqxVHoWdmPAYScSXtmZS0zC91AW7QC
rXJs4WVhP3HTv83iWxwV3mhJJ/HVgChg7WPFoG9VNln3yzo6lhQKlFQ1l9QRdGDH0403A+wKe/zx
Z6pPBOu/taDAqK1FPRFK/P0EW48kW9hi1A1NPQwx98rto8OigKi4tn3Q93cDqD4Md8R4Ef5D92f9
ZVj5triY3cYasJKFrMf7E78wtJwPoL61pGKbQcsCuWwg3t1hy66H5cjMtC/rQ1GgdMlBFC0rRMMz
Lmh0CO+OYG3bh2DXe8OZPq+wt+IPy69m3+vYBcYrItxXpTGCS+SurrURT6LIjDfJNn3jf8u7Zpk7
CYaanuMFq7FQmlETLQ+6KIBwXxbR5gmvmDyPdAXt6mJRighFMWOULpECfg9La5eiYBVud0th/cRZ
WIy0eVWxl+xmpiGWIDSbarN1XlrvmXUAM1eBwss8L/Cagj2LCnXqaabwWliHCBdq6zzacWQaILm8
YZkd9l5j21u36GNb3QasO2Hm4BUBp27IooIlJXTvR923aVhcDXztXfHevgYbbrX6I8Wmsmeg89yd
+kMSBQAYJw/HWwRJpYsV3/HRcBKQ/YLbsDF1q3QfO8pc6Ic2fcUQcKKYOdKou+6aFjIuA1hxgkkn
v8idVjTHEI9gCa0KT60lo929Grec36tm672gzsCc25m5j9A2wIPEEWsdZEmhfsIQ9n0pBxzCo5W4
/ewX9cW8LBCMabyXLUETjW2T465joTm5gSiAgtK6yEvghuGF+yTfxK75Lsk4LRCMI7KRTrsWl8Uy
MsXXA8uBZra364aApW84XJ4H8FJQlHGxmveFBEH2gMWgxQdPqq3lKTV3KmZrRpMzs48W/0/yhch6
jS/ImksrnnAw6Jop7FnANdP7/PMHUS4UC0Zep5xoHCsn3Pqpe1lV1nu44Extm6Zmu42dK6bhWX1a
5K/+dd6TY6C+ctBFgRLyOIb0YhpPyQYW/cz6pjPgMDlqlaeiDr0xqkoIFeO4jpeNMxhW27nGVjar
I3gbc5tsrF/FVxY0PNZMpZsd8jBR5OKmkg8srroPye4qM3YzS1Gx6lyyHPV8tZmJJJZQCiWiLuXi
MYOqdrnksJFxSziFHmPD3+GVwaNLQ5dVWYan0OQFPeYj62uRBMcz7xyPkYWE4pnV73yne/hpFj+F
UN6hokXKuJUQcjrvfrvuWrfI9B5GkYXWzBZXz3cxmYy23d0SM2DhItrtsdMTs30f2+1WWmV7BMkH
rBI2V6uLi20NWCTPelPds+yPfiL5FBOkCC9YQBEo+Ik2OlI/P8lYb4up0XOHqeKjt12hyWBcrQRr
dDChvQpB8fT4O8yEbDgjRdcNHUCtgK365w8YL6EilmUQIEk/um1rKotx0b3dBjNdXHfcG6vmO/OI
/CGPJhoJC6m+dq0R4AbKl5fKBM0S7xSrwjKsaBu+3cz+VFoiw3lnIkaDN8CoqUkK1tZD159aXoqb
3ufXXCZDXmQll2yBjwY0sCAHedvga7+gAMz6tjMNergEcKuj+RetSoiMfwoNqzSIq0snHxHWCDb6
o1BtLuxgt/3ozKvTOBpuxeePx99zZsLyp1AqNlbzKBDATyoDMGDU2AeGPYy/A3vp+uc1yKS+vq4L
u2sXBTYvrVZYu3RQM9O4mYfT498x951/KE/5ns4JLVcX+B0yITC9rlL7cggPwX5pDufcUV/lT+74
WOTfqPVTc8qVRPB6DXHRyEfsUHq/YTX9sgxdVohIDIXy1x9qUe4SxmKVXhUIsY3du/r7aUzBT4LU
8+GxLn+HLT90oVsHoirX+lJs5aPuRbunvbTivh4LYBkn3Tw9XG5awBuQMO749xrPJ8lGgyzaY2V7
06+6cwoaio4BNjMNwVALa9o1UTdEXqOZNZIhu3JjOuD0MPmIllyyKNs/mhyZfVk/YXGRZynWM78G
fUKOBYjSkqH07LFO5FMeycmgr8+UnjhHRvj6yHh+YYEQOvOXibV/JSOD25fnaBU5yDUxvukMf8NP
7SnXzMImv8QJtG/Plw91Bc/sF735BMx19q+b63KLueOIVbybg74fZ045Ih40+Gdy5mSeynZ3yuK4
VDm0QoNTmHC1r/4Mn+TEwfzIzP3OesvkvCmXlIZKzRuwIZAiZogE+il9XprjwXGy/Ye8ITQ4lvGf
VBF/njPlo7Kktdqo4StXjpvbR4AfCGVN501j2fNMeQ+SNF6QEcgg10VPjKnGJc5DXcAXhft8Cuul
h3UcmKsFi+fiYg8mq2Y/Qzj1UyB5SU7Chesl1GphhEDQjoAucAkbegJJkmqDzx257NzLLTzlmDnS
WWid6EkFhFcU+dCrCrGoyvo3V5CX6VbcfGnH9SF9Jz38rDTiXFz042QpT9XG7KphAa2MqhhY5JNF
4bWL/vVqGU+/UXMHBaTpfLy8lH6CUzaWB2WnLXUndeQtA/Dn3WeiOuW0Yh1hR0SGH5KgTuy77bLH
yiTg5GWz2UhYyri62qjH8/+L6sX8FToRTXluEauZoCQQXTgndIGgTfjqlQPiUR58PSycmEkN/DQt
ymtELAK63m48FB2tNgc08c9vqwr9OgeS3meE/yzdaC4bJQKjUxCMMGQfAblutkgVo2ecdIxjJp2B
vDNdlD90o7ls9BJLN6QSOKT7xQo8AqbpoV8d4xKENTV3LrbGuGlmank/JVIB5zVKkktSQ6KCTOi7
6yXLxeO7jIU9NKNNNdaZnnaQcLNdZRGawpYstMUDAcEIK5Mzf3V9m6JOAcBFUkpJyfG5WltfVaZo
2cf7lb3HukHOSxeZy9mczeIpnY8XJmIpFIiMLBaFBGIJAzNh/kKI4i512zR/mZvOxuMIWw7drwWr
3Zvl9TStTSppejpcIfh0JpsFXFeA019fOHCT/9o4eIetnjk7t1Irtli2+ncy8KflUF4f12nVyR1E
g256r1oCoTUFvm/Q7+OA7uwZ6ZODztoST1Dsr7B2ctDURZ0NeoxEHYTypGkf3/YICuOlBzqWrYj2
AIbpslSkoCaOktSQG0DNeq12FsiQFqSkwiS6mXvbTi8RmuimVko9iXRRPkZv0bP4paIYwL1hfwKT
UPfex/Pg/Ghem97Ajls+kWAv0UbZJVtM7/nNqdwI9ucStGe1+fSEK2uzFTHsuVVNRNgbR/PeArO8
kNny5PO/O2Ga3iYOO2FsiL+KjgDyKRMsO+BMlqzIkZ8ei5qpsf+wV5rUpsZOMhUMzQTJwQ7Af7jL
3jTNiwVzfQF1I8z1D8tF/i7A/BRJoVGLxoWUzxU8I25uulPqLb9EYW4BhinD7tYgg0dF2njjNlVm
Plb23vLz6DtTgBTHoVKmNZRNsMFcM3mr5uwn9yjZjVcEJhrV0IBHkt1o94Ifre318+LZent7RbQw
Wm/Y6MJyJSLw0Q+iwpNILsroxuMWULG96pPDY2IpeC0WNiz+NObXY+1ZQRmdbdb5WxUNFc49AdVp
4yBF5YJtZXnxhMwUf72RgRhtg/wCVux+IG0IoHz8A1jKUiilRkmTD7GMS/XzV8Lc7ygwjpJCpUq6
Sh22esjHGG5rggEItGnOYwUY8Tv2s/+M3/uxvmC/BpBPCdcutjSMYP2PLPRHc6iJcGbXeHgX1U/Y
fV0YC97MXxiuQ07oL3MxeE3lUXUD9Tg5g8n7gQ+a8BIbBpw13yif8i/wkjAkzEd2ExHUE4VrAy2S
RhgJb6kW73j711cBZHtkz6PNDFpnH/QTYZT5l1FcBUKmyxiPOROqEDLj+/SCjdlMul3WyVHXMt/X
oVoNUGt9ye1xLdujbtvMOIulD2XhOfYGppGgkYDnjLbvHlvUPnsHI8QX+0+3MED4cNKtxzY5H0ga
Gp7pqoR1Z/ca09QmYgNgKkcK2uftdAdXBpT+6dYIwxdfzHociXv/NsB/hNE99KXSctcuiRXExbZv
pzrSTbppYb6XKWn2kvhWi26nL3SwEobhRbl3K6ER9npmcl3Nv5kmMoi2k6MbSkMGwX5wfxe/t9hd
4xkeYZ/n7NQ7MT4T6+Qov7qOtaAPAWQZC9+WUKF3xWXvZG/bhjVOJ81GgxO1qPsVFdu84EWOvHlt
n5Qj3nd+49yWdmW5xyfsLDOw9HuD7RbNZotJ39WfP2BRYrb8zr+hJj+Dumx7I4jCoIRhYv0ymbQL
lm6zFNesfo4ZPjaEExM5FIgkF7lp4iCEA6xbuwAUIzGJSeZ8jSQDChKgzsytw8FmkZHMzCz8lEtB
itC1aSAN0O909s+a2/jjYftCzMdixvdz6EWq8Kqu8rIo0uPabdMWUtClyrFaoQR2NdUBD3zudFnK
Z4QKCJe+WEsUyW1JO7qEhWKqiJKLxBvUx1PyMLhqPJFo/h/SvmvJdSXX8osYQW9e6SlbJVHlXhhV
u3bRe8+vn8W6M32kFFu83RPHx4kQmJlIAAksLBSMivl+n8xfeiUcW3Sn10KIk+vaIKHkLhd+x0t/
1J/xAXzU2/Rn/xYCZIBUgj7u/hcEfktX8VoscXA8n4teMc1i940ehHPrIkheDc9t1Fq3QGdhYOQS
VGYl/lp8hV/LJbwDn7cT1Y/pbNIkFfQ8M90DWLF2xgXMPKu+dSna+kfaXazS1ELnsey8yjdgubjX
eLfpLqA1WhO0mJ25FkQEJV0aC0E7C5pn6ICa0ERmE7SBGOahAu4jrJMkzD/473UT2JRbsx3xcsO3
8z5i/kkyo9S0n+/19tbF+329LsJiV0rRJTXeKRBT6W+yJaHwKAERUWyDkx+pur62k79NK48WRhju
KfJbgWMhEVnTt72ApOEbZdOlOim6+EfT7ZeZBG/c4C/rGZ1Cl8vGmLTXLAGoTEPf/Nr3LPrH6x0g
jADHlUM3cvge5P/N1Mit4YShfFyvrjnHpRPl0SAnzLl4lHqJE61ANNMOaQ9BVKbulTcWPHWmj0zt
ee0OLkVo15KIQ+U7SlaiFpKmM2JOKtEwOtjsYAAAbYKVm/OXKpRpxfkv2e9rqcTBKuyYSkM5CG6k
qGOspxbdIGMyYS7e80yzwSLp972W+Z5/k1QmXpyn4AHJy7BkN1HXov+lGgUBXL0MeBxyYIdURg1M
QdELu6x0T8XIUowi0Vo79UBENlqPF71o3a8/gNjqqBooakjwAVmtly+oWNHvirbbtcj7wUuqkvWq
0QD6BM9TtLbfS6cszXAxrJyRGHLkAK1kkDsFEpJwoMw47l/yk/8cJOrl0r8GKLOsaNUCnYqCqP4f
ecT5pilAma0EeduoQGQXMJqod2BkzrXiFTg15P5Gc7fpVWUngBcsNwJrBH7b5v4LeDrGgHIsz2Ms
lMJK5BPf7+l4psaR3ATgY5pXA+m5N4VNM+eVR7v/en7mJ3UeSrVy1gsKfiOXcG1pJQUeIOoSHnJg
fUTn6xsGFTPu1wSFO/EO7/7JwKu3mT42zd6mnB8MN3/8BQvItduVE89/DEgGeQ6LL/Bt4RW9RF9o
THl+eeM3b9t68+2bo71y6Esv5RnyKQkAh+BJ/pv9vn49FGiOTYFacfv4KXRZHcnscZua80v5ud4G
lvD+eIm/DbfEjb4RSCxxTLLQTzoKWgasIJNi9NNx0EOb7gzqkjqfm7N3OG8MNXj5za2jhokKZgM6
yBjg0MefsuTzeRYqr4hosGBRO7x1weMkMr2clpRL0XoFR2hG3xRjCNsJvsnUVPmoMXvavdAoET+v
YpAWIpsb4cRtmxJKwWsYwjlWi1jt7+k459kLY6AMgPtB32uvrHZ2Pzcbj2WKHCczwPYyQDoTaR+5
lWmKrgbP9WXN3OeH4swbkSlJaoLk98HQOgMVYy09ruzyfVqakEvsclXIkRCwkFszTvNabTFiFZyb
tcbZeFPp7p5GdjgxVas2LTfTTcu3IgQFUeCcE0MRAQ7KrETjnh7vxv277verMH0OG4GWeTLhIHeN
lwU8B8yb9IfbKs+CtrmstX7d5ypvhdwlGnLQHsk0hODtmtqwKJL6ti30LjDEp9gCMlZ+kjxDGFUa
jdMmzBuyxz9otGOnNV9yp23zlwDlyIqMwDH4j1tVV8qxS9hMxHI5D5Wk49dxnoEe1XrmAQ67CYaV
U79P6BACiWtOl0IVpJ3guUNlNw2Add13u5f2k1EdDqk7GRjAiUc7a6/IvXdit3JJmuCsKzIPO+65
2/hn+xYfchWDEjI1/vDM1zicgREoX83xkfL0jIkQ5zULvnjL/tloidB2OckTzByUPTcXVLpWG1pt
DOo5fYLLgBV5rMT3yOt5sSIv8Qx4axmJrBC2fqs0NB9Q7pa3vOfoKdt5xqhGBorlGr8BwyEwReDz
9a0JGOH3tJsLPwBen38ef8e9EyG+g3iLMkC/5zlDeWi4suJSzSWD3WmxHuqh+RMZDQYob9dmjNy3
bRAyCY2WAwoDRmSfcvUkBxnWsDOTP64ZxhhQt1f7D55TP0XTZreb8fXZthND+vwc9c8LQoi1sGFW
ZdKwSgIPKBnHzMEaYckVv/Rrb6wpdKCbLz5e/5PbHYO39MBr8Ua2+n3PqJvEqBGs8rayaT4izF7Z
lIyqr0HQmVkU8SkKWH4QqM3fApDp7TUv5L4Bkzlu3TxU8wC7ZgzgzEXqNkAedS10WFi3gsQKw2CA
J4fVE8KaMGqrUoqoOY2antqPLkb+QTwKP5+snhjdxUbGSlptS7p/zylgSv9HLIna6GIpb6o0ppCA
0GOskY/UXWmKJiKHNRb1pQumsAKY3zn8jYXTvN3PeOiVPMohq5uLa8+dbXJ2f4k/3Pleqaimgt3f
OPOv+RHpVtQ1v6Be/bbV1jBX94/qedFXH0LoWFyM9DDF+JCXLcbSFd+m+fGx3263dgGSivqYQfVE
7Tj+detSbS9G6jLzO6F8h0/J1nMX8926UzNYHrzjUcRBj8nttmCCCB+0bY+7J6nePgOMOdT8SO9N
FixW3/nMgrtG6re4Awqn8DJqRoqgkI+CoG49gfbE4EJFWnAs1eiN1eRNoCW6CVI3LYEPNVDwzdSn
I68ndqwbxWkTm5/Spy05gt6Yit37qzHkfXlfQXMNNzdr0XimMqSGeFkV0R0XZ5fWwuwf+cl7R/GC
13tM3mqd5EL7K578futneTxuHRDzokAiboY0YyRfybILOth9TOv46b/+F1i7u7oFVsUpsgTCMORO
AZW9PeA8nGc8lEF+KZy3hlXpaCu6lEVvqxHvvxXnwd0pk4xcCQ+IuohX/l3HXxSlfcqEQ3nx5xk8
6HfzEZaiuNWr3d6rNeWptQtefyz0vitMuRVKuGlp6GkUGCB0P7js5cv8is7JpCdbxpq0TYPquWlo
koXei7PgaFFnr4ifc8K3FwhIfHTZSQL6k1mGnBYSNjUnVjJfXdhN5Oypt2NrpaWaNBqSKvpkJIEq
hiqtTn8LcIKjzGJkVmVhIupKtPRLsUB+h4iKGxQY0HTmN5q6ev2VHRWgpUiuLtyx/5H+5Ify0DiB
yQCW67vpzsSkTVgVbTLjg69Ke8GKDqBohhO9JOqrhg5IcJ7RIDkE1ITWXkAWfrEFizXDY7SSh7l/
GSsYq3L1pYSzKYuB4yofX8ocK7NGlDNTVE8ATst6YHqOZzIH/piArLxdO6sF/byWTNbw+lj0SmQp
qotis1roawNcABIEbxiyx6qhiUhS55x8m2nCu6fVm9zIt5wzv1cf68yCAcQOgGoW9o+TRKDXb++k
OGVVwMlRfaE3e+oYuZNJfx4BHBe11G7mmjNsXzMjxLTXFkDu1MGFVRMt0xrjs1BL8ydxbLBNCMA6
+eYqOndpl+Q5aYMnhgS9Jr4uz/ocVLJ1cwGfq+NGZ8FX63fJOst47h0lnT093o17VB70QYHaciJu
Ms395u2uNDdmgkFIpLa5jNDMJ3TE8jqbaeV+jFTlUnz8yIdnAWY/NBntIjjpVjYio1VrW3DYFY7v
+xT7/CkKKyNJSSsM5lrdHozApODpq6v6MmqZ24oqhinl2mS1+vgWu6MTGIqer8Sc91UYQuZ8HFfL
r9ooB+nsr0wFCKBi16JswenwCAZSdnOPz46bSZeNDJz0j7f+99VKGA00lfIMIzKKwDI8Ee233iCH
wETWl34zarzR/i1VWlALvbVLo9GTJ3/LfQ1qojIabXZaiL9zWu90Bu0MKEsNh/i8lkxZ/CTEIsiR
YsI2K5NjPqlK5ClOqNtLpSfOoDM6/zdAn8GEgkeFBLwhO6GWOvIxdnpQr5zQ6AcIs8YdEUoYvI2p
H+rKk2ghckSaBT6NBpAF3c6kZVV6T1bKPG8vTKaWVnlhvmgMXTAUrTYbWE1JK9QMpSyeBqpCF3Zb
ZDMlk9e2HbKtg1pukzUtvY/W8UGcghQvfKyIFvNbjRmYoZK7rmov23RSJ2AAne6IEZSn8TiivDX5
cDSp2u30YsPsq7WH6nwFrlVGQT87Mm0MGtAQMeJfboWHHSNLLe/3F7/Xm7fRoCODs/K/dQbg8x55
9HHnA8cia71uM6t5dDKYgZ/lkeZB0Dj390vkg2Eacn4qkrJz88h5m6ANzZd3RO9Zv8vPj6/GHWR3
FoUwUMCJI5dKkzjEVmyZbgqrDr09olXtZEveyJv+Rd74NqNnOmVIRog+7NJhNMXKneLQOoHNYuqN
shbg3O04Ku1zLh+dISwHQ0n4SwHdlHGI/+0OR+WcV2q9GZxaKzXe9XYypVa+2m3S3e69d8ZtsAmZ
FSNxZ5+BKoDXlGQ8EdCYIpJg7TYfs3jwJBogIpRtVBDCzgiOI+YbdgBO715bfcIVOAfIxKyORL9L
Of4KlwU09zIMD6zBHH5dWcc2SsO+kTLG3UMqMFm89cai8smoJoZGoW/DsmIgix2XUWNjUoEhuXAG
/vycM72j+rNag7yzT//zQdANlAWBbyIHInaSFyWl6NEYegcobq65H/sP8LnF2qS1Zm+VenKorK19
Ph8O4AyNXx+r5V1aYBY/t9bSMs0zMAJEOD8OTS7JFfZDrtTgbdqG1nDgbQZ11zM4h1dUj0w1QpgE
6go8H+AREdoSkQAC3jihhBpwuDc8hQBI/ft4NaQhI3+f0OxJ9MuMCxsAqr9l0FMgv+J0W1mwVuK+
2YvdmKzbZZC5W6XlyqgbsYwPZhvoo96uHMrKNpFhZSqNfllS+H1G93Rlz7w/3qU7giJim35z01d3
oBFGTNnq8Psz1EbCX/2B33SOGoRaviKLfM2QoohgROH6QioUiPL2X6Eh7KMV97G2VYTrKkJP4Mb5
99mfwJQVlV3rPFgTMP//q70Kx7hthVmlZg5wCVzSMqa+6u0OudJ5Jhn+eFk5nRUl/kW/XUmcvCDr
aQlLqo0aXdggo8MwdPzhq3/wsjJGcziszzaZb94jlSYCt2iSuCpNsUx0soga9WnLp++Vdc1HTYiA
jYG/RYzBiTxJFRFTYh0Pc3Prnt5nZ0bLNx3IaSM0eW/7lRh44YLeiCK0IgrDQeIzoM6z93grGSBE
ZLdrmLU1GYRiKJ0kY9wMZNAl6LfU4NCubdhdcALiCZRepTn3weEhQ9ydIJHohkqYWfXwntTwWrKA
9hvVNTkL8cCNHGK30BbC8pQIYLmP9xL/6fgOZ8VPleod1jLz8y/dqcDViog9o+LCq7IQKwI031t5
BC+ex9VvE449nCYBM9Tx22mtIlPS71apKNb2ibgjfC5URT33O7rpoJ/QssKbHBqys9Pae37BAtwc
COEmxSxjqimAoK1/Mr9ijcNgr5UgbOG+34iYP+HKyPgCsmoRBaC/uNn7W0/vjN6hV9zkgu2/lvEb
il3JiICZEzGClnfDU2slL4q+RpuxKABxE0q1CJwksqAnRT7r0WDucjmV0X2kwR5brLWfn/Xh6vvR
wFjkfIqfr3+ip9yaRpBAPZawFH3J9NUKiOhL9hi28WAA5mz5zEF7Og3q341izdx6j0WtLYYwJtKY
Z90AthtXF0azb7Xcffz7S0EFUCKCwvPIdQBNMFuzq91K4jToMI8XSjtTwoXq31pnV/uuF7zxjRDi
SJpsLLukh5BALwxl9/+5BOI0aKkUyrHFr+d4mLCaiRKpgI7VtSj4rjCAoOhmFcRZ+FHYxXUGqDzQ
ji/PL5kjmIyNWXpr02AW7cjVkRCGvZ+4HkYL65ljlxSUW25h6St7tmh2r2QQJh3nQedhhLW8vEiQ
QWuIV8D/1IAJb/f8v5jGuWi4ruTNen6lZooYNuBWxJpC29lLJ8BC0TC5fTvou8vP46WtSSLMfT4V
VR/G6EVinxOTd3YTMDBrudG13Zu/4Wo1fBDnkdxgNZFTq+Fus9aKuHorCTs/VlMLmhscz37rHzLH
ddHnyefq8+OtWlY0BYAVYKXAzEhImWI5qxpBmJlDMk/N/7aBfsnXUEpLQgAXEMAGhYoamgRu96rL
WymSc7QjjJpsjQaDl5EPoGW1EkcsGcprMeSlKdoRRgDNJbIV2p6pWP7x8WYt6dW1AOLGeLUvUc0E
AciR/pQX9u1PtBnXruVSrHIthLgmXt4340BDCJ2o0VOtcs+5Ix6Zja/X9hqp3tqOERclKlF3FwfI
Yi1m59m5sxbOLwsAhYmEPCWypoTVRw0eWN8BrVIThkyEKu9EE2Kix6dylzafjTJoPlE9xQsFVX1i
FY3YRXHlcfMsujdOr16zraANWoEZai/PHExM+9889EAtCtgdh0QUMp+EIky0PzY5hjO54Gvfq/4m
H6xh0x00m05nCsJvymy14bh2WnftRL8LvRJLqMaYe5FHRTJIdt90gVajMwYIFkAk6T/PwOT8/CSg
DUi02pZRFBGAQ1mLbu8zofNOX30AsdNg1gs6KccHYKcnEy7w5aXRY1Ceq09PpxNzOP8ERmD8rOFZ
7zrBfxc+57lRUp5rZcTNzjqvT+kimt0hJEepll5EgEgLYJU3B81gcNyeGx0EtOC36uqql15zv1n2
/yudOG2hY8OoYSH9BbMA3rYmE2ueAxJM632Doum5nHsoM2ut/LEYa1yLJU4bLUhMI9YQ6wGiIn9n
G7CXzM1wj2/Pkm2+lkIc6RAWPO1XkEKL+nFGcWKSre+A0vOxmDuAD3mEhL+U6qalkg5yasw5xgCi
fX9q90Kioy7y/L1iQ3+LVeRr9XpRhFeLm7ihhATCeEwGQJIsUTnbe1JOXwDYfPRG9OrpCNdnZMKA
FXfbVHzKmRmUXGhhgX7YBoN1s7+Abfr6+Wdz+bwgf7zieIXZ6d19I6hjMTQO+XSBpCvEEAtRiOX+
f0K8t1+KYglpKtmaMZyDPR8FiJn5p5FB7RPDrlJD/fMnBnofND2VXRgNinG1Hhky1H9jfwPa3as+
WGd/Cuvn53vV5i0bHxRBODDe8gI8+a0T51g/yccUSaDaYJ+L3YC+Qje3AjN4rRyztmrVd7w/mcVp
m/AITJye60BdOytaNF+1u027+ghCi6IhzeMpwUdwx2THAdqQnNN9fFH2JaT5ZrAtn6g1mUsOmWM4
GtERem4BGrtdeNHLuUx3Jdpj32otcyan59Wx0jdFb6zoxB0eYr4k16KIK8/2FCemUs67qKZNjvCa
OYHGlJby8SOBLRQhk4fcpWz6oIp+vLFLkc21YOJwOxnwVm4qQF+3Cw3cC/SFRJs1U7MgBFgCjgUu
GwUk6NHtRmYDP0Zd09HuVhGM2vL+eHCfxxUmhwVDI/BzlIkTQw8AsAS3UoJQLrkpEwZQzLIqM+lp
Z6hKpQpOtB9VXjZfHu/cgm+6lUf6JjGTQkbgB5e3kuYsTHpnj6OJSzhTpgHzb49f+MsO0eYxor8k
sfS13NwdVkHB70sowcg8EHTIqBAa6jWi2LaBBNBToNGaZ81/VA5nzv8MtKEyB9YKNitGdsE/AdjF
IeBCLXzO5BBpA29gJZBEtb3bJOZeFNG4rQSa/GZMl3NtrwibFf/23qNnCCoDLMZMSU1CYEUmY9K8
5XtXwewpzzKlccUNzqf0QMDva+zqOVdSRc/XIwRsBbVb8333Vgtfz81PXxk5I5o8n3rIimiUvd6l
R1sOR7Ort7k2FJXavvutVbXHdiuDrwPwihFj2LLPVTLv+5t3+wGEXWkKJqoSIRhc4CjMzm1jZHli
o7VqrXk6CiZnfmCyoT5PuB31Q5fYjTZYc2OWmK/Rj961EEBXEUbxvPhLE4IE2u319L0xbUcphq4C
NdJoSY34dVQpQDyqtyiyxChSa/5UvjV1o3KT5k0HpT01Wuu9r9zbxRO/+hDiaVLGeT6lYT64wrFD
PRn7z5xqgK7QzsBYKZLDCU7kJEVa54ODpt9N8YmpzGbS6rjVm9KcEF8fA8bXANt8/GmL6oIbLfFz
FxMjEte5jiLAo1AIcbkuR7t5+T022yD9fCxktuh3Ci8gmsfNnZGnhErIXDMKTIRzyAaGUvMs1GSP
DnURvWm51+yUaK15ZHG/AVGRASUDiJ+e///VDcuGuOvTNhowIjSLNlw9xZ9jEGUr5n9x766kEHs3
KJyXSEyJvYtbfuf1vL8tuCAwc6FRzo93kL+P4KDKksApNKIC4NYIWXJLZ1XYYAvFTu9MjEHfsBZr
0ZZ3oUyMQH+DtpjDHz1y6A2wjeMxt/zda+yMpvLRmr5TGK3JWL2Z/QSfgqTVrYO/d8Y5NGfyt8ff
upBNuv1W4rg5fuB4sYAFiNhAzcHRwIjq4O394jlmWVUubc8/Nfs1Cq+7hqzf2361RURc4ZURF4pg
JnKpYh/SH7l37jhHzo4CGPvTp4KBlXm80MXzvxJIxBh5LDMgZksGV+rCEe/yoTLytqscUQ6FFZfx
e0XurpAE6Dq4KETcU2JxFZs1qR9Wg5sb/aYxWSt7YnTqj3ieTzf7yXeimVm1/XiBi/f2SiixwI4a
RLT7ZrCfVO9tI48LtaLK+V1VB4Ia5JyvxjGaxh8LXfL1UPV/lko8qNI8q+UswFLZPjcGW2gw/2E4
Vnafm1WGZ5zBemrXG1S6ZjWWz/NfgslCEdMOguBxsNK00BxZTGkZc0Om+hVj+G+uxz9iSGcAbEvS
NsXgysrTmD/Fiqx19Cb0VFb69t+7LFAl5kytBQbs/LN3GoThNCI6FoH8V4hbmXpszLQ+xIa07aeK
JjW82oQWW4Y6jLEjDJPWeGZLI0jIfB34YZ1nnursXak/S8mhPn3qhx22fE5pIr8WrS9FlcC//vNx
hHozFdVlMYerlHqGH1l1+9xErszrY++khtRqcmzmuhBvo1ZWG8yxUf5jKABM1pV8QtOpUMn6hsLR
F5mPHqQ038WS0RSVJhVrDG3zPt+fA2C+QLWh8Plr6a98E8VlXcdX8Boe/8aOtti+i1SiBtbjW/Rv
jvsfMYQL9EQ/A0NbDSNMmTz/in4bPEjOTXqsBUwqiHQBIQ/Q54OsJ9A1AQoh84B+I/5IJZvOjwOF
QUXhlok7jQ2ZlTu+tgeENwspvpTZrhncDq8IPg60zDMFKn9uh7WE2rLhxDSX/7fdhNoP4O/pGLqF
V4hzMwp3sXIoy+i9UJ6UyM78YjvR79x0SulN1Nhe2+oRVW8oeVcq1H+xaB603QJAhbQokSMkQzlo
BiEfYV6kcvjkw26Www/6UIjMrktTTNJ7rAOz0pKadi1wjimuNK1uFD4KSrxO/UMtPnF0o8aYXR6a
Yb5J2WRF2JKvAEgWPUx4dTN3vXwyhkSyQ+7hBn/6+VcdOHQvq20pWf3X41UtCcLzc37cAxwt8cSB
epTQy2zRj+5QljrSCGpDtRcU4ewpD48yv2at7xOymEckY+IGCvA8oKiEZRjjpOG9jhvdKZesuL30
Q2qmU6fJ7YZTtkrBbLjwR8lq4/Eql3zRtVjCCfpMw4FPSBrdkH2W6k1YvsWx+VjEknpciSAHtU7C
gGo/JY5uV7/13bGqAHsPzDDhVTl2q3jNuy6dGyCkDNADc/1EIO48FXoluLmp0W0CwIhjPPukZ7a1
5b61g2qtsnUvTARqGbEyg2CZlUjsItp8higIaCRKkAmpzI795D5yVpXiFb9xb8hu5ZBXTAbTYehD
DoW2XOljkt6KXBtPjw/q/jVzK4Qw5U2XCMkYsYj9ebbUWN6jN1Q+0ivqsAC4hhhMOqMlYG5nho1b
c6HEzEh3EYdH6oAih/yF6GcAsnwwJkr3a5WaOid/Y8NvanxJha00fo/IIBQBpQs+uoP4yA6aP0H4
l/fmJr9MLmyWd9hc9+Fp+rbXyrVtudff2+8l9j7vw1CQ+gkWJ38ap+fGrvVOVHNWF/3/OGN5K4k4
gNQX+rovIamSnEB2YqE0Yv8VJUiNjmgzE1cQJgtpPsiDg0C6XoIGk92xWBQVxIOClcXJnusCuy6M
qjsPHPo6+vac0VYmm31Nqz2oVxX06/O05vtItHhWQzttpzHZZ5R9BlyvpmhXClZK0/e2CT27SAOi
hwcTl5TfAP7Kr/SdLItDzY5uOzKeIVclWHwKNNV2cfT3seYvFAFna4GxcHOXEFrECTPI5YxcS6AC
dPkKLnrQmMH0c0Maz4pwmkSjKI+dGKgxda58QcPEHCF/LqhnNJyK4U8kbKMg+pPK3xL7zGfvYvsm
chrV+mberCjIghm4/kyyQcRnMGJ79HjW7fiYNRlxMhqpDDeKIMdPwdiE+uNt+cV03np2+D8A8dFx
ScMpkZMAKnilNJZ4kNqhJ4ICIRuoX76+vnjt62n3+vr6/v5+OHxuLvOEPNRqEu37sfyFY4F85HGY
+V7AqM/7caUBRSCKvcJMghvsUoCGRGswBbPW0r1vhVaz5UC5zp1Sa7JFhzHyo2jQFooKySa6tPbj
T1l49cuYwDaX/GGyaABgbz8lVHxZTJREBIdAAZqrpjQ838gM6r22V3Pf97GAzKFlDW9wFm1AABrc
ymKCSAqrVhJdehO8Y2KrjZL4AWOg7Gols7AAM4AktKOhF1Di0bVJOMuR5iIOY99EYMzQPduCTeoN
BdO/PCZvYdYX6BhWAeULdUyI5LCBuNCI38iuC6mV+qIAFhP8ofvqyT1ishGobbVRU0L1y3TmFn3V
NVWYlVP9ZNu2Zm8Mw1IjLB4jd1b86sKD8PZriIsfTH1G0XkhupIaGnmn1xewNIRuZGtaCd75BNmk
zWqL8L1huxFKghOh0YwyDNgCPDhftI/xq0wM7pXbTYcMlduXBgjrs39+rMALmb1boUQ6gA4jPMGD
EvsOKuGP/dE8HkFidAw0ap4q9zVvOpByMqfmTnXQse9nkCx9sqhm2c/CU6v+xwPfFGb+IDTf4JWi
YKwhoXtVloj+ONQimjHa096sdklo7l5ZUzGsCQhj5i+QAfHPuJGKlSfEfKakVbsWTFiVAFgkhmIh
eGJ0Vsv3yrnqrDLG+99suLfH276QZcIqQSMLWgywAtLkM2JQ2jIP6QY3LEW7Rqdc+kn1xKfB33uv
UqhFp2Abjy+Phd5HpaiagbNrhlzhT7KlUxoiqg8HX3aLefalcSmsNdjO0r25ETEHTVeWOQuVIes9
T8IIDH6j4O5EZmhQWqe+vvoab4M+ZsUXrUokbupExy2X+KBjG0B62muYknqotvGFObF6bkJB7Wy/
1kD8a/4ITeEV4AJQC0QSBTXB21WKTDkCIlBjlQCSdttAU4xS+wr0QJ95PAo1NXMwD5zQNrsprXrf
Y9rTvAep5au0ecIQPzvSQWskWBWYESKQT0ZA8sxf3+LfCgttz5jm9jrqvtZvBSfZU06DlndPC5zS
ALEatcqjsKgZVwsiVF9MqzSkpEqaZ0H4z5f8uAbsvmM7wq2eGfqAvgRBOnq/iWhZQlWzATOh5DY6
r3Fb74k6FSY4GtFSOtnxR6BPtr+pLea1NitV3ubANwRqYzVWjEP0Tiz2gQY1gnfo1/3qLJs4zhkM
jjZL5MNmqsrb44zkLszkJJSB0B/Ry/RROZI57VhD9TEKV/NeH9/ChdQYtuJKHHFHIC5NpiyS3dbo
djWq1qZkIA+kKsZnjn7/yApmDqzVsWcLMP5bucRN8b064CsOyxTR1ds4+SEELKhTK+O1dDqrO3jG
44Uu2NMZQYMnBN4SSGAQodFUhXIdJYPselakc3azxcGatF2uhGBrYggHxsklg6wpxCAMtAfHf1bA
v1do0vvj1SxUc4FduloO8T5NZLwTyr6X3bcMLcCBGT97jnLy9+JupkrIVAkuEknN99VGyPmHSfXk
FNRdQBWhKMgl3qqniFA+T4RRdptduREx8zDRK4PXJWs8x3+Ep8fLnJWPFAamcWQveEA+JbLRnY68
EpTqgeJypRHyKiwUimh+pk6rtDkL0ezMaf4vScR++g0X5JMfKa6COZGaEPgaZtJzetyeRaNnNHYl
pJtN2P3CRFAvcTN9u0xofw2+sWZKM8XNdtFZPLP69F/t3L8EkNX+Jh+Z0ZsFiHvKZkzq5O9ok19R
9qX3hsDjoQEEk6DAiBB2VPR9RerEUgHcj/4sN+x39ROdMoM9rfaULp0PogRgUSQZjzySvbdNPb6V
mh5DszHr9xT9kRoVWfJE7QN1+pRWNm/ROF1LI3IcTSx2oeC1CtJzKkOrbKnmmHQLJoetdKBjrfrg
IpVN1bUX/oLjm0Ohfy2S8ORRS8key0CscmyO0Zn/Zv62awT7SwbqWgbhXJW8kJgw7hQEtEGn9p/C
QT5WP7nZrDFkLKk4hlD/AtBBWUDCDpjQQ4dmmoEjM64xEqe/OOzTqGMYbL1jDEAVk8tjW7GQKAI+
EXVvsIaBCgpv8VvLlNBdRskNBNIb0LIDIDnZwraF/wxQFQY8GsTzKTAAHEhZC63d9l9rvUNLD9Wb
LyD2NmsafxjBmAm+ilz1n1XJCEzuq7ZE5/XA6ikGWCWXyCr/Y1sCHMRcPAOmBHwtZM/gKFcpM0lg
KZToyfRYp6yYzfRDNb35eIPvD1SZB/1ib2VQmKFmc7u/lVjWdVuAmJFWig3i0D/l5Et2mgHnV7AD
vRJKz792YyHB/KEwyGLghcBAi4gwaORiMaSLmHUTCkY47qtMzz2hMliu5bTHC+Pv7gTS8CIMGYeH
PqJoshiFAcJtNE6c4FLTgSk3dLGVI6dQVAkjiz3q1fO+w9BWoj0NmIl/noYnAWzW7AVRmiZx1vBN
+5+tLXnnItGmC4MKNv75t/rMc1uRz32l0eVz6G/HIVRbz/R8va31BrNPgKSvaiNJ1fY1TtSmM8QS
gXmKGthliLecv4LQuXOmWCVcKOJK8Pdzdz6Hb6smzeYXZRbInlHWIyajSEgjRkVLGUkYlXbAFr5R
tqO3ojlLksHWAQAh2kVmar9bzeGFgRM8sAq5aHlhLHaIQSLEsYVTD9hk0KqkllTH2bOgjGuF/qWj
FWYAIMI+BTTNJCi1p6rSj5AVA/wGOAlGpTxPpeONkF040EPv08Bs840PdHe0n/4PZ1+y3LjONPtE
jOA8bAGSmmXLMmW7N4z2xHkE56f/k17ctiiGeM+3aXd44QJAoFCoysr0tqH+kBoRLUBU3VJeWPsc
HXyivBv9bhhsVhJPfRRqn6r5H9FbR7olNQFUCbjsEn8HxSGpXIq0cx2/eQltFFJHVN+Jr+lWkU+8
PowcvW5rl/pewv/u7+HbOP5nB4NzDur0sgJSs+s1VuVAQUiBdFzIi494P5WAasYQsStyb52zqjdL
UBabUSmBMkVhpypWeTPqi7OnJrUpCq5OFcM12yT9TsYZyl6W0UpKNPAASIlECkORSQMJ8839cd8C
QEasnQFkGuLZEeU9iSclX2zVwdNjBzS/8cYQheQocurGj+MCiuE1bTpQ5ktuZxs5zhpC4txWkpAt
LN9tJAMcrwLKWTwGx0zy1Lk1mcTysBzc5zxMMlIJ2SnEkZXLlkBBlxT4kpFaPfraZZHb5zb5AtM6
Xu6Qm5bBcjSNBWVXlQq+5D0nyVZuCyLvVrAbftVWZuC01RZwTMX9ksWFusUtXHs0izkLYFsDvnfK
Ya1GmcSjpdZzwtrQLZ5Duah1eTAeZ42/YgHIZoqGsfUAEv+t6HONrfoaqcMhN3XJdy2jLaqlcPLm
bSGjbxsYdTBqizKy6ZM9LDdVGqgh85wykpFpCxmFAqdCFc1Q7FLKersGpNCMqkJfGR4/0DBkqQ3i
3HCj95AHub8zb5MEGI2BPYm7ByRfECK5PlFeyAd5DfiPI5x1nybRof/mGfT9KJ+tQryzQEvaWmlg
Se6DIFvMswHNyeSC8MlDnH2Ie1Gicr5OQitGPyGqY599s1LCbaZYmrBTJNMwLprjyVTjltZxDE+v
706MHNrd0HpAfgN5juuRJ4rSeFnSYkddXJX4Ht670j451dqxkA3Cqtes/ep34bBK1CVq9B+inRvb
eH2iQoV/wbJ7bbuXWrHxhtxzRP0I5+Ga3lPPARpH/Hxbo5OiWUfyY6XYvGuCKO5vfOKf2ots9Z2p
hDuBgnlEJNKj8pzoZguOBW4krV+CZd8GauOn/TXI6YVUF4rmF5nndPArDxxbdZIlaVvvoKBuWD0I
lrxLXoZXyVtrJw5evzTBvqcsfKafwtBkqdA0gFM4glhH/Mb1UkkpNF1rRfcc1kZWduqLS1pYnbdy
M6q6XxW3b/JVUb+l0EKR5L3ff5S8qQorDbigTiFCukKOASQU4b7Ac4TPrbgxZW419FslPMaxFbqP
GQg3SouL1rVBhNhSTtInKqTu2Xiqwk3JImDeaMh9yeoJXdWkFg71dqjeNIN0HvWCTXCO+prw6RaN
ygunS53Zo1eTn/h9mUsaOQlkz1EPTLV7riCsewq8g9GA5jsIX4qCpOskemmzGpc2yYO39DHM1pFi
Dv7eq2xVeRE7s/9UvY3HPclAhmdbDbxS8NgGe1BddJ6VT/A2JO0cT7TQzFXINGgfNdWWZKL9ceWN
1jhxtCnSB6AMfbi7fq+CNHA4pPkuBq40IA23gbpDjsJxdklLM9esotuBOVY75a9esRDwztzgKDSp
AOgjRENuRZlGvOjU83hO9ZwqstWCAhtfeBvwbzYmwFoxEYOVXtH+kFUrIbJacLbQ1Iy9rapTtT/I
bGE4c9fS1XDGoO5X8jxOjcxrmes5/SGRSaTZLDJbFNF9nmT+pQJXpWzJfGTqYrlg+jYcv16Iifuq
Y7EbEpnzHAg/JQk6L8ucGkwjimqzlJQpiBXjdMHm7ZMfsTGifzh7NLmMLNTX0629QZLL0vOdij9y
uHnCoTv4nk5YDjxFSjoptyLWE9DCbQUEzY2O4+j3G0NfoqS+BelhJNIPflsc82tTQdckzMVCriXf
yXSlJSKqGEelFrtV0WgCbXuW7pkW68+Z0D56FV/tUsPrzCzpO6L6gviaqbVBez6OTLEQss+cc5eg
3rMjROckmLNFHmQx2mRrtK6vBQnzA6d2pXUZhKahlRRQdqatcmb7dWMxbpOGjelnTyF3icu9UdqR
Brjy+/07+rbegmL32J48dlMAvqVOHLmay1KvojXRUVcRIE3Ci2b3BzirSKaiuxGVNTKGb9EDetCc
+5ZvAUKjZQPGccMCwqhMYpUGWAyRGX7sqMUxNezS22nqOougQOJI6keoHcCp5KLdgj9WqsX0URqE
f83F5y7PTD8VKOIZAE1fW1Ca97FL9TzYwlRKuIpKyqevr7zGX3gA3qSXJkOWr7e4IMcyh7grckQ1
kZwObsgOW8aA4olFKynDlMpd5i8E+OMXmFxyqPMhEkHjKpK40+wElwLjG/Bl7JSAROxZtnBux612
789PrpFAbEvg1PHnhf6o9Zf2U5O2+bHR6VJifyZeRhYC/ToAI41cbNOuO61M3EyCzL3Tx8PWCw9y
vxVK7eDW+8IpBtlqs7e8XzcUsYXJye7z/f0280DB2xngB+hvjrl9fRJXJdBurV3f9Z1SGPsrQ4iS
9yRu7SY+gDSfJOWKX+pdud0v1yYnhyvudc4VGsN3Bj+nkViTWBLQgPUG2rAvDkmm+zMcJ3D9JQE5
B9WlrPFo14PixvXuRINxh+q0FjiS38amXw+M8BlPuVaL6H1LP5/qxhReej+cFUgVTtYyK5jXCVoY
Olm669WT1wy0k9FrJn4ho6P8bRorTiGpA+7cdq/qD0ZlD4cO107NSCruoqUK7kw4OpJ0IPELdw82
36mwqlblYShycehU3KHtaJaLNOGelJNrcwPJ003yoKMk2RP2KDmG+liiST1Hmq8jWrqwNLd1JWQR
QV6H1CyQvsibTM5TzndJmeVV6JTyZ54/N+WJcY9SotDet7yAqG61qUNH6UwJtWJ56xqIzqK1WItE
zKz7n2lu+40OA/hL1H5w2VxviCgrulbgW8CkIDpJG6MGa78UVsDlZsM61IrYRJCw9H6ZMwqiX7Aq
jzB5UP1eG1Ui5oOAPIic2Nf1tdwwftPWb0LV7IBCGvDEC42FSHgmAwLQ2AiEAJCbx1Qnx6wv3ACC
N1jVQf6Q+02vgbsywXtDZiQ5dwjGWWAJtaUvwYLnDpyiQCoCxdAxOzYJs8S2zkM8wkNHU5vhIMSH
KErQ61KVw4LvGu+V6XHThDGkQYiFn5MJSnXL95ruR0hw+ISXAjivhUtmzjmLv02Mn/VXsOrCN3OJ
EkaOzwQi6FB+BR9y+wlmcu7Cp2+9RKDOyqJ9iBb7Bbjj3I75bXoSDKmeZCAcKiJHzxXtqKUdR8NY
ACQp1/DcBWkLjcMkWf33swGdqrF3CZTAuA6u5zv4vjDwBoucqg/RMPvsSoXpSx4NuxznMVnaore3
LFL+aNFB4Rc4oRsKCjdrIn/IMEe0qwp2hp4DUkHuYzsIwxMXlBypay0yPcSqa6HOgQwL0aoLUZvA
rLgSneP6kFoRMPZ2zdRPLeylXR1wAajTRXFpJ4wO6mazodyERDc6qNAif70yFYgQ8mQQ8DmSXa0g
7YpWPaJLR5ahq3mL1lSeraIlTrLZ/YclAlfFKEOCdNq1VT5TeknulcgxEmZ6PVsbxZkbaJI+I9ct
lXaNF3qn7xhvoueX95aioPGoTieNHrqxNmrwUBIQr81XvCvmg5hDICdrggOX6Wih1uP4MZR9J3ID
/iEdsmGl6G5C+7x9+897EfkL1N2A0ARByU+M/uvsKZIX5V1exU4dROi23UmK2RaWDPmM/M99Sz90
Q5N5XpmaeBKuSw03kljsiAf0XG5etdiuXOulfg2oDMRKbKMJc5tHVAMRfvIQRqRfew/qYjV6NDMd
xiiLgJvyR7lhcvoaN5GGKIgTB+lpZmaiQPohIrH23y9AwJn/mRm/+q+FLfQsTsI2SpxkCNGlvJUH
0xd3A9SglnKdM+8oYJj/mZoGt2Lh+Xytw5R0FlcDGK5f9Ddojugmp0HwBCmwwO7AcnMezgtfdNyZ
N0uJqAeN3BqICX6SIr/m6Etc2JRBnjiAm1lIuP/tHXYI7a/wAYLhoakDXNKa7FHdech97HB/LAVf
M5cTwNL/BjA5OkqvBsAQpolT8imEmFUjtryoT+3785zJpmCBf5mZxBWenAG5n2cJBF1U97FuzYLk
oqWnJNdtTlyzZ7Hcqul6werM3XRldeIMVZ2VimxgctrDZ/kB+vhVHZnya0eRCd6UVNpSq38/3Tc6
c1fAJnQ4BaDyoY86scl7ogcOgypxuAgvyq7w3nFppCu3HgXtmoBb1a3YUTnNlgClM6nn8TkOTA0A
bcipGpNjiQqOh0JRHTtxXfgPYdXlAq5iT66pl3MCwFhKMejnMfd28fior0gXZ6Wyz7OsyihYy5OL
74XNZ8QZrPnEe4/1SEU3NQdKDkMvfbSPFKDFLgU5L00+VLXh4CkDeESCkuUqihGt8cFJiJXtLspA
GOknYNsR4s5/l7rAC8y6C8vo0LC4S2mWqrgRZKVKW/P+8s8eZUClRhbsUWNvCnQTs0ZRiryIHWQS
Kq4xdUYED/QI7kkzaLtXULDWKbQ7Y7+l6O9FZ+v9AdxoteD1Jv0ewOQJAbxQGsagPXH6cF0rPCCk
daCSJNoyj0gSjQqifeii3dnQG8hRGrF9RpQdV4O6p/ouuVf/glWOqyfwoSZKQIzkXKgHVFv+h2EC
6qyg6IhAH/xP1961ReNrn4dD7Az8V/CXX4d7zpdJIJZ2UJtNa6slaXSCRxItvJqWyivnHhMgsRtq
lDHtEJxHG9e1UKaMRFpGm6bblJDFgT6NBoW354XRzp1kGeVzYHyB1sTL7Hq0NRLk3NAJsZP160Ld
1QVE1aDb3qIyAMCu9FW3gVUht9+EAmmi1x4are42EDsMjqgoYBYbXboYPVVbdLO99OFTD3hDYpYF
R9qlovucB8AbCg95vOfHp9v1WDm/DNo+NGIHVf3G9Go1N4ukd4mBJbdQTlVJHCfZuiy5JTKhmSfN
iBQETmVsyAHdzbXluMzcIlJlrJLKe2vWSSBHk/rhqCRFvnA5z8UAKDxqqBeDtR5X57WpXCs8pRwC
OHRJkEH1VPdWaGQXlHm2fFQslUtm7w8EtSIQfUgBgZzm2hyH+DKowePi8AnanATDDmtSMepWz2oP
XkQreIkGs/eXrq0b2B3O8m+zk9vR1f3ADYs6cQqVqMWjphxqfqfbOKBctMu7Vb9EIH6L4hotjncH
gGMqQOCTT9gpBRN8f0icvkEOAsgi4rJ3EWB1RmrxBcUQ/dFHNBRaXG82jGo2j5sUoH4j3IjDt9Bv
XXnhrTUTXGNEqJarGqAzqFBfLz1fCFxQcxxiI99otm0PqIJQKWeRY8oB1Kv+TsgKj/JcEtAaiN2F
5+VcegCKsGC5UZGuQmJiUpiINNePFBGSmBwriBq+aj2qe/Ka07aStEq7ahV7p1JnVlAtOfJxYtPY
DEZBGjUqMEHp/HrispAARdTAcquQrjgxPjWNASCB0IqahJZ8Rpn60lR79PITL7EVFfKS41swt9Bm
Pwgo5Pl2bDwU6bELLnps8i7V/jOBBNQxsF3GbA1eX0gwXI+R6yslFBIhdSo3ppy08VgDToyDsYSv
makPwRBe3MaYnlQBErk2VBS1queRlDrxvjxzG8jE0pGyE+SrTx8lERm97/DncoJX9ia7rh3SpoJC
YeqAsdO35e+xaePpazg+RnuVvOREog4L/z9u75kTf2V3ctFAR4HpQyimTvOBd0Ak71L/b6qtlCwH
ZUawkkuduMoBHF18d2bczsVwcjOOrA6tQ/Uuy61sSWtt5vxdjWj0xL+eCNwgqy6enamDIvnYJQDF
dz7Bru+I4H+xbpEsZNYeoGq8As2tUXXr2l7fx4HGctjrO7RPrkdG0A34Ns8dvjmQ9ZQnNIf6eEis
pqB03RLzM9m5jFzu74Bb3s9xa/8ax+T4JQ1ajn0DO2AHGhKw60soCBMGQUr0PtZvK2buU0BaIW/i
nNv302kp/TqXCr6yP7nGWdpIhVCM604AZ3V9Wu7xaslCMC5nLqYP9l07ME/e+/15z1U6ftudMg8F
fQ2WiQDzrmmvEDTZ45FNY9fyhxWkQe8bG7/lxMVd2Zpeq3IbxLqPOerarhEiElaPbn/pvK9FYMxc
iujK1OQqTfRIznoJ05IeIBloIBODzuBmx1o8bUkpH8M/LSCKB3cpoz3vuf7to2lhRfE8BBU+TnQv
rDPoWWeUP/AXfthGX0DmDJHJgXYls4qzqC7ka2ZipKspT3wYtk/bxgNWl5dOqgAoXWh3HRUXg+NZ
nzWmskFSCeDElE2jbFVOVj1gOhVuN2IeFTsR0OwgQoKAg1ifNtZ2Irv8K77wSk153TbCI/KTCYqE
RrmEqxu3zO2W+jeYibtKayH2OwHfOcwPjW91eNdwNOJstMHHwO3sEpNbyovN7+J/Jicea3z0glwG
6ywpeyG0qz4i8itwxcIilchMaI8v+s/SxCeJ4lCGRoq9ZKcm2hrBefpAB3d9/1DO1edAU4mKyMgp
DyjZZAlbPs6FKJdT52JnJHzwTXYIOlIlhG5HtzPyubbrM22BgVq4dmdAOHC6v0xPltLgNM+LtdHp
mnb9haobukZTeyB6s0nX6UDpd3zI3tscnMcRo+b9ic9f+r+sT5ZXrds2SitMvPxgVg5tVQWX6jOV
Lry5NWqrtE8tOSHRbi7RvM47CdTogQNF9gbt9teXXiBxPlQe8ZyJQe6MXLWUmSr41UNoBwRPun5h
4FWsYjRGbeClyhgMquHCwZlBVOh4MoK/AChYFNincDhNjts+5cvE6RoS6iuAbSp28Cxgt3B8af+V
RHYfmny0GuSNsYoO5UNZgOdXtlV9k+6FryGxkEirdmGwTpca0eY8GdgHkFeCI0VRYbIt2tBrxDbi
E8cQKnSJZshfFH0K02EOpo9qCaA4846VweuLcyaDiY2fwlp65JgK1VCQ+e369ZDEKQE26YQm9dX9
Dfej0DB1Vlh1HGnYAox2ctKkHpmqRq1SR0WP4nuTk4x7TDxioPx4Ed7cgvBfLO8oa0meb6NN6dsA
lg8BrT66bsXnphaauJmHxIzlrYfij7iNXsQ9aGTFR9DpuXD2315i4Y7x29P9oc/ep7+HPvkkbitF
Ve3XuLpVEzxUtGipmgERceBLdPdw4SYtSLZuH5bEom/5PhCX6eNm0KDaDF8xudWCqNdcT4MPdFWq
7Q2BoMZjBo35mFGZKuD4XFUEKa3iM1gxxw1J31giMNz0I2aE7QN5UysLn3Hu0Xw1pEnQjhjW95sO
Q6pss7eApv2yN+rjKkVD7Uf+La/RgZrYkGNd1VR8uv8dpHG6N1vo13JMthC0EgClFQbcdxv1FP19
lb8fgidtp26SfUDLHQgMK+ubMpNuEzCsKpujQL0HKlH83hbNYMGLzD2XZfgvY9QORh/ET3by12uB
BxlU1RdJ5sh+HxWbUKvB6Fe5UvLagPruUgVj34sU9EVJXTFIz/WQ8Je+0pPXTDJib+E+mfMbII9Q
QImuAL7z8+F+jaYHiEDBeypz6sqHwjzLUhrJyQereOXclHxH7n+Mcc9PvgWK+agDyshXoJ11ErIb
nRbWCtMyR5M0eaMHAt4HyF+YGmcoVCr0hMRlvJQfuSXPB1wHJP2jYjhwUfBC13eH2AuRkNdV5oix
qSqkhDSCapbZWnoq0aW5Evon2SwOpbqThLWWk6hEbKYvLPTcawWKdoC9A5IIirNpq7DU+72o5HXm
cGtVOIglacEPsy/QsN+DZJnWJr9hspXqlljbQ07yD23hKTG38+BERQ2Yd5SzAL2/XgbZ90TNV4rM
eX+PwMCQ/MmeK1rYwfv9bzyDvtRhx4AoAjIf2s3lkKeiNPA+ZgrYG8FE2fBc+AWpsJsKpKLlgiQq
OlgUGnlIxpQeHQZLuURGTQslWFr2mZsK1FxIn4N6SVOEm0mrWoMKS4pvD9LlbOtsz5y5BVidIEj5
vCx0Os75fBCFACQDbiNVw+14vcRl44MxROkzPEkRmCAE2JUJUVOqHAsXAjRailibLAVlM68L9FSh
LweRKPorp68LZMA4oeb5zGn5HIJzRa8RsRbkda644E/P0p5ojeRZAAw9t4bnroZmEYn3Q4YyOdg4
XPjYCD10iF5PLrtGKEIXJx9jcF3+BeUk7jPtgF4yU9FFIUkoM98gCKDA09+2QU6MDFRhRzdSDH9V
uE0UmQBwpMBqdbE3gH2ursO9IQWAdPN9JL6kuSS/aB00xinvs5YRGdIKuDO0TNh7bcwbxBBb/+Lm
onIpU9YwO9E42ZGaNNet+9t77i4DgGLUdxIFQGunHJMxREZK18hzJ/NpqFpCjuUdzAy9CnlKueJd
fMNwuK0IgoPHFrrztUDV9/a1sFWgaAGQDkHBBXbP+6Oai4/RJoXxoKSBMFCeeNYRkV5CF8hzDDlf
aRakzkFtdlS1VefTauttWrPVXPDWW4O0kAD+yTddf3uIPKBpEsE5mOlRbrje9EXtyXrUpYFjvv7p
rXRzGMxqAz4ksJ1hIcjDqEM/qqD7pg4qiA9C6Bm6VCe6dUlr7vcjTVYDIpg35KqgLniC2M75nNJz
DpmBFGJd2+2WnpfeE7f3Hg7MKBuFYgzGPr33wOicFJLhus9C8Za2HnqONpH/6HcLgc/tfXdtRrpe
Gt/NFB2lMfe55hXLi48MSFiwl9Jk2EnJksrdTELu2trE+3hZgYsngjWvNXuabzSw5LDvfH84HKDI
QzdfHyiqdduOkv3wHT0qCwDZmZNxbX8S5QlICLf8aN9UV1VADvb7mINGdlJ+fHzhkQlUEVCh4YXW
pF7w87du/tr0JMjTxUjXotG05tpy/i1ED5GiLti4DSSvbUz2ueflXgK34j4DVF/U6P5cIiacuTlh
Ae3AqE6P5QJl8gG5tnMh8JlxzwlEqb6Qx2y2R7QLfR4gVqeYS8XI21zJaA2R8VgMR3/CZM34QvUa
qay5Z/A9kK7agBWU9NxRK94r9aVVFgLf2S80dirimho7aifRhyuW8sD1DawpoFtgq0S7SH225AZv
k1sGPzbIjx0q+DklheuHFhi0lOPAvB9ZyUrf62QLrS4AChYszTkQrIusaCPXAB5a1ydbLVpdY53L
PXeoLHWgt2MSYexQoG/+vmefcyG/DU3WTWKQew1yGALpOd5uEmlknkgdmPb4jzheTMYumZt4LMZq
mbmlwY1yN9FTC0UvDicY7+sPgYKpkW7V3cJDee5YISQFIAbxEsCJk5UspUKKBxkTjA0wDHBoZ8e7
/f4azuw9BIDCWK+ABgLKcdcfK49ZVYtB4jmxWr6UQbkv0KxA/CCx7tuZOVFohwJWGdPBk+OnSP7r
NaVrYRs2A/qDU5ZtRU94cJXo1UiDdwmsq0XS2ODzXThWM1mpsQXrn83JB+vkzvclHa2iBxukk6Hp
EfyA4vTXhqw2BJctNODcY4w37Xkh2v1pjZlc/FemJ+5KKFFRrVqYfn3l6UW1Li3tQZKnENO2N4aF
Ibw/j/4f+YbSI+lONlVSm7RaIUvI1rvcNL8XMrMzu/dqRONG+PUBNE4yQqUqPCcIjLU6uFaj8Pui
E8ykrChjSz3qs+bgZMZXFZCWU9BDKOTgw0k8z4mQxBetoFaoqq+jagcg3YIbmLtcQTQiALcC9BKK
3pOpiZCXrjoZzbj1ttAp87CgEkl10m3Ch+oxNRWXMpdUMS5YD4U4CO254COV/7ZFSbI3lP/ub/UZ
wAfQgr/GM7k9gMIXioITPcesLeH1EMo0tKVD9w3qA4+6CzHmGL1Od9pvY+OH+PVdO69UooYZ6EQe
VsVTs+eF3V8FiSTl0OcLUcwMPg0TE9HDpKAFexT2vLbFdRWfFFHsj2XNw0AEweo/P3eXGLmpz3Yt
LUFb56K2K3uTnHro+krDB7DXhpum2gmaE+38xkZvOlS3AneN/EAwAMAem7EvmZK8a4IHgX9NjI1Y
7VqLB4CN22qppSmc2aX7yNUW4p6fB+TN6v9akcnbovfjwQXZuO+AjLAgho2iB/hlCMLLT29Lj8If
MTQrUllfzw8P9tOeW8VHej6Zr4fd+iy/Bw8QQaVr1/rUzFGKcl283N+K80fj3/im3PippOUDZLd9
RwSJNJD/Lwwdn9DeBuZR24bKJttCTwqZiI1oxqdePRTPaMLo/lZPXEp79Er7j/cHNJNwutpCyuS+
QW4kCFqGT6roh8p9EzgIXhpryc3NtjIcJbMzRloJuSe+NEvgDnNTMjXjq9QPeuOR2F1s2Z25Y4EI
QcIeb3R0UE45yvle7YqUT3zIhepbcEGshhfxMaD8awvWJ9eFNjC/cGLnrsLfFifXUp+KRlL5me9o
5RrN4j2zYzPt/yA1D+q6/2W5UYiQRppzDenM6xNbI8PbKD2Wu5BtKaFiYsrn8ugD7GhY7TEmqan5
D2ht0MLVYIF1MB6o8bwwhjEMuzkj0GoF3n6E+vwk5X95qLpXy8TIanzyajWo4DTgpW3o/W09WojI
76bhBgX2lehqJOYZVZZKkjPJvR/wNjTHEN/gKpp4LaVRmzROYb9fKaT4zoDEIhmAeJRG9sK9P+sh
sdjI9aAFbVQ4u17vZvA9bKfedxIusT12iQYrcX2gXk5isAtVGbc9DSQwUL0VOfE4k9dAkXJZWPC5
mO73ICZx8ZAbvN8lg+/U2hm8HYa+FsK93hE9M/tT5J/6nplCFpgyqnIbEU98FV2p98cwU4wFHfHI
TaPiuhj1kK4XIsoHIR4qjAGlUDuJTaEibxJNj+nRcZzEjsCp64+c7otaibOTHzPJaMcDmHzatNwx
RQcXgwqPR6G4hD4EjrrrVWNZfxX6mb0vqevO3lEIcv6fvckXD0DrX3QK7NVbs9uXz+ljZFV7bZ0d
VNP/W66l47DlVkewH+Q0BuF5/e6BjXzpk8+dMXQQQbAA71U0ek3OeemVtZjELHC45hzzZnDSSkvI
iOhtNeOYRHvvk9tKS3Dx2Sj3t9XJ7Rf4StiVDaz6ErVf/xz8j1EeE90f4z34ipd5uumpBi5cNbAe
gUIlPZQN6NE56mjuL4lz7l92SxJcc94VWGtFkRF0jrK51xvPyKPKSAC8dIJ85VfPZb1LxTdN2vld
tgTzmslpjzR3yORDdRIkWNPm3wiyS0Ms8UjvtVYASfv+EBAQfdAjFFoUKvwvdyccCziPR1gn2Bsm
UyuTopQiLnCy2rMU+cPTiCRaOfDshmHX6iNQnQGzuOy7Kr6KfRKaPsQsVJmiwTw2lh7fo7GJV8fq
Ksj1ogsbL/3JOqMMVhSBhxZUo1qp8VrgTy3oeZWFC2z0zTdWJGRiYEBQwH53PeUO8gFS3Euh01Rb
TqIVaF2t3n/Uh8/7/mr8OxM7gKugTxKQaWjlTovpogz4b6VwsRPVudmB7Q8JH7neBIdSWgcimh/k
0LxvcWb9QGEN8QsQWgMqyE/9hgDBj6gD0l6kD9W2t5dUZeY255WBiQcuWdi7aQ0D2XHYpab4BWqc
kiDeI4ZpPC9TaM5PaOQlg5oGku2TT1WkCAEqGfZktDKwFzTUpsMW6i33l22mnILENFgc4NtBQoT+
rusdISRJKbIiTJwLswAQq0yNhCA0bvYFEfZ4Uw/kqQGq/DGFzkCaWtUFSu/b8/r+KEYj0+3yexCT
F6cPgJPX1BgEyF4seeigN/d+38LMao50QtgYiE3HnpzrabZirQktQ9uu0OHiHjZBAMLc4uQt7MKZ
iYz0dYhVQI4BjYRxGL9iszJ147zPMJGySS4aX+m2UJZL/RZzEdiVlclkGkOQfbkaEUrGQ9Nspb0b
QK41eY2FQ5+9SsMKUGDClmKx2+If2pl+zW1yJ9alXPpD7qPvgkYaRMa/2XAKwfjiPQsM76HNYiv7
jBNBhAt5ZKQ9kIeYhh5lFhhQf0QnJkD3NUQ2wuip795KCNqKNcn909J7/GaPwCHCEDpYRhpG8OFf
f7xGE+MiU7PUCfoQikIxmD68FXpsAhpH4sJGuXHEE1uTTyiDqbaD9HHqCEwzw8YAl5SdsGYVuJ1Z
8x/3N//NroQxBNFjWtJA04YxcSVZqvVMC4APauCsvOa9KdnnfQu3RcHRxAh8QAs+cv3TUmUuxGEj
CA1wigBW+KgJNa+vgktDxfYexd2OW9qMN2EpEA44XoBYgFcZ8PTJt5LyIgyiWM5R/obD2jQmBzw4
0OAq0VYDbU0Ew/dnePv0n1icfDHU4dUu4qTcQbPP7t0jwaqhAf0K7YYMvUVPNflc0+jDXASfz3y9
MemHSw2sKCMv5vW2zAI3iEIvKBy8bsw/xs7lwPdNPNH8W62M0PxcqjfcHDtMFGAKHYllgOHw2Li2
5wWZqrtdWzjyKkOxG8TNik/R1J1/dQsZ5ZvYcmJp8nIPEwNpRg2W6uAzVs1zzZNzv8TtsTSdcXl/
uWQl5MS0GY0kRO5pKq9Vgzi6a57u748lM9MrTOUisXQFECBZ0Er1QiSiDSsCZ/qb8hwE9n1jt8HI
uHLot0ORQYfD+rnVf00KcaIS4XgU2P7qH/2Pnfwx2LHe/G1WZ+h6Ndb/YG6kmuchESKDnHYyORXS
jFUO3KUD3KtGdsHfIrOZbL6ApOvsmSro3xfi1Nu8FiYIS/AnIgJJOJbrr8a7cs4Cry0dVNd6Ata5
PLZ5EHg+aMhaoVFWfoauW2ZqLhimzxX3FH8NSxHlbd55MobJzmmCZMATsCodMCzU3gEasHlC/o+0
6+ptXGmyv4gAc3htJlHRkkxL9gthe8bMOfPX76E/7I5EcUVgF3PD4A6ui52qq6tOnVN5qpoBKNAJ
2vNJnvNotyOezHEmSY2TK11hF4a7ijbR0hrOuZHbnz/xmHTpyVwqloWd+xbONdF2hpwTunzvQm3F
vUivxdImHUPuu6huMn8TjymUYcimbl3YibITRLO5Uix2TxAfc2etlIDNkqVU4OK2mcQogZQJYcVh
23DpjqG0IQb89ILWydgIvjOW8M0hjWsSQy4zATCQMFSocu+AygiLR+YhWsLgASZGDwaSNoisJ3du
1YZAIFJxaTPuKe60CPwGEsjoHbVqV0F7HPSlGvsjYh63ID0SRwCUjbP/m0u78QmI4XvQjjil3RVX
kKizdnQRkJKMR5h6sJeJtEs2bUuGtWxwSBQ9370z8QyaY+GPwJPFozt0clZouuGCSFFKO6uvAbhA
NLE5xxmR+QU7M1eGSIMQFEp0iGge2H4A9otlJo0rOwhOA7cCa3Cxw0YCF2e3UJ35JZuabN9f3n0A
DFGdkaf3LnIieU0hd27TOtjOjC/gjCTDXfv26y6AYg75XLPIvqjgmyWJ6R4SVdVP5+Lv5poTLSTt
wsDn4g98DnJRNPCU8PiT8zvkvSI4rViB0kH1YoMy4lxPtv5G6n6wsquI1OagbMLKEoYVCyFA5Nsp
jd/LP9G1CBecyWM6Envt9mMmR9sd/KBpC7nCpQqWiM1XqzeAuZLBAEUXQcWDQHsTVNm6RNDTpW2W
Ujczvgxai9gDCDTR60pPQhSmzMSGyvraLkQK6gEKB36hjF8c5XjJTHcAkI54FY9IQwR495dQ0cac
U1OjmaEgzIpiwd9p+abSkDLWAzA0r6AbIknEHXS+NXOAqUHfgJaR5lNuLx7olvhNDSJs7/35WXtk
9wBNA/q72FHrc/z35KrAYz6opZjtQIBIxJND6b3ZFDr3HWrSKkIfm2uCvqHP1DbfDqzWpjrDHSIQ
I9IrKdHacAMweG32jJaVfxywMOlgwg5S3Rn+hOywcJH/EpXfz+H9t07mMI7CNGRcurNLNO/inFba
B6oGI3JgQP+mr78mm2wvqOdIRSTx5/lEPfJvTCZqsk2RZfTlNB86PFk/InXX68hZgjFa+xqTp687
hXxcfPL+KZiMaqv7y+eC/UckNuyjXRxZPRTS8fyaJKUohe8SORc6hGltREIoqsWAH4YFemddw9UE
6Hc6+LVgdpzS6ZTfWp2cjphTKpkXlM6uun0vID6LwMykrGI0dT6fX+7xHN6PbxKlscLA836J8Rkx
MQ7aR6+C10wf0CpWAX6hq1tkqb9YZLBjU1ELApZz9AxvVHhrspSnfuxFmcz1+K031x+ofToxZ5wO
TO/Jlrvw4FsfVqcIpjz4o1ytsOHcP+iG144oG2j6Iivq441/PxmTUwmNUA6KRfgAN//DgIsYMnn8
Nqx58Ba/h0E2Aj8jd+nWnz1f6PmHIwT2HIyo41fdDJvy3ZSlGQrDJsy34Z1fPizqu7ICQyTZ5ycn
AQ3rHJw9RyIT/LoU8GnP98AjKmicd/A5IR05ShZM97jg+go7yG5vw3wfkR0EYV/DtUtOf/k/5smK
ziZ6BQWV/eL3f1Y/aqEuFeUfO7fGLwA0CYwUI4nNlCeDAl0o78Rxb79troedv/nijHx/QKnKJ6ds
Y5rmXj/3ZL3+LK29vY4gfwTQ73FJH3Vc3odTd/MVk+VnoopNHTbCPLBqU1xA+ELS2l84cXMHDssJ
lodRBRi48PvVBvQgk0Cx1Nv+oDulpEeMoj9fz8cAa6yl/7MwOdJF6aSiV+TgHovBjwNZMY7DwQ1N
l5E0AdoFYr8kOCc8xo73Jicnl+mDTgE7ZA9CsLfdDsWClGz64/W6+/DUw2u+e8UVr4En+tQRayCW
Y7nkldtYsWoSout2yhDbW+O2I8rL6hyQtZ7s0Rxr/yTqH+355Mx5Vo5DjwdaMtEeOs0Q8tRYoI1x
2FpQWrfCMRg+Ml73Y3lhmWftgL8QbwfAZaFvfr/MgTMMQTyeqQy58DH1KSO4okUAKKqf5yOa27Vj
YR0tNAB6gSvs3lLmcFnTK2GPfmmlJYKAhkGRbUmDDOj/y9CUVL5sMXfReEiV+N1hNxUN6pjrcxOz
s/ZvLFPCXuR4yqzmg96WQuhAutsYDwMmvLjZUq1uYdKmAOOmFlwFt2lv13yHB1aCc5ikA1qOPOv5
iOaO+83qPFDwQruQ6iUYclq8qRTU+dMlBvu5sUCTDiEuXOfYUXS/AWqZ5VM6Knq7AU8pEwE86u4h
P/J8HL9g6KlzvLUyCYRaqWvZPIEVpIogDY/HyXV3oPWD8ZKtGnLqNqdTo743+vsnz5JPmmjoz3j+
CbOx4O0nTFwnsBONwxfYgJl2BW8UyIRBJ2MYhxOuKhNkMtwxIdtPPdXOK+AoInXBdcwtJdLvCtp4
WBn4hsmR7ll0Dv7u/7oDSDxNiBwuUEzMr+Q/C6Nnv4kEINokukGHAZYhMAueJrpvGbOE0PtfVvKf
lanDEGJWKiNY8YNVTN526YhOOFgnUGT69ql9+eYJCOMIxFi0PaK9cS7Rg7HgHxeG+subcjNUqQ0U
mpbxEdXoH5W/gh25xvP9MmcCRTy8/f7Dpjw5F0zT5bXk9jgX6N4uE8FwctnKlSW8+MxLGsVCYHpA
7o20BhqF7lctCgOeq9lmAN6lArdMCpQtms81K9wRfctCabpYS5+ZulpqLpvJbt4ZnlbXRjodUahg
mCOFZ4qffrgpP+iXvAG/jZlDEPwl/Xo+pXOhBYJEeuzWxKX2G0nerBrNFEHFpeVgxwAx9YnOAxQQ
1Ce8kz/CYCF7M07b1OHADnr50YJK45F8P61Jnyd52bKDLYP/r47ONZNpGUfoKxUcFS5bx/lSz87s
Y+/W5GQlgypJ07jkBjz2Nj0oXAEXgur5B6e9Gq5N4hoUk4Rbwgz9bvWHgaI2JCJDgZ6GaS6gZZMQ
wtXyYA+hoURG3tEEnJtazF188BnS27qGnNMSSmum/sAgZPhndbyKb5bSrSEnr+TOYDdgJhJJ0ugA
EUu82tQ/jKrEL/4LAwqA+Oqwq+d7aHZdbwxP3GgRNTnNZjDMKi/+mmFJFL7T6bvHmcUahJPPjc0F
prejnGyiVHJAe5iMxtxjS7lE+JulZtQdl7Al3BhUPy7iqAw7SsgI02pHiMZaN+aEwd7tSnVjIIu0
al5zm9JNdDGqvkFrNqN+94b+eYzhIupVZv4Eer05LlxSswMG28aov4eDOu2tZXKH81tFGWxk6jnZ
qFacpybqYmVldhFvzEzntUxrXulhJgEv0KHPSQtHkBBFlZW3il06IrNPZPBE0qPUPXIx0ng132zW
smZ8IMs82maIZVH6ydVfD18fEC79OHxZ1skCuYrhUou45McbXwKYDSUz5OhQRpUnL6m8rpO6Bu2s
TQ+sTQmZKnBLXu5RmA8bEOl2FN9RDxxViO6HlkKlKS/qoLUR0eAmFlXli9ngJibJwfqbrL4vEAgH
fm5UTjyvbId4q881aNqOkuZenp+VmfzL/adMZhkIg0yK3LC13zjCHUD+QRgDDzhAiGITSGmLtszL
O3rk9uXhfMyXcKqPOKbJTIz3+c0iy5QUJ30I87J97X/Q+68eGAISdNBlkpO4/b7wB5G87/fgzibe
xw+q9c/HP7/a/1Zi4hGHkC/FsMJKZP0lrg65tFArn9nF9/M78XwV+MMkl8cAM63QGuNq8Oowdl9V
LnnRoQ5mbdfqavVH1pUFlzvj7O8tT46rXNOtVKRRi8CyBPUUjRepprhaDHnYCEQuEij+I9NjDoXw
EiWbOFvsNn50j/cfMLlZh0qmhzbE3HLkGu4/UIzxtFduZVmE10ydNtbZ+gyPuBRlzsRmd3Yfwkxv
6EJmtLtpEJqB5ysyXv+egovukLXq6SvqZYVm2ef7aCa5f2908lSKKSmI2RRGW1WoidZpH7uv5vwa
Hl/TtWWZgn6JkLxOCG28IzgkNTOW4MG8uBSZzlxK9x8yeTD1Qpuk/q9vyfXxOLf6x0f1qhDo/OLl
JKqvgXYykw2Jt9t3KHnu4cMJ0Ad4O5l/Frbg0un+3aI3p5tV6jxNE2x+avV2Bd9FjthKVA3L0aqN
p53+SvpWl9DlD90ze31UtOPC6V78gPH433xA3TV9HHtYFXZXaWAiQ3SH+wOT4BOrI2a2eoE8wEXX
15iBaHf0zIUX9OPNfL8YE/fW97IQNxTse2gvdNqNnNkMqE2cRA3yhXfkI+fcvSv97R2/GWsgK3Wn
jK4012OU9Ha8frB01nrRmfVeZXGRaEubfnF6J84NfPVZDbWU1gYqQTAYzfLOLmnGuADvyhPgTttt
rMFxr9HRf/kD7U7xtNTXP5NGvp/iiZuTQofyfXY87SA12IxABaAV6HWxxUKHG/jazaim8XK51JoM
Cgmd68moZwtd9ENGAFHH0q9WC8v+y6B1Hxnef9TE9YVJnLtFM37UrtUPyDXibkf682R+Ezg+/wU+
38VuXyID/X02PLH7u0du9sCgeFQcjnbBn7iLiVZtd4aEXltHO52605ZQR2wFoOzwLl04ags7/dcp
31h2wKzjhDQsc2BqR77K6LN041cQ9AkHI21Y/bm/nYFN3M3wFO5WFGXqxRnsFdo1/9xxW8SDxGwN
lOheMMSza2gLizrzZrs3OY3aQEFKhRFMZpqzc0zB8NfOij84m37Jbz5mMe4tTdxWFP/3DTb2au12
zRZExodDosWqS5yt+YKUWyKSPaefsY02S1pAS0s5cVqV0pWpMp4oMTar0nTQcR8XajRYVLh0W82U
oe5HOom/QtnJskKBrd7UAp9ccUXlxED5CQO1Ti+S+i2f31P4Mc3+OYLeYLOwbbnRPTycGDBic5Ad
EgVQjt3fEHIflUGQIErid5trjdRmrhqncHeSX/1WNT1kdI6WZ1Qb7oSqBYQvQRmsJsfxslrJw4jZ
WwRyzkBGMCc3nzRZ/dz15aIK8En9kYcOmLqDKyeWNAA/6hjfZI8U3VnFW2BhKmaX/cbsZNnRGhjn
MYelAD2VJqqZ/B77merkJqTcnh/eXxTVs0mfrHoK2b6oUXBvCKQ/NpB1QZkEwT+rfiXoAsXS429m
81pgF1g41fs9q6H4C+0c1IlYo3jbXjjAeGmQBTXkb1GRE2tdauM92AtrHSRB2hFtAuyO2or90iSN
c//syyc3Hht5bMfzcQvhWHZfh7RNMdxSfX7+TYatOALaoUIzrYjkTpL7ijyGTchISWPEgmyUg9Mv
6cMeiDR0dejoYVklKJ5t3K9Vvtg+9rgXIORHK6IEAUH0WU3rS0POlg1EHVEqoSMtqCqrdqhCpZ14
Dw0mktBSpD3fEswYH99P7J3FaaEpTxqmDbyktzWKJeHfIFADaJgfKQ2bccHUo3e9NzUJ1XvwVIUQ
BO0RqtOmcNhsZHWzAxcWYhZPyxdO1biVH8aFuiw8zJj/miLsmCatiqbDuEA/7ucE/a7awmmaQU9i
PHBeI0xUAY3hJOftl+j26wcUYkGvMTbdf3y4K9ASDOTSH+Sa7NXjsKQGNeOjgJwftdrA7QqZ3Wn9
SUHNrgsqd8Ac1noLwNjX4TSsRK00gPNNLaLagd6Sn0BdivdmbmGg6Xk0RoAmCG0L0z5mJ8SLgqqF
3g7qdd/qmSSCmmhfVoB0gfdVqr5B2ECSbCmp+HhP3JudhJkNy3qsn8MsMqc6fjqFIHMbQH3Ier47
H7kUhHtDk9AxyAup8dCtbr8hyZZoB+RDws0rePLQ86dsSvWrNA++XqoMso0ReKUP1lZnN2tfs0E3
bNqpIa4ac71uzH1unCsVf61T40wTmvTovV0Cssxtb1AcIV02dhmDfOT++hQr6A9lgjdAvficbPLc
VnwjbL2FLT7z0MCk3JgZ3fJNdMnwZa4ULbYbu66POUSOzO+ImLq+HwtVP+dIV1eVsTqvPkMtMp8v
yJwrRD4QrpiHFBj2+71pNs/iLOaSwXYdV62Ug8MBjxZsKC5GO6S8YGzm4QDVBhZq4BABA0miMHm9
K06AKmSKukCypTYZSPKwBSg8Hk6S+oUa3UXGKjqE2iF7UphLWKhxa0191a3xyWKyTlkUdYQErxut
xLdMRLAjIcvL/pRwW0WOAKRaJJ6Y8/u3NicrC3FmpXFjDJjZdmjhzVaSpPoU+I8LjvSohl5y6fh8
Qec8CBqQoEUzkprhKTIJdJg2iRouYhpbusDlg9I4NXJe45VdYzuxhTv9ub2ZWb0zNwl26iKmcrej
G5tfBxp64sC5ycQqVb64nulUC6waM7v1ztj45zcHhY8GoYpKjI1XJcroEy0vrvmhchfqdLNziMhg
RPKiZIvG5Hs7SlOJgZxWrd3RUOkUhXAnt5Bm8Jxe0Ou8oKw2iBnCg8E6rj3FFPieWrrGx50x2a04
KFBMAL/aiKidXONAqIpQYlIa2+8gZmcK2chkSa3jC3tKv/IvriXx1/OVFGcihzuTk1HHvshkjQOT
PG1mxXv9RTFfvK9m/oZOCJNrfkh8xvK6dxrL3GlCtsuTYwYe28TslF3kvMX9oQKcUgDn7d9QqcD3
upY7tet3qXPi8X9DuxH6ZjQWTzj2H6AuEDvDG7QYQkW56stmlJh1RtrzsOZQlaz+BGDNXSe0mlcX
L/oWhe+kPYm1yrWWUEKt3oG0jd5Jlr/OgwYcJ5UKYlex3z6flkdWQgFUAyycFZqa0NsnTPxG09Wo
kRQomfDZZjiXjEoZNX8I+7GlKvXWdQciZ52Twc3+kqAF+wIhzudfMHM5333AxIkg8dBHXOIj7dFq
fE/in977QYk6bsxaXNj5M/0FGCyPTnw0hyDo+t0jNyeMo7OKrXAZ2WxuCCTbNlq25TQjODRGYSRm
ZG1kT/WMYRPbjjFAxnbHqY4R4wl7lj46tYCgs7mnFu6NuRjw7qsmTibKOqphenwV6C2vgkN2gM2O
8FlKv1Ig6iv9Te2ZamYv+NIZdwNOHej5ga4cOs6/WZqbyYjFTASdcNTZySBii9JqUiM4Qko5R9te
cH2+yjMHnoO4PCCzMnrfIWNw73NQgJWjtM07W6oo/63B65TwYucs7OaZ8oHMMVCkBmctwN8Ad9yb
EZTUYx0ZMH0pSketTCNyNKXzNFA1ZQ0pJHtAeRVVeqiItbHmQw28b9WolVS+P4vFuizBXVdQq8zT
Gc54PgNzJw19dQrASDhr6HCZOKBAdpk+HKTODtAF1RlFvOWFjBxz7y8LLgwUK8EojLd0qTmUmuem
Sy8ctJmnKeQQbz5getTjwIdDBnQ8fgPDl/HR6lfN/QrJ8WeFysoKvK5QkmPfG5rE/Qb/ZSkHN3PS
wQIwAqaBxQKT0+R+Y/MG+uwFnlMFsOvIFjmttgtXxmEg9EE8tFv/pbSC9er5tM+A0DDqG6uTLVG1
A/icWACXNpURATFBwn1OOONgvJ5i829Ftq2x/ZZUwFpba93tbHXhA+Zex3cfMHkUYC4QnvLj6xj3
AGOA0qfRuk/WBUTrvHCvzs0wCt/QSgfsDWJ9k2u1T2lKdHsaESj6zwQUKrq3ZHgd4lWvWJK8dNhm
blRIskOxBa8H9EdNn8ciQoWk7JjB9mKVu9afIWAUSL69EFH7vlz2jY72WFAn/j0XIUa6NK1L1sc/
v3FfkkflcivBepXvwMEJv8mh8YcokLDqOZDN6zWIXcKV5Knsq5fvPf35vpop0YKZCbBtSNZIo0Dj
5N6KwlAMs6oHtEoy8p3HENn9ARBg4+ElGzlbVzgMzcqtSE8vWJ5Z5DvD04EXrQS+pg7vqWDFMmtX
JKy8lfiGpKzqpQuvt5k3IjppoDUCUKoAHcjJ3aTkWU3JBZ4VFbdtvnjlp+helSWp8Rk4Ol5GY1pA
lqCIC/G7+7XM8UJkKgW3A0feerXVhWvwR/zptowBtntVMHLyMRiNRqvDVjbbT8bYvZqANgxq9olb
Ot82+vYdbQ5r3dxu9c/eYnQesk3WZVC37+v1z3HBk82tAC+BjB9yz2AOmmqaSUlDt0HK9naUHUFX
qeSaEqLTpoLgDILm5/tspiwEKZEbY5N9VqCplZZ8GNvsDuJnpIFu3SbSqVp9m6aOrmgQSFLgXGcv
7aLDnnn93Jme7LRG4WpAMJneZs0cYZFPvozNn7fdqAIYvSnm+pOyhAUPNuct72xONlxbZolTCbAZ
k/xNItfA2jH77C1YcB9zj3UeCGzIvoMyCUCliZ2Ir0pqaDCtKRJgiZaqIt4coJSmLTxgS8RfjlHp
8jXW8gNlSS9/hFfQXrwuyfnMlMKwujefMbkTGydweq/FZ4AwngGP777C5LLr4arzB8puvtBr2aF5
D5yv1plBP6GwsL3G3TN5iAGCjl8iWixANzBZYt4pU8wCTl6f/i2DfSmfnm/fXzDtowE8Llh0Zz8i
UIdgQDG1KzsbcI6PxuK0Ycu/yWtg90XACSIN5QKz0EMrLzTJtM8ojSjazygSAHI16qVBA2MF9aAe
qZOlUzw/9H9fNrmX8QTO6birOtuX6HITuoK8F+To/Hz84/w9Gf4vtvvmlqpapeKYrIARh31nWbd+
yxNEl+haSnbPLc0OB+1ugLqPktDT3Krbo3GhzjHRXuCdcxm99tzShb9kYvSLN4PhhFJoAqfu7Le6
V2MIQGBJD5nxiwnaxhbaD0VOfV+fUaN+PrbZ0yrcDG66VmxHDcyv5Su73hkc+sxS8+SbCNy1XNPf
WeyP1Y9iRaiqLGXWZpfwn+1pulxMOLnJ66azG1FYtdCuVL5ocdCfj3Dunr0ZoDSJ3OiK6sBPhM3o
pn8rR5O6C+MbgRdr/wczaDlBEh475UFJritB4NNwXWdnmavK1ZfLGU12LvH0fm5n7rGDeOGfoclW
iYcQPCps39kyU+pxgm5twSkIdlBKEjRuewAOhz6SaQH7wwWSmoF5r2lQnnIE3silznJZ/k3p4oUd
PFp9OI03XzXZRpwAMLxCYykHFDFf2VIODS8qAJSsgD/xvDw89g3/VVAytwAlnHlrYzpQ9UAPIfo2
hfFk3ZycGNIgjkChK7rMqmPL+nqeH/vhTUjYDTS8F2K2GVg8qjtoNWDxAkZ76DQR3SUUXv058rJO
CbCMr4kFSRQgxkkJEb3hD1+htW8dXSowuYCuo/sRY3XgwHy4kM+cvctHYoyxfoY7dnpyBKFRIFwD
FHD+E7tXh+G1iNPTZhdwnxJvBB1EdKCqMyjXhc03hovTZR5JzMaimsyjfnc/257HNrTTuDTAHrSa
Ik28o/YZiV+ci7eQQ5nLpYLGEnkzqNiiSDiliEj6rnETNh5sjbkwIDX5MmsUuxNSXuoFHzgTjOEG
hRAPioQC4uRJwMKF4lA4CWoZgVXVaqeVQMB1PYlOSy8bEEc/zh/Q0+h4FcDCwCPRfj9/dVjyVZgh
6FegWLJTusER9bJCMtgAvTEjkyivWE/NB4fvjIiVqK+8451rn3YNZdJy0onEHR+GJPRwJNSU8wTQ
yDYilf7tOK8KX+sEwobokZB5l9AuwO9qykNj/iSJbgnQUZEjD+FHaRZt5UryRV3MeCXV0xjZ2z9h
FDq0ATU5SkaCVU59VeYFutcKvqGTQ+fFwig5ho5lfWwpTYykBpKVsFwF0gUFohAcccO+97WudQPR
aodWOXJxE3GHVEq7aMP3KevuCs8vKE30KIcjMcNmtDmkqKNsQKzABoc4qYTiKqVSk740gV8oVlcB
LWkWZcRluNpFHxjRoY14Q+kijoEsed8XazYWnbGGwDrijmXoHM0prcMxRhKV7it8oNed496Pyp0n
CJ6kFiMjNCmEHISzaeEHeOUpPEjPFZH3q5cwbrPAGIAYq804VeRC44esR2tGH0P9zneoEEw8bETX
uuCwnLdiCrnzQeuU06Gd8lGTfAtCDCQ78QZkyb5iNmOhZRY6KeXtUR/gs6MYtwq/kjoQ8x+lvPbQ
U9YXHEXYis1TPSqlqMfUF50/qHIbp/FHAsYqUfeRMCi/K5l1i2++rGMX7FVDSSWrOuWVdu1SlBC8
gdHGC3QPXbDRaxoGbJiTokQnHRQN4kDcN40k+DbkF1y0saEGhCZ6Jewy1HuKRkFS3nVraZTlFhPm
5KZtPWgRfp9XJBdq/DNTEqiGK9Dw1dvMbdxNWSAx8hO5jB+167KJBG9P1bUovOPHZIBHxFLbfFRc
VVWQr0uU12iI+p50EDNk9byOo1RzchAy6yxmGl+kBFK3rwrK8/S6D1jRdNPID7Y1q3jQCWN5JxS2
SNBQ/sYpHDrZURESYiYciIwfig7zDTfwNUXipkk7vffTxNXp1CnzWC2LVAhVOUc/MOivyqQvXl2o
G3IBlFOUNjlnWSYN20TKITgSsV1EqTyF9qgVl4Qsp4sSJokhGZIVrYZvqVyrgr5qArbuJGH0miq4
eJOndILJ89pKgFoqohoGrW9VKHcEzZIKRZqyjXMrjlsmfwEDQSQB3tvnfb9yfKqkz4LcATIzKGIh
f7itJAVfQ1pkgun2lFii8CH6jd44kdKrLOs3nsGIbshhqbiO3w8iWJJwNup8zXi9CNKKjK1pMyqL
KAFjS84o31QSQxCBdmtX0Abovf1VkOLxDKhYut7BKzKP2jNFwoR6FLt5pVOy36UG47N0VpCGpqJB
c9GMIv+0SULpoGsZLh2ofVyoHrXd3+eXzExXJtR4R5oRtPGy8CeTbGqU+3HaVehUQqKnJo6jy2sg
/aJztG1Ww5XKzfJNtkSN2cSyKu5KaGiYXadJKC65plyuK3SYZ/qbZ+BJFxyXLouZQAeAFZD1QDRO
khlh/PObeMNNO8B8/Ia2nVws1LbJkV1mQvBTYAoJ2znQwRxA/ed3VL4QyM5VMyAQCb5XAVyRoBVn
700rQx4mLdPSeIcQ9jjIp65Ef3H/Ja2L0FQYw+fV7qcz20xFKr7a+6+evxB3zF1fo1AeklZgmH7g
EOLZvAhDPOrsSIhabWjinrA52nIzp1nqFmdmnkSQiEFFAxGAwKIl6H60tADXCMgl/fu8RZoKMMSP
8pqRdWY+328zaMtRyPWfpXHUN0ta1mAB5eiYRmKkAY0NqC7I+Lta7zR3JZoQYFRRSyQoZ/kNWQNo
Jpjgwqhfe+3n+ZfMrvDtl0wiET+SErES8CXI4Y8fsUOTl/mCrqdS264DdK8tpNvmkiR3Q58kSbIK
hz3h/mNwZEvWmoYgDzaOr9FdVVWhf7iQF3mUQcCK3g5ycoKC0mU5t8bCAl729aXszbWrqSDLXEyy
jX5iEqzeGZq8SfxWqusObhkdL4Y2bDKDt9RYa3baUqg6t1VR51NYnEvwXEw7HoUgzuQG2FU7Ja6v
fniFXlyGU4g6tUPGDq1a+xMsOMk5NyQyAGrwKLGgzDFZuChwUrYoO9o2BEplTtSgro/skqrZkpHJ
SokI9oU8gpHIggDiVsGpUFHSV7SFbT/zhgPhzr/BTBYqkqiyYxn4VAiRpJfoHRLHb4Fy9A5ABoKO
YgNBDtysUaBXsu5JhF86BXMbRZRw2yAdr6BuO3EAbargAu9bxkYzTOWQENKaoByLDPm6t9VwqR1h
brfISI6CDBQPAGFKUi7muSy3Dt/bVMpYablhYtp4PqFzmW204f8zMRlQLomxMFBcbw9nJwRL2OeH
gf5Bq9iA3vcEIRei7CDklpA9ipNHBIF/FuyPN9H05N3an/ixNKRkiLphiLItFOi70T5efT01Zc03
w3Y9NnzBuawo+BZHF/4stbotTfDkbNBM18aRDKxgFnV7WUxXNYXX+vMhjiN4NsLJ0SgzHMu2kJDA
dw3wyUJOypKz3Cid/PX/YAglIhEUhWhingrUCoUn8AMXAAnmjeVtpfpJB4PnredWuLkVw8MemWog
OMZ2+Ps70I/8Lk5lB/hKjuAeYK69ei2u2hU4SzAWxSqDzqX23Vd1PSMQmO03Z7t8UZdc9rgvp7N6
+xWTlctDKQ6KgALpTXb0hB0lbtol6p65hbs1MVm4yGeA5weHOMBKKQmlHqignhQ1uAW5pWTRmFl8
GA2qbkAhg/AaYJD7Oa18jk2h7zvmFYRrvGI2wOQHX7EFKtEIYM2vhSWcyc1AZeR/zD3khPJW9qDl
CpIPPKWA3QY4o9PQ52mlKrK5W3CY6Pa7c7h8I2CD4s35WJNFOaelb5gkW9vYd2N+8FBB7Xe5BOKi
7EjLmouaRIveTqH89GudChfVyucuEDx/aWSJIIgAeMr9TPNDEyJvlw62X8HPBMqmCWycSMm3gWok
irDrko9Gfs3DLyD4Se75P12XaYrz14+hDKH8PF+J2dTVL1cuB85nQGQnh6mIhwTQ9BEc6xpURSBz
zZgAoMiEETQ5N59bm9nQwOHi3gLKDKOf0iolCuNQUGqg7USUY4Oj5DdB9o2ErgMtoPvYeG5txrci
SQbhW8TLiIqnEm1cMabsG9Ce9IGQa0nluzqQ9u/PjczF/khqAnAECD3IHX/bk24icq6q5YD2QHgS
UaCkQgGvzvZMjemrAOcRXoUBrdsVQamm0iMXJHxKoaWyrImLjDZz2XaUMBHY4aKG+O60iwBAWTcM
GSR847345o4ok3otFZvUCAYLDAToE6ZaVdmGBemXQMBzpZmRSgfeAxV8ESW++10tRVEkBnlN2437
2bHnNLr4FY8bgPDDZ+xDL6198cpw7YX8ufIbK6AcMx+Zma81oG1xpcr+Kkd/TPWZe6kmuD/CADzQ
Un/tzMWBABSYMI5B6hQNHfcfOQxixIY8MBP8bncFNPNjg4ij++4MvIQjRMEp+EH3AD9BvRy9nW8L
G2XG39xan+ZTexfyfcjmDHZXrutTK5FYutCU0XFHv0SLbbGkOjlDNARpFyyJgNw08hMPWelUbpqG
EVEA6EgvBWrnKrrjO3of7mnkeHhvB1Tgmn6NWZ0FFn5huDP3Ixg4gBXBW2Mkc5o4lkCk/dqrqJFf
qdSvnaGlvRlROmibgVNo0AioPzc419ByZ3ByIQ99MnSy4NJ2lwPVCXRt9V+kfdeS69iV5a9U1Ds0
8GaipYg+sHRJMplI94JgOnjv8fWzkJLqkkg0MbqtetHVVXHj+G3WXqtV0wZXWah1b3U4EDlSCyAb
s+bddc0su6OYPcVpIiJn0Wx5s/B1JPb4TlHdpVrMzJ0vorMHKWgwdY+q39cbD9ImVEXFoN5DOvxV
Bo3AuQwXilqzJoAhgC8NJBJkw65NFJUTKEWDAxgTSiGDpdjdY2QvTPFMkIW84S8jkzWFYmpdiUjX
oeuv0FgwnPrr2MSTLaqaMRjZNlkJW6MVVWhkYENVJq6A/OSt6U2y842l7Nb8/oYWODrsoFUAtrDr
IaOi3rCulNG2K/HvQe3rbLkq2lCnoi8I44qtEVCftW9Af4gkiwiVmThMxH3HggUapbUfkAkpTbqA
G3LabjuKdPWzT+iaVmmRhBHg0gNB0ol4CWOk3kCo7DEKDrfXYq68J/KgI0X3FoqoeOauR19HQywn
HtbCCU61+JwhWW/Wj7Kreh5EGvgTh7IQX9KQ5TRLD0IOWlXvOXAp3f6M8cqc+I1AciIYhU4KjQ6i
8cq9eP3g6GSiH4m0zYqEow/5Y6Fo/qr0NB6yp/0Ccnvcwz+NIZPJ8SOZ35THTJLLgW+RwbcZGTB9
nCOOR4J8IcIe9/AtI5NHos9ztgsaGFFKsxMfwTjP4F1vnm/P25zfhYn7ayzTBzNs8pLlKQr7p5dU
SXmpmsc42HjeURZ2Uac38MGY1W2bs9M3+ngc1ENR+p+MLO0kBslxj7EhtqfcNe7Cz3+LkfyYuV+/
Px1SFeboI6BT1uZcV+xJSfP+kaaljDVcWowS4rtD0pMkSIYz0xbxiYKUAk9Qm0lyLUCGANUHBfl7
wruQ9jbaPov0QHBA9NkqyOzoSR0q2w48dnjBAga+sVPViJUHKLUKhJZzaGVnDtgm9bilwo8ujupX
D7X4lnTFgBcBycrBJXIXy+eq7wfAvdw+DIhftkxiMkLTVmqG8BVc+hRSLGqSxcKebuCb6DEX8Y8p
k8i81oM0FqTagl+lZtYPnhGIA6h6HSGnnou26Drj9pLNb5OLOZ3ccWWTxgpKrkj3VCUSW5IFTifk
Owe19yB+cNvYXCoG6eu/Nsh34H1xmOmW63OqCRi72DKaUUJMIloNhm/JnwarVvvhHsLLd/1WBi2a
t6kfAnRGLHzBnI90+QXjrXvxBTXNo7c3H7cofZApKOyiFLUXuG0e6dlwQPWtyyw5kbWoMOj8mRcV
rRETjXeOvWeEFTgV5IMSLXVzz716lx81xhkXH+WlAoqdIm6EqNRx8dCDGjlP7CLCaO4FvzQzecH7
skLxNoMZcJUH3Fby9EYxOeQw43LhpM5664Ct8mPLDejgpnGYMoxKwgwWWiACxLRQL9igHQPaBDEu
1ABQWnrLWx5hrWgdHNs3CL7mYy1jMb0+k3XAhvv1HZOZDTMvSdGSzthxo1WHCoqVG3mbDERHTfnp
9taaS+WP6EaUTkZiyh96i7QXdXWfJoxNQ8bVRH8k06AapilH93ntvJf7DFIWJ2vB6FzEcWl0sqbO
kMd9L6aM7a3glZUkEccpLgBG0eR9YxeZES2JZ8y+XxzUOaQRSP0Dq826ngPl4IxBPpVdp4lWlzrr
Lbz6syfiwsbE93DdrIwzBjYgZUofxUSnEztFWEv6pc602TcLcj54rRCvoVHp+uxhzRKhRBeoLUem
E70J4oZOF7yK8dn78WzJ3CgAC+f5Bwa4SoeW6xAu2mmq55AtQO+Tu81EQh+EbuUvMXguWZtMXe+5
dcSlsFY4Zgdc+94ZE2wh2ryzhZze7H1yMa5xES+uLXqoQpdtYEmOtAousHfIA71p3tBxeHuXz+0G
wPgkuMMjUGiKOWWL3vUquE22/xW64EKsfCD6XlIaJODi77yHl7Ymg0qRc22TumDtYU/DmVB8QjHv
HFq3lFRN98U6W8rXzW3AS4Pjel7Molj7gtQrMBiityJILE54jj5vz9/clrgwMU2GygMoJjgHJmow
t+rD9rXZJI8yo3kL+Y/ZgOnS0MSZyFqQqQkuDAk5qIBcWfWGRwek88V5wJqBf7zjT/Up92rS+eLq
9iBnPZlL45NIQe5St4nShLU9BWpcGhYPUuIM6itHYFOWFEUXhzpxJBwwIJUNi6GWhRFVahqt3OxA
lets66f3A92pUWX4tVUuSsTO75eR2QKkGtCJGP/+Yr/wJZ/HbFSydgztxjG7o8ng/OStItt3D5Eh
JICJubqcaUAhicawCLmdS3pKHOhEoJ3+LQB0bZ8tU8rBGUUirlKL6pSAMELrVEHn0jUTmLS4LflV
x2vKQfEXAqe5ugzoZn6ZnhwViu2LqkLAagvvRmgJxrDC8Sy20EUCf6MB+fpEzdUQhEQr6chb4AKK
1uyGpQmLfyiTMvntoAI3WZm3d97cg/jrs4BDvZ6RQICgBsoe0D2A+B4S+2guuG1g7vyigwQ4amBN
R8DJtQGXyrPOaQvGbpFZNTNPazOCRnb3AUnXBQd5rt8MrWZoFhyzMGiTmtx/fQpyAJfv4ItqzJuj
gVV1jdrkcRQz+s8HhccDdV+wZojSlPix64sodFuGsYFpasPGcpRU69hSb5tQK4qcAH4I2pAFo7PJ
dLTCCBxqrjTzQ+cjcyS66TMZwTc47gegEHu9PAiPDmC7enjapJsl334OnSyiPADZe9TTUUscd8/F
eW04rhl64ARH8vBiu2vNSCK5oboaf397QmcdUBSaQRaMWJZG7v/aUt4VIcDlDgOV49eW+qSkVet+
iOUq0TOzCFTW02haLwrVfwnaTc4sPNJzm/TS+mScFF/2ipOO1sVNnZr8OXefQnlVuHsBWeHFLuOZ
awidcUgLocsb2d8pyX3nl/ir3mfBChcOKgtNNIXkwzOX6GjgAAIdeSK92CWhFb+XuX7iIx08twCC
W8IK8pGd+5W4IwH2y+01mPmqUbQYjTEohgD5O3kAywE0T+nYyqYgih9yH8TtSwX9uRN6ZWPyztV9
3IhsAhtUyRstFRs8xW/F0m5rqyt2gbvrKM0rZDVLWyPN90zxv/6CydsHtQ+2HkIgKtIeBa/GLAZE
6iWvd/DOGGpTOe6myYG6dypStp3BK/EqLxfQd7MzDYoFsApIPGKRyXYDD0/Z1R3d2z3XvHaOpFJB
sLCYM8TMkKC+sDFxpWUpzaR8wEz3Zm8GW2/lrUr9FQJ3+MesSHeP5NLqm316farJUgZ4rt4A8yhj
AhbzfbKuzzOAwZAq7wDdgF7Sm4uGPUoF26IVqiYgI/ZI1AQaAcszj0vKXzMP2qXhaZ2vr4AAEhUg
VmoIzot3Un1uk+dIXCgoLFmZnBU5HdK2KbCLqtiPVSWvD2UsW0OAlBtdU8btg/k/TCZg64wCrBEE
264nM/P+PZm1Wmm73T4xStPXB3JPMJtgL69X4MI6fiyxV85tUwR+wLuh+35UdL42G3S00IOpC4gV
cR269yx0lW8P7Puim0SXiIn+sjB17hmuCwpktVCUJW2vyjvI8aIHcv+AzQk55Udlp+w6tSLvsdph
34I/XmP1bgX6dpRVPp8Ita5MQWVUZNdViiPtUv5+jhjh6vsmy0xFleAmPr4PME7kF5H1i4zASM10
5xycUepLvwMRXGgUZmxEOtK36K2jjESF03F7puZe4qsvmWyBWG4VAGoGNNG4Fq+ClOMVDbm74a4P
fmezXa7J5IIUpYJBrznqwDGGXI6TjiHLK09rCOBeYPcGnza8xHYDMpgFD+fbGby1H8YdeeFvhLhN
YkX8tv36MMA2+JWIt4oJ3A6CRe/I4b02Mr0hlfW5fQJrF0EnZaJGO1crN4v4s9nnCgUchhkL9yAf
nHwPz5cc53jD2GldoA3DSo+y1hZ3PHeKGUYDOKOWSQgOy9XCas9keqGx9svuxBuCBE4tVxHssiYE
FJ/LT0chaPG1tP+lnfGau5jvxm+51g1hJySVQa81YQCzYUs+FszM3ZYSOAtAaCihjj9lJGug38Hm
YkvDjPC+h3ieCbE8OtCGR7SBQfTZuVuItmaPy6XFycAGdExxTAuLeXZIBLS98GobIZ2IZvxm6+0U
4c5ZwqPNxfAyPDo0OrDoV0fZ8XoyKZoXc74DyHbXaEj9vfqQJ1wpIqnRr6IvzOjcBrm0NYl0fOSF
ZTbsEbbVZPfcymjOl4adpi8qhs8Q/yPawIhYGaeAgbdyPSrZ6x0lbxmg92lZrc1c2io4hcw6Xpnk
fpTLNUpD/Up2Mig9zOOGe3jk7x4VLS1xFS6t6njcptcDhGhAowJONoCCpsFqOQwJw2PUu+DZPUoq
s1Yrc5Tv/cLhX9i03EyGEAP/ZWxy97dS5LRuMS7nZjDeXo3X2mxNeW1g697fK2pDos3h4VN/0s+5
+lSYnR2pVqQrmntajjfn4P0yvoUe1a1lQZhiJNpODiOFQi2gavhk04exViiRjDUf0HaIno21wNae
pgxduqcpd6R46aVNmIjpoy8m9EpAac4M6EG6a1J/bDfLWhMtVtK+xH+IX7vKwg0267LIMoh70GMr
wG+Z3GDU4HvZQDljXkFzTIkmPESFaS2wNLyNyuqYvn1RGnQqVjWR1SW0y9zSyQpgD6jgAO0xhfGD
PkD22hQZ+HLQB+aNYx56yvBIJvQLD9aSoXHDXtyfchBznoNkv91I9itfZ6rfHDNMaLZEKT3rzl8O
aTKfgcilGBLSKFJCoBQIf6RG6VcvXjyZCGjig0gmCQ/yJlMpinxYjwv3zdzJG7l3x5oJeFCnyxmj
q9CNYpjPCleNpJ3AffIByLt9H/11X9/kyei0a3JUHEmZrRlXD/nh4fZHzO4p5AfGtltg7tEmfj3b
VZI5kRxWjJ245ih9oJyfSsOsoDQDqlT35W69PkovuHWYJa0mZuYBA386aKOAScV1OPWE5ZjipKEA
eLBehwSC3WWrDz3mG3w61pE71GTB3ZtbbuhCSUi7jJOO9tzroXahHPH+ON8bDr3SHXkqvkbNJCg6
EJRCElXR8k2icqtHy7o9yaNPP7liFSTpEGiMpHdo17o2nHe4f7iCBQi1NZTkNXffq3YbQVwHnRtc
oIEHZSEGGEdyy+DkCAlsgoZJJNrs4J1JdxJTaKK8BPabOaYItBkahJloaMaFdD2omAXnV5rDRtzs
+kYfVH8A4nWBv2AOc3RlZbI9eTEtM8+HlaFU3fXeP4YWrYPH7p1VXEgCiRbeRCtuH+lMX9guc5nB
MZOAFB1w0yyeiesB+qLH+0qD21ZOIMQhnxRmm8Z6jCbQhORdrRVUTrpPUEn3lBqV9pKE4szQcTmA
62nsnILXOuVu8DOeiZuhYoEdZY/S+wjFCHWTke7oZ8cnFlAIpe7ow+H2Xp2RhLk2O1nXgfeoBCyt
rJ0UR7F3NTYBqG6nGHJrFQ2RwZKfSYai4RNi7yzc08hzCBq/bR6VEMSxC97JzzsCH8OiLR3jRyF9
KqzWuG0ZIpZl4f6tfOJtFgqxM7HI9e9PDgpS6Fwb1RBtA1ySiNKK9z0VqUVVGDZJceJFSMWVOyXQ
8n6VDruqWdpjPw/qtf3JZCMJ0TXxOD62J+lTdyiFByfUnPg+dM7DORT3UqtKHylYZoBfvb3QM671
te3J0cqkvuFyAWOPInSAG02ZESo9dE95aRXASet8uVRKGB3o62sJFnkg9FC5AIZx2pZXs1UfCiD2
srmwioDWpJtYIlIdoTVXakX+FDosfapLv9HyZhgEtU08AWr2BThdCJ/TgBY2scD1RpfL/maIwywD
3XPbvYVD259TOh4+UsnNY/32RP286K6/ehIWDCBHYBURCKGC90CTKVoccNuhtxG6Ug3kaMHazI5A
O8yI2x2xnj84RBimyuQUbXi2Lzzx+UoOHuLauD2gn88RhAShjgis9MgcMm2xqyO55ZK+GTEwkLcq
I7XPyxXlhZqUPXKR1kaxmqZLKZCfzg7SXQCvjiTlaPiZqrRKSq3UNc8DJBIWAXh4onPXeNSC6zjj
U8AKi5oKmFFA5/cdf1z4jknLx67je6wtloD3R+uyID6/qz3IQ0SO0TR5QMpi0OTa8OPnIjLr+BiD
Ok8I3pfYm2aKL/gUjhNA0YiMNNpBrp8PtwxrMWxi1nZ22QPI8zRBB6dytik1XSaDnvCEW/DlZkrQ
MDkivtEPh0djmhKgPLmvaQGluv6YElA5Q4yR15i7Tr0LNeE3/DdkodHqP3LsM+D9mZwLBE2S5LcR
QASQFNABY8w+6DOrxir4ORgoC5P6WcT/eN8+BebtDTwTuaEaiZkF4gj0bmhAv55bvxcph4LzYXsp
QR0LVISWs6o2EljsIFNX6evPfAXYvY3QcXXb9MwVdml5KpaFht84ctmMs5kmVKnMpMHe1wK6qQ+g
lFtixFkaJztxQSh2aFOKwjjpr0zL7zht5a5jFX3Gzr7QeTQeOkggVmbokXypnjZ7lC7m+DtwuDhK
lTzwsRPCdnboKlKbieZuOHRzqrSnqxRoWTaYXzV++o2Uz9XiTr3lCh58HUowLGVaeObVaC90W0Gl
H+BgREty9XOvIPJKkM1BahBtiNJkKyUVkmuy0gGh0m26Rm0U8uEKRqZowEa33nkolyAxcxf8hcEp
5yg7MAr06Rs8uwDwg5mFBXWLJm5BniCs2+3ZeVpHiEGWovclq5OdhER3V+UdrILbjE7UsgbL+W+N
DIQkIsI5CJxPr3iqZesqDDjgbdjHiuJXHDNoFcgjBdbOOSJTq5iWX5nkq3TA3mSwgUU5VlsuPAHj
ek18DAEtjoB44hVlwMh9fTVEXphmtJ9wdqt2q+itXrkG5nPJdxorAzesTBcxA2UTWk1hZVTM4187
rTaZ1/w5XaGMv5TAn4lb8d4jcB0JFMCvPA3R+wrPTAQ6QAxJiy2wqLGJ2kFs7L19l99tligMETfs
btijldwzODCc3ydL0d7MvXf1DaOTdHEbdOUghKmAbwjRfqOovn/g1g6EQt8WmX9n4q7r4U7eFT+i
A6kehwuCbvHDdE3yRLj1Vwq123KpGDVzLEZWcP57asd07PWwqKJ3gm60tRP0j8VdMv/riOFEcQQq
foOiLyatZkU3VbiUA/F48sCqRmyBOrLUaENPX7BNtNtP01wwg8H8Mjd+zoW5IpRkAHHHNSKFUX61
JoDVeA7pfb091VYT/NYh4Ec8N/AzNACz1/YEmcmzMKk5KKAEpF03nM7Ku+DNP4IciPCHprinh22Z
LGpxze5FqEihrRJNzaAdvbZbQ+6GacOWtTWQcg4IVQL1ziOd3Z6QODou4XVmQGZjjgqvAKTSQW3O
T2LESg7r3qsyAEtiPaO1UFGd2tciOkIPY6i7kayhwRhzsM0yn7RZSjzuyEhwwLxWb3qbiTbesI5A
kl2mVgUQSLYNWehqnFpG5QtVfOUgINZrdPMRoY6ypEQ0Q5qDr0eVQRnL3MhyTybLy4CaboWatR9B
zEYaaxWqjUXjckSEB+7b5J7daKWEfDGomm7vxxnmoGvTk4MctLkQxi7enP7IQsy+0CrNOTaaQgSf
cE90oesvyL2pvE9eXsy7ZgdtuiXKhDmXeAwEWFTI0DeH0OB6r3QumroUFs87RyAV6aaqw4DYF/2g
x/Y3YvkrU5OZFh0fOOEBph417Zlf5y4JKcLsaDholsUvoF1mNCgxucgqKqOSGuKpiTVk3yS3CPG0
Cs/lmX6UNp3WPHB3of4gqeaWATkRSPaOhX06cbZdQIfyKbG2UEVfn46QOb290jNZmqtvmSy01PVc
gtZ6wLHRaAqyL0Pgsdz8UsZi7tyDxhQkDsDOQT1sUqlqhFwKe3ng7Eq4DxQSJ6ard3ANE90P7dsj
mvO8QXj5y9bkYeipjnXA3oerW0NzjHKCAvubb1N6b2yTM6Tt11amfqkLVudyb1dWJzdqg2pHGbQs
Z48lALDUbp21uG4eIGxw0LfbAjqW52FQPUtQy4/bA557qsCUhKyACLIEQGqvz4nvVMlQhyIiDVlt
Gpe0p6B9uW1ibpeA8AEJTRbQF+E7YL58ngYfjHklBhf1AOUqYOWtt0G89hZShjM9ZWPYApoW5KXH
LNNkN7KVK0sxhaG0aCfrH90ntA4fSlB9NBaBgvk7NihC4neogFL6G1cSrzeZhdkU56bz8hsmXmgp
8B5oH2XOTgVQWxI2LCPBTLhBeVJyL7erMO1BsShIn6KjiLWW1g66xXnKk3adO6AXUMmbKtartgeB
Yh7lPUeEEC4GEbOQfmNjHsCctEFRieQ5VQoq54IVEn0kToK+WyaIkKdyheQ9Evk4MkQnlvSCqt8G
tJzc9V6dQW27GOoX4PHr1cB0da7FCiXYEluKD2DGjQ5sWjRIWVRslqugms1TlUtEztVLIJpc/Hev
fwlSqUCulMkyi+JjOGaVpABw7gXyLhS4yMoiabC8THQ/WAE1X7XmBbD3J1XCkCFuqrWcsNQqykAK
SSImkxo1Y6M6Qbt8RLd6UqANk4BKANDpxCvOdNQWNBHbtnZUNOqGbzGmqiSjVlvzO17Nr6WDmMn1
SWj9Bo2dUN6wg4dcBshZOClg5WRTQq28jaMrruF6Cwm5WZf30ub0tpHFsk9QcrW9rah6p32guUfG
ZMALEemRKSwcxJmaH04IKshooMZp/9ExILdRogSJg92pe1utMXaQw8kBTErJs7AHt945zcBIqomR
qlKpqS28FvOjFZHbRE1lpO+YHA6B951e7GLe5hutoY5DegwfeTQKFYReYU9JHKiwyl3d3fVL2Ljx
l6dhG/fL8vQFcVM2zgbB523lmc3UkHCFyabbtDHL5rDgDszeAPAtwASNO1WYQjzQEwqe2y7hEXA/
K/2ubgAaWKhezN90Fzb4660aZz3rCzRsFMZuA3IRsFF52v2nY7jbBsJCa+v0ZUmrR3kx/p0dHCCT
PANMNWKn8e8vrnKKG6iecQfe3vgwc/uZGB2XH2t08dsTj61G6ljixt/ubX1tewAA3v79WZdwxHv+
++MnnpMkdAGocGBADizH9AAsfE4blPR4lPOkjAzcMa1FoqTbtlpw2r69zVtjmzxNOahh4yyH6VTf
7V73BtBapM2B9wGP5Xabr+7u1izRTlJAINF+e9iz3vjlsCenrnODLHA9mh/bDnb91yviEcLraBBa
3UcbM/t6eokf7tY2ECRHCzmE3zr0v2Z9ikqlmIzm2gBDb56Z7X4MABwNAqX9/lQB/WgGC7to9pJB
wAa/H+EpQPaTqe5AnM0wPq7UEGjHHWQjBK3S+4c1eHY+nCWm0DnP9NLYZG6Vrg3coReQRuD1cC2p
0b3FvNxevxn0HbxRYDRAKwW+VfBoXp+5pAndyqkjHqkKI9vQhmodP6wlpeTZXBNCeuQrIOclsPTU
A8W5kAUJN6RfqM6X8ZaTxMG78KZs9quXRvfuQfl9p4KL2W7sUDvdHuOchwig30igBSVbfMH1ECOp
jjmItfF2IL7l/blPH2Lq3LP6bSszgFjM5IWZyRgpjksiseRwez2Pt6anNocAiKmcvD1AzRvngSdk
Sx1l0m7VShVD0KL6UIKhoBADVrgaFYfbHzS7e4ANATqVAaJi+h5mHpvTbC/xNv1K7aPWFOtVymro
oBAXavvzhkQIpykIG7G81/MrseC6TmVPsCtNFg3ujXasJNGb0MqWSN44buYWB60DmLdH3T1owl2b
olyXyuIYplK9hNARdRqMgVOj1esOck7ZCU27n+6YnIoIc4y+dKhyPICkNT6gK9nXQBpp357iuWoG
6s3gQZI4pIbBzXb9PU5MKYzrYWtpu1bdFduUoKyvFk/RJt4Ka0+E5vjSiZ0RoMYuvrA5eZ5lwfGo
KoJNOBrIfoB+i7zijTkZ2GbEfCdbvcpV3RrJfY/a48KA5xYATUeArwDtBPjs5LooK35kOsB9S52y
SDG46Fn27jnQBHWJDt6zoMtA+G7C/aKwu5eS8LNv7KX1yRvL+82Q8nI/Dn2nFQflSaLR+kvkQP0C
r6K1MNZxM02fVXgF4ogTRn58mqEbZKdjKF/k7RjtMNUKGpaFmniSFgYN+sJlrQu0ynu/bXT2Lb80
OvGBar9PygzuLXz2x2dnBygX2e1LsvpsD4fDU7rdcuqdalnq49J1MeMggTMA+AD47+BZEyenOMwD
JxDLWLDZL5CUtEjzauCq6ZbkYcfvn0zqlZnJiUl5NworqB8g2zJk5hDImFPKD9TeQQXi9lzOZVsA
7YYnCxpBMB1PQ3YXiobC0OSCjVwkGbl4782DqRbEG/UbNwtHYzx2VwPD4wZrOBcQUMEjM3llwoHO
20hwWzuRI1fzagysbr164ZX5mXgdzUAiD6IS43M67UdrkYkXCldu7G4f3jEaZ8U7pMU/Qddl+qqw
e6p0Xis1pTkuDE/5cRomhidnT/CFIAGjTWu74p1TbKhTteLile8ZQLU21VliP+Je9VRxi6ab1Ag9
4005R7wOvehIeWFLkEdq8T10qXe53der0H8CP0XEqtHWMwuHlA26M0qthNusuw/pPo3UZqvYTPAk
x6qnQYSyiPZdZgq5WvqgA7Oyk5gfCqYiBRrUKBJYyRm6hcdSMVwWcS5vZWjzXfsAgQbbmNFaVovV
EDVKSAe5RJD1lgMcha0gn9qN3fu7XIgJGoNQbK+oJ7CZIC/A696OfwvKxdb28Sj92CoXazg+qBdx
juL4KEbLUmMLaOh/hIwqV4Foe8uAzA8fIx0FSi89fUm77scz/b2AqEkxKISD3nP6boRe30jjAjKG
t5eQq3Kg2bpwZy7ZmNxeTYriPnQtWnvDm+h+yzbs0pme34a/RjF5gEAh28u5i2MGGQQt2UNcrHkM
sUVIvnHOC/fHj7tqMmOTLd/2eSI0zGiLoFlQSC0u0oXjnUMywqi50W4Y9aT8x6Jeo1FAYBADw3kD
l/715oh7MS8rOoTRqqyN2oki0jNhp6ftqoiBOOoqqOB69BJj1U9c6Ldd+K/ocQU0lZ9MbJwGMZRA
sXRB8EoP6Fdj0Q1zl/jMiCcuacKBcbIzxQ+f3Waf9L6QNQhWEL4+3J70H7mUyWdM5hy4yT6hk6Ad
q/2JQaEMXmDIju6jnpPvY2lJx/q7WvrjMKKI8+9xTw5jIKQD31WYbz43Ko8ICrQo/GBV8Fr1ngpE
GiBNkYLyTRUPkI6PV6Fkpe/MZwOFNYTYOv3BAEWYPt2ehcXVmIR+pefXqQSBH2y9NLLC+l5gVO/N
zR4UNYau0Kp+bv1tiCmBNpeohdTG7+9vf8LPyB4rIYGdAa4eJGFQXL3eiJABg+BRJrR2KW58ETni
Q3JQOLWCEnn2IjgJ6SwhIdEqF6DagZaRgCj3jP/UcUYPTS00f6L5RUAutyVcYHLtTuRXwiLOZu4q
Hd/BkcASTvg0+9+jOsaziYiPLIi4DjosoHhM+JVYmW5nRv46FF5L5SBwp9uz8zMRAKOgQBiZMjgJ
knCTBeIQVZaUCIVDDxe3f18OnTp0IDbP/UPAvXYiDUqfdcEaDLTZKShoicprUS8gX6ehAJocoXwh
o1cPWqc0wtvJ3g0pRyqFGk1Wz7z5jB0iB0R+QWBppmZs+rUKpFpvhQbaQHbOPZBVmrhLACURvv+5
PSHj9XBxjH58ymQ+KEDKgOYfaJsGrJ0LWxLSdwBzO/HCmKcxwNQQM7kfOVAwNCEFQwUYDn3mo3MO
cp4RcNvpQiEYVazGG66GOHr12teJcXuUk9vph/GJk+f6Q8OnJU3bVfqQnp34NNBrv7F8RmMqQ6QW
kmuT1/SHtYlLztCUXFE9ljdEMUd88NsWgky1Fhf7GBpjt0e2OK+T4w6VK7pLBbRhJitad0sjp60E
wnwg3AnUCre/JejdIr3G92pNtw3wFiBWYERwpXwH/BeuEOMXvTSwWE2UQxvZhPCPEYBOGzokQF8y
b0sMN7OjHCmNcFVA0gkwz+tLrQ5okKICim8HvC5EqlBZwUrhrLw/wIn0oq9SMQu8uIzzvjC9c2uJ
HDONtCHYaIDfvTY8hLkEbWS0n3G15zyKdd+aHYuKGvTSWMLFXv/a+038CK3OYMXQUm/FVI82vCh9
iYfiK2Ti1iwlPj1GwMLth5QFbokWzlkfpNbtL507yCiEo5OJY0VemWKdu5j20sjBh/qlUeM19Bgz
1Tg5UW+bmabLvjf36GkAQSKOWKmJO9o0TtminAFC0EJDnUgNDmDpPMRHUQ8+WrOCgAKlC/pWMvyV
YLZavKKNHKUykJseQ01ZQQ4D/rpvUEsO5niEpzvy8rumOyRlWIfj8F0S+ynGkdUYVenrHdI6rvsq
tQhjuEQV/mn1/7x3/9f9TA///P3yH/+FP79DH7HwQSQ3+eM//rsuq+Ic+efkD1IXn+f6j/Trj1N1
rvyy8t/L/xp/7K9/+R/Xf8Rv/cuWdq7OV3/QoQdQ9cf6s+jvP8s6qr6/Al81/j//f//yj8/vX3no
s8+///me1kk1/poLNb8///VXq4+//wm+i4tNMP7+v/7y7hzj33s4gxA38eGF//PX/vpXPs9l9fc/
efpv42MKnbURd8ICNfvnH+3n+Des8jek14AFkQG4AQZdwUWYpEXl/f1Piv4bmovhMI8RDbibGVrG
N5Rp/f2XDPM3QOTH3hAIt8GDgY/z79FfrcmvNfojqeND6idViQ+63hlAfaIBQOKgeIs8CaAGk5en
8UPWragoILULeJ8eODFt+XnSuebFrPzL7qWdSdgBO8CfAyQC6RlgiAVp8sj0itjnsQOUnY/aSggK
1bZ+54chfUKCfSkW/TkmdP1islFvEwHynyYwQ7ZQ0jxtA0J3XqTVcS1DqbCO/jMKlu8RSTR02ZG5
BQ/X9618cct7JafEEHzAiHqKPQplniBdx/rePpQHLyNySS8pQ/+YQ4VlcLOACAWJO7BtTp7OkOVL
OS8yzB5fehBf8v1O87gAQYQfuN3ClblkbHK353SPTiGuDEnOyD28ThbYzNDlaF/LOzdfcEF+rBgA
dxA8AzE+ElojrOf6IfEqmk5qoUHyN8upY5BJQNC3QrFgZWZILDS1xzwEEFEQj7u2wiAMhShuPao6
9sEm9LnKBBAUmnjIlS68BHMDgmQLnpyx6QMM8BNTfsTVfdeGBGhIZoUMmqDiQLcLh2rOCg9oAC4L
DjfMtFAYxbUAGdQeGFY0QJphDQ0FxhGW6oPTAgVkIlgWxQk0AiNwGl+368GwlBQjWggjEroeuBGh
FidGMibx/7H3Jc1x42zS/2Xu6A9cwOUyB5JVpSpJtnbZujAsLyTAFQtBEr/+S7rnndeSPFb0bQ5z
UUSHrGYViO3JzCdzrM2hY3YyKCiN1ZcjZGdfKkXEetFMvfQOixwBiHUImFZ3/oLVnvca6bD7cpnK
JOOwOb6EaicB8gy6zsvskFRVbhYTsUMUNcsEbc+gZAbfuYFkavaqH7PmQVmYwAFLQ9B9+iVqYySt
uj5AyG3POn2TCirlkXPnIDZFvfm5gv7pPRev7Rv/cp7+HBFMVGCisHEEbfOqoMduUOmahE2Wrk2C
Bvh1K43iob3GBt/cRDYmWWsmb69hYYSmT8LTd5p9f/PmUaEFCHWBFmabYC9fidEWBpMzQ0AK7tOZ
P6slA2f8Xo/YbxYM7rBghrE4g80z8+VTKueIBeSHPns5IS7W+uw8QCdiQWUTff3z+fDqhraNaEg3
Ug9fCy2Cr6NaRcQMR6hym4WN6r8h07gxyIUI3JhFKuC3PTKS38s+/80YwscDp3OAXjp0n70aQzIu
fOAJHul5m5VAuNg958l7Hsmvn4IaFuwD/HcBe0HLR189BcG+igceomzUSLymmBjXS6YQZ5wUfx7B
tw/aamaIy3EgIbvqdcs+Oj/1UBPRZcKL6pPnmJfF8Hm7/edP+fvCgKs0pt72Hn859RBDJuuayC5D
I1CQTdMocI+27/n6/ua7oIs8xYvBU9DY+epWgmjj0PT+1GXrHHVIbYxg9GJb8g4stw39r6sYvdJQ
Om+O48Ab8OPVJi1SPsmKw9Ai1W68Rp5bV5DJX7953Td/0mD/6vf4dLRvvn4m7mzQcuGo2x6LJpWX
44fg9YrNkZbZ3CkS5Zr2PbibricTbGc93h+TKY0eQ1QSZeGXcKvNsdOYPgefJw+uG6cw82jrt2fo
9DfTzlJPJ4WMKngWCIUkbGCKwZzAIEIYm6upW5916sGB2euQHp43g2p+OHA6IYwyjPKLZAiV2EeB
E0uWBkbD/YD2VXtiTViPRTAKO2de4NCkuAiffPRbB8/a3sWhydcgmG9ZuoRPlcYL2kP578usrUrV
ZUsaoAUeGBa0l0ZtXX9ElWrXzlJ/XyGyd+iK86M1L2d4imTrGAct9JF25tmCQ5PmS+nJGYERbf2p
TWTkdl46CpGHAEWGopWwZdzppO6WTNTesGarPyMnHcEQXnNyUzWnUE/iHHtqFw+ShMEmI913dgHP
EjkEsEy8VPQSTXvxcziuRN6ndEriTJg5rIKsHPp4GHLl9SJsi6qPJnei6Qq8VDI6xI9+XUc1PuGC
PTd2PYfpyuqxEeooiViQql3mO4eDCP2kXTTzPLLrXLaZnvtEF/6E0PGiHBXMp4bULvFZpQPIqtKx
D74GmARtQRIbPZu6q+cHMnTll3iAsUFmCJZ2FrBkvUnbiHxbGg+JHFPXyTs7iZA8jxF1d4h89nlu
tEy6swHhGrdVwpAkMop5AOYs6s5B3JpKco90r4WhzYx7n0yk6yeyjnTIx9QfP0sYzpU20ybWVSHm
OW72oY8sgBxKT422d7+bw1x6S5XsI1G3dZ37cpLBqbGrFXukpiOnvbd0fIqbzoQ7YsMSQRwtSoPD
5EZ0pJOoRXO41DYge4II3y1CwZXQjIhZ+IewhqolSyHZf0KqqUa2aCSchWNvhXmeNkFw09KaR3kv
Imm+hRy+xue6KwNyTJhEY6CkbWVyklLT7hvZuCuMOwg3dAB79Ktqy9bcr2rQ+mySXot+2JH0XrHC
regTFIhlVFR2FLeAKXhw7NcRA9unrbTHbi0R5io6W9E9ozMC0yVMkOpMaD7GP6KOdg3GLAjFVx23
C4HNETqzMp8PAT8lqTTiQk5ThS6WOrLjsya6E1XWq8nJNLNR7c4YVvz4TdKR9xmuiyoqVjRIIBMl
8vh4vaZz3e/KviNom4lWn2WW1WwqGq+NuqyfQuVltZxCjfaYTt57fgVNKmvHrj9PF5uA3EldXO1Y
wEFvKFvhDjyEI99oViiZL2vOm67foWN6rsKDDro5YoVGQUuWfOADxRxPbbvAsHRgYV9gpJvmBEKu
AymJUg92I8YNT6ut/GMn4mW6wpZT671vFVLk4W0/MiMhaCiZ+qxj4Jjmu+ITChkv8xm4ini3RGmV
NGe1Qshl8yCSxqvyZV74R2tbgaydUSD7hWaxJyrEpDkAT4AN4SBee+bcRV21ZEvr2i8lhjXJ4lFN
y24c/fQurXyaIEp5gpn/vBr5sCB0EIr9bqlY5oag7ffD3Fovm8NINbmCWlyhmyAyiOomgddnIVO4
qaa1il2mPYJmoKRBuXBGTMpUMSFXb/o2O7Wib9JKpB2ZhiPPocctlR7WxVblZVjhnrobG76yfJS0
hoTEdbLOEitoeLZEhPIdkmzEBwKkEgbYwczmnTAVG4880TFcuYdk7HJ/DtKrNqwcmpuNh08vcGtZ
MvRAdLdmYcl8Q6MKZYwcSglGi5VSZ5MfGuzTYyOXPBpHek1a6srT2M+I1MNUq65E1HYfUZEToD+2
5Lf4f0QLEjYX6opGcd2cD22Cvdlb9VBmSLKfk3wWSe0dnaZLv/fGIbnFSPldFpC5+zSsVVzm3hC1
35E5AL16P/twv2tdmfIcm07PTwHCYZ9JEq9TMaKSCECkxPAOGS0Zn4k/Qc9pRN3cBZ4w037hVtKj
8Tw5IMaH2Esyl71/AHhVWVQjCQgbVnVpu4+xqzyY2NCxoEL5d8vSo4YcPVvbTMkKpYTuYG8K1yQX
fRlxdI5ZR30OpQ3xh6duMAgcdIEnj6nkg8x8jUooi8mE3RpNz+6BgKgI9r6p6znnkZnPsTiYzATt
x8tQxBxW6hMixnbOL9FjUFNZRfBLToImX1Sn8SVh5Hk/Cc1Y3vWzkjlw6bD+zgeskXt8TDaACLVx
iwlEBPvk6jUaz01H4+kcSFo35p0XQ8Eyqanv86n36/IpxJ9NBbwy4/HoaQ99AwoOUXOBJomQ5bY2
NcsF1HLV7bSErN4FXQXAM1b+POSsbBt6qRsS64JbgNj5kBCrMUEbfzglbT/EOR3l1OwGX5LpkAJR
oXtX89IdV5Gm9qJvhkCcJ9h4gCP64Sp2Q5mu7In5vAlp1ljWzMdO4Uzex6lc+cNEQ1nu0CeBn7Ps
WPlh7BbTNxBI9opepDqWILrSftHJNavkqJ7LeojUj1mUk0E/SMO6swqnwwJ0eR35mdMeKLm5GX34
02Nv8c5S9Ivcq6YqJd5qBD9Xp5Ny2LVckDBjZUranFcrx5Y616vJ3GqmClJm4KEZyCymT6IdcRrF
xk/nvJ54VWasj3ocqLg7BXecBlOQ+0tPscBb1P5nPWwYOY5mC7le56Nx8ChmmmB0STPDl6WG3igZ
AuyhXKIa3PVRgzMMRfKAOwxH4MKJpUDtMg7v8R9rTRjalfp0ZpkE/vdBcQaWzeLaAq7Y4dw6TM0g
eC6WePixYptNEMtZV/exRxTmJHaK8jwJYhXtsfYRnUXoOGw2iDq9rOB5XeUSQJHMZ68rYXSxRuK+
pt4cFC7QDDoWaPD5blynbXxbSR66zmGNJG3r4ZBjLXF7nA1O5S0n7BAqIy/QSFN2uxQCjAA8/hJM
uWXB+jBpSz5qKZOo8FMV/Ujw0miGTIt22JkoKunOlj6CLlHVO7P8gIUz+1wSGtm7pV6gzKIl7p/5
5s8B8qRiSsFcTojHoCnZVyj4x/6iGdHWmjnaJ9jWAiTpnQJ0E/p52JPmMETzMG0ZYL3O0RWYNDlr
azbn6BZL74Vqa7C7ac1JphdOP4kpJmke4yjF/XNRfrcn/RQDcSiH4DbsukAdKzhrwBNdeV2MYKsY
RX3ctQEygqyD5Z3RaBTLBjJhpbOhZncIWh2ew7icxUFWpQPChB2V5kPjELeYMBLFO6QWLgmadYDr
7KPK6vgD6wXOQAgi2l0w8abO+9aXJ8cXhH0MweDdRWYYobd1Tf/FmrjH+Jgl/XkQK5I3vlQ+vk8I
sE4p1SDZRW8+XEBjgm+TVLGf9bwNoQiqOy/I9DSMiENroG+MEFMI8LBv0jXnieobiIbQ84EKo8ZR
hPK/iXc9gv2upwCTvPAtaNkcuYaeKFrtpTKzmJM+2GkdPowTrdIct7X23KK2SfZMj7TNTGgXVC8D
X6//XIgGrxEDFFIw/UFxCAsbGsOb8mUlRRkup54zSNQ0uPScQiyOOqemLNeLoVJltOe1IelhHcvQ
FXBfkRzaD7deOc8suMs3amj2K8iAtaj71rEDwudC+KRFoxmuWsq8/ia0UHDlNSo2t08qIvxjZYX/
2Qykh4nbgt3wGqV2xfNu7TnoxCGKPoMXrOM7z8XBkZk+iuGfM1YPoS+WB+GCMv24IjgcXpgN5sWB
lCWCpwAkRVDeq3myn/88Rm+HCOYOENVtegeEGtBXGG4t67Gseggakh5ZESRyJZIihA8X3E7Q+zZc
p7s/P/A1YAScENps2CPGaDr1g9fCe7uKmDYrfLoX9Hx/dUR1BYoO3JMHZ96zpPzNs9CzSMGQwCwJ
LMkrcAoNmNbApHDImKLhTso+2bfOVUcXNf3uz1/rbdGO1shkA0EhgdzSCV5OtbQvuWZdNWZlMn5K
ebNerglX74zd24eAMgx/8kQb6xNvv/8FWREy7WRkF1xM6kn86IRfX6lunI//9KtgsfhwPtrWTIRu
6JdP6RKF0gZFTlanrT3zOCLUPdp3hz8/5adE5QW0gngdUNHooYdpKGyWXj2GRbRJmVZjtr0k6NoB
IC+4InrRkEdaMZInE9XyquQeTNWahRB7K1DKuR1Kdohx/HUN/QucTDI6rpO3xsfaq5o4L+NuSYs/
f9bfjXviRVC6o5sXP16Ne5COBL0k27jH5iYYPXLUZIjfYVN++xCYT4N7Bq8HTPDlsHs2tb5BgGCG
7kUjca8doTVbxzF5r2XrzapAwPdmJQCSDYQbxHYvH9T0sZXKVDKDjsfsyVwbKL9kQnKEs6I39c9D
9/ZhIDc3qm2jIMB3v1qCtZsAXDEHIVDgFGydCPzpp+RB+QN95yW9geqwf8GtbMsGhBcnAO+XX8sP
VcxBSU0ZJi9ioFcIB3GaiY+8HqrLMuJpZqaU/tNlv22aaNkDyr5ROOzVWFaJmnydgDzg3VgW8EMd
9n6I2fxzEP8RTX7JvwJ0GH6Ylwz4S279Pz+O3/tbo75/N5dfxtf/8gWT/r+DOt+MGP7fv7jpN8w5
9ABT/43/Spxvf/A3bx7Qv5IQTdmgi8Gh/h3b9N+8OaWYbqivKNTigFD/zZv7f4GIxV9shAXd6BH8
7l+0efgXGPhgo9sp0gXwXuN/QpvjUMOM+/cOx7aUINCx8MHBTxjJ/NTS/bpdq4kTGowPKwvptZZs
h75wCMQIpyeUMGf12obolTFwe0FpKefPQXJAmZkH/rKH9dMuYrc2uF0CpIkiAt2sbZr7HCVLij+w
fp6QG+Nux3XZU9Wdhu5cmvJimOyURUvlPQbVKfBvPPKlNdGZDyVpoCJTTJMliML9NlqvMO5c+md9
HORMPxOYjU4wgTz2CpAmPG5lPghq9qpBuoFndjGaTcqoLJBa9r2EoWXvzVkCc8m8SYJBFFMpSK5S
gHbVR9EGKewup2MbQhvZsTwSH5ZE3TB3wwNcq8eouq2rHsHB80lacgqTOiO4YzMr/cxrwON1xhSA
SoKMeg5pm4JmNbeHUkmAKtMBd/Ai1u2hZvRc4kJb2icbWzhLzBqgcYp0HrTJDx24PSMu5/ByoH7e
qyNSEhDcSdEEnrZV7gLE2lt8fj3tBMpgr0fzAhCjUcQoDcl+5kmxmTmilWw3mx9kqIuk+zHVwQ4w
02FQ90n6rQ6izEWyyWaX3tjQ+2A8SXF5NvVBlyYXzYTm/ejeLRFcLj24+iw0qfYpw6j0CG4FKQ9R
1Pdaz1noRUXHED/WxOJBzHIvObJGe3GWrAlE18BngKrG8pJyPm5M/ol0F374pVnYJ7CgGqIC8tl1
zyJdChJfzulwtAAgd8FoWsRf+8/l5BCFQfl0jnh4/WGCvWDQs4fJQwhzxPIUCGHNFNBrKMorRu/k
HBVxVT54PWLKOCSGNXuMuDsMev7QTRZcSxjr08rcVYrA5gNPzvvB4xj8Y1sRoIoVO18Qcgadbhtc
BjbcrXbeh3NYLN6yq508H7BlVmL6LssWM3pQJ9hG7egwHgNMUlmrHxvflibdAQjiZhC0B7yDTrfQ
UzlhC5JW3JQFJdJYWnGamzWT2H1j4K9t3ihE0cVT3oUwMkppdfDsmpNVFqZPzmLgL3jLuSDjzmvn
YgPo64kUc4Le4eZ6SrsItx7YyLkuT5L1QMZk54f8YxmLXdxYMATetR8iMxWQFp8zqmaQL0hMJ/oS
Tm5HOsNyIWFnfiUloCFIJMNcBEVLEMOhv+rhTse7mj6U9QKXuuW4lkjNCsv0ykt1f8QpmjcBgqFX
co4ENeT4olaanhbYIEX99QSwz68N5indgfEaPwYdSBRYR5wtdL6ZFnbw3PARgE/OKLxAQkhvUacC
kKM38/BYcnLyNNwdYYoU1jAN4p3e0+WDMAr/YvMcpuca2p54/kHcI6pef/aydizl9dw1xThASkKn
ee+Ti345wi+m0VWdd1047c107Ykpo7QD9HVawvl2kgLQ3/WAxc+tMkUk+guxdGccOG8Zf/RtteNR
mU8b3gB3jWxtnk2MpL05ghHjUgERH3eqxnIX0TEYVTY25GpoPke1/6NEIbUxAxOQgJJ/KhlWQ+J6
zKrnfrP2BTk0BkOhzJKty7MBJtqXza6D83SGOj+Xtc5K/76bEbaBZT5SL1slvJvc95L8AFqV2RYA
LLsBFnIw4lqIElvEB8t4eg7g7xPjLaZ2n6M14tlbmwmZXPdDxIZCxnQHQOeiA47pxKkGI7fIGp49
a31KwvkKBXcOwTa2NbA/pO7h0luLMxuG+3YFCoS4wGVfl9gAXZlNC3JOLIamuTbuMU2+pGTK4NSR
0RpAtEd3mHfprqL2IIHj4sMjECMnsinzuLM/YuVOLiEXbrmliNMyBzqFyXUYjHfQ2hV1pT6PYXyo
K3LWeGBwhq6Pju0gsccDNHcXiQf5vx/WHxQC0j+gU02CMuDts2b1FfFRJAKnu4q79Mli1UJMdk09
1MNwMPyscdYAHFie1IymNtLD3btq9E7a6gDLNuBpIYg/M9Qfu45d+wqpoTDUQMDWzM+VaD6osluf
IMvIqfSOZacvZxcVIwNSNRpuPwzDCAEI5Fqnxp/20hl6JkNv2gEaazJX6RvZ1V6+QlgBF+QY0vwZ
rG4utGUXwVgvjxFw6kOVtuo+6D0kE+GQpRHRaGZI/UeP6uZMLZEGy6JDQDR+80n1MMsIu/FUMrqA
4IOepERTl9W6POi5A+WUevtwsGehTL4iXKE6J1pVxyihYy7mFNCVmKZTa+PpHh5y6A9WjkNThJ1o
4MwW3BhMeJs81gGwvXqOsyrlDxrujZDuLvs0nq9Zm2JF1pdyQYIjgVEKo5XIhgpUdOI9bB4qswpv
NI+QM6DclXXJfGwd+pxp+Ig2GaDe0l/G/WLOEfb8I6QLSI+B9s8wmYtPlS4p2kejycs1qn2HHG38
dzNQ1K9A7u/hMQOybjpfw/psSd2jUaoo3fKVmwYxLpyFe58v+cqiY7ohyybh6GDDC0bHeSF7voOh
LkBbRtDubVoOh5epMLJ+pP38CXr1x9EfdxW4A8C09lh38qob1Z4M+hGah0OtVF1E/qIKH6LHfdXL
s6H6uJiuAEAKLbDbjpdspBvvxeRcI9yBnHWwyqqFwWByYs4crTLrpnOzRMmPLknVOZxxYBQ4mP5h
LEmyX9dyKSTTwc6biIaGqE1Rd3Gzyb3CSJtrQ4Kx6JAF+7GN49LtG14zXgA5mu76cKh3oeDVUxTK
mmGXVcrLxxoFB1pSWBYNuDWMfhXA2X3Fpj3yeIZd8Brn0TT6V30J5D3iQl/2cxMfVLiG14lqeJeN
gPIeyjEK62NkwvG6ZAF4ax0IHP4AUPlZo7nJm7lHICOgqcxvq7jFFrrJU8DHij6DiW96ismIG2U8
QWQMN+qmOzUS6wiIAYnPsar1xwZtuJ9DcNrQNHTmIuxgWYQtTLMnwNYDEMzE8ec0TdQ+Aq7/acBk
2EHAZSgaf0oPJH46WpqBB4tPCSr3i3AKY9wVG3PEnsh2oa3WfePqAI7kfoxTtFkPHWncuQmq6npj
4XPjrf0lMY5nTfhVpXdNPJ8zXC8epr5Zjyacx/0Kei8b6ii4CBDNekt0vXwO8ek/RDUOJAD+QZGK
NN4lWkfXg1uTy1QvwzU+SnnkYrlBMo6F5yzDLiXUQ7N66VEgjQaoFhjQDB/AfZ1mnx9aLz6OJWuL
tEvKKxzGdK/rQKOhGxqyeqbnzRiQD5M39M89p/1DDd7/gs0mwtIT6BRbEzyvdzD2R7LC1OUBSBSw
6PcaaOIFH+UBlk5Fmwa7hrTdXgRQfYGhl6dN01EQ1txXrXpcPVIe0hJ8UBIR2HeonWbCe4pHN5yq
1uc71bP1jrhm+NKhHeiBh7rcDUMzn2mKmzLwd12U01ru/TWJkL6S1qjqB/8sjUr068mZAPTtcLda
E1Lv06a6ToUHbjOZQD1CEHI+BFbchG30lQ/lSfXmcbZ8z5NrJ/XnurqTCFjf0dI2l009HmfB4XPk
vPisZPOxrMoazYhpswtne8cT9FZKpSes0bS+CJfwjhgz5+gRviTljAKoTAAmwYyqt5x/lzOKBmTX
ocmuiS98udyqYYGCAxcS3A3P4gaDO3pKX3Bo/lzLv1YcqNQook/eFD8IS1muFrO3gl2V4axPkQ0v
RPOjxbssgKHelEKbKwpNQ1YK3heKk2YHZ5FHRvzHni242opKnJta5pVvYGdo05sWhlzYBs/XFE6Y
bTBfo2f8sbfmygRan9CZiOoAGfOVB4oxlfp+teHnYatbfBQpVdycPCDtm9w3j6K5ubTRgjIk7VEw
pcjdKuoYEyVKT2Bt21tsprgUK8/tB4Kuzm6Z2F4R/6EC23PZ8dA/GlOn4ipO9Vg4zNvvgtWyQJxP
eVSExLvZI8nlUgJZ3hM2yCMOWSDzqkxn6BqYvmzaafrQcC4Ok+3AkXdyaLAyurTgi4R8FlSFLoYW
qQGtrNBqHNXW5jK13q4z3KGOSjr/YnUGZpsD1eqbnRcy5+0I6KbD/C5mNdTP2kiMdlCfIJPR+sJY
GDG7PgQEM8zqbISoB2l4SM3j5xFUbSFkDMHoPhHqmp0k9hCt3ndBEaA7STgM1IPJRg8QuRGgp9zy
pRpam8/kX+FP/4eo/Ie3tdj8z5DKJXxeIJ74FVL5+Rf/1YvA/oKbIDr7IoSKpQC1AKL9jamE7C+K
PGcAawF+ImvtF0zF8/+KAqjLoDlHlw9aGX7BVPA7nBVIQwOaDCweDrP/BFPZMLx/Iyrbg+E0AGwU
End4EeFzvsT4iPSsHzS4ywxBWh8ESqaLKaqbPWuCr6WBpOmXobn6+3/8a0fCK0gWjwM1EsDbAMFy
6GF6bcwVLnxm5TQCOdSln4O1ALzPYOXz56e8bgb7+zGQ6HogApGP81qWWYM6lcjxRLi5TKMd0Nnq
1JSIuA/wtc5XUTWHUuteZ0T5WN5zggvxEr7XYf7zKS/HNoHlB5AGNGHg675OfFaLpNMyznACHdXw
LFpaXbsGThWl+DEMA/umJxsi0qTVpw5e3TBGrO1ebLcf+As241UUN/4TlKte5nVB5x9Eye13ZbsW
pauydxObBQp901xwTaCvoUPrnUMt40V5DAwnqdMy2U+LCkGg2SXIFRkECjaK+k3QDhKXQJiv0LJD
pRDxGM+HQnI/VP70VPf9/AR9zVWYjuWHaGzRD9rWwx7owXwXE7h7g/4WRWeTzuVePMMT7+f7+7+9
5D+2LJP/eSs5fFfdl379dSvZ/uDvncTDfgFsHGsf+wWg0I2b/XsnYX9hUUUQcCM4jIZQI+Nv/qur
ieGP0KcAn48ADsu436f/Dc6G8V+gpLa0Mewvmyr2H+0jL7mCzcgSnQrwnk7hKYImj9eEjouRiBfg
ApqXa1nFYOqjHsm8Btc/UfBwYeoSDMry1Vt6/Q65thEC/15lP5+8ocLYBxl8zIPXlGQ860aQqgbu
qLuuBBBA6bOMTBnvqgDaiiKdo9QcEa3afNfdhJ73X97Qb3a0V3vN9vytvRGC9p+5g8iKe7mDmlCP
eoQAIYfVEuRyTrSAs2CYCUxTL+m9Wb32e+ivvV/gzu7l3IzeADEVDQ9//iAvd/KfnwOHAtwq4bqD
jIOfppq/YOPjDIWvJVrkDcQm9i4p16RgDVDkS4NW56mwA1ve0XK/pKJ+PjLe2m2A7jPA1D89oH95
pMWWI+VKRC6EY+c0aOpPYTDNp6leoJn889d7O8FAefks3FoWEC/5mqnVUCaaiYomN67dUCm9sObY
GpuiKuJkOShIS8YPMSRyz39+8O++JMprvGe048DCYPv9L19SQ0+w+qOHNJW+VNGHaMH+fQoWAhyY
IETnn39NrGOsHzgm4HGv6a9xMkGyNrCUaZaInVuxwMHderRoK/EN0YDpsdmG+s/f8OWh/PM1Qqzg
wwsK1nlbLvfLb7g4OkVtIDvgd4w+M2/AyxPYL955zNuFijsLXPjB6kdo2n0zW1beAYtTAJTblkE/
rL+JcILe0MGqJrBesycrWE3Rzn3/zhbx9hWiBWTjFbe+S7CKr/og+0DDZX1c2nxm2B4y0mywJbzQ
v7m+7tQ7b/Bng87LDWnrFYRsASRU5AFrfDmcMTpOeun7Q25FKB5i20UVlIQUCRwen/RuASAB8gki
bvQUQuMD3MkYk+RrvJCdHHpGAS3083tt+W/HAD0+2CXBmkG+ARLt5adqEloNBpbh+VTLYD1HlvCa
9yZt5kvO6/Sdveh3D0NfPO6VOBHQS/vqYW6lYb1ULfbEcWbnRlJ+YFUAC2gNKOLzP5292+GGmzXy
KzCrGE64X9dnhN1OYCIN+cyn9BCIGbO3G8fqvbiAt9M3xv0YRD86h6FHYa++kym9BegoHPrV3NtL
sZL24OaZFa2T8LWBIKj6SsnS3XUlse9Zqr3d26G2wSMTdM5s19lXe5DpdQWrM3zHOvZxuk0cQaS+
izYvGR/SokvgYDh6/vG4wmIATVTYj5K3iwYdqFUEcT74K98tV8S17QN23vcaqN5s6yhiEOuMUwt7
A6qZ7fe/7K6QHjvh8I2hy/fIVRKK8rKUSXhqOKy0lzAZbz0s3nca+V4lkWDHwwYEuRTMpbFQ8dRt
vH956qCIJYGFQDkBqpKel0GVnLUd5CiNrl1yRpDCXh0s8lhh9T1MmFBrCwaU910PgMg6QF9o0Avg
piM8917t8mY3xosG0Q79L4rCt/eZYGhSs1oCEo+NwwHMurAHdOqh18bz4W0W9zEQFrRJXZUdtH+r
cP1RC1thGbvmOwefYHOGrpthl0DW+N66frMIYA2TUNx4/G2Pe+PtZBfuEhHg2o/cpORRGds9uTTx
ol0EeOjaiZ7QSw52rspxT8Q10HNq8Xer8+OsxwXxkcVzfwbBuY2LtLL+CVjwPO9CNQHG0a1a1mJ0
I7ZkBEdEy06JycpsSmcwX3iN0QL1Tt98GxQmU279xrr9uiRm3s99B79saIpwAUR3kdbwl1/o5Qyw
6LvtvH4502UkxH4ZZDvvRz/Bv/NX9PTtfLTYnqo1BSFabWsLTUJgBUBx4EOkk7lZoLW+okHZ7/0O
ItGM/n/qzqtHciOL0r8oBnRB85pMpi9vuqpfiDLd9C7ogvz1+6VmFyMJ2NHuvi0gCNBo1JWVyYy4
99xzvjvr8sszmdYY81yVIQbGNAkd3pN4k4lJM1hbmS+l2vbP10BIvZnaieprWCu/eM/dXN/iadZD
9N+/rH//XDjVqeMDQtZA2Uz+/tcHWpeFTqupAXp3WzJUZUtwCb6vcf8pg3u9Lfij/nS9OaxlxJbn
XYPJUJL8v+M2cj2qIVApAViHFbQfwhKsSjD1wqJby8gmLP2qTzdTjUd9NfJ22OaDjedMJZsYybPf
wK6wLxgq5K1bJy2imRuk92u/7soiRZu2xMZhgSIWgDln7aZhxY9rUa2odHzx0ghn4xCudVXurbmy
Nl4cr2o3D9nP1ZpYgl2tcRv2c+ZGTTuXUaZb42Pul0Oju/zNwKfOdDYu5qfMmWrmbJgBNj7vZh+m
rUWWaDHXfOt23cP1SMx2zAOdQxx77X23Wv50IbGTh6y/dNU+H4xYbwY/5exPxtg+cR54mFod5t+x
59Urpu1iNqJ49r2HuVUS7ZDUVoHpejemwmD8E4iu3YuidfdpiucEqAIgInM0V5wm2bF1Wnv94EMn
v8QUxGKGr8t+DxzYcTY9Nw8DnrKankn3Bpt4HfuwbwtvMw5L/mBOrZ2y8AAZPTI7V7iHgBnmiQWk
zRZfef8QG0v72Dle8WRZafULa0lfEbjpem9jlrI3w6TN9T4ekztmE50NycbHVmjga/+t0I9JrQkh
3+KpBlTVmKufYBHTXoika4/kbAkjGRmjblNO5dHlObnUXSxPYrB3rgr8nbK1febNN27rhRVDJL5y
HA/YU0JhykFFjKic4WCY8lcaLz9Fni60ksxf3hRP1COmfShN44hNpMmY/5azab8PRmce5sBfiQnE
r5IIzL0ipsnUyvpGlK6jPPN9DDarMOewWaZlFyhARZsEA9zNUrn5mTmqfGwJUakNcUZ32Ey5DUpA
SPVbL15DWkNQFO8nfzSLW7g2X17qPjF28vFcWfOyn3S1slZqJRNFaMd8beeCleVxYlm7NicHZOVM
dnNDYihJWpt81Pql5ol6TOZJ2E/ZylzeHlGT2yEqi6Dbx0G1kl1OdbPHZ+2HLg/isOXUIuxSjLyD
uRBu1AsxnNDaWMfBaD6OWX2m8EIn+XNqxUNyomkpj4Uy2OJU1QxtraCVebRifvrR62HlnSxkyYmR
JFwjAruHLpvxvlqFsSdVaWxH01lvktHV8C8F7hyVvU+kJzdNrp5iuyQlWc6bbmTzorG+qly+5nSp
mFmIyylRHxcym9HMPY4liz1wVjrDDhNVsSu70ZTROgXy28qDtYNGN5gs6rRrfdc2/RRv1hSUky7s
LCS9u0ZZqcHkFVpFk5M4DxNI3TvCaLTwQxvGjAeJQqQvTMHNoxckT203dA/j0mXf6eRWx7opL/nQ
PweZTLZuZfGYAj3S7DD2FCCWvi6mn1Q734HD5abF9Il657zly+rxPDvOUa8Wi6mm6lEHyZ1YGtaW
dY74kccr2x9xShRJ9m6u32TpXvwEI9NsgnHzl9NiJDccUgnzwynyhn6PQwO8qNvVke6dd0wCU1hK
684UOKcG2e7yen2xvUGHlaHPxBhu6iQmC+Y2L4kw7b1cit/jIretb70Hsv0kl/kC44Ipqdu4YTWy
EqRP9AeOPbAvRbt8Ud89ant99o3CIPqJ/mGZjK9k29ZhU1fEqfrk0vKMlSkbTZT52MUJ/nsuXraJ
g4U222FjTdoNVZNj6HLNOyzsfELrpMM0Ty6Un+UGuhQyT+ta27lZxC0ZVPZvVjMpf7Lm/ARDYkdK
ja3FZt9NVTXOJq1F2CV2c1ubuO+8LoaHZLcEBgf7IGoWU9V2/pzM7p5SZ6VAkF2k+Z6MbN/DRpM8
WTbfIb9u7grSEcEwV1TC2S8/TZ0j1Zv0t6qD3EJgT34XFB7tJq+E/h5KObzJwaxPMd+zi9OsLBKp
CyJ1GS9di+Ag2umuIHQYTsLSpOwUBqGqfjGW6bx6KLOKPcF7zucxtIii6XY9Uk3crD0YlaBDrluv
08k5cKLSqs6T2b/VBZ4XMrD7TNf1RjhjNDiIRUh92FOkthkaZWnUTn5/W3rliwcqiRSzafDBVN5z
Bw1iW/fjSz6YjKSSh5L6i9C4rTelnB+K3P9K3GUKOWOTi+jkELUi/eqtJNtO0NTBp3vLxlMJvh32
8GwDq0hu8rb9slJ16tLCPwWD3RAcqH/7Ykw3/OzsN+0hHoCS0JC/NOn3EK/1WZWy2uEcLZ8cOZQv
a9zxoVgpOdpWgK5s65YD2ky3RVLs1sLYUzXv25nFtzwTv6wqWHnq6PzHfslusqr2j6pdHlPTOZjz
9FTV7WUY28e61/mb1t1DlmSSNJIH/qL1v8ylTKImLe3jOikLcYncm5sBdzA7FcUlUa10yG5XTudH
1U2PBpGgTTCTxyTr7jT6xu5IfsqWpRYFzYUfJKD0SWEW6akTEmPP9GClHQfdON1aTnFbeO1zvLKN
EM6AfyBU9pscBUtn2uXCziTOjbq+TNYoNwzeAWgK47fbBy07uIAqnCFPkI2w5nPR9IQRK8sKrXK+
+H2y76qm3lBleMe41w92zdO/M3kjN+X1A6+Gd49Y0tbTDmY7x8FLXqfFrZHMpDwNd2MFdf0SDNUX
nU0KyrSfxYbY4LhVqHA8i6vDiNdbbrt+OQ0qWMk0Be8c4NivsvVnzHAYcHVyzQa4OXWKSGBNWsaN
o8sW34MkiriOWNN4KJEuQEAU5YJFNG6YK2NrUuvA8LJZYuxf+W4Ksqgzin3qp6F9dWmA/HosCJ5h
9ZqNULXVxywCLyzW+tvAPrJBDQh2Psga32EBVOWkakMS/a6mjg7nOX526+6C7/DqJWMjcxW0H8ls
nqckAE0dF+NBJo65ze2+24pF/JhaN7spK/wfI+OJhrx+ZCIwlFhtjfI59pJDPC/bZWojpzPPmZHe
YA6LDF9xG9eQCGeSb0SRugYLkh1NZfedTemX62XH5Prepu76jOOv3iywCo6zxGrWV2x36iq0KmWV
JkPV1t90q7tv02wv5jLfSWXd+4T2pPHUSSdmAXy/d23xGtO1zTnofsu5p9LYGQGxeqcgL2s731Y5
nfqsOa+G2CuDBLMYi2DTS7FLimU3ef49qvKLUcXfee3s5CAjlKPIGTOcCt7TLKu7tZcl26qKd1xq
286eXxrMAOnIDds3Jr4R/HCDpYqd7Zf36KflTo9TE1mVPTP9KV00MHxV5sjHQbph29R5f5vnMwU7
1q065Xy34/kQaJ4CFtbiDp6WDSn5p67rQRqIduejp23kdC14RPNqDL678bRxKYXxaCXerVMhN7la
nM1myKPSKIaTu+DiqScch02JxcvJ6n0jV96gQdSEymCbZqg9UVws6noVyK0OACoCjlp9MoiuxjxY
N1/eQpjFm/P80vhU5FTTwL3x0flzfTeuLvvnGOvZhNCVV60bZYnsYC+xeAF+ZD4nfvCJcQi5yDtO
RveIQ+RZxgKCAwKhdp3fmedPtKEYySbP+2kEOfYDt602s9fhIbXXm8xnBGZxCVBiT+9o3R8jS6E3
sfLayK39Z3c2LSze1q4h47bXq85PfmU/E51+AuPiIWt0D8xvHrxEN7fAzhRjvPWnM4uTGlqL7NuY
bkvbe9TlRN3Qx3FEDOpeFFmJuUyXaLMeHsNxv+Sy35GghC2cYrhBNL+DIuGxx9PtdoxbHpou/yzU
6G4Wkd41bUm9NehSg0nrfjtm+VD12OQ1OtLGcNvX3rCqsFva7waXhtkGzpGkjP0iTOJ+1jzIsIyT
JRzNXp+meb0bPDlshZVMO5nkFciyBduDn3YfeTVerLK9ybjATt0qsLjT9Wy5rzJ2TXJw3PDcrWdi
5u8Di07Culo45yhHVo7QixfgmdlWplsfyCJ/iaHQp2EIBgKj2R2G/Dty/qd5GsdNW+XBvm0Gbp3F
E5Fw5iI0VQs7xU/xVxQ4YQ2LiExu47LPFeCDIK9eu7U/eL7mOONk2RidFy2VqC+lzNcNuge2kPql
qcSvVXb+vQEH5sbwu+XUeJ21q8Ctb3Rjiqh05+TGnrqdUcTHdMa6YtjifQJeE7ql2AcV299qf473
NQAdOKQ7v2fT3zS8NgHLLOYlOXqe2nOaYYEjztxr+9IMWHxHq9xYLTnf9WpQXHCnsXeNy4siB/LF
4xh4z02u8VSu6r4z5NtSB3fBaB/GyjCPyudtEr6vt+UIziDpX5xVvJhkeM6d3zzMfvLYmc1jNS74
xNbs3Zi6vV3zvVulc5lKnEJNb52UDE7rqiO/a2+0oWhL6GC4qnfpQFaclBa8EbWftY7QMXBIDsyn
k76+9fF5mqHr18vFUnLCqRocs4q0plMn4eTpAsUkPgZttQN18VqVWIqS0iSBS1OrC59O2fw9tKCg
sSsD1iDeFnmlh1UARxnbalVsGfSszWT79KhWgUk4n2cXX5ZSY1jIOXihYRyeAiNOMfEZogAspFus
SgLbcVtuCLWut4y7F1hhmeKaXoag7A+ymPCE9qJ40EnT/e4bPKv4AnpKxs7O7FurVA1qVjY44hRr
NJ8wwXH5jZIjX8VU6YMw0vl2sN1k2Jva0/gh8/auzXwjDg0zE+UuI6R+H7ci5rI2p9g9gsAoo0Fa
WD/5Svnd1ujnMWpH87mZ0tG8jHLwnt12SO8tVOXtmCx3IA6eA395MFH4P7XWzrbzPzjvMMcun7Za
72ZP2WTOrPzkJkvJXZ/mebkjtTO8a94gnjDCH0HcuHS86fQgrWrceehZoqdZwBUbi+QZ5zNGI163
1uVjTPNcruO9lQQPCME1ZuCZDEAg2aFYIn0sTX5jaYFNOon7+FOmeXGX5m3U5F4R5o0Rxqzk2C6d
89kp34sqK8ZOy5CYs70BZkNMW4aG4NkNoX3ALZqT02rnCYF9zdKGWp2ncfpRZFjse2wUz8qz3mu/
ffW8DBEOVgKKTep95lqSNWhYmsuAbD1nAfn53Et/pIXEEmEqYzpUnCUYy+VrufjlU9Umb9B0LJ65
Fih7we/kiMbeeuVgg7vKu/XKIhrYRLESv0iSLrW36aTAxib1weuno7C7x2y074Cv4P9mC+uZ8fpn
U+TNPskW/ZS2opouox7rD/qy5LOrlX9fggMhf+iXj0lroezi9c2WQeC2m+dHBMrtkvgn/PrrvZ56
eLUqWfYseeM8y0kFjTlocAhR8okv+Eev9H1GNX9XBwoLmh80GDpqLV5ohFFcYwY7T8ug1iPXotoo
Ltbnlv2XF3K6ON+8cTl5rPkkyS9OrA64T+z8h8PncG6cGhuiF8DdcCseBIq2Pup7n8xyQ0c/pkUa
kWysXoIVAcHNKvlkJgm/gmuyOYdx31EPXbDV0p3v2zVIv1hM4X7JSU6vYylt2HzOa2ca/jnNqvIu
TwR1uNT5TenHE6UEU3RyOMYm7wijBIt19tUENbqVIJPmPjKITB3HXn/lXn/Dx8IEbVYfjJnLrZLt
AzHL+aNNUZ/4xuzIq3ZobU56ZjxSR6prq+NUD+PRx5t3yID+HJpWTi9gDGKWLAXum2UOVsTiuzGk
lMKIHlQmVgJrjIqgKiIvCKIMaWjjdIt1YNUoO2j1QroCt+oWZueTOxGDbzBSnVajn3Z8AQmAymDa
eJJCRvn927zMv3O7hmhvx1FJrUho07KiLLVJszRLn++XqXObp0QZldhWlqtuhhYL+sa2J+PFgR2y
sayWdEYS5GQDoHHg18HRhBnAPOMdN/aE8NDPxDKG6TDeLzaVdCnd8jgVcb0dyPWVm06B2wMT1R+W
VnpbDfKNNIhVimMDm+JWVW57yhKHSF2TLs0ODnsSLuAhnwiYy5s6Hy+CBYFb8Ozlezlk6Xvd5/JK
PpgxW7ae8WGlhcImFNi/fOxmDAlsPQG5zdRHEOQpXtI+hk7FOnL4Fqo3v9qr0ky/1EHmikcKFb47
iRNqK815IBcC4hsYUJjmN3ppXXvXruOEgOR7QwPdSzvCewCUVNfBZiQpKg+LInZAnsmniaL3GWEk
gatcjWlxaU7WNKDi9pM2Pplppoh0xQOEp9VA2z2Zg5k5v/DWTnx7h5FNMm611upnzp85v9mB4i4w
CyzXn4FVZ/pirIObHUku9Akxq658xfr9x1SCEGM0gpiDDWfBQAu5JJhFLlT9A7W2YRIziW155K5w
G1ogN8mejMpxP/GLuvcdDX9y8P4YJ6iu6PMj5eniUFDU/WGECeU/lBNF3skJJjZYxEOPZ7kZquEH
+B8eqrpw+R80fq98ILGDvwAhxBNEaCy9qDBdRttOw94iS3aaIShVt3bn6PtyGXO1s0fDPuBYdYNQ
yTSmv0J3RM9W1WJ8Vl1lEFACtfJrsAQ+/mVie2+Uy8qRjMoIU2y7ZBZ6p3Qzdgdk+WoKdeoarKBJ
hirYcHNBU/OmNihONvuc/ShHVd3izyUJMRG2Eg+Lo1Fk/e6z8ry9bc37YG4fYdMRcsiRnwPzS+B5
q5r+Dn/cblI9sbmh5bgJzO4wITE/rMitW79PzTOf9ntKVZtO4y9/MNYIT/z63pfZ1vFRI5febyiC
0O7ouNAbiIDR+QyamN6SI7hcm/iUQErr0Wr+VOmskmvChbFR0ptAtvA7bSZ7LQirfWeBf5jE/NNM
Bve2cfHyF4HeJVPS3fGfOE9I5sWzHYzy1QCqdRil/vTJI4R5unqHjmo7ooWCOlJ2lndqeK2bvPB8
PmJkyqhXIOoK2D5BUO4dY2jch7ksfW+bB1i3E63cZd87E4nPmuQqXxG3q/BweiRTEmdO2GSdE5o7
dYRsbLSG67h1Z85WPh/AqNHQO7IgFV+nA31B49m0J/SNI3s4rDLYNw070i5Zly9N1LVssQhTBSwt
sufO9c51Jthm09RWXe14YPx+Z+M0NM5e1Qt5F4+TR062yfBVszk6oPleZXFjQnNzzzPbNpsjH2+2
HnCgWus2JpBiXzyvwzaGW4UpLG6OZN410IuKBypmnTwP5VLal0IbHAXuJPj7winkk5VrAmjqbU9M
Za3ji3KCeNjpOuhZKiWd1uB08RM8rgqAEkuc1sV+KuxZmedgkH15MLJynQ9+JYu22/z7mJj8fKx+
Tq7LGg6HyEh1A3cfupUxj30LFLBN+nVDytMQN4HbWmRJGjtGwFBpeSa+A6TGVt1d4ig6LIu18CfZ
VFyJTtHf8QyvxIAnexDkSdtkfh2DOiBNfA0mBiLtIfbTBpYl8sZ9YbTqgI9svs58XruhN/1NDFZn
q2amlwl15+0KPPDILO534K0/uFJpsijAz52ylzsO7+GcOe65nvzyUKWBu8eucHV+zGg5toQlbDUr
6YO0CXuhnBDDLLVR7czHtGcxuLoO3xfNXCuU7gjZxs/Fjpl5/AYSDGcqslr6VvUkrnb9jHOHLl+p
/IAETW1JVnG51GxxoqjLeBaIB3Xn8sqiY0GCG9xWetEHC+AaTVeQk5+QdRzFTbHkW55lKvcKj+7z
daxCRIZLWquCPHTNCoGvThRLNCp5SeKi+CSdvTwIaLcP5I/nbD/7hQo9ceWSGMbTaNV4fqSBp19X
LkJOCSPNKvs4XLqg34lktE4ZR0R30jRke2ssf5G5zbdFEHdPliKHHiLIOfwm0Llp/9TPgA/tKWV8
8rPI6nlrlEFPGNapw9KTpYkTV/CeLllLNQuH8nlVQOfWHiphbcb63qNTvfd47sLAsn849Qo+kkmt
9VmiIjA48wZry4RjeSkYtL6mhc3+adN7s2eEHUhSflTpKX6IsVHrqPCX+0rFBicDcGZcvO2Nr5SH
WD/45JLGOUbK43MylrJgOtkX01EFQ7n33SL4nGH879tpbi7mXPe3dkxMxEOhpPuWFtmF62nXpa+m
Edtnrx0/VWGVEbbCo5fF+sLadXfLjTHcBoNnn7AXEfDi0/7w4JvEW7Mj5w1W+KqR5vbU7Jgm2lEp
uzjbsn/H+RxFmowEnGFWR6SqeMKK2V0+Oq/I500eC4u2P8/uAwZ3b6mzDG9z6XNN2BD1+JNubHN1
70abyRAFRg0tlMlxsF0Ymd3OlCK7Hl7QtyO7/qFe0/5eqPGUmx66kenO3gFBAdVKKtCdbGCUTgql
dbXfU8Jfm4G9YBFJsfq2dxLjoDx8AEC5uJpDc8yLPRifMnIx6uC5Ntb0Zxq7/k6kjRFvBubajGDb
lnPVHzFytRqdOGU7nCis85qiGbLEwkImqaw5nFtpoO7PCRRu5ftbILbek21c2Zi4N/cMJAOGemls
7dPSomf3QAmGyVyzqtQh/5OISX16S27f5sX0azRq2FB9tx7paZLQa2LyqXYljGNdNfrYuRSiEj7M
GbQl8Z3VkHunm4EHDGvsPGjLm9/bHnzjNp665QZuvHysk5nKQ7Ul8Mfav0XAYbVeEx8muR7o37Jd
b8C0bA39iCdEPIMgGh4UUzHK16wB89RijwiMfNeVmf2jN+W1cyODd0wkTyLQ2cZ7jDMcAH6Tl8dA
TcGhzcf4MOYeCl0WbHPfaE58ZY9Fna7vuOlQtRO0RyN31YNw4p78XDPT0fZ58TTas/k2Syu5lQVI
0sm2UnQc17qzdPBaAFLBP1NVBHekSe6wwVuAHY+lUhT49Ha9dSiy1d7HaTHer+0IpbQqY57/NPhl
z3H/XRX1rzKv51DBFP2ASOXddo3T9ZuWiDsi3cjPYabHsFuHBiPx0J+tlMImL0+L1+/8EjAAw+2d
04mDjklpSjdZUUvlybJm9vZ5V9xns7z3Vp5HGElYFVp8yQGbCVGmK68Aml5tXBoZdKRmV/yCsSWo
iToX7JxpVWBnqmt9I0S5JWrbhugq+gK8DiEKatYjUnh91kb5OFE5Y9zPXPJ1tBNiZBxpY7s9Ndrg
YZULLXNSiSU996rLdsE0JSztSkmiV5yJwRxwAVdoWOW0srNobrYFh2g08RCH5dxjpTIIU4/Os2fk
nxV+sZ30zWTLQDCi9jJfBrM4ILXnpypYfra92Uc+780v0XAfZfacOaFrLy+r3xKXb7MZyyCg2qWC
1+enJ7FWwY+4iisES2/J+C/MnLNyqvp868c0BuzJXCFmyFqcS0Fb3UyzeNZ9O5yscV7OYJK50tKx
OASoaYjwur/rOx9ByStVyJg4PfsF9M8Uo+atX7Zo6MjOCxmcPZoiTQhtV1jD5tyvwWQAeqxaCIUC
uxKHalSXlbySTYmgrVYeLQJ4XYv2cpOYLlqwUSEJZnBbzd4LzkOtuAVlIh+N2FsuKxDAFxnTxFYo
lW/CFUeoBadmGQ1rO+VEJFGxQ2NQP7NRVvcj+3TObl5lp+sC0UOnRP8S+455Vp3hQ2Lrum/EY+Oc
EQw5m2YNlMLORvzKuXGHw4v0M+cZUwfGZAx9EkCkQ14d2gUTYeBfa8aGKKnWdhEtZR3sLEsQxHcK
OdyPbi1u/YyxRULj/9zCc7iPcZxGpYkWZiXgc8NpKZtHw2o/fLuvL33Jdbjrl6k5eG3jwspe2AOl
l+EzGJjyl5iqgVG7HM+VdXY1rdfNgsz9mMxE9ZhuJJ0ZErYLTmJCaryWjEyAmimKO8juseHpPZqJ
efLmkr1LMb9BrTBg5TPK5q4oyRi6Wgct6IDFPzUFqUSG3HBzOWn0gW91QESyAF+SQ8YkTdj3C5NM
0RwWbXIGZCVL2bGrHSpvGSK8CXzbMqnUj1hRYqJ9kIXeTsYEMQTlzjhrJZxTgqZihTb5uxcnsYzf
YBWDA4lv/NxL6hgvrXT7h9lxxEudjdaNqj11WmET5CCkb1ib5D/YuVSnKnabR3KMkNzapLKPrteN
ChndAqUxMxxjfdBEZ2/o5QZpn4WSNIbGZkLGb46lW3PKu1Niol8nanK2YmDpsOsOxhg2sq2/Frtm
p2xgrfFL2g3Fb1iPQBlnwV3g+0wahsHgsemDKeeRB0ccbNomy58tItjOBlec5W+BtkpqYBMCb98X
ew40arZSrnjA6BtnLL+eueuH1UNPWDFyuijMxTI29yKlW3iuZk4/d8EZF8bC9u/YWwGI1llNZb46
eCoonnI3Ofl1DdtiGF37YNUIDUZbwf3TacPIg/UBstmkU2suoemMyS9jyGHUWoBKWJRRnCzoBJ92
P3enIVg5H6StmWLY66UNmAEm5VTfNLOIf1jr+pnq2mciz+y7kJxjc8ZaxMLTt7Y2ip3Xihl8m3vt
kp3m24ENAPY23nRBftN443vGQ46aqDMrzBrwt0T6/ajTTkFj07ZVFeK6qu8kjqkkwoTGqUe1fTBj
MuOZlaEsjXZ+Dc3Gzd5MKqiJ7lI1/E6u8LAg+Q4kBe8LGS/bqa7e9xJccTrW/U2ZTypUcGUZXxFR
wJLtgvjB3ZIrGezSRVVHi6YhtLX/FXgJJgfMlPuqM4cfuTCTY9DESQ8HoFMH5CjgFDFGCJpdAcdD
J/e83/iI8OOdC51DXq/nZtqB4JSs5V0Qj4kx1yIdCNMyxRDnwFir56mh99y61eyb/Mv6ZnXM9d4P
WojG3ZKI9cS5yozWY3pMBYXoxXyUXOC0qXj4/EhnQ37sk5oanX9nRD2HNAPkqjNQzLCo0JAkB+i5
ttpKY56iBGPJDvlPjGE9O48zY8YdOQPmQ56DCUvLn5MtpeDyvz59lvQOdFjDGwz5+WDaLWvw6Cdm
6NGifbNHyUC1bRzvDVweXkFPLdXNwHaX82xoXgdFX8zMi345GVnJIab+IbWRNPtyQQMd62Y9Zgiw
/+DEtq75hL9aLnHpuAC4PPu6Dcb/m/27acbBmRR8/D/s9Cs4QR3OlevmcGxYbdo7lAicWdeuE/DL
cZn94YNhvccgmO0CBGQCuuDDHMclT6yuMbhyGup7gus+1Viur8yPwR6tbVsOqfhVDQvDmWJsqv+5
O+f/Ktj33FT89XeS2l9Wkv2fkdn2v5rrOrD/H/aZ+Zi8//exv536qL9+/Tn1d/3//zv1F/yL2guq
OxZ4Wly2c+D8/XfqT8h/QQFkJznYT2J8pPyIKf+v2J/5LwObtqRK5/4n/mf9J/Zn/gseguf6eMvh
LpKI+X+PD0uHxhcmG2kzTH38k3/1Jf/JSE8oPlZxS3/tAokuDtyZ6yt1QnCqVdVzfo5Ion96azDr
LUlT/zlB/NcoBD9DOrZFAMxiR5nBW/O3wADqeDv0+AM3JQwA6BCS2eAKlBbcL4Oudsf4cP0H6u0f
cZX/fP/++JlUqcQurvvfrtth//pbcs0xkzYYF2uXtUqbfFpwe/c6zhkZWSsD/aT1IjajwY4uszJ5
QzeFfr0kzm9tq/JzpqduwsS29Q/sVpTE//0d+WuE4vrqiKQEhkE4Diwyyeq/vjqbQRFGT5sqtFlW
HK917y50Hr179+8o1x+pjVpSS27/+w/+W4yCn0w7wzMEkI8njcjCNcrwp08/G10vT8kVQ1ORogFp
4Nv7pARLyRmajsaRsmFkquNa6m5MWuS2johOB3CqF2aoEnoXrhksfY8SZV38w6n5NxzqH69OBrw4
bFpWwLeD78CfX52jHQ4wlxUibdxoeOW26d4rB2QCMmBO7LurMi4DJfx6K121uHvLS5vfDWX0ddgu
+p/MYbOHCoSKuEmB34vt4goqyX94E/ke80L+83iRKmCfICBPj2AaF4jh/s28X/mZGzA2Iw4mY3kE
ga4ifhuWpRWlcfAM9d0g20bQR9VrSkvOSDHnbnJKb2B5dl1eCLRLAA9XKBelfv8gNATCHMUHnIqv
OvcINEq+2TQD6bbNUnPZ9pM0P0YVYDDI5wkhqliKFHZ2UKZb7QOSuZ+XoNQPTpCZnytT4//B3nks
WY5k1/ZfOH5ocwiHGHBytQgtM3MCC5EJrd3hAL6eC9UkjUXje/yBNynrthKR9wbE8X32Xts7tU5M
hTjHXaBUD0vuYJ+3osZ1H3Nsyg7qpXLBqldNCMSFQr4GMYKJk31TCco/f0ipZZmOSQCCbxMnBaUZ
iodbQqeG8gP1HLDE48AXT+EnBQCCpV7WWcNZlxY0kllW9VGNVBhuY2UFzJx20JqtzLnmLLx5/bmH
NO6wkajjGRQxoRI0OGWxwO7ZMG79YLTI1CsD/QLTNn6HOuJm8DE1ZDdzJlH1UPJZ87GsaLYLZgvM
32L0YBO0lfPYD8BoaEsF5cdpOrv1aOLpb/FSc9ZwqBRAXJxK2GtWgV6NO6Aoio3oPb5K1eDvO3bR
pEDvLA6tO9UIS+c4W2SUE/oi0HsdpH8KPSqN4EuHxoadcXeBII3hQhFPLF/GQQ3XcDCuBXg/zed7
NDeAh/a6c7Ipm6KhJYnC7xKrslkVLTBytp7wD9M+8inmHok+aPMQxIpXTg++p3hOL7GQV85TE/O6
lWLVFiF9Lty1ofgK+7QoDvQNxLdo5t7Bn1vs91UyuqzuZB3uhiZatos2atxPc6LP3oKbcM4dLbZm
devChtHp4xK64XfWGHyKM6Xf/UKQdjNUtv0oI0f1lzgvoMahvUXTi/ZGiGa922ATrNKQ+AGq4IOk
HAaCoqPqd4sny3iK3dR/bklFTWdqKUJKt6rEPIaFl82bcUow+Ng9/m7oCWNDmXi7piuUfXHL8KOq
LIqLfKspPmDCW85X68c9+lWRf+Oiwslr+QWPKiTzyd5LevT2uFTBdS3rqkIt33aJmtdp/Ntu5oxf
WF3yWwFG8yVQpCq2JCFr/gzLpE6spd07RsbqnPh6eJe9dneuwgCO+lHtwEykW+bPBj/fyOefJ+wA
rHMSipJTCr4KiwE7KqDswnPzuHa9FuPvVClQm0OIoaI2rE0XKLmYz7IY1hr6oITxWRuXzqW8P/VS
MvvGvCcOtgh++4okgJV70Z8Oe/C8Vfz7EVH5kiGNHYxNBibILnY/WVta9YKdV7vtXi5D+0zB0czK
WNX5OxyzYpf1IaBBw46Kxwy/bgcaV5GIPQR6iUgz8PxazLxcKBmRz96Sy89smuv7fnJoDGDnSUym
Ds5dppobusV8qKU4da+tdHiqNB1g8S0si5zy67ymhLLUHsyqzrZ+Nxyxb7tgWvbabttpWzdxejHe
nOL/bnTxpxmgDiyxixFwTq0xwtNhFQ9Tj8/vSG0DnTpZvzyJos1wU4TetUAu3E45241bLBg6uqKE
cHIaV4VOAzhjOyr6fWuyAVqk4M2FyIuUbgW81VgP/2jdgIs19tGgnSENDgN9Zg+w3jP48oUAK8pS
dj9K5TwWyaJ2fDPuKRhCb0tGVb51EcdozB8Zrq+0oeEh6h2qcDLywgc4j+EpT4EebbXxsgua0HwU
HZ51JJ3SO7u1mI952jjtpubosU3LWj/z5i8/Qz9zb3O7J/pVTXH8qOzFpDt62HrKmRane6rA9/Un
a9H6EWdAChYwi/2rHKOwuI6qTvfjPC0PVj1hexaGLEooSp5l6UB7lx6WX24yYDCuG88/LJwjefsk
DRzE9YxgPbK41hTnmGiJTryQrfg8citUOzNM6aHjiuXeLry7ISBCAY2BdacjcJmyYMCkkWtYn/SA
TKV8GDlWYyR5YVvn3NBtNR+MpY5O4Ry7wP6qyuWpFdHvwW6f7Cba+4XzOSfJfb+silv2gNPYO8t+
6O49lw4kPD8hSFMNN0mm9nPZ+rcKn/Bh4KgJqsogaHb8rzVr3wU1yR0MaHubu/k1NqxvO0f6h7qN
wErOg71b3RVn3nQB6Z0s/x23Nsw6K+koG9HBvvCN+hy9bsLyzwKHtw9CVx/yPXqh272hhsQCpcaC
ULxMcEL70Gf74CqqeXo5s48ji9ReSZMSI+hF2bK/YQ2F4qY/cCQdoGaI7NavCm12tpWKA6yoHpMX
X2icfIBv1SRZ49B6buF6HXg+pwnMNt9l1HKrUhJhS0R4y1YMUSKS6fDSCB6qTo5scjBFtTfsBOOn
unMXFk94fml4w7LAvj1OLhgP1p4LJW9YsFNIorJpODJqmG3UTxIDeGamu8LkbChD9k39jTuzl8pG
QbSCQtgcNGo3rqK97YG+D3t51/kd4/vsei2UOyT6dDtPAcgyoZblKY/5znkMSnft7arkz04HabR3
KjrPlk4sNoCAxBkPoFD8V+7Z7iafxbx23YV0s/Vj7e/yuWofMDtJ6HDWXMOYTMrvkFXp+h1h9/xL
uwINgo4FAjd/YVWCukWEBFbl7LIyOIarDBZYCMxlHhV/oFHS3qbbDDtQSVvgkCZJsl8ozdwWQUDl
SVI4r5PvsqdyvEpfuoZquW2uMq85Q0BElOvoozum2ERO3qrZTat6V2ddf99UVZ2eeJuU96EVTT+1
U7VP3qr+zasOOPK3b4kAvrOOHogYes4t5sHkzZmJBWj2SvYvyTHwSoFsxEqmtP/kgxu8JhqFqcdR
88U3K38qO2YprzKuGD5e3O8qxGS1zUrZv/tdYxcbf1pcBGua8Oa6/5ycZqJqA/2TQFp7Gpyin8kS
oY9y7zMFlJ7lmpPGvfmrXQXVkL3sBZxwAOty5M9Z/FN79UbFfU8mdWnA887uNF38ahiPujMAB/+S
cFcxNw+Y/JbWD8knrlpv0OKi3OiI1jrPkojWdLSYGxSfa5bkI6ooenG8+PxFmOBzFjrfhquurGN9
jnEQHr1wmeWeZ5e5a2z3alY1Ggca/Ydz4o5nnKvJvlt1ayOV/VKksr5Wyu7u5qDFa95WHszZVfUu
TEP9G6olXrjpbM1j8YujKe6ZCNWcgjrrGP4lpQeVt9zDHSXnQOkf2weXExFnxu67drwYu8GILr8q
9O6q1eez17H8UOktnVAJJt7imuTDfbDE9Q24GuR+DgCXJLDOcBaLH/66EwCZ1bxqhp0j3WePosiO
DHEooWkzHAmgUPMWjOVNryVlUoI1Q7ouHOzO1rfLuoSQ6zqCOCxminVFUa7LivyvtcW6wHANZ/Rm
XWrM63rDWRcdBF3to5nbG1JS9j5KlL6L1sWIWVckzrosUX+tTdYFiltggTZ41nnWsmOZ120LS2Xr
hZHLxpzHLmb8ay0TrRsa03ago6gzDXZz7zlvc9KxjQZgdwX7YSgPlp8YOyvmEN3tTVSN+4p13rGI
3d+d1zfRgToZ+jZjL7521pJv0nSIVmizc49S3rwAbqxvq1pQqOYlGf0+qcs0PVsTmc7CHMIgVVea
L30ifvN8KgKLJJ2l52vl4TSg6udPZEKWfSYqKCWcIrRlB99IkDlmk7FMP7ZJXoL9VkAlwQ5HO79u
bqq0+p7jJibWmtZXzwcFHjgrONft3F+FG8+kabECMIkPdyz8LKIPDUs54ZPVcAkX+DWTR7xAGRj9
nF9xVmDoKZZHkEXOS+ABNp66sT7Q40lQo6276JZOM3KuuqdFO6eIWbjUiQqeu18Rk+FvAo1okaPN
eyaOKQccYusWBEJxnAcvfI28mLOTIrV5tcpW79OxfAuXhGeulOyFS6q3xsjp38lssDMAdaOaKBw3
xvU5WmHe6bEpCRZwkSFw1o8UZ2kl9lk3LTegVu2DUbDohwgKOO7pXZzGA+YN8xbGEgvxPJXnaRYP
A5rw3rV4ScMBnQ8AE4/pvPqKsrV2rWu5REa/mXfQTHi8VPN4qFcKcgGRYWPzbnnJsswlq9dkZ8Rb
vsyaKs/SB5ldafNE0ZyceRdEAHIz66EkantAtP3tQ6C48Nu29yGvlnOUZceo1TP+UHU3k5W68izg
6Gas6pl5bTkVniqhXzgr/zS7cbSEEVxXXsi+gnjlPupKUr/w23Cm8XpPuL1PSF/xgeH4ZxWY9BhR
jvBOa1h0281roAz8KlvcBee10TxHsGAMUfjsjDDGcY3jUGxtojB22Rx8Zz5Z3EB0+XnuDfb4/Lsu
S/NuKtalmymZpnNooJLPS/1Q5iULBjpDg+eYdpMDZVUVlQWVYKjBxneSy/Ijk+lyGIAzcRiTmhhP
klQ49NnQLy7U4nM4+ZO3qbQm6VZAy37GCbE6N6h+wfTKEWETJgwfGK8/Y9W8l9MUfnezooxu8qt7
1t+pf447LW+9pIWbm/a99yPRjQdBtBnvLFz3H4Vl9w/GbpHRyWd1JyHlB9YsH6Rx2Le3WK28j9IT
LaknkV+wEXi3lNm6uK8qjy04xwtjZ+KRA6W8xGFRH9tatxfaull0JRbtiHVf6otF6uJWZf30SGKw
v+uyiP9bkRLX2nKfVTVZSBue+dV7o/0Jt7zaCRoQ+iOJcdLzxVDM7IbrgsYuFC+W9MHAXzgJYF0y
0Hka/7UNFvEdW5gRIh3O38BDh6ORIcbHoGFpPaR2ea1imtCkpdsjcRtGkCgmbsZCwrPVTtD1zupk
mrIOe1XlvgYO1h58T5Khkz3Ke7OUWM+DSsjfIyxltdVx1z0ObZm/uQs/aZe3o36MA2u+TH2AEFoU
/RcFlBEIctv90TQGyG0tv/FG1xdvjoYtTrnghbH9uQS9ftMBZaCGzF1IhLjinUgvWIV20ichRPpZ
eGHxu21bnm+Oz5jVq2NTiuEyVkt0o3psOrMq2hcqPcNHEfQE67loTpDGBRDhItlM1BdD2VfOkV5K
68kx9SPe3XTnSf2oSYh8lcOUbN2qMbfFaH5CrCtdXlhCiU0zWe0n5KhRHHki9UR4mkQRO7QkxpFs
ik+VZklD3qnD8l9YpKNhJK9feLvRxKwrFus70jc1O7U89y9sa0kbT1WFkMMU6x1imvW2JKCwx0Qu
2U4193P81JZzUZxGN1LWYemn6YhD3/8dYMbfd7bJb9ukea7ceGq+CMB4I+4JuO32Y1IFxOEaZI37
sSghOhvZGZvmSWFfbN3jDAn04oT7ngeLt0/omUvfOtQn4kl+Kz7tqPXnQ1wa/Sti8Cpws3ZYJFk9
cxUGC5twBOnHkcI0sQnnCu1sZmEcOZukBYRCLGzOi+zk9kHC9mtcG4ErGDXhVXYjDHtCf3N4okIL
8h2uy8i5gZ+NlNZYMUW/diednCyKbRH1o/IPP2iZ4LUN8Rg1JsIAU9d18dEpQzxwKGBrkw8LIvmD
CsfBvkuLsfT/oMAVdAkE8wjhji9c8fDcWKWnY/I9jNybwsf3eu/57Ft5sFC2esiZWr5H261eHA4E
kYxK/RTxqo6vgWfKN1X15RunJ2jAMY5oCJSFr49ZHcrlTowNbOlM4iVk9+ndae4yjue5I9MdFZZZ
hX83g1PQzNNwrtASKbBQ8fDQO3FcXzDyq241qmY7y6urm7pswW5FhNUYN5tyqo91mK7+iDF5TCXR
cCwAaMRcWgBEtnXdln8ijea6g6Dqy1c7CrDQNVnPM52YH2GexGlRDp3QVt1+MERaN8ryCLfb9LWW
/D57InYLwmRxcjufDQKmQv75eiEIchyqiP3JMnQTzPmR25s6WG98SjNHOffTQPZ0EzB21vRwDOUL
22SHX9hI6mDTmsH0e0oObZAoSeqN2yDukfHIqzBM1LO1bEbL9gVUz1UdyR1ruvVzgO/bxA70OwsP
cxqLtJRPfkMlXknZK04kGfs4xVJuq2eJ1/KWqTwlccECAksDtBtw9ayetphYpNhmTJ/BFqAq2btA
e2ToaH9MieibHBUdOF8Nx8EuFr0rJ4XFCYdjuqOA0wSPC73IK3s/zmilGDPyVnXrmodEJiCsl7pT
m8qne5GuGyVwizG0oTgRdHkhSBAwJUONArCMs19tRy+b/PNCxa7axXihyOU07XeK+bbaag7cP00f
pw+D69bfKij1m++YCA28He69QZBzcpoAxrJcJloG6moyR+3GLEwltO/hjFV1Cs9NT43lLu29hg5k
I4ebocPpmTJWPdCZSM2wHuvyDQe98z4703IXNQE9K23XRi4v1Ea+SjGLkqzJFPBu1mnwsXQmOlgo
5bylsR6AKm9hxb1nqiYTHlbwzv9QYIZkb6cBjqXBeIz86M+YrZFhhugm4X17pBE5BbSPX3Ai9mLc
jxGiBrWIVhxyxc8y22uCBqRhC8dc+mnJfjiUw7yECb5NGx7OanflkhEhxJsdJokkOSlqKorrMhcC
UkqbUNvTuElVgvGk8nuTL5XrHKtJMFhZlu08yC6ogOqWNUBE5UunPFtORszaGruAF3ecTBTJoMbP
29SuoisAUKT6cLZ4sKkCE2w5K3nRmXKri/CZEvec1bi4Tc68v/OlFr8yuY6dmajMs0dgw92mjeau
EBzcued0hVdqGHnUG+y3H94c81U2MO24WhQgoCH1B8bVeOqrE6GE4m4IVeTcs7YXDoKEzWjVzj4o
J2L3fISeu3KkudniGOj8db1TMZT+xvjj+HuPY96dw4d0d1TKrtRxm3DgpPvm1yCNO2yo+cHwHQ+q
fEbPDT8yrDW/Zly00zHHAfHmMHS23KyF+0bACoONrvFrV0lAgLZV03gfcvuta/1gerdx7prdAKIv
P4sMh+6lGFbqZFA5hb9PiXtRSJ3EOelcNxF3Xl/Lz3hEeK4I2YqtThS/utSeRHoMjCQBSQ7AXl0K
EQkj14trlO7ZbQ9FCH48yTsakNhhzu0uwu1850UdH02XQhyN6vHw+zG0GTCLibvLOigTXPF2rM7C
cQZzrO3GnY5CLjgMhp6YyW4k5U0ZjynnYVuNraETmI9Dw8+8lARkKqe7r6OIZx4vYb1D55jiAwec
qr7RuTE3gwfoghIFFSw/yJk0X3OAZRoUBijVq+R8ND0OaZ0wnhLm67YzJkGz68OmezUKm9kW2gJ7
Dtik4fj01xZrrrB/nsWSeS42vNT+pHkpuhtzzBSHYXLCmtO7k7C1xdz9XORkEsh0rGAzbraAjhmN
i9Sbg4zzaKieogzd5ByCAmz2WZT8HiJM3NSyMNM1mRedSZ1g5semqd6kpOhj1+veXWDtVBKdu+NV
t4FxZG7iDh7PoR3q6CitEJFfofLXp3Eg0nVM/TKBLgVvIrYdmoaLkDalbx0M6fyQR6pL7igg4+aV
1bSoGzGNgPIVQolzHWi9Wk7NqFglcn52y7OMVLzsMAoSs8MS0v/pGyshLbxYxVvrdmK+mqlw4p9Q
BZeOsM4Ul2d3sHv1ITJRLG9OvE4HoW2CcE9kluxBiEbRPXtxjhEotYt9a6tIUzobpt4OBSjb1T4d
E5sx7nhnsETJ0jNIuYzjpWl1obZVwJvi06Pfelk2k+kr/YAqnw+P2J+c14VGrWA/dJFLG1szkDMM
O6nlvcbgyjQH3yTE31jUtvOE/bs49EiD70FZLFQaiPhWLo3N8VfKa5/RT+DJJmPCHoanIFkajI5Y
ZWTis81RPowPxqX7zskoSGltyszreAluGOb4SU4rqF6IZfDs0aP1VVRBwuUTZcFRpGn3wB67/G23
/fhnWJIp466a491SjkRE8zaPrkZX4dVvO59qioJqnq0F8n1rknh+D8SUnQYCs8qJcGoXZIF+TeRW
fg4iiF4tRt9doLgUCOl2OwDH8neVVRjBKJ11bul8VedgrMV96hH7P6V4F5yLiWENgxNpe6x5uTrx
MJAnjlVQP5BKms82bX0e4HpNac0CvoGvu/TDXbwc4uGEAhAaXKWuN10k7o2tb1vRhRgGm8OpCO7S
qHX22PWwHhPJiAvMd9KzWITE9rEq0+WZgmf8WkTBhbdJegSucPGmU4lC+OGoIYUUHhX33EEt9e4p
BeFQCwb9ZdyoRDdkFcXSe8xvFG4zyPDIKB1r6YxoX8JJF+ZIRyVGE1Tp/YLeCnCsHVitymStFbJb
QAl0nFfPC8XTf9hl87CzR05saSVEvkVSbgGgV6Tz0zFVZkMazyPCmtcXo1rKSTrqaMiF6IZfKza6
HCfleY7gF+VhqH/6C2Aq3en+Bp9gcrabkuWYHb/Dwa559wCPyLeBDdF9v+Smf58JsoeZl9+1enwN
JNZEaySjO6No3bA/ne9JpRfT1vL67KlREESDPoQih+pJFjUe5IWaadYurqVfUrzHH3O5JjSwWDwg
pnLhL6arD0L2gqxtx7URJZmzxuMz8glNSWA8apz4XAYCDnVMLu0Q+K3f7KJKdOln5Q6A4GSzDce+
pfotz/pjupiBhAI/cIexMfc3htMxAGL5TMlRdYOThJKt1Z0GRyL3TrAgWrbVHPQfPD3PNPxJ09wC
3ovOHJBLov2y2qmCcvAJhg17eipK3K1nouia17r5hdePt5iZ0+bVtGFwly35/BPMnLOnmxLnIgL9
e21bBkUXoBxMoh7Bwi1Elh40JDF2yVV5lTDE7oBq+8khEU6/M1b7xwqc8STrVpW71SK0/T9QuOi0
hYG9WawIXVR7pHz52gELUTrAzJbEzSXPEKWw3SfbEn7I/8Jl/Ls3B2sHEE+f8wCOBAdy68ps/68e
lJ7npajblGcuZnG648BLXxeScV8kFdi3iSq4z43DZPn/NpX83ST114+V+Emwfgnw3HQO//3H1jqb
5DIrFtq1FYSbqpy9mNI8vu39UIUcDgLyYP/Lz7RXzPzffSwRjQ4EdgP2OiKA1P33n0ocE0ARDSm8
hLxVzYQCwB5K8PAC6ShVf0gno+mZA25W28zUmCHC/MTSnxPfWPiL2qezLz5JT5OcVpR6cngNhql9
l46S1tm3UMyJ/UZ5Iz9ZNzNDt9KjtRlWUc7yO8SlIkXNfDDntvoKooYVkIa1SkFZE9XVSZZN/Zgj
a4AeKxf3brRb/RpyyjXbChey+9hgaccGJHSrTqmuRlhduZmJMZk46Ha2kqzncg5G3Wc00+MNyK4t
eIpy0yGVEXh+iTLNBrXLlXUW8QzFTBnTtdvAH5ezJDf+RC6X+pWCs8KnmQzvunQK0WAZrQ6uxXAJ
E81zvR3p+IWx0KqIFOLCgp7Sp9AtzmEmxnQ3D/V89kvoCZsJ3B1PTxLuF7vwO/YmnK/f4THRRtPK
Bi9nHWbMGtNEopaNVfbTL2tHHrN8DNXei+35qwwhp4McmHRHynQaxD4nPmxvOtJKO9WiRHPQbCYe
AahjZBByV3fnslJtwWmmQDiOgr6/RkvBayZcTF7iIKIMGRpVM9N02EY0FqYWoJ+EmIa7IVTuEhv2
lcYlbVLgSbldwORysM3IzVzq/gKaRkSHbpqBq0WzmP4Jsf3/JtSXuf39r//y1eha9fPTb0hx9X81
la62xf+7CXWv0qxps4///m/8e41N8I91ww3oACPdenf/pw3V/auOxsaj6lPLK3xqJP7DhWp7/yDq
D+zdQzkEJb36Kge8yum//ov7Dxcu+Grf5G/wYMRa+B+dxf/uAaVNGU9w8rv5Hzyh+Ff//uhBrcPZ
HiA5ADb38LX+N4dmXs6TUP6UbnABNQFiZS8fnFZ22DDZ4PSXPlf4AEK4Idi/CuGCl9mNkHp/Dn3f
85jMPaf/wfEDGmkd+QlbvmDUTn/NgjL/6ZpoTC8gfdMMPltPdEqUfVjsbeap8Ky6vGSNr3HSb/Dt
2N4xpw3jZyBJ7w4N7FpMDgVUQEvO+A0Wx66+FRTjX0VFqpMlADWHx7y0l2foLd2MzUaIaIsE3Y47
H0lAbREQs0d2SeohTsrU2pAck+tZq4dFzn8EcRQpoS3Q8tr+yjCZyMvKrWQSTEQvj12NHPZKuZpp
z11u4ZUq8fZ1fPyV+UlQNIp3o9djHCB6kpDNF10k7mv67PpjJYMuOQCQYJAnWh8yFCL5EsuxLeL9
zsZM1GLc541aKKczochwz8TdTFTCB5BjNpDt2US3/iJSxupg5bDJpm8RQYPa9mgMnHJYrnrWWGWe
g7xJhpex4EGHjb5Bggo/IQpPk76CNyG48jhy9CnjbTdaaR7daSP8wTw5VlUzK1bDqgqcQR/IgQNF
pokMLE+LD59Sb0c+FAfgYsAaBsUTzwKKvm4SeyPqPgoORVPRWszRnR1A5Xduiy8pr0hO67L4ZVtd
k+P9DTjQszxAeVwTdTPwqKivx2cMr4IS0TxghpOTY9dPTde5xa2Lb684BuVoDDTmvLdYFoYLck6n
yYOG5Id8wEkLBiUsZYFz5rDYKH8LnXj1RZguyk6zdPR5qPU07DSVcHAB6iYbd30uHaDZuCsD3HmJ
x1WVjMK9ODMWg9sGJdQnRpHVL7z0yP6yP1cPdADxb9ou1xwQ1cDbISUEw1ElS/iQDsNk7xCYXFK/
/Kdu+A3R8i6Luj2x4yB1BYR1+hEEucHf1IRmvW59mIIHCCT5dAZZQ5lTRvllDk15YOw2WKSd4ySV
TPhmMmDEU8mwvIOmNzm/MB/AbwmzGnYuTXm6u0aTg5Y6046GtI3rpO0f7agPnuj6Mxk4CzGwZ1zi
OMZk14vefqV/SFRHJ6VO6pBxraNilFajz0kZp845jsqxZJIcINXcSvKXhtQWO2P/h7Cxn7N+8NPc
2eeKouwfYzFipEU8R9NVuSq9X2pJBKd3WUpqqzOF9Qs060Ty9R5YpHFvJTf/eIddL4lBqCrZfNlQ
Wyfe3an/INjVRvjSAXjpEQTN1kHwhRzSdXeUbUE+wg4QPnY4bspTObUjuOtmsK4p4X162RrXQs0r
dOttuymzm62UhXh0EmLle2GlgF/DpJisDUCWKtljGgifWUJJIH0R3lFtZ4ByZyqdHhPCe0d+KgLJ
ENEsxeybjhyVuopR38dwmR5EpbNz4BFj3bBY9etdbjRUOd/320+QbjPMm9hMC5vqCOetlXMaDLXt
Jruaa+TRJ1/ylOZZ6u95muLwZOGc9gA3C3bCSSA5YFUSMskmaMLkNW/G+WOgPKfYh1VF8hV7nc2+
y4u5FyjrLHmbRYgihTWHnxOIXODlohO/fGUJe9fZcXj2UqyiW+PaxSWOBaBDzIHAZXEHc5JVpNH1
Nh7S0Nk3UQzLu2S7BHUUr9uFXRJ8Tu6Q6k9g1eW1V733ygjWpehBFZS5d3DL5tlnNYuSZEfjbxS+
QF4yBJCC4sSYlCcnsTvEgW7aw/fw3a1rbL1Qk5zPNMJQybnH/gpbNwz9ITymPOg4uIzElFEc17k/
VYjqvdsT4OJNli435OCKh7oICrl3l5obClMTziCvjOyfvgVpbUeebX7EFp1Y+3lOKLnARuBoaAwW
dzIkD9Bh3cYRAn/CghysgHJHJHinHSRyfgWc4P12L0paRXeMxiZ6b/NkwtKseHhhULBoXbHhl1Nh
PffJRE0hbgssZ2lPNfVs+f5jlkeosgc2OLAcCrS9EEtdLt57C1c2wT1qKzc+S4pwa2gGC7ZR7dnf
eCetei852teXtpxyNneOuzJx674DSa+CiJU6yZTvehBLf3Tg6bLwmloWLpAKwMIc3KnsIRlDCbq2
EES7DTtvjZpUFO5t5wBFpcK19QiAWp2PHt1lvatfIe7qZ5BiAR7jsuweuAX4rARqZrWJems8VyAL
wMK6dvO+OFwbaBopNk6bSijwWUDOKHLXS0ENmsw6WfypUzCQZ66NdtlU9IIgz5KoXf+Qc8+cGkUp
SDQ78Mu3oBhmUhc61ckLwUarvRPA4rpPqMd4NdktNBUhaTJkwtsrdlrhNtchxrMdfsZcHNpUJc5+
CNupws3RWmI35DymtxVN3nDLTJBbKJNxr0DgKrSERZTzQ8GXV2C2p2hh9Zva8RYrZ1rQiVqUH/xz
M7UzKnqac3rwQF1M84sRY3BnhjIk4Wu67oe0jYOHhHOBe1mME2Jy6k30xxryJdmR26nvInygz5xz
1IMTxQBP64TeYlRE7xd/1PFnbvWQMIukAXLVZ+1j6af9izu2tAgn7lToQ0Veod7ojPl/vcSaYsP+
jQNURTbA30xhhmKfRgM+2AEvH6OM25hpC74Lc0w5AYndG3TNm3gwEwzmukpOvFHX6lN/LA5+Rr8m
AqmnLjUfZdgGLMGfcELCc8tc0dxEiHrgzIASvg3oR3djEjsIAEubAytoh28zDJSuF3Hl7ZD8bOw5
Yc7exUeQpU43pT62JJHFaqmmHnipjAk4wGGt5jfSwpPjfF0hwrhlw2Inay8Q22h0Rglvv9WSQjvz
06n/wYSGCkJ7rPvFA3biVexJWn9ISilcO2Hc36dBWwMhWMYO+GKFPWtjR7HVUtKjzYlNUIaxwx6K
G3R6h4EzbMWXD7fZ2ow4QKNNL6MVozbPIqeL1K9fKGp2yflXSR7gjg+Zeeq6gWyn/R61MyKJTEi6
H/2fwi5A681u49c3KTcoRCRwcjzsLU1GHj+c1wLGKux6F0VRguk/UKBUSe6MeBS9/Efu2h3/2QpO
GKc+v4DuyAAzgCfTFeI/2VJ8C8FiffeaQ+sm9yrqutfMTrnpwQ7hi6bTxtv4wDZe158PHmAC3JhR
Edspop5BHauAQIgMI94Y8OXBLQMR4hnngrVuEjNVh6IFATKRCnB2yplYIKbUZUGDxpN8q4Omt48U
csjs6EcLs3nrsTXb0ZwtThMKLz2tSCH7puypSSQeYJ5M7IFpniXDosUT2+Mb2yhnIbcK+Uz+bvhI
4tlMdPG2JSnKt4ZtSkn3gudl0ZGEOucIim4W8WQ7wg5e+oG9w85v/o2y89qOG1fT9q3MDXAvAmA8
rahYkiVL29YJl2S5mUkwh6v/H7i8/2mrZ9zTfdBalstFEkT4whvy7ibCc9WixtDrT1Yv6AsWPnVC
yh5VoY6oR8XdYVnJwHHb9kE7hBsPYOR820xSF/VmqiICQNpxK2gHzuwV9m3QhJ9anFfu4rZijqTJ
MD9EXqcBHiot5k2FhxGIWsJIAV8VIXd2dttB1CzqkUlDQ6Icd07ZhQMyVXp5DuIi1dcQnYCClMlE
z9orPZjwGf2/V2zpUZtbgFH+aDTivIEkl7ej9j5kO8xa4v5MifpHCfr/jQJ6p79Xj337/Xt/+6o/
UkrN9b4hy02FP+lJJ39ef/fav/7yB5g/ab98Gr6bpLlD8+Y/maf55P/1L//r+49v+ZsUnCT4dzk4
fP/++/t/Pfav/ffuz4n4j393zsQ5ef8FylZ5cD4VtSvHprh3ZoRSY/yXK2Rok3XDVfQMG/MnIdQ3
rE/HpwIJCMGk6D/zcBH8C1Fdl/RdSJ86pfT/SR7+I83+byabuSJzG8a/gpxJ5i8/0EELkbWVmHL3
e0BrcAC2rR1tFVtbY29BI2zQ+atjtagWV83SLY5ZthzUWwsE9ltctQ6mALWk2XAFYZn6GqwLzOpN
XALT3S0NaKOmLE14mvfZXO8YqyJT29iH6v3dn2E4PhTJ7BevQUD2/U2VoC1OMWcFXgGlwCa1gE9D
b+PO4I0mrGdAQOc4YExuWd4IHy4i2iXohS7XslRVxmk41vybP73S/6FY8WupwkGfHQvD0PXg9PL6
cEj7tUrqizIFLZcE3yPwxVlz0ZdO4VwUzti1PipRdG0549DOSf8obNj40eH3l/9gT8f1fazwlHTw
l+JNcTO/Xn/NVNBRUUzfqbupnMymVi4JGr05q8lQ75vo3VBu7NGJ3ViOterqnsxw6SQKC6s3qave
M0JSm7puoFmckBhs+Lvf3+Sv9WsHRjE2NhSOKAzhKMq0/PUeAfRYMmmV9e4BMQUSHa9+7DeHInB6
ZQQ+es97yV2b9vPvr/vh3ZjrOiHoEenaEp/Vj9cFDFqzAUNcixfmHDmNrYsO9anI0B3xaR/SuypK
+h7plqSW0jtvfP9rHetXIqh5bN8B1gVd1XEDQ3D+9bFjFDwsG8jyu4XycYMyLhUO95WFZPWXKLL4
xSm1RC1uVd4swyNBIPJTBqREBeIf30kApRzx0MBGuZoC3q93QgITFRAr2nfHA2pHu1DQBMMVup2G
ztkDN3G8F0peUiI5RV3Oe6lxyGjD/QjlV09/81bYnv7UV2BYXOjlgYuBtuvxaj4SedHZtLMlr6Jv
lEDghh1r9FyjZW9FHGDLcQnamSny+4lA/fHjNQEaskpYqGguqODDABDrwkzUvfWWpIjIo9nUJ2ZB
lHOdINA7TIhROdu07BbIWDM6bgyEi9XAgMCwl6GvB9i1egyBhrfVrqHmJR/odlTd2+9v0+ynf9pv
ffCcOCzaxuiaPRxnwF9fE4j0oLWbdX6byWmZBOhx2bwfGyAQOPO5VSOcIJk3ZtH0FBf4gSrd8Dfv
5y+DhSMibqVE6TTolMPW9uttBI3s+oUu4VtFyYQ9PGP3glQ7QqRd3GuwVOz7HaSUHHUjWqbAoAgb
QEsHFBXICJqE3dbs/IhooMSR0kC/duZc44vx++ESHxcYPHnlYV2GbAKzyvM+nE+zmmgFV6t6w30c
FyIqQMBqB9y9wKbBbmiWhpuz/HLk7+oFDMmyC/J1sR4nraPLDsso2oTlugKXKJOm6iOwAICWCHVd
2yoevDKMUbORKpzZEqWVLTjN2GtY8K3ktuRdf7NMxa/KIOxUnghAkXvGEtdzmay/jjwzs6LeNOoX
363dDLMPO3CZiogDhthxiNW32Nqj5bx7wqnk74Yf24mmpGLKchMKkg19VVRu/m4NOR93cUm0gQIF
6gQo17F2P0yLfM4hFZNBv+iWVYSmXpcHzq0UCf6jqsObqQGWNRbrM12wZcG7LGnhOGzZ8CfvIabe
Z120JZjCZwSdOg/VKc8ECGBwS6RJ88E1r6fuVMgUWkbfHR/gDQBVWQs0cMHxF0CPKEsy+rygmiyM
XyqixfU5KOeZdweNeuFHR9LUB7TLOtUdPJ9qK/iDOU4JMJoflydAt2hzB/Wc8RU1wQN3nlqViQ16
7Zb564zddaMRS0PgHaQIhjE3bZtHcCUKuFbl1ooj1LFih8MVFfMqcp5HexRMMijwxBljU9WEKL+f
7B93TUbft30kBYzIB3S5D1MD3kkVgzIuXlZR0mPYzCgQAP6Z6qwG2gMJi43i91f8uBtJOjowMji3
EV2glPLhil1rd8mEuchXtWJq5m4navBsf7KDmoAhxdi43guaGfBRNxOI3C6+9dlYmKe/vw0Tzv6y
KypETajP0YpCVoHO0If7WE1J2Qq98hlWT0ny29eDC4+4SRp2o4QmgNi3kV+n9yNi0Ow4OnFrCNjQ
bVCuCnyUxGg/yxit0ijwHmckPAJqTpPwxoc+sGwqj0BF62smEXYxlHUQMYQ96qGzdmUnNvMQGX+i
i0so7r1Z+SMdsDvJeU8VUuWY343njub/Gjd83NeADQBWxBVRmpwAysOH0yr3IuMY3PlP41DZBLFu
29IGl+Nq5q1DkOVcJGKambZzTgLdbOL+R2RreTDWWBVA7mT0GM3ggIutbFJUTi5SLZXZIjHMsAUa
jsBl0+OKfQKrLppKE1MLKvasTl+Atf6b2ftB88gJiIBoOEKydXmDQtgftupGVbgVZpWkQQ+HSx96
HH25gd5StEJ+rmOqnwv3FmHBwhJnrzRbSgvDLH+FEEIYL2aabg1kPFrXr0WY+c5FOuEj12xoUtXe
CdYEn0KE3TziEpPzHnKI3qgoB+2ouu3CecHj/s38/BBl8mh0UR0pWCq2S1f0w6PRSkBvcKiXJxWP
Zqfq0egYHzAOTOtvvR2YIuTS1836jJ6rOR9Lqxa8EJg2Rbzs19ITfXwIgetMT0SpLcNBlVAx+9S4
spsgyxwyxYDUa7O7DWybF6kELC63PREJF0z7yOZP5FiCoShjh6FAOSqBFOoWQ8aSSEKZ8afz+Jit
MKdx/P+by/9DFvRhjRr1IaIrQDEBaaf9l1BXTKvjLV5jfR5Lv2Z3OIe3MgnmMd+SWSaIEv7+ivLD
cWQuCRgOoRWOJRu9og/HkZ3h5ulBLv3cDSCfX3ugbEwozn7Gx8koKbt4kFg1/CTc0BcGvBgjaBAl
mx6jNLVz0d/7XhfggBXROWIzYEGODy2oEk6A0mLhI3/BQfXztcUNUq0IBhcBwHYA/rZ5HXRvzIsA
dyX4ES6oeD/YVP64EzdHghSp0t7kqb9/didUv+6JPLw5BNgkhHCIgj5mNoSDnRUjFfg5AWMDSLcf
coVt4mRH2cmTq9Mue9rfHnXeUEq0+jct6p/NlV0Manax2kka6xobOUhZUZkgL9MACcHwGjs+dMUG
h3KQj8Xiu5MVa/tQ0mVvXydgc9MdPCt7XnegWkMXah/xYzccJmhM46ltEmg1lJrsUtwo2nqQomnH
im1mVCAj+EBBYyie1diiqgoIcWQxjNSp0aWYLRd39QOu9oPz6BX94qDPPothwncunBIREb9FcX/Z
Jz6R2dZHBGldDYqGXfgS8mw0bBqEvL0DUFYQzS7ugOtn1IJk+jw4RYxnEVgxQTfIQZV1g7lLF+5C
aKAIvrsF6nVS9bumtqf1OoK+gT7oJBJ5iK0uSOy9pp/sPFFJjHPrKayRjvs897Pqb62ur6wHTgx/
eHdbz2ufVn+M8aLRdQ119VM4r0V+jJDAmw8rAgt0lEKExQ0coYUhEryJMguq90TCnp53TJWl+R4O
gIxQLEJ9VWQXfVQ1cEjIA9zCO0YlojQnwGlWnh9HT8uuSL4nQaV6RnkWKmid21XVI1N6FW2nk0/K
A0dh76vK0dq/HMIoTYqbyp3zJgYXFPfTeDO5UZymh8gpp8F9QAdcNZde5iRxQO+GdIpWyUjPsN0i
wECjHXKe4zVggKIWoN/lFHcWtmlTWnLabHPkCNlgR7j17hc0/Dy3u2RyoMlIp4+wRZwGTdQFPX9R
UA3vCtBn/OjPv7TSFK9F+vBk9cZEq6Ptsg4omI9XGeyjGHz/bFm+j0u2mw/+ca4yQY/LdbDXBonu
WimPEyuXQ+V1jsCehdvMTUI3vgPCQBv+HhnqbCowylGW1Jf5sECFvfMy5abhpqEuzsbltz01/Wc/
jiJrvXacomOkrAV4eHnLrt0kCO0orMEKDPeaVBT3OKxlAXSxjI0AX8MUzUaEOZU0t7SMSDxLJFWS
JcUWSOeZ0eZHOMKtvshYVlyvzIowfBpwSWiQH/V9RhYORMoJshUoavAl3D8hy6ZpQhPT4+LC0291
IirlHbIEGni4wbc150fdJb31WJWAxQkTxj4O6OJNWAzY+7Ui3jj2YQsXeqPPj5pADGH4msznP86S
LuJqRSJIMpE/Ma9HIAcv3X+LYjbjXDl4p8EiHuiOSOPqSVH9e9OQ0DSHNsVLy98iErn4zTYNEnew
eIMOMNtnYM9DWjFeVrLWx2RYHTHfBplvbhlwfavXR4+ZxRXALovmLbJmM8G8Fn7ceOUuFr8rsODi
d+Mo+ChHbICvAIh+zMN4xp/P07ZKNW8U3BJ+5+IH5D3muPeFP8CqFIA22odJb+9/zh56BiFfSUPO
PFzULz8GY2DWtNufMW7oQrbjT6rD6UDZaWs9/hxq6/zx/wzy+XNUCmR+60tdcgMCJc3xLcdqDkhu
WqmFh24kOirgr43ZnP1IAh7X4cY9vygcWKEA7Mm8hza+xEZ1+SEElMCIugvLgcbl4yjLgo9I/DG4
K8ockZHHsRcT9MalK/ll4cc2cMbzCNaaFcS+dn6mRKbkaFtdV94kLpYhMNm5fX615+nhRTmk673n
oARn0/QtzMPP3pIwT2PRmsskTuLxy6VubD95guTuDLTsgDqa4T1PpBX8D3fJQ5pvEWmL0wG5ma+Y
XV2fmFs/Dyhyoyt/qAuFQufest0qzy5XJD1nfYxNEcneT+lQs6bDLDaVD0Szmrd09GXzJry4Yvp0
LhErD9+OBLt3HbVs84USyxOgCyOSQYxIZZvlUK6uuf9q8OJkehqKGBr5oYoDvjdplIjVBX1fX/TX
oMPMXEkzevD+8eeQh+iycjtzqnK+hBMAXuUm02nOOT8KvCPtJyK3zBgNNhYyMFu7iyMu7tIyJmXq
C01tE8a/qdzwmpLhEtEhs5wHzld+B3zAywL6QDm+Llcq7Iq5vugdRKZpLoUOxuCQkGB8XopQDHw+
6Ru6rPS/Lbc40U7j/0s5Ubdz7UlQKmqo5RenMccRE8fKNuPqIqG3++zRfCILiJbVzH3a7B5F4lk1
kh0GpbBiCPaw920+Atg7CmFLAwdd56/QOjP2m7io0UO7+FlOBl2TIFUwIFxU62+L0zlKofmeMBxH
9WPNNHWAFcemi6Y8Wp9VEtRT/4SzJd5YF/350TFg7hgihXlzzhPl8dS5exBmSIltAXaY4ROzNrOG
epWZ4uf6aYBTDiMgBmmet09TyQ+Q5Q2fb1Kqj9YGFxDqyqEjUYVGJjyFFXZLN63lE94iTA47ukPH
vDoXWVbh0jw8IBYG+P4yxhKX71jPpbeItJyqIWagOSXKSOSkvmVJ7lRt+4LChHtd5p5ZTwijY5ew
jSEVsVXiVAj6/QSgIGSYyfXM4A2pMqUCsB85tfisqGL+ebsUPOXXifAssmB+gGNMTyHyJ8Zac+C4
u/XRzPD6Tw5lrCXaI1aJpvuBxiJKxDtKF8JzNj5FIO8FyR9BSs5hGPLyV5jtPJWHKyMDWqLvyai1
shVMvvNIZj10yZNK7VSNV9PqlpH/KV9hlTy2BNNUFVbdhN4L+y3zC9nklRHIHNs8A1KhFps/6aWp
UhUp8SqRdQgZXL944QIf982ZC6844buil+jgyLrrrT8mdN7naM+JpgoXgAf1b2uLbLzfPlORnPL+
sx03WRxvIwhtyfww+cQ2zXtogDLyaxcFlCaObT6MZQgDZ+3y59Whi40oAKfDTLIvRE1MCcMsHMTA
LEduXG5HfmnBr/cnOlO4tp+f5PwuG42Rjgs6SyHzvo9+bDcF7HqmW7jEZjch+jeLN+1K84nqR/U+
yqT5nSuAbrMnxov5YKSoTpR7MnfT20hxlmcpA9/qo9PaL0LvMxaqWZUhbhL1xc8pS0zJToRWqfmr
cwnebKfokrQYPSl/I2RrB/cQTWPEDya7omDvLGsUykvoI2aVAzE35cCOPhE/HMKy/rLBvsx6dGz6
DyfqlubO85RO48vPC7ktYJrHhqliPZ4ztioF7QoqvtKD8yk/b1j5udDYBMIUoy2Ucsw9tl7rOFgt
lE0NRbnxButxSF3NM/dY6DKVUuh3jEfizFwDQRtzW8OPBYdsH+fIJnJBGBLKSNNmRAlvNnPSj1aZ
A9YDcFSW+yQrWI2H84BQBzabHtALE2I5nbCy60SqAgrb79OrDwk9tRz2B2awZHODIfCxrAy4i+A0
1/IxQSCCu/bjeGY1TEiUn4AgmxVUjBResMTBS4l7//3lTeL6py6AubxnejV2CNqf639IbNthrq2p
8ylVnbfGjBowd0EewEr6/aU+FNBZTbZv21yLkhX/90xa/yfF1ynIG1iKovrPHLHzGVnqRgOCuPND
elbsyF5iXuqQZrzh2mlRs8Lt8cfm+Pt7+bWE4EI4oioE9AqCi1LMc/nrvUSjkpRvs/gRpDnbWOoK
E493XeCr/Yoh49+O818vCDuPwgGi/nDQ3PBDXTFPWlsUpR09gP7goIhzTvxLf8nZ5n6u7N8/oDBl
u/9+seYJqd0i7oyYvoRu87GQOReZE1d94aGP+2PHQEbJFO0XLDKQYJ+dLhgPmcZq7dMwKVyT0Ko1
+7lq2RqsbnU4j/7mjn6d6dyREcYIObyA2juU6D4UGpfQtiZ/wQKzOC+qibiONT4PecS+ngZjyitI
QC6yMkPF4UBoYcFOxAwPlumANwQ0uujglqp27Q0EQjza2eobPs76iMQpXRT55HY697P0eZv9/UN8
fI28OAekKXAtSrICKexf5w3nLpZiswWCFz4Lwwm6izeoO7caPi1WMDg3//x6rs2LNP+Bnv0wZv5M
NCIDezj9PPbmOGlQ1KjZWbG1RVj4H5XW4H0Z0jqVRTZulupftgPsaozjR5qdzscSQbJ5G36O89a+
6hpzYPz+AX/df6jPQm1iohpQCp1i/vzrgCL6OSOx6eYXfmUBjkS6pvTVi9eyYP7ZVmcuxasLaHsF
Dpn+XxSnS9QdliH2ECn40cUaXaojzCOJ593ftcB/QjH+tP6oFXKpEIDMj8Z88HFft236MvjNdsd2
lTZuqNIFik4MbjtyqKH8VvTQt5CTqa2GmzJayRY3QN57UV5zWgPBidGw0VR+bqRD7cG+LyM3jvEW
ITZw61M0I7M2Lzj50HL62jVNSRrUZtJBfhYe3Sp7dI/gOJQ7ZBMptd2oGZq9dx+e+3m5RzKi7qKq
FM18m8fJGAKZGUYvFdREMqAaFyQaflrC/Ms0r+JngOJb/DMQveewggg94LDwfmxj51Qjn2y27gmP
KrZuUkMTBkwjPAvropboT50qOfABQixv8E+qw5KE8PEc22iao6x2WwcCC5m860skB6quDSuwcBo2
zQBB/lzyaDg2gQefA5kfERSdtYnxXZvAHOJ+M1JZIrfIPbnX6GxajyU2FEQKNt2KFL7mjLhqeqSe
jwTWkyLsDdUJhnLo6MvMsy1TDOhGLOy2yzkPC6cFHacdHk8lZVcqMD5dBsQuYV5EWws+yGSXm0aB
HpL38I01HiRxgzJ/89ldwnGtP9NvMB0tYkBbYvXYdzQRPqeIWDmwtX0HOMEhaRthnGMEQecfC6ln
F1y53jzJF+FiehOcKJtF+hPaB1kOBQHfCZtMmI0DlCukaXrp+wrinBfsplmuCC/axqkYePYKLybA
R3SJpps8hFyCs32RTZjKWei80hdNExs5QLvopzfPLvMF+ym03ipEuf2qbL9UVF4wxgnOLbefe1FD
Pzz2bgKk0Ek4kJv2JDD6c5xF4dvEiQtuyPw4T43iRzRYQbQnZWvxZhv0BkaGMQxuu7j2uQ3YThCD
cpR4P7OJ18GjrkJcsMsUs6MNypnTo4sGWbZbUvT0UmdUF6mt1suynccLKhn1A2o5UIfRKT35aY/j
WeOM7eeISX3hxC7gYFZf8pZhS/YlttN6NyNTSi5aKPy3qXRuJ1m51wBlX3CA99BP094N2uN65zsJ
9jQNuoeHzJ+dfVanwx3+XKjXEZX3+wBKvKEIeeW3RA+PEM30dYvE6zVqRv0eyYl5C/YF75F6CHcJ
akmffJ1glZTq9D3tGvi1iY5hllfIyUdhcxWssjwsUUUXuNKuw1cHS7V1sso/THzlZUA+9mbMUo/g
HqJ36O3FMZ8F2n1LCHE1yez6UUO6A3VLiQZPcuQlnuBjBK9IXIFAV0P5eQpkurdlb185dpig3mRZ
6sahTHdo+6763mV+9IniIX45Sa/Cd0Grh3xGaPEwyixJD3qprL3oyv6hGx0KDmwFu26ZhyvVtQt4
XUxctpEfRknwJR1luFyCQBi+dQCAxb6GJUuakwIB3mCxEnwPetfHcz2ysC4KgSPsHNFnn+YRMDvS
gjWqHahsbiMoBziOd/pm9h37uvOEmaGRa3qo8YgqL+Hsre3n4yXVb+sqzQ28F2ZZ8S4mdEWRUcI8
mbRZW1/Rkpy+N5Y1b2Uq1teuy2oJokADH1zXjpmbFACgQUy1QHbXKUd/dIixBbeFTk+L8NmISanQ
o1CFusLkq9Ao5DTtQepBXrsF1Bkqvc/utHyzhyg6OYLlM3YD2GW/sVMYBOWIuOZSq73j99VJAxn+
ivgtMZlNezsGbp6DgUAYKY1huVmDcl7pTNcbJYvqWFMogL5R9p9mUeWImSCrts37Pn5qkqX50s5I
z4MUH+ZtJFocRzHDQyiN5nuUs/DmZN06czDdhxJKHHpJY/aalXAVaPKUz7DE8DHVo/gU0kS41LIN
tkNrR1dOWjmvHVD0m4x6/0jbAcdrij79JhrQfkLNPb7xAqsGhg0p9xXZF2TdAuIzxAuzrrn3Jg9p
eNl43jaEdnXRizq5B6cDtmNK2idZV/o4DrNA7Gb0XlsVPeF1mj2tTbkGx0Y7IIphTX1fGJBj0vvY
zBIGLiB8QzfatE5DxzYHTmwn43jphbk+NsShAjpRFz6FVR++qVmrz6gp129oZa3fsQqEvOjX8hYd
EnW0OSngFDb9I/ElRMmpGtGo7PKX1a6royoEWpwV5eRTsuDICdKUHcnGX5J6kJt7FygmRFu0WLJj
7g7tE9guxf2P8krYlTpknuq+Updr7sMqaS/EUoSPZdmu1+iJN/vZZ8s16lHpqXLs/qodnOm+6qL2
cxsEzjeVj2wO8DvHk4MSzR7s5HQnVD9cI+E3XaYQKYFuD0F1jDwoCaTHICwpe4SXq9VGN1GUQCVC
mvUpoHTytVmD/jMHfnzBYvNvV2H1YJi8FGfWyL2hwy3UFsvlYocSLiKQNli0wxpb9T08r+Q+nmuN
toYu7EOLytJXuDcoaUXIRN600GiuASrBerLK+nOsVswNE1R29srPgwtBz28LxcO5QwpeUZlvrXcr
kmDQbhYXCe5wu5Qzse7OHyhpBze5q+DW7W0MN4p+g8R1dINOQ3xPlaU4Wc5SPRd9+8q/iSn0puIZ
KbRhlw1+dprDDPglxNX0Kqy1fBmsaJi2RTLZt0B9hqdUjmNzTGShnG2YCP/aieo2OIR2WYVXWAho
lPaRENqM9Lt3QbiW0CHQVsRkSkXVqbbo918vFspVzs6zp769acKRRo/A2Gy6rGDJ3anZsT75SL0g
Yz23CVySULcPWZyOJZp+Nf6IMBpg8VjILgFCjCJhHf2x69aHJajaITma0MNG/HpG7jVn1OoJcm1O
Tt4WEIeIXLZuOUTjLdWSDIOuQcSfJ3/F9Ku2C+/GGPSK3SQIEa97EnF0hFKyPyPl0ure9Qic4gpY
0YXxz7hy5WxX2edVLRHUN7hwdjhcSTY7+xKp03E5IlVatbtk7NzhEcoI2naTjIsQTpoFqRh2nxPO
j6kCNYPlpVN8qhdhrceJRDPb2n4j7ZspxCcKYUHq+LfwLddpB0Bu3dVUtq4y2adbT/j5FTJfc5fd
FRDIwhVyHlK8CMFTpylzg9LS0i3v+t7Jgh4zlcwrJAX2rmY9BLQ3t4NYZLl3xFAkN3lCdxalH8q8
RrOxqdCuXmj8+FiwXlQpij77mEbhbZ5SJt1lczpfqNgRyOcFduJTEstacYnVmqYdObj+spET3W+v
l/0JhsXsb8sMvgeanLmiFEfN7lloq31HPS3bqVZDX63rSKh9PCYSEg8hXIJkH715oGjQlxPvYbGc
2icwG1BGKrbspD0fqG0rndNvbEJNgEiXRtvGRdV6DvdoBwk/2Ws51657K6zRG55o5pbRRdYEzms8
ji/rmsRPcaJf4hD+Md44U/kI8yjbR3CFjjaHByKZUHlof/nrdbHI4tTi63gYkxZmTKNXvfGBaSJ3
WbrlY1sV6Ea03rKBguOwv459+a3HuPWA5iFtPITZbukwBvZWzN3U7FYOG+cez2z16AMgQkRoNIpU
MjEcI/Bw07uodf5JN/B2953vxzddXdWPQ9P1MSpz8RhdUjWOEcsq5/CyrLNmJ6umOOQYsz9W0Lr3
qF7X11DhrFuZz8611DQt4XzTvA5Ji3ZSRuNrNfjDcZ2lRFbX5xDe2YjgwSFHh/sEfnDqL3WLvmLY
TTaM2zzGIsPrcEIPRRmBIQUQCWXa4+H2C0XuxzVq03eoX0VzzOiv7VoW5bRB3K5FngdnijH1cqTt
MuILbiF64NRJDwNubNsB3ZbnLI3FC5W3+QBoBz90OywPvvazeyuzcQxFvP6LXZVPRQYSLCZxO/gy
yr7Wk0RH11V1/VXZUXs1SPRD8QafswDV9cG5irTkoWObCncK9ZJkV91lpCVXIxq33/JE+S8o+4sv
uVBIn9O53bm6qS8VJeNniu8S9nS4QnBUmd3cehE0SJT0kNphEjrfnNwkw0tVmlN7lt0b0ihWui88
VL0hhZGyXFYulo7brk3nnl7TWlMs9FFshKfOPrLxrDRzbwvdybckSVCylgX3gPA+nn0oE5TNlvIX
cyJZtHtZeoP0d30CkLMl1spxDNB1/29N1oaTolbKfuHgRas4tIJpvLB6qEO9zqwLaJbyyeAGDmId
8dZKF0vfufj1vA1joDkeyDwP9RCBhqojV93Qumuv9QKoZNPGhDQ3czfot1z2c7rtKDOOEG6L+Vvf
L6wVFiV52qCpYr6PdK3GDR25cV9lo7qiSB0DmUrnlWAe2Oh3BwhpdCj9pL92FvI3jI1cGGpF1Fju
3mpKML/2OrrPPdTSr74e8RHsEI1CgKWxUSHwxSPdtSAEFUQMB6UNVRM086Ie7wS7mvYzaueIwiDq
hA/G2ln1SSFMZCHra5B4Czq/et9qnCENIoVJZHwPkszJR7hZHq2UEkGqnCCtxVKcOGIbLQikEVMr
WGxfqg5/qjtZi6nbkVVEGJEyebHb3LYChf7laNkyq5w7D0lL3JtFk6rXAtioVW1HK5iz6EDDLJ/t
2zypvTrckm3P6OUOWHl2w9bnwHUXRAQ5t4rNAJrbWXbVuERlfo1HtVTogA4kYPq+GKkOobYLzBtS
WTvoJv0Sx7mDjNnEUqGNAhtH4eczzk3t9Yg25V51Cc3RKv/omm4e3T22Q5ju7N2GXttjZEt6L0cN
UKqvdu2CzH12nw065z04FnCpIQPJTA9gBObO438vrdC3Gccuq5ZdqJPZ/eLSZUoez8VaS5uGQ1+E
pjQqsWHX1xAbTesevIDpg7AOV/89diJ79o7gqlfWWyOgp34d9JRY+M4HFLqMB1OUTR5HBNtx/zwk
FBSCm56Acj7ZWWgvDqpS3dDkx5XuFm+LIy+rszcVDNVY7tyiH5bq2uiEos6KgAvqiVtAL6qMHlXv
apQbPICqqbqyh6FZanBIcLD5TuXEzUHrIGM/tnoIxaCQbiVgLkJ3HbJjLoZI2wfOMe39clk0VdiR
SmqKfG07FEaCuJqdtMAHAMQNUhJtVQc3K6FfsI+sAjWHDW68yKFvhNOEzt5fVuUc6fuVzzoYiicL
dA2CmDXks42DvBR+ZB6693aVE2WBfk9a1Nm8Lkx2I6rdGDissqH5uHroq2eg7K/CNB7vXdCxF9SB
0xvc0tU2l96Abc2ylHutSsBaY0gjWFvoq4UzjNuGEM7fqEovWM4i0F0d294GxTgHeqog54z5u17t
KGdrRZt043GODviKrctDl1rTTIBgFXsiUDLEKNOue2w9B8XvqAzmN2uN0KVGgQOK5EOQp7m7m9Kq
+tZidNci1wWF3q5WCw8LfJ6gRRJOtN3FgEL8+B5bSBxZWyJqibtFnsQHeFpjZKE+LwLAObIJq21k
O3W9dxa7uxBd7X9FksLB/dmPJLotFBSRZN8s/tKdysBDZFDa7tB/AfoAbGLTalB2WzAdKMZUg5Dg
iihunWIy73LjNMThtzMNtxlZ/tzf+7lXXFkxfN4O4DXkCrB1ugS6IZeh2wWVG9KSsvrkCG+BF+PP
sbXBELa5QBOlybYDBbO3FcACcyMKPw2WXfOcqz54Qs/3Cy9754QRPNwMbMV3FDUJCvJMI//PNty9
kFxOySc/K1sTdSmZXhDBeFctvoXpG1ukWo5qdLKHelIR7sZW/B63+JlvgmmdgatF+NzkRggZu297
egpmd7jH3CbhEaCx0R32y5rdFOE/sMtuiPNPKvwdGmDTpaBoke4msDH/npQDj9DNO+eicrIMeGLr
PjZRXB96WdlfvLbDOhoPKRR8ixWEfrcuWPO4ywlOJarQcuhGSF1FBUA+TJHdvYy9FnRah6wHnGZk
MLhdzPGARpANb3XlL/JAh4g+K8KFKbTiURkPaAS7qML02gdeiGVSQ1BQLd2tGvRwE0uB5prtxtpH
CbvQn6fZ70Ed9xVPCRrAf3HaJMBpjQD8rrFMxNsF+I9viKmR3vTwZwaOkjcpCszYwYC8olxyv5ZU
ABCA0Nrb5yMAu53CnWG/op5FhcIFTgdspNS7Uek/JhRT9zLqUNHo3eWrz24xXs84kSPP0IzBQ+e2
PeJtlus2JAQpVaBS1reqiOR1kBS5D0wowoq9FVF4bSEPj1Jbml/NSIreg9XLtmDA5CusmKGiz+CH
yzZ1O1wNfLyslt2AlbAx5At6hFGSNCjYf1tVXGdCLu6h9yb3+f9Rd2ZLkiJpln6XuSdFlZ2LmQsz
sMXNfN/jBnGPhX1VQIGn788qUmYysrszO3tuZkRKsqqkKgJ3M1D+5ZzvGDEY+hsmV+D3EXJUkIra
Sr5nAYqHTYUQ46ZBYSIiTwMI3q6BiauhI8muiiqZp0+FM/d6y3uTqo76PEytvvMvn5t7qy3NGNoy
m5hY98p661BZkD08lu+Wqpq3fiAlMs1qZo8oKhFKJbijg7J/TwwtIJkr0tEMKo/rfsTeo5i7fCEA
2Dj2wNwuUYWFdzuQnHA1OB1ej94rzswFvIMRC/+FiTGBUEmduJ8tZvJotoV6mPrFPGLAH0xYk76+
VGuiQjqDH3zjKeUfFFEiLnE7BoVTlQXzvnbMqXzALZuFPcOtsOdWhxFjOWNE+SJP9dKkaAO1fEtB
Qb8RTk6cohoB+7KYiSq/jH8gKxZg+O3hmTTBbi+hv302KNDfBH8EdjvoJIRWxhueG/96Zsm/b6eB
p84fPxAoD3ftKBZQJkMjJM/BehckBhzOXtrVnvfBhfXgKyv0PcQp/Omz7sz+lSwmGfozjQrEC6IB
51Q2L4Zf2o95atkVuBg+xratJaswlJaFZX1doGP0YM1b5kH9Jy+oAq86O3BcTG90tA0BSb2tGtu5
HfK045RXvn/RJvUd/mdEAvOSVx27BhaOza29IKVZ9trEq2GGViPmAejLCKdrPSLkXobnOJu189Wp
Adcc8savBnsb270YDACzjq17Dq8CNQs7LfQReSAzV4QI7+RK2eiLJdv2gO7FfByXmSkmQJTZ2dl2
rf0vZDMPHCpdW5RzyTnmpIK0malGpxAai0uEVNcRozYhR6aMR1W14IXmoUHGbkPCm9K2+S46A3xR
yEIToV6kWg3blI1llhSohdoEPrm55R7sWIMkebKK7n6y/IEWJrNmt+9fgDXFUx6yiPXp+7AMZXN+
k+cN8CuATy6pwpForVF1n+TqTFDz+VvabAFEZFOSEcuUcjIcYmySebBlYn35TYgfEEG5T4HGeN3r
aCQrAZIZkRz8b2jhPXc+GYOiYT7li4pLsnZEQEDR7q+Xjn+yvrH8w0Ad4JVlyYlMD+HDr1vHWtBz
5HMbfBU5LpLft96mS4wNui6rSlB7an+qqy1ZAr3pbYjFwYi0KdmjqO1AOIT3nP9r0fXXP9ev22V+
LI89PXbVgP0rKvA/JyJnzoI1ieihb0XTXrxN1U/hR1UEJTei0bAu+5v16687+csVXXnBbV68w6x8
L4iBP2oyGBr6g8Av8b36ecXpp6rGcmoQFDTqqT0igpvEbGD5gEus1c+v4h/xGoj05l9/RjD8kcDw
v/5rSIf/j1K9EZT+4d640CJ+p0BcYsn/5/+IlP4Ysjr7BeRw+SM/QQ6AE9mao0Bkegdb0TbRr/zk
OFjiN4Cx3Dueb3vkKliocH7nOBim8xv7fZbSPgAIJNgXxyeL5AtT0TC93yyMwKbA4oEj1HHNfwJz
kNavNxbiHh4s5kX8DDg46YX+JFzAnWSZLfLCTSISpvftk41qggn6VBvLvmdevPEdiLJBUtv0Ynl9
y+w8OzFSLt5KUQRfZtNfvhopA3jE8iSOAPzuzCMQyttpNNzN0mSKccJgbHWevhJhyeGYEWVpWju8
HVfI3oktiP2omnrYhs4T13L2IBOO5tLvyLweQ1D2p9wc38a+uxsTy90uhJeF9mzOkTlVT9YYk1kx
9/ZLheowSnGRl2EyDJWg5VmmkY2AP6RPeWXG3/qMIdg2I/GpeZzTuuRRwe9nEsFY+o8NfOvIAdfE
Mhbi9LbSortJaq9i6doPd4bDQ74xeQEQHRjribSKyemSF7Ox6vFJGkqX26zrlyxiNCCnb3bXjdSK
app4awEvIcbcCAyYPnMsCaBqJVaQcBm0vMZr2p0HyPv8rrhap9cREkMQubnn7rOCioAtTyIo6vrZ
pNxrx+QesY0mrvqCwHb9xqOVQBASmhZWvahl2Pu00lWMN9Zcs3iMPdqYhoCDa3ItZiDvUwA+Ddkr
K4Q9174fnWaF4MZ7NWE9utHCUPCfm+TMrRPRCvMttjkDk6YPjgZbMlZaKj500NkuISh1noXJmB6o
/+wdqCNi/zrPPrHaxSLDBFLkp6Evnjogk4DJeibTQ7vLpnW99+SFKGRkr+jpScpjgLLvsyDAWl65
JvroxRaYiRjWyFc6saB6TkXFHmIzQJdiFZ8EwxIatW11xU8n1T866/6SOvNfO/L+n2TTcAD9bwvf
vzvNfmfTnLI6+dZUv5xpNn/w55kmf4P74pNwLoW4nBmSt+PPM83wf4N4YgqIr64MXFCxWNl/P9Rc
8RuFBt5VB1qohZKSg+j3M80O+J/wMfu87NGeec4/OdE4CHkV/kHQA6DGdm2JGAvyyb8u+OurEoBS
uspRQtwyob2koJt7z9/hJ1P02S0P4X4pyuDUX5rpsOhT+SJJI9j5RmsfobF42c2qE/9HXDTyx6zq
5srI3OS4lIsHPNXLiFXRbTQroFKP67rOew9X+J0wfPfkLqb9hkcXekUAU3njDG0MPdJZiDchGeeL
K3Mok7o13FdrKOs49O3aRPs/z90UdmWBEASV+mTtXbJJHzWxuQGhxHWTh8OaD6zFkZnFYWJN7XQM
MLLKXcVo/w3RuFGH9Bl09yMR4ePOjavge9vErj5Aik2aCN+SbUVwluWMRlrkuKUUcBLmhwocej2x
/d0lcCSdIwEpdIlmkJKngh5jno92XGHiySZVFVfCM4iQLCjRQ0zgdCyIB4Ln2HZoj11sKIchcBcu
EczVe0rG2a3ufCJYF+0b06H2S7VlwUl8QuuTH0O7t0zXFVVrvtXrZUNVVuXs7StyS6LY7Mm7qnXi
nfOm8xqMTxhqt3M8EXvpTLYiZri0F0hsgrUywb+LQyvTeP1dylJtOC65GDQJk5Rn2PiX8hFzhotB
u52zaK6b4tpcDOb1TorXZccsx5g2bmbX76gcQL31Qaud7bKuEq3pYn3KoXL9+xJtUb8b0pwf2FEI
RuwVcfsuLwWTKrKxWhI+ybR8WiFpj9uKgNguCrwKw8TQDuJTyJGoZ1zcKJmXPLG2dZ97+tTj/3pP
7UsidB4nei9WtcDBs4T1zP4+6zgOm+GeQA2rD8fGzZ6woPTyQnesv6L019+m1O3eIMKKa9srM/wI
iXcajaIyNmMyeR5S90uOeirc9RgQivWEsKh6wD3coYJfMi+0MH6e7JGuAGW6Zz628Ax2MPKWNRoW
iBPY4pPipZG8gHuSaQllDbQ6+DS1YqMSnG4bpAnxh0OA2demwx25DXy17seG+d/G8oAIs7rDDxax
yQf90FWgDGkz6o9qZc3n5ob10skxcMLSj5vvfYwMZ4vO3Z0ulLdVbHvtfSSpYxLBLuPmHqh/u+99
9GgRqUneLXM4EwUV6LQc6XVANA9BcTRSdVVqwm2sOP/wDWmO+zQ3arbhs752URzfETxW652mH8tp
cLP62lcO0xeAEiPhsCJh7+Ei7r42cJIKsilb4/PiEGFUUE2y/Tvz7i+HFkwFGDyANDg0MXhdXLy/
HloV+F5hD65keAIUVRzcPjn84ST/D8zYvwo4f7+C5aI2NlH1gvv59QpKFV0/FlyBAJnL4EIk+f/l
FS5d0x9048yVsXMSD7pheZTxO3iD+u9cAfyEx2MF3cW5FLN/uIJcE1a+BmKRkYhuwrvQ2f/NFcxL
vft/3h5IsNH4M0tw6LKIU6HO/vUSSStwfuXEY5cD7fF1OrbicQUi+JoltiFPou/amt8M8qFZ+PV1
bWdxZKJ5vJZI37rQtxR+YyQ91evcSRuGckIY0hvIEFEd2FLAK0QGJeazYNfB0rws2n/G1eI3uIBA
AIABIGB0GHiX9+MfPqQOlFPndh6z0FWexfDND4orTGPENNl/c9P+2gb/vNIF/kI/ShfDf/j1Sgaj
7lSUhqQsbp+gFOWnyVvv67Raw7++d//jC4EyQ4dpwp3704VIanarrE6p1Ec3rLJ+a+nmhdTPt7++
zGWa8Mt373qm48AGo8FyaLv+9BDOLtq4BXnCRrhlaE2iwSfov+MDOBi6+Jtr/dp3XT47z/IlNDD+
wRjB+tO1Mq8YbIEDlIHaTAr0rstJh2lXTKan1PvZu//n6JBfS6J/XYxfih6T/o9///MYhS2csv05
ZcFSWdvSfRFWyDsiIMKa+DJveuiTKzJgLFX/zdRCkhr27z9Tn18QFbcJFQ+bw6/3iLZbFrl1D8PX
dMYnT04IPpY+KMGf+2Nyi19ztrYYs7xvJgSlq2So1wdLT000qBlANOPyrAGct2QQ6BFKbgv3AlNN
m5gRmYuf+K3FI7yfnFbAZOKVyKx5bJ+XwORuccZ8eIqXTL5fbL1f8MHl7M8gjbYb0+niLJRuOdLY
VKRLRZnl6iUk2pZuiR2fdc7bFSKbT3W36Vw9fZbsowhLTUz9DEIBcQkiYDcqHeU/OGOl1UMyeHaN
J8xe5yscJMI6IRoXn0PbZndlEaPlxSQOwVq7xnolWk/ZGysLsgdrTL7zfmD+zWJ+DNAcBiAakmVo
QSq4pnzUys3M0+i3pnsVzEn32LFBao4zmMPd0hrqW7Ykw51Tp82RxUJ9IMDqgmFGMg4tlQieULWT
2SPac61ry9YKPQvFidimHqlwGx9KDJRG1/PEbm5k+5lnBoxWwrlaCs+lqObbdu1U2MYo8K+rfpk+
YrKMTl3SWYjYOnEfWMq/k2xowwaE2Nlf45Q4JMqpbVKNOVIbRzS3ZtBM1Y52WIyPyVySNpx3QAWZ
3Ss2XcpQiSbsVU242yTrC3ebK/KF9spMR4fVieex9WAhhNKYONQtFu/iPViDq5zz7uA0BMulfm/d
UxgGj7rmDN/LJCZ0OvW2CN033HaW92K4MkYsyCR5W8XIIPHq1vqKL9Pc4ZmYw9mPpysk4ixABLxs
Im0Io2SHU1lIBAp33hGrEtjnMSiACJlm6jnnIdHlfvVd44XJ/0WiMo4qIuN7tLmr3T69o3jwth3y
QX+HGAqR50DY0fU4TGukDCO/RIj32dFsgWg9sHwX7Q5KAaTqio/yFphvd2Rhx8ujrhe9PBXcO9Ze
89cB0U9lVVCrlJjAgqfhsvgdzWQFfc5aYb7MkQ+OariXN5nZ+LtkaVgfUyHqnRqEV151eqLldjpE
cSaCfThLt7pA6PgVijoz45gQH+OwkOCqH13h5B+KANHmhBfVO5aEdxaoshsmvwtC4Ce3qPvszMSV
BWWQLZUTkoeWf8ErShBxaI/qEkDBW31v05PN2wuDnzQJ2XsGkc7CHUPYGP1rXQS9zZ6VSEQrtoYd
ARXBY2pXQAkX2JkbFxn0h1kiJ7EN2MmAEPo7Bs8u5bPd/jAh7x9yZgS7LDf8Q97344ffCR0xqoVz
OwNpIR0B+jqqp6wbL2nv8XRQi288K7xdyNR0JdAQMs34hv7bf4iJP2ApBOHlFYoASWFeW64fAbEC
MPtjgRBIT86VMi887JlTd4c2Y3jD8ECe19KhpvHm0dob7jDcTdCXIgeVNrj6vquuMreXxgdRF5bc
wyswojExyKOv7XguQ+RjAOHZB6D2STnkpn2xlupsr8sr4tv0o+pJUJR1vn7NMzf297qqgiai9+6W
rV2lQu8ZA+cpS+I4e16ynji7SpH0gYvX6NFaATMGGi+qH3ro/LBgeBQ8TPTx7l6gGHVOgsBKE2x1
pmQkLVYFKBH6YT07NnIHvF6MibaVg9blYOAJEgC16/meDlN3173My/GlGh0dY7kWpd1lIdw9OxR1
BnN65IjexXmKrCtjgvfEzw0P3/Q1avF5at9ZAQfbsbI5OgASpO5umPLFOFm5V0O3MijGYN7n077u
pGaypWW394gU+UaAY0lwam4iS+96Q29HgnEjrwwyGwmBMh7IgqmSncCh8rzGlfNM3oYD86FGs9Bi
gg+x8SRh5w9gklvLXc9SZeKadeA8PnW9KEDMoRu4G4w83Y8YFT81IoBsM6JBMXdusbYWAtjUt54Z
NqLGmJP2VEIL9w4NECF57GLEURFQrRXtZbYurX6k98vXq1JkWbPzhtW077zBVtXbEOMbQjFmjtk9
BNcqIsFBXI30gPJLSSJyTaaG09l3mvrx3MlyuqcDW+2DBCQdM7ZLUvbUZnIjbZKoMOwiNWJxvJhb
aL0gYMBCGbzsumV2kw/cW05/4+HkY69Huo6/y8dVJocZSKL5MrDcoNFy9Xzy+ik5NAobCcpc0iEu
bXh/XMg3fqzaKSDVVw9ZeUqc0ZnQ8TfBXZloM4hmE/H9FTPTMtkygV7IlCGih7zeuEcPtIkNzCVb
HNLlLlel6Hm+fVJpDRJGEbExv3iY2P92hwnJt3vg3dAfHAYv1U0fNGqficR5ZQWE4SNn6KB3sZyG
w6pl9cpKd31bOQC8XYIcfqcMH+ckp+107EoXwL6NHAeBg5lKoBL9eDesECTOFYoiCSJiSeSOfTAi
sWYJrAd7WGs+WSKDW+g5H7BEegFvMc4eLfCstASxxbTWjKN19Nlng1EtERfl7OZxtFOObHqHcF4n
dTjBvFVCO/mXFKJcPeuIwkhKrD6uHtRGNnH9YMO9aCMsXuKxImmg3quA732jBBk2N1jRkwckGZw9
ONXt5zVNHzimZR6mSJUQe8TzmL8VJHbpm8ooiSxUdXfTtYbtnzNEmIyJ+rIfT41JF8WqMGdIgDaB
n3oV/cLLlIxgxjK5gQAtn68mUSB6XSmtoNmX1RdjLkueO7bZzHSULsqotqAYbyR6sgjJTz18GgSg
RJVeiTNLrFYcbGBjrMpjnTsHVLxGEUqkNtjVuyQgBsUIWNPfpdJRGqDlB508yABp6/xFD6xhw7kv
A//GlWtesXH2kdz4IOXAscZ1csxjwV/RT6vztpJkQDBNMjSgN9Bkcdb2hTwkLCucY7KORX2liiLH
56CHNELJUCQPMl7HKWTCVyAHwCsVoiuFuea4KxVUuzz5qlbTo3AcRA9ZfuUnXU827YLYDTBIJ/Au
pfYKyUkH6S4ZSmwvAEh2SLASLEj4B1lDzvNhxvMbEYzTo6NOXPTyBJ+pH50xeRtzUszRuszZK2KW
a961RT5svFhV0/1U6a6I4sksggPS5oFozlq8V93ckgCBLScy1glAqWpnm3U9NJAtE9Z52WlX2eWb
Zn5C2GVToRtR6LzP5qCQlZtYsc7EZeClCArbhFs2BuVnzsuVwsAIIMwULrLxptDuaZ60Cxtpre7m
hXiXD11MSfISkHQYmmoNcl5prvceJzGRf1a7RmWjNcWEId6N2fb9LdNhdT9bZg3bjpgSaNvSZ+jg
500UBLoini9PfXPnxwZZz0Bh52M7US7umqad6yt7NeJPMpApBisAee+0URiL7ayF0+rVsHyYOWWQ
s/jsl48hj4vlm0mcAAyYvpEXcW/FOkWUWV89OoSroqDvCAweewxUR5MxbtgUvkSql7UAzC2g4hs1
zSnGNmU9jUtFn1C1YrlaGBIeDZk11ca3Y8M/88aYsCgECcmmrHh+1HZBBc1kczPnxXEpitM4VsSy
15YdETJ22fGsvXEslq5AkY2ZIw/y+HbORPnUqt1AKa+YDG2yYOIBEAAhqtvVGZhUY80hIJs6EqKZ
tSYx7UaxevfazIlk0Kvyb/wuryO6DOcGzQY9lF2NP7Dulc88cv6eRYx/UkFr7gxfGT9kwpO15WgG
ziWCWF85cdqJE/pii6oRiuhX125HQHlrazyPVmHhi2oQf26bXNbyUqMKJLzZMocLeIbppQ1sSRcW
5OhN56GMethz+YY2qw/7oSjOqjSFH3meX8vt0DXmHmF0TOLXui7JscQtnm2xpIl9pWHbboFxkn9t
uJqIrD7vkvrsl25DZjo37Rts5rokpHomP2JYx6Y+F+OqTw2Uh+XIsZgeaapiMsYVMKZIEub4lbdB
Xm+LtbIy1CjCvErYxm01nA6uWg8gUsrJO+QJSSOgrF0FnwYA0IM/28gCcSbmdwuMic/OU9O1xUpj
H3tFEMZNMM4bsyvi5jyCx3gT0zAR1V0TSGKGQITYcoKjm71Ir2XenRum6N7VELd59TQQC0bpz/fp
RUSPFW8WTXGxpRaZHmYwGPfGHKsvvpJijtLZxXCUiuE0OaUNddBM8ODZlaivVyhwbCGzoU8fXOSz
Lq9Jm4geazSWkzEli446G5VqgVftoPBU6ktvUsybpHPRb7RT/7WtsUQaOFrUkalj8WkndjeQ4BwO
Tk1M9brIuLh2CIZ8dyT1eWgOvZXTqBL2uS4qf80HaU5bcHVVuZ2Y0bPim1YCTwbeP+hUlRmA7MdY
4DZuxytAee3ZIuzbRVdDHY9mhJohGMtwKQv+axBMu6yYht0y5+VDK+ckwpHtRSPG95pUDOHvgylN
vuRM157apZ14uGIfU8BQZvdNr8RLL2lZa2JMbh1mUVE5uwoUUtYQc923HgM62Z1wUPY3cMa47Nwm
XUvGu55eAyhcP8oGaCArGORXgZ0uN+600JcPbj/vbck7kYTrbLhdGtvEMOZK9YwoablKAbKHKzv8
dccj52BTtm3yjLT71VWmcV0wWyesha3tPSVp8z5O0iYril8e5JSiALKtmKjCekkumVWDQ6fJUsg8
Eu/g7F3yOc9oVcszdzT2oAYEIj96d4+0TT5pu3yMa8oEh+kG3sUMnl1il1KFM5DwHxw08ioPUMPv
YjfVx4X6vUZ7WdevCsF2uudvs28wHxRtiJhTkQbaWF99vJiR7lFD69WTmixlpeUmh4YZxohS3v3u
YgufW2ZUBor8dEvAMK+M0iL1PMJz26KxHRoiljkPXgyjCHYmneSbm0KrOprKQBRfkFwD/aX1w6CM
SbWZEre4NwDKvQOOqx7cTiZbx0jmU8my5qxx/3HTSU/eNL5bHabFKh560mIiwUJpize5uQXsGRzc
AgDQxqd53yj6vSp0URl+GeFGh4NnKveQz3xfuFQ7Z9ylqUBJ24LZ2Fu8UNB5z/wArO3r+Lkj4Wu/
SpMEvz6WbP8W6u/OBCaTqRW165wf+zkYAVYGUCFrBABX1WLPTwGrnPsUBAXZiM4cu1GWVS16PsdY
w4k5/CO6bHe/Tgpj1ezildp22VLgS4yZWDR2t+3iERdcM0q9kxol/MZDEZ6heRynIqyAb21Rqi1Y
nnEM06YjWs42NVyoewOrIG1y15/tEZGB37I+jNMFxqjmXHOQ31qoIS9/SAVV9UJ+rlnssf2TrQXU
KtlZ7RIgrEXdRHatOZ1RIvdqOw298z1RRRPxpq+/jA46KhJ8H2Ilrem6RXscXornZ38pvEcIdBVi
8sYbi6+rH7SvS2/Y085Y8bHe8XHw+JB+B/VbYkeE0eWX/HOtjFsJhIul32U2SB0w+2IPBcpbDlk+
iOUM09r5aDJbchgzFw17FJBEAGZGD2atL2EnEpQDqlN2Xr5N+7jYdenE62jopq9T7I4RBLM7W+ZJ
t1UtndSGoOnpPE48Oh5WCczAjX2nauzM7sJkaqlMjZfSTNe3AGz3W6wW/cAQ7GJxBmV/AkKlJONK
NRKQ1RW00OlosoxbWdgAo1uzx5gkgR0uLXQykjynHSwQLwcKy00Q9eyTrI1PsKSzNZA1n52JJerW
t/rk3oXwZW9atuNUv9x5SESRlZBx1m/aF+PMIi+v9kK24ogWMjB3BUnEozpjYs6ioDK+gQWMEZLT
j3+PR9eQl7gEiaRcpzuYXutJ917DZhJEcXoAcKU+PLuy98Jr7LAbm2w5LAPmo41WFglPhpj6e9No
5S3hbNgrCjFGRVDpEK2xph6SwKrsJkNnjqQRa5OoiV68bjP11LTjhwdM+Xr1zeXBnoLsvC72yilL
WGR/hQ34/hLffCASqgSAYFOP773eGd/WjLzQKzFUM6dt0zXXzOQXysOGpmk2k/QIBcWu6Z8694Xe
UF9pH6+NWeAIOSSE/HxDOuwPGyfwqxDzJbg6idoPNfxah2ss7YHxSTG9DNTBn2WDPYaXO61jVAxW
WoaA5wLKbUFPdl37TR0c+h7YwQaBMrnFlJ3ddar9C4AWF6G1zfHZPgeVTGWYsVa4nWFxwHYZUdnv
O3sgaC5Hyg8rg8CwnT8NngIbQm9xIQPoT3PUGRgL5Y1HMyX8eh9T638UY+7u03aCZQ2TB36BNuVV
vOaz2NE8LHqfdcEtj+V9kTI5QE0LGZJYsvgY4D12doHKynpTUycHO496CKsfTHO07G0Q5m3Sv7XZ
ZG97pViCA8uMX3tanmBrjj5i94av7MVlCOuxKcqV9WA1LItRktpHt+Ln3wmN1J0gUp+yyZpMRW5t
GmvyskqbwaCl3f46Thb/GwPN741Z3ccptJsNymnzdnGyRu5WVvFllHhxie/FHvdZb2Y/rLLAGBCr
mMLTNyp7U3sNG2eyp4LqvORF7vAopPgjOmA97CncZvlIWr/CS9eM8wtYXeICEaLmJ2nVEyOlESf0
0VxbMe5Hks1w2mnV4zDFtFZsRhybRVQmFUhCvIFLEfWyYj8JbnWKn2b4jMA+s2SddiyYSR5lIRhf
+0mAiFRlbaH2BXLts5ENprUJqmQJDmnFfP8G4ViAkLZ3Zuhq/pJ9lQzHCf02quycw3Zx4HIki3ew
FvL59uhUXFDJiYRDT+XkhkFSwjDGV1vcJ7Lzn1r4yNN25M4+Y43k5/CQfBXHAMSGse1JRZrwDOC4
yO/MwDM8ZMvNyOifj2xDk9rpjypV2kQq3nUfKJqz9dtAo1XeTdS9x5ozcD7UCAaGjWpN8558VLcI
Y8K9noxLtUtogSXVIWiseDsMdR3ZhlHd9rGrHkdcYczNOyG/r0S87mZC3Q3oszXWFTVb7QiAMc3P
JZ87xMjeZQItxY7aJLu2pyFe96WR9PcqMccDpLScNqoP1lvQ5ID500Tf1JaaAB+DOWSgIDz+X+4c
f6uXEeelkTuFhVDfSS4Z9/klD7mptH1C9GqEqavilxp1dljFde+fkc3AcPYHpvAPIxamgeAWf3qp
VhxZm2RNDUoDmVQvoPUKwt5JZk2jdTI0N1DC/HQzGkn+kvWMAzibXaO+ZG+Gq2urczJcFHBeAdSh
hohFGzd/cLEijhD9dI8G5v3nsmodNmu8sb7bVZ7flSCcQ5g96bCfXB98puviGqx8lVanhnHhI6RY
G697U1jmOXPG4Ec50LluRDxK/CuxUnpviXXJdpCrbfDYa+sTZzkE5WGuC7QvDUnFx7oqbHTQ9dTs
i6To3itnca6BPLRHEQz6UVgCk8zFvrCJvwdta9xXhgKMEnzDrLAETi9DFp1MDmYK0HLr1gKegltI
8V1JHXTbCSsrlrga6sKpwK74muPd6CPykmnNRM/9zE45eGYqeDul5dNF19iEpO4SsQgAuuVbbFCQ
DPNIo9HmhKksw0E1rodMRS3jaakZhJwFuvNkZwcwOq/aQQ/tEZFpzcqAr/rGHroaQ+c4EVoYxAVS
zd5cobWglGZDSCT0cLbjmAEf33jG/IyWorwVNbqUltStJkTTkgIJ1xBpNvPC1gpFSd8eBDvDh+7y
0k0GnzvPDdoCdC5P9xcWfYB9VG322YY7lRikHns+Hf5qPqkK+evkIU7tC+aOfFR0b7uZ2Wixzz0Y
yWHd+bRnOuuX/ErKyXuThZmdDE2E0C0h3KPcOLPVkRaZyqskgOsT4tTtzE3BPuIT32ad7foeivlr
27KzQFCroWgj7uRl22deE01GrFnVMbW5b/W0EihMGOJ9zXqO38wfkvJODo5/D/d0qK/IdmoMIhg9
43lVrbgVSUJQqKgYGzlFhz62Fivq29V0TQqdwJ2vYYt4r5a4jMLBygJksnCXn7mXgC1i3NoFC7af
q3mQNvbdgU8IVGHbH9h1PWM2WNnnAOjBIFYpb92bwCGGEGBnbj7B7ewkvhMQnAwW15Hrjfj1WBwl
LlsCl+gNF24Rwn13Ml6aeO4OxDhgr66ycvnki5PXmady8tT5tTdmlZmgq5RLsCLRCenK4M6zHjW5
HZehY6zCQuJJgLML+uKye5qOgDKS4rAmbdvvE+WsT7mDkTgs9Tw/Qx1Hlbwk1nlhXH3PFj3/Ug8d
4RgNSKWjVw1tcYByhgpsdswI7SAzSrKpvD6yycp9rEmk8DeEszdryGAieKwE5cB1ORi6fBia2CNN
COAtvfHky2WHhKEtd2WvAgaJdVIKqhHP/YHwW5THQbcDy5qK83FrBaU6piM1xGfLEmd5Ntxapg8K
X67mlk3IrFwWkCgbPNP6eZryKguhjdXPShNWFQnlM0Vnu47ouM4Ym+/WKTDSezzLLauvrFDvVpJU
x5Z8sYOdNrBJLmD/l0xZNrrHuXhMnZa5kh1rPPem5RJ9zpxDdJu8y2YQ0K1uxXnQicxuCsdIxQNG
Ve7wnHvLO+GA84/AcGF75GyZ6UlTPn3Sv83xAwXnQFi27hB0qYAMYpNzeKu7obrzocA8WrT9pIYa
U5tdxYPb3ieJnMezNs16VxZN8u5SCJHGO8fMGnMItTQ4avnoCp9QdYy52bRNel4uW5P3Nj6VNcnG
rbQTAjabeczuLNLc12Pp/Btp57UcN7Z06RcaRMCbW6A8SdEb6QahloH3Hk8/HzQzp1ko/IXQmYuO
pkLdTGyXO3fmyrXcIntHe6D7EtPvw2vci+L3FJmg1Balqn6pNb18GXRDoQys5wLJ/iCD8Kko/aln
S04mdiZUgoeRN4STFJFMMilvklsSevEj3y5IGxV2JPUHPM7lTYuo2YOkE5jIKqofObjmu0yDRkWh
5L5BZLQ96aRN0HhFsCiAFqUUBm8/6BotggMYdlqvYEAz+qcwrKl8GmIpP0KhLv8EJE1DLt3ELfLo
gDq/BsSA5D6HiTud0qNxqDgvx1ILm1tqbsY3KW/MG8VUNdLqpVhsrLSAbqgrRTRGDT1QdjA/iY9t
Jrd7OdCLmEM4qK9uFeNhW7r69kZdgPdueBNTtUR8/iCjOUVvf2rVxRbsLNI0FCd+c2VJAFdz2O1d
LYy/V01Z3gEt9B8ymjwhJ3FRV7LRVGqzTSqAhLRTALPNUyEX8gO93/Q3JS0N15Yof0hlLd3qvaRt
IeWNvxdU710nDSraAoOCEmIsd/luqLKBXYIekN0iqtdulZZG1hOln/6dTFG6I3IWUXoe8vqmVHyU
ibTceBMh2abMIDdf8q6xDnRdUe+MqUHzXpE8EvgUxqDicin8/+Qsuds2r6yHsGzIVMUuH+Tpys5L
JPEelg4glHmMzlSCO3lvRIJ7ka25BdNo9naNbH3y2/WI/eDvAet48kyYnTZujD8+EKSDgPVppIcT
3E2eQ6nqvilp4KU2idGKqN6jl/LBD9y8OoDjS09I2+uH3iLORca+z9jRopDAWFJalDPDIvwlyu74
Va40KiPIuwflgXTl8ArJXC3e+VQAmQs1QfOsUxoQt50VKL8UjuGerma33Cg1xP52itr0kwcl+tTy
mktPHTlMIimybnZFc0K68wXKnlZS003hBYr5mowuIit62xjFtgoDQG5tglpwgiZUenTpJ/ShMDVy
YUdEkcPETo3wkMbeGL8MwdjbqLJ1tzJxnYVUOF5ul3GlQb+kN9I+HpP0QTMJcgZYW0wyr1IFF3Il
0r6iTwu3c1HHTe/Jc5ret3YsZA5KqU3FLaoIGy9pvbsGhVCIxSG8g/c8I8yyvKGCtwMaCPr7EEkh
64wiyW+OeMEjUhglOg3QRHGqSpeRVUa+M67brT5ARx/F0YPbG1FwgtAqevKblLI8S3Gjacb4SrXd
q74EouSG5A8V70D903vJhYBz1TXhF0/SSVID1PNAlBCnh7uJWjNGBaPhXIxMWOMIRM+bfhSKHsIf
v/xRoiWUOHpWt98Q38JpuejqPdBjaqEUQn0rps0mzbYmVYn0CaFLipdwhNwge2F84Qmj3zd1Xz5K
wRDAMUBf/3Fok2qHGjXvFVoKW2dsIBogpo/VHQ2EMPAj9ZAcGhM/7JiGKD5ROCPxW/C7MlqPVfc4
cNm0J2RymvuuaME3Qs6seLtSM+HK6sksJPQN6pEM8qLJHpRQle/6SRvgBmxd1h8VHbIUB3ap7AGO
/IjiTstRodIf8NYoSrSPVY2zgUB3SHxzI7n++N0to+65rAFSwmGhdTBaNSPsMQns+o5GP7m8yy1A
nraUx+2RzLX8phN5vwM5H8jQawplB7WQvjeZO8bcHbGbPfR5H21V+v5NQrRBPXVRUFrvMKWUCKOM
fQS33tAoOygI6P4tayGn2x4RpW0sxtF92DJBO8IEySS3hDoQNVNTTx+pQvjDM0iCuPwg7Cmn3vHC
P2ilH/2uRNEU9omltP4DT3mz3TfEMxs6B3W6GVs6Aaf2aPp5pjKuZhdwmJOlB4bzhBuIQC6JGffH
kCfwltbyqyE1PdXCLtsy4+JXoH05XhBSwF6GEtQl4Ofm7njEjhrpCGqmNGnDJRK61IcqaroWDUJb
pa8FndQ6AQBc79ptGMjqLd0C8AckAONeldxT31RFNBACkv2fpsynHEq1zysKEJkZ8lqEdW/64t6H
OqTq360RrYtdYNE9u8XjWgCxuAy9d8gsJ/1VWL2PaZeRRgKdWKZbAvge0pMc+dPBKgltJPg4Pmq6
/f8J+lT5XphtJQAGS81vPsim2lEKRCap5nvmT5/yhYWLp/5CCrVDcEQAU43rEkrKRH6Y3If1QCsE
khWkES1jyMcD3RPWIylMYCCyZwbPbVKK+ZfIFTtI+4cQQr9B7fL2HqH68URXV/9D5F79pcDeMTht
JON3Mkue9nlo9h9yLqnPQyFIMVX2IHAPU3hmUC0ktbQjnw1JE7yVUngLFi2VbRgqJHETyFb9UfKa
vAl7PyqPWdW6xqbBUcOjh2xQT6OFPHlqryV7kNSeJW5ytfAiR1YVur7H0SX3HSFK9KY0vfqPnxLg
w/Hju1wmXK31KXARezlSO+8f6wgC1P3/qvsxbdKyxYVDvYjEcqu2v82mUqCQJAP9FDWpuZf0Jrwd
eq/7Lod1QQ5WFL9eh9teonoN0zTAfUg6UZSozqChWSe1ld8MUzvZ0xDIdwkH1zLG43UrC0BbapGi
SSGUTkVVnQG6xRx9n6EOqcajsCQKT4GFDnL2hVpurj5cN7WAdbWgLKZPneqLKJuzAYHPyuMqIaM7
+rzYRPclytzH6yYW5gyKG50sj8J4RHOGhNYgTumbCBNK/pgbL+m4JYl/3cQlCtoUVRpSwZdp9GTJ
M2QyHEFgYfxCpSjdbQpBsYNoLwKTHf019UrzAhtsipo6NcFaBiTvUyPZZ6R6WhgK2lMZWJLchVaR
tEEAS4J50PsfiXmCEmINjnwB7ocXjrYmC4wIKHIkLM8NIpcTleBsVbuKYSkneShKp7TcB9ZdGNzR
q99S7tVXwNeXKzbBnsGwyRq0u+Icuy57FDUtsHF21j7JWYM8Ub1Tmu31NbvceZZI04omgbI2Jh3l
84HlZtwEpU4ILVn3ffNWmyv05tK06GfQeBaIHUdnAUhknSN7bqAif2r0pa7bKoxRhSQ6bfYearpT
DnChyCp43xy+mfa7XL1VPIzJLR6D0Li7PsqL/UKXAS0ZOAtZNyUZHfuz/SJl8KD4FmxBg6LdZ36+
acT6aQj1yukE6UEuwg2lhBUxhD/Y+NnIWTyR9jIRtUrSuudG9dgCewn7JORiFmp273lHNFCp3SMk
X7dDKm+bTv9CQY4cpVaCc1Trh95UnEqJbtNiPFSed5d7/dP1mVhaD75KQYtCZDLoHzj/qrKCT0mm
jQeJqn+yXL0RicFoqC7sNrsz9QYhPdOGJe/VkuN7hMWoESj/yKq00sSwuCCWyIPdwr9CpH7+FQak
xAPUM4ZdJEAuNWFjWZBgFN6GTMchIgUD+ufH9ZFfuPNpD3wyOX3Sp+4WuRwo4KeYhDw818h4QMoH
e6LdlN0BdpTrxi6O1czYbO17zQPh3GGsBR3DhU0h0+A5cd3IhYPACCfL0CYZ26nb/3xEACKHsEkn
lqFB21I02OdwaxfEgtfNXLh1g9Zag+5aHISF/NrsBHuQQ9VCraBOqZkPQyr+1k1U68akeh1HI3u7
buxyTBZSKUhbYEiFXWA2pjxRCqHWDNcWAmQTCZY8pX1jF69cuJf7DzMWrZAyxHN07Uxj/rQZstqT
23q0XOiuEZTbJdTKUxACoJObDyPXnOuDutx6BBISTTRTyw7dO7NBdULr1/D7kU7Dqg130rF1223U
J4+RNW7bdFyxt7BiXI5wRuB6+Pf8dCGeR6pPkl1bhQlZl77Eff2UImGkpt7N9ZFdWKJFiD3BoCwm
0ZprIAhTlSoNdcP2K+OR/xJtorakAhcq5savxZWdOJ2aM4/KFSzD60WAQS84LWrnqyaWfdmAxOMI
N5A6Pkva744+kBR+4dDYJu1H2nbb6+O72I6TRdVgi6Ceo2rzI9YUSQIRJxazUHW0gDZp7ZcL9/lf
WyG81NjvHGV61WbjIs00yFaqU2TuvyDbpZUub/KVK3BhpbBhslYqUYyozvw+hazcpFWYoEy4NXnE
q+XJiN+H5u36UCT5co0YCBUi4D0yNCSzqLmt4ZKQYpk4sxIkdFsnJVSj6I9xr4Q3Q6P9dpUO2iOP
XBNsRweECKjNUL3ZyqHbr+zOi3OHLp2kkytFg4TjMJc+6qoihstX0uxQVjuAA9TbzURVXhS1jY88
fklEqE26EvFcTrSiinASaAY0AYhBzCZahbUypdJB0b1GTrH8IYvjzo1uXf3l+kxfDk6ZuIQUjYZA
kITzHkpk3oqxrAHyZUx2m8PQGGg3CXiLPHBy6/d1Y0uDYm+ibqQaKnZng0qUdqIbJxkQxfkDvZtH
Wh7B/UE/KwuH66YuXDOPIDyJLDIwnWbaadyfXHPkKWE7Qp9iJ3G0ydy3qkCToyJRLlfbtP5BUfC6
vcsjjtQPqwVZDmUk9su5PdhLlVwJIYUeW7W8Ed0k3lA1zGCuS9oVb3LpvzBlWZMUF7c1wci5qaDS
PVWrIjqFWjM6wogdwEo7JJt+0LNJKz7QT54xtDdUxt8MCuMrbuYiKCHsY6dMXsCQ1Ysd07dDBEih
gTMToU9doFWtOF2fy5kmFZfBzMRsMnPJbAykA1i8QEoPGUq6G23ImiN6EfSyDdReFSn9ifwHIk5p
fK80YvG3d9/0BahQT+81Lj959gVJDBu+2vIFEmli+LWkW5hrud2Hj9goVu6jhVNBg5yG6jE5Al4V
s8gIlPBAKo8oL679jSScROsugYEzrf4/7Uw+99ORKIWWPkVYvvCpAO+kO5eqdgBbQhGvXBJLOwRu
KU2B3Ba3Kc5i5MKNI6+RqMQiUPxY5N6P0BBWxrJw3Gi245qTeA1K+MfzsXR+BM4NcUa7BIxmV0rr
aAgc2b5WrOz2GQXcn714Zmm2E3raWlETYdYala6b4GFk4/m/akEFxTgRMZKnaL5XYE/1VSG0BR+G
aY0LgOQUP8wGGTb04AKr4b0pvQTePeU/VTwU1UMn70WKayoMt+1J7Pc5fWrlk1/eUuxvrB30TmP2
feVILk/4v98ymwY1rAPoWJgGvmXI9l79JRO/ufAUKNotTYi6Bj/jc+zeuGFLkXSLhMcwrFyJC9uK
iECXQZnpbK75lSi1upLpJdORl7BDwnfKhQWG4vpAFw6jLqncGJAFkW2Yv/EbQKL0Q5PDpf/lt5xN
CnjaLxrntoW+Jmm2YGqiHFJwMxC08aw838OF1xVqHim6TZHovQ2Gx7zSbsB7/XCjvFkZ1uXyERnq
BDLQOpJ6muc6hU4uUJKfdrEi7IvCRCxEptPY+vq3s4cZHkKySB5SAlZ2PiT4JMd80DBj1O2tjyoD
sPRtkA1bXp8riZE/N/h5GD+5FhhFRMrUxv/p/P/kzixVqIq89ckzhJ1hPsLo3B89uEW797hGTGan
hNRQtmTHzXdVqfuQgt/IbSUEUTc4ZOGCI42a+ltMY7Zx55Z59wv2JWu8pfUAPLxBcS7ZZIlGkFuP
FBR2VNPi3whj0ZWuj4H2JtMo+SCWsXViy8Bxn7dd+5L7JW0svaKnpKryNN6rStgDTPGD8tXQR++l
CurwK8UMeD7TvvnlGmF9pGehD1cc5KXv+JPYhNKF0I5benZetTxGQTEAGJKgTm2FTmj+LKDCGwuY
OY+GvOLxL6PI6aUIh7QhG+zlPxf6p7UggFXATNSshTlCHeQ+Uruzpaa9U7nJlNH969tZhbpCJuFo
QvkAzcj5NhN12oGhTTd5L0q232w1pdsZI3376YqhS5fDb1csauuGQcOYONvPsla2lRZGlp2isqDe
hPrKKi39fl69pNE4AERzs4A4t+g19DKamIYx+6emxj12xttfH0nYWP41MZsrIRRaGhwwIdJjQ20S
ClzDMaAwBzl/3dLCYIBQkYdTpgtZkWfX1QhiPTSqzMTHVNRtYUlR1kxcukzqAZ9MzHZ1PbZdR8uW
SaelEG9Q6vOcMBO7w0ij/raCeffl+pD+lABmTobsjkS8zQYwqEec77QsBSIL+allA1CzdSU/5VFk
k5ODXwLsCIQ8IFheoDN4UsPeMX26QLL0JqMJ2qC/QJLDx+vfc3nOdEo7tGwbtMRYhjYLFa0SLbnA
EFxbStUnFUFAVA/p/K4O4eh/mKO08qi5XFHGTTsF5QMDqtmLx2GU64LciOir6oF7G1bG726sxxVH
fnk1TdQwPD3JJkx57tlLjXqEC0M0pVm1/R5kIlBzY4cO3cpKXs4cVnSQ+KRiTK6m2UlD1Rxa4sD3
nLySftQ5Glh02PaCQSdQ2aW05Zn760u1NCyFq5BUiShO4cT5zhmbdGgnqRLHyF7SnP7ZwIBDbs1B
XR4IZIIh5aWahI+F7v7cCi04yA95FvUPow2doEmDfSrlkDF40ZOhddJKCHb59JzMmTgqHeKXi1d1
7ApGbRbQq/gm1GruB6DLbVRx/hqUkXCTuhZLtu5rm+tzebl452ZnpxDcFdwaQC+csOlPQNF2tOid
TOge+r7e4RBWEj6XS4fHV2RJ4YnLc16emYO0IKVJ0Q8QgWhOVYFaTTR0N7ksrKSPF+xwVRL/Tcrm
EIfPtogK01whlRSvQhOyxoleT7yN4o/rczd97LkHm+7jf43MrjCawYYhJniFRraLHMkD4FzFDiw8
zkgoCGW735fP100uvJkg2558BjtTlS4i9TbIO0CHaOZocvDod/JOpVGqL8UfkuQ99lELKlh8B4xL
Aq/YBOr/5U/9H/mmLrYLWsGwxVgS5wEluIna+PNDt6GpPG6nFt9ObAu77owfVmpo3wulkRyJahRK
BOnwen3MF2s52QREwDNN5b41Z/6l72j0CPUMqvYQYkBdgxUIvxwgD8KxuG5KnhI8Z0uKLUI6rCFL
TtVi+pZP0ZaP9jrQBSlwBm8HX4btp4Cpxzc3hk0memviHtjzLV1eN348TbWTgG3r93oS7vJIPArN
l9L9ZRhHrVu5LuSL+2L6MOhPqbmIGj/PJmEshy4qVD1wxpTeVBJgIRGZlVZge0GbJXcRdMy6A84U
uHsg6E19yDJZe/BjWdiKQdm4hyQwPf9U4oQGmzgSTSronB87cJCTrNaQ0wUu9MINWp2p6kgo/kEt
3HXE6+gaKx+NEYDYowwZNise6MLPWmhsMOEwxFLDuqg0Ik/R9gIiLU5OuuaWB9S4QcgknzSbxIMU
ePrh+hov2iPFxsEly0dZ5HyJo3JsJRTGQsfy45Ncf/UCGWaHnaiuBO4L25aSOpUJQlwOzPy5G8Q0
NcBOxLiG4gsn8wf8L3tPMFdu36XhTEl0bkOZA2LMTiTrPfrcRqETh98k7Wfb7nTlZ+6vuLplK5rE
HuRZbc6rfkEgSn4TyKHjicd6/DnChOD1D0H78/raLM2ZyouAyh8xC877fG1Q8+UadK3ACbkl9kKg
JZD+qEEA8VSYrQRH8rTQs7P+J3bnJuK5c3HWQ/LzmRFEoSP7nfgGcwT6kqkfSo/9IALTRF8SKJco
yOI/VdoZuxSY4GtMQ9ltApLXeKCFOk+cdiTy2VPhAz1viJX7E83Q/gUhwPiHYVTaAZoEgKxDaxpf
1TCTvv/9fJHlEHHJEMYb+ixfXTScx050A6dB2Mv1gbNb2cFy/xo3xBH9bGZ2ZFLZjcjpYgbAG+38
B68WEeuJaMR8uz6epW2mo7Ot6VTbqchO188n92upBYxbqsB4EoPqP5JX6rsE7fwTD13lx6j7OMDr
FhcuNOwQcpHDYW+LM79aWaHCQvYhGrwR/UhiK9yxeP/0KXJZIVDbbUcuaSXUWxjl/3n08vjh7fPn
jv80SsE1hYInP9DLDi7ConMS3gEQvB/cLlmJg9ZMzUIUcyRHUkQkKaLsLaflC7QtGOMPX11x4gsH
92xIs2mEE7bWlBQ7AFc3XlVtjTo4INW7slpLZmA+JSi3LJn4Y7Y/xEAsVfSLppkzNw2KQi7N59CP
7a5vCvXSM6jIx+k6qEI404yZGaUtszBspl688L3TSwLI5+sGFsYx1ZhMAlPybJR8zvd57uaRr2dN
5EDk8Duok10GEQeI3ZUraGFzT6VemJ3wbrxqZ+dWhMDSF3QApZAq3JJYoyYB4Vj6kxIXbULDyuJc
xqbA4aaygYR6wJ/I+HxUJcR50ZDC/A93bwi/BUTto34UkSpEsxTa/wK1eavc+unfbz7sqiQ8iSBU
6FDP7Y6Fn7pCTosFTfWOghJcVgmwoErb64u2dGEA/pTIwZC3kEhdnNvRq97SEuQWnTYm6sp9Ep6P
lvmqwv8GGQC1gTrYFu5J8fYtKkk0X5rPJVSc7fc8v1En6P62b+7J3F7/rIXNSrJOBIlDdAxWZnb0
6IIvtIAeNY74no5L+uSrlYVd2kbsIpaUhkFII2ZOxEKNrIjRjnVMrv2Bdq3qvqakDStItQaCWDoY
Jpe/hCeeruVZNOMZuu7BQwB9jpejLjduvEg7QmW6MqJlM1PCZ3paaPPYbPTUSjFxjI6XjY5OHRf9
cNtU7q+vzJIV/BSXC8hh3i2zwciubwGcAPbeVbfaxNE1otS8doEtLD9VFeJmiTrWpBV2vimLqMhF
BXFFEo/NQaMjkPVbiZgXxsEQUB6eMkmISs12WDN6jRKXjGN02zeYVnYVkCUUrf42NwDQdUJLsP6U
v/V5Bq5Ayq4JESqH7cPaSM1prKkVmMPKcVm4Ec+szDbzAHX22IZYaQc4SMgQNHCWDgLwP3HlMbk0
bRAjg2+hBAWQc7b80BZLg5mjLW3o0VGgjUeFSsStg/31XXaRhZimjYPPASVyuohglFJ21br240n3
jH5JSCCohJ8GC7phjYnM0VZrmt//jU0AqgCtyeLMPS5itu7gGdiEEHYbtETEx1x6LDMyV8kDtGnX
rS34H8jtp0wLtfypQHm+xcl8a3qmwFeooMSBGsAxaY2N3nBxAopdVSZbWjbyfSQ4TFK0aKGcWytc
k7YMjU4obzRPkwKFZGpbuVp5fSxtwymBA726NCWoZmNqNPgfLAFGAjHT91PuLUxyu4PrAcLNlShg
cUCfTE2f8incDFQ6aS0dU0ppvcT0nCM7pI3DptSH8tv1lVpyRtRB8XUEG6zYbFRBmwUMGlOwBR7N
wbiHpGplM6yZmI0Gkb3Wy11MlHlvPY1eGZJC9Lyn6wNZXp5/BzJtyU9z5g+g1Ef0HGEcEeyRN4FK
FexJEf6Lq5Xy9ITRBN5EcXzmI2DxEceU3hKYqtTnCRTTWu5hlH1oXKM7RTDX8ndLzuKTPWP2YBxM
2HE8N+Pg5rRGVqWP5H2L5rsnF19dFybpwNv7WbS7PpuLVifdIHLbJHrmIUoXe1rlBUXsjFl8oraY
x79kCcVY9SFRJKcxV8xdgpxwiZQF/mNv2kOfVk/uUgNmMuzBl+sMkGcJ0LNJqggh7XOn3Sdk2DXI
iMLt9WFeQitndmfbX5WgdkFkIqZcOu6hVFGLx0GB121fM1qgHVk1OBAj7ZrqCAv3deOLTvLTmGfn
ApExuO4TbFM1YefACYhi4MOAzLSkdfQGJn8f3JzN8eyEqD1Mn342jVW+9SRoUSu4F2lHvj6qxXP4
aVTTzvq0kvDUew1COfAhWHAOa/W3rmpot/FCQJRrUhR/gISzhJCOCJ1BJw8RNRjRc2NxjSRvpZLC
rzXIZ/0Gqq7C+IHYDP3L7kt4yBpbhcIMdgxFPIpwX4XfXV13Wu+jzVb8z7RTLj7FtNQJYADmcf5A
bGUwXk1e84YIql+JCdVCQ594jNLbfzG/n+zMdo0CvR45fYaMqPqmG2VHQNM2Hb/BCbkSci/6bXDo
k6qyDMZyFkR6BSkP2LfYn8Jg2UoG2RgU4StGlqaNCAgsOBDVBRyTIvYJ1OpwikJlZHr5rRa7t01t
vv39rBH4WJR+ADGgYXq+UYy8FXwgGLEThXr6ootDfCxhfbz1ZUt505Lo/bq5pYe1bvHyAvZDBISO
ybk9v52IB4MBIlRIltv6SB42a7/qhHzDqRGg6TTu4m5TubvrdqdfO9+EvMWm2Is1ozHx3GyGKEbb
eCKXkxDcwr+k7qNqEG0x06oHsz758VvfZLCkriLipl98bhhwqEQSQSanSdw3M1xY41AHCuIQHjS3
UJjVxq3g9x9CpUDSQknDThrzHcrv8b3u8mFTh4PqVFHw5CnKt07y3hSzjL4I+jDuoxbaDY8OmZW3
yuVu5vuYGVqiuU7F+QMyFsRKmHqZ7EJ5qfP3Lv24PvWXN+b575/5vTSp0EbwJR7Z0j4S3gwZQrPH
ONlrJrLBzV+fmnNjs+2lhqkKxxqDceON6PmQf0LbBHXQ9SEt3I5sYLwZLyE0BtU5GkGu6pbKIokD
YOy2arxp0TdFeRXS3i6020h+Lbqbqt1B0iZHa7V8aWG9piIT8DxEDad6zPlWTo02iwul1mxZ+ipF
m9iduG3hN/1taA4op7KCVlPrtlb36kbVzrXuVpMB6uVpms4RuIWpx4NC/2xTC7Dmmn3LpqY/fQsx
TASZVhGcahVADw0Bwn0D1S5iz5WL5DKcSmm26+Xt2EAHvunUBzl3Kv9QEPKi4j0x0tThvqVNuH/u
IPQQpwboyCk0f9eZqjO4sJmGz2p5GJCk61HWTKvvNBdtIuGuzr8l6q+qfLbMe9Xah4O494BSUOGI
k+fGOKXpWrZzIR47H/psNweB4Y5pzNBpbofeDUZtcpGI4vgqLa0b4KabIXzS4H25vuMWDtHZjM8W
Pex7QYg7zLbDrumokjOPz7zU2WzeLQ/xlVhlZYGVWWwNgXNkVh7mMrg+a5r8xfgU9ZDDtI4sIWk0
/BThgbw+xMsL72xm5ziHIK9bGO2Q+taQ1fFy6I7BYQaIllw3I8uXHnm6BHihkP6Zmj7Oz487DBB9
NNgZxt6Bb5Iezec0/mVpJ6l5NAzBhkR7jODaeu/KCBKZnaz8JH9vd5oOqVdnCyQmc+Wu6/cVNGqC
kK9Ev3+u3NmVcfaBkwP4FCi6CY0bcIsyEbDq1OYphGg1Rdq+EjnzMLs0v+JBsieGWcN7GINvWQ4e
OLFrdBPS3nKGAGoo6xF4HT0X9yacjKXxRa7079fn8RL0BoMADw0NuLBikH6cOQGyFSKS9swjqusb
wXCs6DXwj0gnymCMQnjDVOPJJEVOKc8q3smXN/1PuEJWZmtx13z6itl5lNGSMCKXrxDpJFDdnwVY
zxTu6pXBLm6aT2Zm50804SqK3U6zu9JSntJREie0j3bTa2NJBxQMrQ1Cok7kymQvoZ3cNo3b2OGk
p1MpgbnyYFkI75l7hGPR3qa9jqTL+RZpRWvM4bjU7Lh4REnIL4+KGsMnntiGtWmsDyP7KrL+vIz5
57vWw5Nsfe1KcEMv1yfmj6u/2KyfvmQ2//S7KIpS8SVVO8K5dmiA9KbRRGZ+siDmh4ZYggJOkO/F
6kkUd974pR9eVQGB2PDQkLUOw8GWm1NJuaNCYFurnRCqtF6tacn6gOiLt2a+v/7NCzHoNHtTx6+u
wRk6x5/DFdUZiKRqAIM/XBltnq8CstJI1O978CJuOzo1OBJQ8FK94nwWdytLNpFjwCUxvzghqNKz
Nhg1hGwQF2lqtH0TARnumhLL9UFevjanMf5rabYununCBlxiCQQE7xR6UPxdDXmU3ugrY1qzNDsa
csKiuRGWPEXcuNzcY0ruNH5Qm5UY/g+i7nKv/WdM81sJwlrTGHy8YFBMqsSQQvJjfMobuBWDx0YI
tzKu0pOcUfgiiXtZOXnBjWoRFb3F1oeSvxnmyB++dcMd5XAae+9TK3HCYpuhI5S/D9bj9TVYdpFT
BpFGOEqwf47xJ0+uK7ELcoIP1gX3S+9D4lsaUOmiEFz3yi6S1V0vjmRyjA3Ult8i90eJ3rODHtZ+
tFq0ktd6Apd3/qcPmvmN0VeLnm42zU71cZcNuSOJsOlYt5UvOwjdkNG5qcSHrtZtI/j7650S1dRX
wnxAiT/bJomcCF2AdrONsgX5KuHObeNtHecrgISlIWLHoE4xlZEuILxCFYFUNrgQek0IHQHFDBt1
QXQEBrhtod0Udvy/7t6l9xICRm7YJBoAy7RmvDLgpUB94jqZsi/k3815Hyu6A0PoJ7iZEE7z3lM2
mSW9KbW+kfvMsTLtGR3lI1SstxasypA3PeqddB+o6k5ro5UU/fKsfPqWWUzRRBa8exqz30xJEW2P
MJao32VQc8CLq3ROKSYndAKbZOUILDi8szmY/v7TCXALughT4EnISoTH2Oh2wZhus/rvC8emRmsE
A8TlUTqe7esYCIIUTMOLwhMEyo5Vr1QDlifwk4WZP5VaxD3FlIEk1hfPeO+VY5Ucou5d6R+T7ARq
UZVvu2xtC01x9szjnY1rdmjAKnk+mqiEgsarNL67gruPxZOQPpRogtSgysD6rWW3FpdMmWBYOj3l
1I3Ol0yreUTrAyNVdc6Fqx4SGLmz1Fp5Q08TdjG0T2ZmE1oiiTMYkxmEqJy82/voSKWQuz1l9LpB
vLziiqeo/pq52UwS9Mvw4XFLRdmDlOyE8A6AeOD9QiWJxAcszdyMTpb+lFSUobuViOP6lEJAeD6l
cZjEUh3jdpXKh8FSvIeZ+66Nzf/msP1nSg1ROjeDHh0pt5gx5tpTVd+H+sfoPl2fx8lP/M/TSHfV
uYksEH2x6Vm1aBRssYN+W1ixsDZXs+dZlNUinBRYaHx/r/S8dXvvNMkhXB/ItIvnAwFjAw6ExsAJ
g34+EK+g5d4UWZKqVGBnRRXKvJOKGhzMjaCvYTSWomRigKk8Ss5GgWRrZg3VBK0KWRl0b9rht+bL
h7Q+FFnv6CG86da9OEJY1ROTGDGNnnvRqPZm/2w1qKr9tNQvovIzM34KCiqUD1adbqos26jdjWB8
N/XSiWp5JaZbcndnHzwFfZ/89qSnFSMjyt0VydW9HA4kZLL6h2LRc8pfRIDyk+AN2uz0xh/GwBE6
8d70m3jlOxZW6ewzZqtEootXJsyLtl+QiJD1WuSN0bTHCKYvuFhQsvXqcK0DfnIFs61xZnTmmbxE
NtGfxGgyblMSWV062GWQboGJOg0UfaLyahqrrG/T4bywSoj4J6cmw91zPuNq1iup3rMhta60q1MY
w9IpAOzemF9i4z4dyt+qnjyVunC8fhCWcpm4+f8YNmfOyWuVOGaWp7fkS9N9leTff9gbzZesPNYh
MJ8RDr+bAlGxRlu5A/5A/S8HTVg45WLEixyC0WSSi/6KZtd9nmx90yo2aNaIt5ILR0ULsZUdp13n
qFb47McJnLLd6Dvod8hEcgC4JGPNvy14Hybj3w+arb0vNxWJTSZDp20/ab924JzadMXFLaDvzDMr
87XW9aJ1B6yE3HUt+h3B8Eb3ONfeRjG/l3DC+qlN7tTIoDYWnTGCzDtF8XB4zsN6A4NwVn/IFhnU
2B7Hj5X9sLwRp8r61DZtzfNwVZrmST6wJlnz2g83sXJU4l1L31GPwtQAKPwmUR2Y866bXUrLMSf/
mpXP93800mhkoVxtdxZJxkk+0udxF2xrcGBltTFhrc3c720IUVdJbyVVIsMB1m7DPx4LTxAny4YD
l1tIerI2b6q175sW/mKn0udFTCRO98bcE4HmKnyBWdHVbjOppkZ1i4z2AzLTVfR1GFe2iLRmb7YR
hcyLEYtgOsKgP5BMkYLO9qVdnqNLeAry19Z81rQ7SNb9viEleYf0B5rQv8J+E0iPer5KcDFN/7Xx
z7asPuqJ1IbT8mgfaTMey3jcoZFqN8GrLDhR8zaoMlmNl2Lgi1bu6qWk+8Ru9P8mfw71gHxM6yVa
icm21gQ3t7Gb73T3zqUglvBcyn9aPuwhK+mG/8GqJZJkm7BTf+7IT3egwPVcGrWi2WP81YpFW0s/
INO2jeJVN49FXzmG8Syowspg5wtPQyF0PfQNECrIBCez+KcVO1oWBRMci3iEZN/pwCRot4r0VrZP
WbbigOe5Gwz8YQ4Bvy2L8JzN4hKlRNq7RXfQaRsghA3cv7LV2FakbZV4DYc0v8unwUxmKMOC8b0g
itPgBE/JC0AJnIpu6WRDlEHEjzxSReQDU9B+NMbg6JVpvBIWLwxSp70QVguafSAXnA0S7dZi0rGJ
nB6OAJtd1mxI1n4gQxOeEISX7OuebNEcpFJwaAAQU/84/0/bpmwyhKgh4+b6/qYWIKvRboX8T1rL
fP/JHn0+kkwovSVUbaeL0yKdeO4xPXhoJ2lD2jVLIEE6wkyoBKa+PVIRUmC8//Dc1yqFoPxdNvbU
VAb5GelJU9//b9LOq1duJMnCv4gAvXkly1xvZFv3hZDUEr33/PX7UYsdVWVxi5BmMNMPPcCNymRk
ZGTEiXOur/eiziH+jmVDThbcJqMjdz6/w4x911b9Q4rOV/ZCnNTLR7gl/PzBirxM2SOT49rRgyNt
VDcujoywEUJsbmYQ85PKD9ARSfcGO3DBSqPTgORoLid7GNf3tWpsnNMVdz7bfSFA+6hKGTEsq5Ty
wn1c3tUQeKThQepvpPHL9R1eNcXdSDOZ2a4Lhp/Gdzq1cjg5EKZT0TqW6j6to53a73x/IyAsPnPh
UwxhgW0DCmuKzmsnhaUHNU2M0XmeW9Cpn+etUsq6CeC2MCsCPBBfqbGs93m14MdDtH5/SfX+TIN/
ru/YRVL7yydBEv+fESGbCOsQeUKTV4vcMMpGY0hu9pIWdP9kvZPuTTvWb4Jklt/nYxof0rIcHloA
Uj1TDVJ0m6CWulV/EB/O4g8SwnoVov0W6TKrVneW7NUhEAV7Z/j3FkqK4asT3VbwwnfODuWpyPBq
ZesHiAWQ//0BFtck3ToA/EJxQG0TfbYyfoAVI5apeJm019DQkx/RzizQKECFyanpndOw/64bG9nd
xV0qWhe+hzTpk4HoK2NI8jFsn2ZIV9XoG4j4Yfgs24e0PjT1xorX/ez3goUdR5Wu6vOaBWv+W5q8
m8rHTP953c1WD6bz24RQVS0qeUZaChN0YeX6O9i2zH7uZ8AMW7jxrcUs//9JjNUzlA/Sgv3T4ump
6N4kRz6om9NHq4H0ZD1CJHcSTUsg3MdKy8sTFVT9OKC7ylMItmzL2QjbS8p4GWt+754QtgsnTwxj
2b1xfkHKQHeeTPNhzI8RgJL2jjbO9Y+1toWM4jLuBI/ewsh7voWmVqXo9TqJV5av0fA1iOlCbNVN
Nmz8OgYnnwlpRCUbemwgv01HGhFstAKpeF9fyVqGcbISMTFV6eMNZoWVLNU+qIO279qd3A+Jq2gb
Z2jNISgogvDREeFlYup8zwBA6IjR09MDYxDUh4z+xPRPh/poZ9wP/vH6slY378SYcJqU1DDHXsHY
4A97M3iNGQSu+2/Xjazu3YmR5UecfCGfQERyhhGL20ftHzPzgCo2koZbEW91NTSX4bUwlkE+wd3s
Ng9QIucmLcGNFN/HfnAn9J4NZV9X6t4O36e0SxX0WOfc6+rdpD2H49d6i3B0dbm/f8UvkoiT5QKi
6iOp5FfkMZMtX0fjTkOZe4tncc0KTMmk9VAu8IAR3MRxuErNBCg+tD96snPsJ2nc2VtV1LUdJctd
Xt/07Q1H2FETGrcGkcLUawIUmJwvDXDRId6AVvwqxYpRCfYf2Ad4NCxqAucOMsE/IDuLFUWmf9il
1SJjkRb2TQKVG9qX6NXRDpnTeh8kdvdo23O5l+NhKh5H02qgs7JTu/oxSEzrAYErAkf15jhE7jdI
1R9yk6IpBsAWOFxh5HJ1gCK/QOndztr2oe+1UT6mmTGSINR6qe90LQ+2iK1XtxGCRIYFF8CnOJhe
hYhYTw14bKlynoZI9RRGt9sg2f/5QaOA9B8zQn6cNggptSb7OPla72oDQopW4cK88Rx36c1/Z0vw
DD2h5C712OrzL3Z6nyePafnUbQFZV5MYMif4oSiOaRcl2gCJuUbjE3qmEf/ooMOo5M5FUpOHs47w
bf0CLeOugEmv3gJ9rh0wyNIWKnIL7xc5K9JcVaQu4ptVirrL/X2mAJGBQu1PyTOXNI06C4tkeJFH
knAll6UCJb7FCqs66A5lbP1MS0PfeCCvpcKwgtuUVLAEiP78hPmdHkpg0XkvFs19BEg3yMONe2t1
v1B7WDjDYF8Qa5hmH3bVPDOviCRyshvHt1qpXXNkoH+stqYw15aDUBcgDyb6qNcIe4YMU1FNEzdK
goiYXbz26ct17141sLBF69BNwesgZO620xtSmrIYYwH9drdx+/1vDNA/R6WQ+C2OQDpBPAaOzggk
vIL/UulC6Czc0o+46CgtroUoAYV+vj3k9sJXL2o1q+oY7bex8Y9KtHdUigHZDjFUzfgUxIuIz8Oi
iQvF29+s7rdhIa3oy4Dx2JSRS6vKvzKX5umBugE6WXO307UJd4bSpCh/h6wtUL/A07PTxr1kG4fJ
2MiQljgm3k2gzWkjQmfMG13wBFollh3PAFdqS/ERzvo+1tQ7hs91H784Y2BCPZ0+yLAGXN/B1eUB
YIIaD0IpR5xmzkxHb/0es1MPQ5hSabsktpCq1z7l0r/XTa27CXc7k6gmE3ZiXxZK9Cw3l1msvtQ8
03+wiufJhBbvVtV+FNWNYbxK6ger37hAljN6sbELswRlV8ioRVyeDvksiRwrNBH+VEHn5P9W4Hvt
5KgPh+srXD3NSIkRKigOglY5j36F3odWpWKqanllNUp94wfxVt90y4jw3IbTJ+eSxwhsbp8GX/5g
wQR9fR2rW0bcg2pzyS9FGTFpshwkH4lKk9T9qILotoQwF2z0jT28VXW/sWtrDxEoEv9jTViQJvPW
HgpOGMrjJNJyt6fy6SL7BivIZ793nhTj8/X1rZY1GfICKA4MhqmSZQNOUmckGqUskjCJhtPrMGce
qoEfUQn+lMtI5DFfYuQox+YlkjvaP5oz7dRO33V2ubeQSL/+W9b3+vdPEXIpv4+nNK0IYY4xeJVE
FvWEiG1ntPt03DC1stEARxjVW8AKvJQF92yQLke3Fs9Bm2lXNkiG70LjxrSyXWC/IYB8fWFb1oTP
GnV22yOXyrnjvWzOH6vgnzFQaUDwZHLuzPzmurmVQMZEpMnCICviEhLyxKasjVkdGNwDD3Kk/NZJ
/xrtO9SSNwLmSpxGlIPhAvJfBuJFJiZ9rKWozpahOppl9QdzgM3iLtdvlBT9LZXXc7lRtl3bR4WS
rbrMIkFAKyzMzjoQ4T5RM51fxsoL8/Fe3aNRv+/bZmPMcsUXIUalEI22EIQgInufLJl1IC/jnA0C
zSN3lIvUHz6SBa6fWC/mH+PRSBwwuGgZQdxFM05Y2xwUo58g/+nFMNp3ku22dBYGztmf+8aJGVEv
o27U0mgXMz4pdtw8lo3nlypzSxuRbO2GQwbGoRvG/DhwMuGEVY7RteXMYOdc1qBuoSiGbSdXq/sp
1V+lsYle7WjSvvuV2R6mnAH2MDa70NVDRKg3jt+an7KzNOX4lJwJ4acgxKwgQqpyTYxvkfwGBWc6
L7joO4P5cqdxo60a3KqfnhgUzvvc+FVUmBgsoCnpUoTNP6I/7KpF7A3ZmxJunPe1FxtY498LFJJO
KbTVrEUiiCf4Q2k3YGtamF+WPBfeyIMkE7Bp2zjV1+u+tLXM5Xo+uTrAQWVjH7JMxrZeq4JAE5qf
itA+Ss78UqEDN+SbUNFlKUIKc7ZUIQc1/NHXmlxLvVL9MZb7Ef1m/TZwHizn1tKfnfZjlx0qI0W4
/XbwN55bqzHBhroFyMiiKypcld3QzkVQsM2tHEBQcNNa2qG3PZnZo2GLbeQCM/QrHvA+RR2ICXeG
a883NwlGv5ciNlczS5kSddTsh2ECKJLpGSMb/nc9iEtmawf1DqbB9xIi3LvBQhmaArDDJR5mt9e/
9trq6Z4jkERvmWeaEKCcAR0BI9fZed9GwgCCrPgYNwdbSo5VNh+vG7vAySzLP7EmVvSKWAvaMjKo
T+XPnYLselVXoLpfCV5eWOi7IYt3ea0+VuGhVHaqZ92a0YcyfiBIo7uO6EL8Mu6knRJv/LCVlJPf
tbSjFwEJSCjPP4uEBBclNXZhpD2ZVOUzV8PGRq9d32A1mavlrWrDMnJuwkn8sJba5TQnkZXspj4B
CjRZwy0ak1WEqrLTvr++26sB5NTk8pNOTrLetYlK6kneuRACVl/77qM57weF9vrnETFgRAOlL9dt
rm4kZ4jNwp90kTgUAsUgiWtWmQ4Oao7Nw+Bv4e5WNxL9VepJvMYdEcyk+EoyA8VAh715kNN7a3wn
qUdneL2+kNVzwZvfoI2sINknfC670OrKLJZzEeQviSbdVWH1frJhO+66pxDJ+OvmVvcNhQ8TfiCN
l5VgTm6Doc3AP3taVzX3jVk4D+a8RZew/BExyuKB/zEi+EMZUxgMe4wYxrhzkgpZkWRXqRv3x7rb
wQxJd5zTjiOcu11K3pXHCawIvZ691oPCPGV5Gw3hjQSb8JzoN13p3A/GD8vZSgn+H9OLkMHCgKiJ
47EmSkbIHTvkyJ22a6MvioS6XK0e+tD3xi47ZsbbUIzHQNlq/6w55cKMBTQSripDbFD3FU1iOwfC
N0d1/NwFDfVNeU4eq15BQDVom42XztqnpIgL/glYELOAQsCiZmtIIK0opkCx6He3M7dD+OO6T64m
e6dGFqc9jR/j3MhDiJFechx3LCE4D6R9arC18SK2PB5nKmB57LyOloOwR/Tvf/kDhFNR0N2T0owf
EEjZQc+P1vwl8J/06dg2wb6rX1X5g639pJt83e7aYTxdt3BOmrrV7EzjYxpxgU7D0TbH3XULaznW
QuVBiASSycvnfGfrQAm0ppk47vDAaspe6T/G0lGXbjpokFNmSK+bW/NOikOI0i5YQGo35+aM2Yfm
NiRkKsqD4gxe3MLTEb8VUrS/bmht504NCSlyUxp5AGYF8v0yf9/N+QctnzfWsub5dCQXDDJ39QXN
XqT7qWb3ZFBh+49NPbl6yf/mYX9qYlnlid8bcptW2a+XxfCR29JiJp03pdcFXlu9VFvc0asf52RB
gpM7iSNXkc/HmZI7pe6RuYCAzo7dcSvJ2TIkuPUoxWrXJ+xc7N8p9sc+faybd1a4keesfR/KxPRA
GEy5JG8a49meTd/mzKZ24fbSl7KsboYg37if1zzNBI6JmK7K/8SHqB/KxqxbhAY7idHm9pWOaQol
/njdn9fqaL8EqheudQhExYaq3MZW3iHAiO6I9NZV2lGVNMZsZG+CZnYYQzhYv2lwIFdTfXC6YB9w
pOwy8NLO3vD71WiM8ABs+bDMG+gxn3ulVpoDzb2MkD+3jKlH/egmI/1YvQBbX6DP7nhFVDEyH7lM
63jFvDUrvQQlMX04/QHCsTCdKs2sfKl3kTbk3SGx7nOU8EAIBJm874qC95J3ff/XXPbUpHA2DH+I
gzKgN+/U4yFqvzXRsRi03dx+u25nDXLHd/69ucLZMHJniqyFMHEyxgi+89wtB7gtrfouaCE5YzRq
Z7XftDk5DkO+j9UIcp4/nqJZXkenP0JInHSECuxh2eAm891UpXyPRqb9Yza+V+a3KXxEq8VL9GPT
/UUBDpm+X3qgS5NW2GVbm8KEZj0hVYlvAgslqMJ/UOP3rb2LzW9xv7u+2Wup9ak5Ya+rgqxMotnj
BeH8OZ+qfa+bzMFTXVzqcMqfKvL+2tVFEZAwgaaa+LaL2ih27AZqR1SudlO1K8qnWYZuZ4sCZnVZ
POw0es+LQopwPsNoLjo9wk6VvV8ORV8dRyXY2dWjvVVGWDUFKd1CNg0mTLzPyzoLzTquCAWygs7f
jSbtMgQB/K/Rn8q/L5u3tLMY5DWpPov94WiyxxZ0PZlDu28NCGVe++RZNgfPUh6aduO0r10dp8aW
rOnk3lWipAxCC2N53+THPlZkxPZ0aNY6tLGv++CWKSEBS5K50jMFU9rwZE3fU+mFbH3DxlrwgjmN
DE+FGBqwirCchr5qEeMQZVe5SVd44E1cJJZc569Wc2JJSLuYsnFmp8BS0DIEqjFb5j/1/ZfrW7YW
/k+XI/h3XPW6XOQYMfSIqeN3TRW5inFUlA/ZVLnN+FxV++sWVzcQ8UPUdqg1XzB1cdkESIxRrR/D
J704lPJtlH6Ac++/syJ43QSouhsrrJQ5InhKIL3N6XwXKepzGvpbl/jyJYQ7dCGt58XGeghIQqgN
wUgosU39HJLQfc1Y3ACxnlmlbgcFWird6oiWcv0YdwGDor6qeIZdb/yGlbcHPwGWCfgsKGOJR3os
AXyUy0+AdU219n29K43bHv5A2freb6LrVkLV0n4E+k9hDXpj4aCpzVg08/IiyIwedifpgHzdB90c
bxgHuM8Cc2uAZUlCxA1mY5mWWTquID/PD92s1GOnaXxNQH37wbT3VOiv+8tK6FggdotAOdT4sOie
W8ibJp1qjf5YKL2VwVM2jW6cbtSkt2wIPqmnkWxlFTbmAfos+y2xpAfFHg/XV7Jyvs5WInybIUoM
LSjxhDoumO730uo20t4rcFH9N3bgrj/fsRn2XwWydzi29d4t5GcAEV1cetsg6bVtoyZAdZ1/LEz/
54ZUuoyVVvOsnmuAVW5XT2UCuZ3i7HwFZUSwnUVY7LOucvY+NfHbcBiH2xEYA1w7Wn6jM8IAEMq0
lvJliKyOXQ3HOQzjA9a6H4zjyJFbh1UO66bjIwtYxxQgo3GGuDmbEoC/LafOuunoZIBDKhptn6Sl
6hrSPH72h1n+EgdN8OBE5fQ2Bqnlvyadqn3ROzh0ilCiHjzIVnC0U8X814+S+cVKVWZDJbvPj2VZ
5gMosGCIvXlER+xY+63VPzh1IlUHrUmU8KgEQfi5Nvrhs1RXmgZzYRF+KSdbiVwp8FFJs1u1v6Ex
mB+GuI6djftuLbAAjQLqx8scvJdw380l12CmUDL183bXGsea9LXUb8bqodT3mf3uulOtfetTa+r5
tw7iLppiFWtWNdCTZlStDV2b4sZ1M2tn5NSM4FJNMuM+E2YUiPSy18R/13ffq80G2LI3YtiC2geE
HDkqtJzLak9Sn9o3QkeDkdFrqu+ltlOzo6Y/JyEyKuW9FB8BEjnVi2luPKLX3pQMjP82u6z+xOzQ
oo/Fe4AKn/ZvD+1Qkb1L0aQx+71h9K6sPzfSvoUgYQvZfUEuRV65EPeqhE9aT8A2zw3b1dxKALMy
Dz2773rxNvfjAXhU0H/skubODKa9zYNgER0ZGbhJjFeu0ts5LO4mzTpe/8IrN9TZTxH2oK3tlL4M
P0UfFBNCZGMnGSXg5TbwuiK5VYstvp+VRIqFc0MtEFLZEskSfNPPIz0bMi8tzPdFiiCNXSaekflP
nVT8pL9w00zN+1K3/72+0DV0+KlhkSzByJRkkJQesbRivvXllGTHziyvlfT2UTZ76ErKPInv47mx
irsklPx72Uoj5mvLJvzpT5oseW1iKhTXs/5FVqf4Js5sJC51SOlU5v/99kuYGOOnPqAv78Z6WN2F
Q2/cTbKcvsgxF3IeFBv40jUXJiul4QOQy0AMU/CkOJibNuxHEE5S33s+qHbZbgyigv4FlZZkX9fJ
ByoyL0Z6nKtEc5VxS4RjJRKBJQF9t2CPwHgIIQJc4yxpkZyREGSfNS08Oo31yVS2MGsrkQgZ1aX4
Q7WBlFgMr0M8mkbF15uG2TXpaTD71oXHDHjFdT+5GN9fDifNDEUFjyMvILLzw9koAx0xe8q8Sv0y
8sDU4VXf1coum+96+SPUeLBDhuGNVo1uyjSDrD2n0W0Y3Miap/Lvrv+ay91dCta83qHi4m4xhVRI
TuNZwn8W3HoGmu2mm3IvHf84ykNKbCB2BGocbxIpbrqwt7QRgAFaI9R6o91ovKnqp3FrevQyOT03
I4QakhatagrMZPAeDPrT5CQbu3UZzBYLZNsmVD0QHAvJqZFOkZIZWCi0bj/JH/N5B67/mM7wU91e
/zBri9EW5XAdTgkk0YXs0TRnny8DWymydu1Lm0c0e9ss21jQijPSEdVApGEE3JsoemQFhoXeF2bM
6aOBOGqoZJ+cIWc8JX3vNODvGdVJpR556xrmkUULM3BbI3rfqu/1Ln70lQ+jVXqStjkVenllL+NR
Jm0cxH7gnxcCD90+Ta/lKvOC3EGcVYObLrLmZwq3LgQw+3KG7mf6NvbZIW0ARBnvr2//Sq/z3L7g
THEgGb3Z1hlNCefQV71bTRKKskr4NPs/6yY6TJLOgBbp/bhVUlvzMtpJ3F6LNiTn5jxAFAWwlDlv
+Ca8YKP+Uc12S67ij/dzstXvuQx7LPO3LREyEg1MBIcRtrS5BUALkcp4r0X39ha6a3VNjLvRu1iI
ycUyISR8lJpN0gCGmVxFLpiNOXTTU9q+5dJx49Otus6JreVonaRdY683XWJhi7ckKfIPWSFFvjH9
wtOtbzP15kg/FKCQxg/XDa+skZcRiDLiA7QjYjdDdeyosfQiB6/2M8glV825KJkfjO+sTRGWVVu8
+nEPKoj853yN0lBnedyViCOrDe2zo6oe5RKS96Zz2z/vb4JzBtOJFQMUqZhNlu1UqcFUYas5msrj
jB51Myru3G3s30o76NyQcOZKbarNdMRQl90n4eNcHkftX9Xej9Qsrc7t83taILL6qShu7WbfJa/X
v99l5oh5ndYatzMEh2LpJjecNCA3zD3fGABEMQqP1vSwtCet93lTepB9J1tjGyvn78ymcP9qhHk1
07E56+nBiQ9K5t9Y2p3RbjW4thYnBBX00Yy4HJk+09DghNqRRU1ul3xXDH/X6r0XyYfI/nJ9Qy+f
rGcbqguVCXKOCVkRFpdblMDu2mY3629zo/Pm9sa4vv1za1xk6KeRxjDHvRyZk2M/jXLPsIvCO7yI
9hojvEn9IFF4S6rxUHUDCItu4/ZcO4SnFoWPZxhdhGQyyp+SUh6b8auUMaBsm4cozFxpM4tataby
oKT7sVCyCUce1FscJjXra8diN+UWdDXA/adipwYM22y9mS++HTQQmmFrIIxIhkkOz3fTH9Sh7zpF
ovvpoQe2sI6FpurF8qMdv/KAuv7tLrKdxRrSYOBtSEMvrocwMvIm9bEmOV+bjMEl/e26gQv3xwAg
ZjhFkHckrVLPl9MXjYW+Egz+OTBU6pd9+9QUn+IJWTW0C7Lmphy2eBm2TAo7mGYDzzOVbxRMbymd
P2ilC5gJU7CXX3vb8JytufKLXF5Yo3Dvqd3c9jm1THccn2z1oKkFyfbx+j5exCvBhpCW+XMwZ1aI
jZC46AcHZ4BibNxV+sZhXnMIXmJULyj+4RLCYQblCu90hJ26/JBqmVeXGw6xvlm/DQhn10zaac6K
xcD4nle6orxucpNtrWFxkJOA1BqTFictJuwwOKD74c76lo9tmBAnEwolptKxbFMTmq4efJKdje+w
vk2gqdXlDcJw4fka/FE1e1SQWUPcuHA01/U71Xx33acu4QGLU9k08UCIM0cofmy9hcUQPNKiZZXs
ggqKm3o3O/d958W65ZrWcyjVbtVBrNfs5GrDo1e3kCEusFuQMcDndr5CJUjMBO51ybX8xyp7tpuN
ZsPqiTn5+4KjBX3fx+i8E9omhjC1fj/Zrjw/pluTmFvrELytMrXAmJbTX9Spmyk3vrzVQL58E/Gd
FlCktcxfgg4WDj/zpeM8jHynEZJX02AGzA3ip1rztOm2NHax/1T9cXNjMUnbTgeERDDQBP8zm6qt
eplVJcy1ye6kfNCBBlXGzXUXXNu8UzOCE2QRxPuRihlZ/WLBlmL2P64bWPEC8NR0SJBZ54Ugaq2r
YxkiB8JkS9V8VKhJVrtJvx2dT9etrJxWrODFS0sQJgwhRdDiBeRcz5Kb6vucImFYJ7RpQu+6lZXN
4jVgwgJOHYRuq+BpMPRZWpcjPRc7Hx3rVQ43yH8uVkHJA1Z8sOEGjLdU485PZLhQ7AIKCz1dekqG
+8Tca/6ffm9MsD8L2w+D7c4vFauT0NwHoNLrIQ89ph/k9J2ubfz9xV/OGg7L36d0gYaQYVq0Ms+X
IPVyEGVDEXqt9lOp3w/t3RAe8mEXRhuGLvxKMCTsVeD4+Bwi7Z5azEye3kXWm57u5fpPPzlCBfAj
Ab4BE0PqKZwPLctlJOEHJrzVn2206/qtxvLKOs4M2OcblrWxYk6g2D3Dep79A4M4JUCirXbTymeh
isznNqirMQYgeG7iZ4pvtIuV6jH1ESFWb9q+8NB3GLfC8YoTn5oyxbfP6BSaMmIKBiu9OHbNXW9v
3CxrqyFr1niwLqOkYjhOi1Afulbjo+jf9dK183u/YeqAYl2y4WUXJ57Pf2pp+XonxyVXzZm2MJYK
VMbinObDFvHHynbx7OajgJigcSWWiNth6BO9MUIv47mRfNTNfVxv9DJWXAwTgJrhSVwoggQfBu7s
260PS0Gq/bB1NyihXI/fFQiOXg+Pq3YYgF1acNxalnD2bXtwCqt0Qk+SdrHmxcHOtJ/nrRGFlU9C
/RncDlKDqgbW/fyTdJGmRubcRR6ySIr0Ico+Xl/F1t8XPnmvdnmYKfz9Mjk02Utb/rz+9y93aVHO
psT56z12EYGjcHC0pg4AE8Rqe+P47ZOtz81tW4CPqMZwqyu4am7pmgOTYcxb/PiE6nF2YigJqmlv
NgWkdYeIUx9IG4Hy8kxST2csh6VxIFUxlW3SGXGvzk8Ym31WwoaG82EoXzq1OZTD1+s7uASr8zsG
U0gHmXTHwAWIpfukMugB6phCgMx5TXJ5fB3S5n6ekvqm6JvIU6fhm9ZM430Sjd+v2770DjTdIW1h
Ut6CCFwEWg2BNkq1zXZCP+P5Vr5vtnD7S8AXV6dzd5EKAKaiR3Hu30FcmWluLhQLRre3JMN1rPY+
KaPPrTV5PcVqC8nHv1gUb03K0wQIlnZuMta6KGR6HTR69RLbpdtu9cLXvhi356INzoy3LBroLTWL
f8GgjQoJlRgFgd3ovNCNl2MUnQbX38KMXEZVajgLEIAoxCifLuSDfRbXjl0BKvTzl5leVfXabb1A
Lx9vSzWfWMd4rw43gvh+KtWiK+0pgAcw+mz5ngxbaX8zBmi4BhCHvvQMl1ZQ1Zuo4jXH6x/s8lCf
mxaShrIdFQR0Ma1a4+2oMHtpMtz8bv5jAOj5Ei2heKSk7TC2SgiXp526ZvI5zMtDu9W2uHSOs8WI
10btR0PcDCxmVsAoAs+AdeBd44wuqiefAgXRu3pwm8HZCFiXLoLZJSWCfwlIn3iPlEOTyLPO2vyU
Yfv4WBef/D8uci/7R/WAOxdqm0uUYhX0Ur/YqByzvxkM5wczps+tNJU35B2H606xuqDfxkRC+N7R
EnIVjIXaD0Pez4SJQN9wvMuX8PmKxB6+FRo8kTWM6NKDr+968yGGITjPtEOt3jXKfi6/q9I/1xe2
6u0nCxO8MIxnZ1J8bDqRmu/qNH40+knnYVxIe2b5tuYItvZRCMCZ7OejVSDyIWuvof9S9eB1NiYj
tkwst8xJWhk6cThbQcSnsr+RkdH0dK1gI3W9pEJfPtVCJw3SYoEoLj/ixAhzTIY+GKzDcB4l9P+q
x0J3284dtRs/vTWiDxa6eoHsogZdGc96ylCGq7YbT9pLHI3wK5aPe/IrnFwrmUbnV4yoq2muGo6u
Cm9u8jUcnzP0XAd/Z6J912+F51WnOVm9kPSGNfIuZYPdKX6vmohn3MA1vWPs/7pvrh4IzCDbTq+e
ASphl5u5g+fAx46kU6fTWYdiQl/l053wgfCGC9xFVnZom99Bhnjd+GXOBTgfNAYoFtvmGhJedYz3
GZOiYjup7Dum1nYppa9h1N7MwroNui2HWi7N88zk1Jwu4m1Hy66KSUXwJyW/s36Uo7ILfFdv3pWM
FdZ5vQuLQ5YPt0O4u77OtW/5e53s9rkPmZHcTGqA4Rxdo0ozb4OoPlgqmEmIEq+bWr3VdUQmeF2S
X17c6mnXjF0eYcumHeP22uza3QxvfrqbkH4zynG//Pu60Z4SJb3htwLn3WATWj0zp79BuN7p2bV5
OvAbJCv2P1CiHe4zM+dRNRe9l8tQWAxSMB9ho5ruykitn7OxPra8vzYo/P6fzQCR/r9NKvFxqqAv
RGGEHyKbwDDaXd/dxNZ3qT0kxiFAvJ4B5oFNotg2boWvy0QbZ9OouMKtt+B0hG9eaXEE81FBiAym
J02qgDxv6YevuhWwcYP3pL4QMJ67lTo5TgZnNNscvcFql2j/OssY+l/kGUxEoPABKJ4WpnCdxNKo
SUVZL3mGcdeZxU3YMZ4xfdvw27X9YuyCIGTRwL9QELDSMlLseEkJe0Ls6NufcgutcKOFD8bvUvWj
D7lP3GY+WMbh21gW/zSN9VrpPvQvmfbRb3VtIzqthkZoEJkFoW5G9UEIwX0qcTHVtIaTJtv7mv8O
HNNNO1cIoyHY5EevepftjTHbB+lGxvCrLCeGKh5pFIQXkRqga8KnTWAc1yCR8pLypTbHY1Tr39Ip
cbP23ay0OyUIfyDrsNRxe/p4ffmljbmFhlq9bYyERE11TefL9S+0HFrxJ/FdbOq6Jv8VYeyT1VRV
O+HQ0YjESv+aadMRzgPX98engoFXP9mirVjz71OLQt5UouowTTMWy3iuEAfTd42cfomomxibXfNl
Q6+tTvByRWrnUR2wlZBNO0PkWuWncti4gdbuu9MFLWfgJJeoDSlsFAcjEyE4jis3CmCPuvNDHj/7
619r7VFyakpwoCJtuxCOw8RrwN81+R5VMSt685NgpyIqNQWdW3YbYX/dJJzyoGSJRppwm8dDGSVI
YRNs/QpLsVcn6u3kyG5nOk++CVFX9pxI8wa391rcWJTqGcSErAEKu/M9lbLamEKFIKjpQG4t+ykK
tnKktc+2rIcRhKUGJSIqilKOYDVuub5NaypfsqkfAPYRMIxdlJbQRgQt2pwNEkEbl/maUyIQAwU7
FXxe6kIAqsuMm1Tu0QSYnhPt0KIDNPzNJQK7F1eIo+u0hoSvJrfjkEfGgApi91Wan4LwY+R8NO3D
dXdcXQm8MypdQZtrUbgNZ2ucUm4SfMOO3ndd/ymumUoZ5g2vX73wQaJY8L9Qi76AaDN+5AfyOJHi
OY9GuDeT+yE/TPWx7l5kY18oe403gvmg9B/+Yn0ndoVQFY5KFw7hvISP/OAk8a1WvSsyaWMX10Lw
6eoEX4+DaA6yRZ4otPTSqzXrx2L0xon03FPL3DpEZafsqjzfgFys2wXkQ3MPSgnxZBtDXmkNvX5Y
fDIvyuz73jJ30yw9+1Lu5op0MM2f1/dz7VRzmP/PoghA89ss6jUGyzytCDw7fnK6LWzk6u1+akJw
SR43emUGmLBtn1FkTtY+DF6C4XNperSXVCTM/HbjQK+FyF9geoV2MmPqwmHzjdJo5tjATXpaycYX
KAO9MRl2GqimqB7vWj17kIfp9vpmblgVNxOUxpgwxcRKx+e5hKr/RQ0/1dJLo9/UlVdtIbbWzvrJ
IsXapaM5XQKuHERdzBjPfagxcRj+xUk4tSGcN0T8CjNQsaEnDUqJrqGHrkpFu552U4sA3Ya5rSUJ
B2/K7GSqZMxZ4dcUbHc+7jdVPX5dI0IKYuLwS/d/weuIbQEtCdqq4Q71OoiBo4Oi9sEXpP7M7xHA
3YNTKPn7sbCTJ2ts69mb6kB6prtLW2xIguEhrNL0vjVsCJuve8/K2hfCWxV1P9hNqRafX7B2zlxm
y+uVAsytH9w11uja/eYA+NJVFRe/vM55sHKTOyJ0HuXJutB6amTDUBkPkl2pL0Fm3KfjwJOtdo5T
rw470pfHEd5kN4yLeWOZKxFnoahgEIxRc6ZghXBgFjx9YERmmRozW9BPcVlc38i1iIMJBMwYMzcA
xwnXeTBXfmsE5GSFee+0N2Oztwsvtb7oocwUz3EceAxvdJrXPh49RngHFxrhC/681NSyVi+WjFN6
SM2jRN7JEOr1da2EF/PUhnnuILUig1hqc2J1tYOaYgx2c/boRx+hpWRov/uLVAJSd1qQjJYsmaaw
i00zBWan8R6NlDs9vCvHNzvayClXdw1UK08/PJ+xsvMVZZUeheGMCVvB5b8P2ePUbjwuIWRa8fgl
T15IkOkDizQYbTzWU/I/pF1Zk5w6s/xFRAASEnql9559H/uFGB8fA2IXO7/+Jo74jrs1RBOe+zwx
XWgrlaoqM8FFDpROVL5MgpA/HDNuXyEbU4AK0Le/J1UmDn4kjVueyfooUyvdSIBC9n5uhodAqvob
7X3zo5S5vzetYNxKwwnwqmA52eVt4G/Bu90cTTa21Bt5Nn6LBzCcsaBPIq/tqVmAaNRV63SQzU0d
JeZ6qFixiqrGvqkGbtyp0u9rqOMM4660yuDDllZyw9KmePCLqr+mMqrvE0M1eG2GBZju4lSAjqip
gnVg2j/cMQZZdUYr34YuXFE/N00UbWjdRrcOV061jpwIhEwFKqQA84cc3IAjRGxeawYyH0xc99gW
Y3CwnNLaCB+Bjtc0Lt2HRZ8XSDmX6joiZPoyXx5a6His7bLJoB1MQ5ClirzblsxRWzPrRLprgrLZ
I8vYHZifRsHKHEPyEiSje+xY1YPjoc9ItPFpMhQeTU16bRemvw86ASapojKrymswidsO4lxrB31a
wP+x1Ni3TRIBquu0YitZG+3SUbD3tA7TI7KPxrOM0/b76Lv+XVV0dGNYIWnQr09J4kWohtI1BFkp
+grN2Hojoy1Q1u7ZVZI21keTKPtfmkfmfccTucmVFSFgBuQgWRtZnrylMetK8Dnnyc/Md/qjBLH9
q7Ta9pBn1rhS3ZDe4N+bm9B10XiecHLjG4OFwgoJD25vyxs7csq1yseo8Eqke99EabOHLguEhASy
IgUAOG7Sbf00CJIdgOT2Iber+iGWpNwClSbqlSRkOKLhq/vO29BErVchWexC5XjXARynPApG23sX
0IzbxC9lAfb3yYdD0+IpiNPsMc9Glq9lERaHJi/LbwFlofBKS3UftJVoHE2sYXSOdpjU7xL9kVs5
JsXRb0zynDUF8Q+Qf43ADGiPD1A7yrZpPDgrwzf4g8NL/1BblWPuWuqTYFM2pW95LEPedUVlPLS7
pKr6h6Roh9brE+Ffd46RAmlkNHs/KgzL432Z/wBQJ3wmmJfQK8FS+xRYTpWtM94mz7mk/ZMNarXv
ogCLbJAIs/ZkIbPnjLTlh5MgowAcEQMcJIzD8i3vEvHgi6BiXlYQAs5zml65XR9sxgYY7ySvume7
HGzlBYbKf/Vt128sFBSfbRYB0JK4KBZ5qZ2DBTqNRPhEYh/iX5ETdl6A4PzZHmxjm/sNCT0zNxP0
/Pt990pU0B38JFXCyzrGrrrC9m8DUuMA56bT4xShmTFMi/aq62Lz24DOJ8+OS4pPd1w/BRtvzm9T
hQc2qHOc/lD6kQHXwVQ8QNFvVEeqjPh+kGOTexCbKQ+ly+Jt5tTIlzljqJB9cHpgOWT8E31d3UvB
RXNI3USgsI0k4F2GN1oGhFK4LlSuPgLXD2/hDZu1odLhB0/tcjtSsDiRNutDr+IFCDnGYQiuojZC
6CoG5u9KKtOnHu56a8rKbj0YCg65KMotGj3iG1rk8tHwh3DPQuLgOMTgRHBZWG8CAkb9ZBjbLTjh
4m+pqAyPDmGzAWcF34NyAkxyLHDatVIDR9LPstETAgLVYEsHDklIWnabSGZ0k7ex0+0KxpRYuSl1
Rg8w4kp4HXjn6rUdVkmIR5lCddgpQNHqtSAV2wDgX5MVD3i8YVacPLuQjUdfW9UbkIynjhpWwNuM
xUqYVfwLNPHAUvZ5Wb+WufA3A1HFN079et+GSbwFD0P1jQRGvS+hlbxSRlNvFFfFmkyTHmbG+Eat
xvzV0dj1OI/zBzQG8OugFtUVZDLGg4WNCC5xI1wSuZgrBYAj8M8tp0WPYWQMEPLyJZgUHsdoa6IW
YfFvtngzUU8e2coovHjY0iVpkdlobmoXnKgEkEzWzCr0QOXWVEs2ql0JNvhELTVWzkY9JxamLzjJ
5QVNYQegpkBRtxm+F9bPiWRfmBC8IEgIRf+IJLmn9RLoezaEpCaA2AK5cjSQTS/1E6tlxWXTGwga
4qn1MTo47bZJIw+6RFG476M3n/6U5cJbfC5QQVaPo1MRORWEXOc2oyoEdfFUvs792yjyOrati11X
3fhLj7q5sOvUkDalUHQaRDtVlQ313Kh3EhyaJbnBuX1xamL6hJP5k6WvwmhatZEf+tQB4zH5+9I4
Q4ILLzn0eE20x+cWcjSyUXuqv4nuqht2XGyEs1CTngJq/a0EjnyASEF6wD61cVtVWplWO5VsR/e6
c5NjHcVQnYygI2uvL8f2c0tyYkrvyVCcV0WaYDS+++TSeygmWkutvZ+R7GAQPbWhvbwIorxMhLAB
RsIVGOgQIoIyczTX3FdgWTGubXQWhi2DcgWggQRURCk4WDLLi2W/H6DO1+PFVpvfOZoELo9+YaL1
9iGXx6VfTZ0UKtgI8to1yCwcg6VmqLk9CYkBwPXQCmx9UgJnbVKB6AEvT1v9itVzqF6+MIop8wqS
AFDQ6zpYiIIqf6jwmknFpiy9GigT0D262VIH5exegYtA978LwLEukNPZEsmLGM9b4h9t49+yBWPT
QolhyYTmIUzITUOeHSYa90m0ESASa3NJLnHJxvT3ExeRx6p1qYsns5v/KuNNnN/1xeNXVuTPTH16
MYPEp+gwjALhWum8ufl3P111aql+MLuzTlZEeypHlh0GzIGdDOov5EW2C3nhpanSbiOjxAPJp5iq
Mt2UkBqsnFfrr8n5J+9wMgbNn8rYBqdcgTHU1VE2b0o8xf7D5eVYmKbfl+7Jigs/Qze4ggmbvocJ
hDfUF+6ESfQBnanI1yEEO99Sg9nEg5miRpVaxwgygrixzb+Wa5nmCWEbYHjgcxV6md50DbsUNU75
kKKZpbt3jYfGuQnQwM4WvOJcPHBqSTuEJeLmMANAaTWYOxruA+V6lD2AAjj/+y7YaUwM2n0TpytS
PufzZluFX2YSllpr7dLbkW7b7itrD0wU+vCRe0Wf+bkJ1UO4yPJRaK+LG0fkXp1+5az/MeBoY0iy
OmduOHn39iXrtiy8yv0dW4ItzZ5EdFABII3ea0zX+TC4GWVl1Uw5OL7rgq1Rxp5cuqjnbkMwjgKH
gTIQWHa1ODAvRsBhO9TWQkDK02Abs8EDS5clN5eP41wRj50a0jYYJJoVTevJUFUX10gqxccMSY0N
r6vqHohPf6VaUMe2jH3vTatas9HZJiwiK/AML0Xcc5sd9/LvfYjqsa0FJ0lNxny0cXR5vDXtHnD6
x8C8qiEp1lsLWcc5N3RqSqtpZIVdIq8CU1NDb0QeOohzXJ7ZeQsgr5rQYEC4aX6IJCAql1PqtK52
RX5L2oXDNLtDkMH/3+9r94HIwNKlevx+mf2UjVwHGbIlgm9ItEQq/ZveRo+B8bQD6AihI3r+tc2I
jYiaFjjMVm7LIFTn4PFjbJ0AzIrIWdUjR6sX9+wAujRxfo2G5dsBub+xapAZaz0JKmACHqKoE/vG
um18gcTXwlzMvQ9PP1DbxECnNWMzzUVjvLnsPmTHNNyEORRCj2WxJ0vNF7NTfzIfmgNAztERoANC
ZREFsSqqPVYMgBbuAySILm+iOVdzOjAteMmEBHRkwMAkGibJS23cmuaCB5jdpxPtOvoSULfQ92ln
ZA4YIdBwIe3rMLYQfi9Vf2eP9R8LOvw+yhKRo6cDfQLQLEiq54pvs+Q9qa6NdKkde2EwQjvWvmCq
K20MJoyKfS6ja+hp7b+yJP/Nl/5Cr4g99NLHaARrdjnpkFfLvIQnC8uyNGnali7bWFHLx8oPgBCD
FINnINeK17R96mSy/v8NSdvPQwEeRdB44dqs6ZrlLykDtttdmLf5M/pn3jR/6JtWxEWFeQvk3kQT
qKpuhu6mZAigoN9j7QTZXh7V/NUmACYH/TnYF/Ru60IOcUdpg+skuo7So9/fJeg9tq03yIk2IPKh
HrVWqAR7eCl+5dxOnVnIvRPA97QZzfoxRn4apsPqmDXhykSiP1zSUpl+5JNbPjGizWhLs8Fg08kV
7k7ynUortOQvlM5mD9SJDe2WKbNodEYHNnrwzWQTqUGzsPmWLGhBYdAVRWQYsIC59HwjX7VLTbWz
Ow+FP8C7+G/5hfN4LYdCDMtTdF1lrnyWcKlemkK3DUyubMVBgQSmm+ERlZMPdH8dvrAHJ1VJoGkh
3w487bntMu4q6dY9CqhO8JC6BOCe564qkcsurtuKr7LefFD9j7F+RV/8hhp/TdiJlwqodRGoTqhh
/ilPYEBDSFkYeyqtGBzSfDD3tDUcqNQX8bXr5tbL5RHPbUpMNUR0AXAw0Y99PuA+6qyJChWbMvSs
GLzy2d0YDAvHa845nhrRrkXY7qOCwkhI/ok4Cjr7xCnwlHyumtfLw5l+ST9jp5a0M9b35RC0DcLj
ogfzHygfATBa2SgSkfrbZUtLE6edNNwkLEEhBvGi+AiCPY+fON9cNjF3ECYEPLgiwRGCF8z52th2
WVZRh9ayzP/gEbRzUH8uUJE0vU58EGNbBj8uG5wf038G9WYoN2nQTVzBoJ2TDevRrwBJ3hRF0Mtm
5hfpjxn7fFxF7ljKzqZFircs21C6zpInQr/gqE5mT3/0OxCEB2s7rBD1nspdWyxkmucc4envT38/
yYxwANV7iBjhSdJDHA3Cr3LpVppd/+k2BDcFIK/687iVVQJKOAt9yvxJ1cNK9q/KpCgmog56iAaU
iZbAwrMHFf2ugDQAgg+E7fmYgjrnyFnBorCuIx94FLnNgs7rGgtx8/byLpidvxNb2i6wQaHtOArz
FwICajD0zC/4gs/Mi5MzPbGgvYMyd8io6mGhREemPBbqKQ8eFV1l5a5BgRixszxawRb81sB1rbJs
4UU5G9Bw5zdVOnpYPgU0fpcyq/GxA43Q6qSX8nZ4oZGBgrOSbg5wtJ+h9NeXjwln6R0DCCpfTT0I
NxbwfWCmpYFamPPZAw64BpAKILr5RHzN7aArK5/gi9onaW+q7liLBae1ZGI6/CfHgqRiKKOEoptZ
8tu4AZ9aJm8ztcTxO3s2TkaiOXp439aNRpip2qS+cniXIxixjrKP2Lpy5NEVCSTEZXBFy3zplTd7
Sk5sa365q5vIaYvJNsnBrbRV8VMe7sCLA/jLF87IH0s6ka2UVesGCpbC2vEUNb16SZ19Ybn0E89J
zrnKYSGhCEeLrY2GH5oulCZmj/rJMLSjLnqrQPsKtl1rvXIXNp4uT9PsgrgErE3AR6F7cBrkyZ7L
pIT8TYlaVITskOmAKnstkxvDv0cR7LKl38VxPcBAZIt3AhwLYAfaUOLEkgmZgBygB/B8ctW2vxIf
FIi3BoSh6nzTkT1Pvw3+TeHcoyR32frcOBEbAvlEIYsDuMX5OH1mZBKCuJhHWX2oEL3l/Xc0l931
zjOJq4WDPHfCgD4FpgnYBPpJ4S3P8Uxyp0Y/m5rg+7lK5Y+euJ6Tr8Lsqo3XVf3v5dHNGgT1CwAd
4Od0dOYfA0KgduHXSNO4+dVQfavAVuH2t6HbQcI+eB7TYQ2h6IUpndv/uERdyKpPCtR6SZrj2ccz
CzCSmILBDtIN7dWwyAM1awTUX2i3QA8zaIfP1024fYPUIt7Silbbyh8PZWjuqoAtrNhsQwnIkyGH
BFAe8pja9a06e6L9m14PUXIzqLsRfLGhqm7BqrZBr+s2LMN7iJg+DrJaieTj8vLNHXLAlcE/BTCQ
i6Tw+SCZGDNWCgT5JZQQjf66zX9eNjA7i2DARTEClWDkUc8NxDYte5PgOuX+uJsqd4VhboPAXdgR
0wX16YSfmNEuMJNAg5RPcQlUeL3GRpduum3kE/0C8HnSIv9vONphtnILXLToA135iOki9OHE6Udp
Ab+3VJOaPVcnhrSXSuT6rClAoLPKbdDLiw+KNs7kqaZ3DV9nebSv3C+U9Fy0cTE4D5TVdSq9omuE
qUok64P4OIzvJttb6gvVVagSo2SPAMux9WvLIGDSkQYSNkLKFe9BUoErcikROrejT41ovp7FI7iI
MhhJmXtvsuZBZI+Xt/SSBc0xEJKlOcTkcGYgnWP1d06ysBSzMShqd86EYIMwvV7Di80hCjqFU1m5
b2YOrNDVYD8ZzYsMH0C6HN4YN0imjV954Z1Y1V8uIWLPxJke/F08oj3mtVbcK9z1Iiv+tHX1s3pq
R3N4gTK7HhRR8coqWbaL7OGh7d/UKO7Z+E8KPJ/H4x+XV2zOCZ1a1PdEFpM8znGYYgfAhElioHmM
/1rEEA+XUyPatkjtyg6Uj2G1YgcWWQ+yvOAgJUuUlHOe7tTMtDtPwqacVx3pOcwUeIEl/eCl7Efd
7QtzAWgx25l3akjz3HSwEm5P2DyIta6C4WP0sWA3fvEI4T0INoGE3rERUH2hpAeYLwj4kFQGUlzP
AAgZyMqersOkNY91xm/bRXL/abm1DQgTYiLcBBXVJ+0U38m7Hv33MMHL23J6JhejF4WNl0oCpEyJ
ZM2Rk2zdOe998G4XS0wKM0uIiiJzGRAsgKjqJA6sbaw0snGJmGAE6vKdRJeG+d1ZIsie2fVnZrQ7
EeDfgMYcZuoaTeB1f1fT8ledmevLh2vmOJ+Z0a7EuhnLNpqwlEklb6DEAli2Fz/0XNyo3PfQi7Jw
1c/cjBzvYFTRgLz9XEuTlmGWssJVL1n5Su18Eza/Qh+48+4JWwo9xT9E1O2+MMYTm9ptbFCjc8ra
nlzWWo1PKn7wPAL9bVkvlMxn1wzvBMS1DKyEOjlgUak0iCZD3QCmTjfctmN6LMdggUdkyYw2HtKr
gHcmzPT1rmT3stom4f7ylE3L/umQQd8OTx+IPiJiOvdTtV9CYwzN86u2Q69+tBEKWRyAdFKv/kKN
BvJV6BEBLfPERKldKALkwAjKYKoPu3XD9gTy2clS/mB2ytAogl+D0C8onM7HU6UEMAnHRRYGUDqw
dwzo0XSChZt/7ixZJlptEYpj2nRoYhD0thE0BlCg0tr5IVLhkoK0jg5r0QqAXnokEqN8YaXmRmYB
IgjyRIR+nyB1smMhMDPgvwxrSCwJlZZrLtpuG5FxYXhzju/UkuaRxpEzABMwvFBQIJTpddaKQwDu
Qdw0h8vbb25QNurtaNwE28inhzCoTvxExEiKFj3kYU2wyUm2GZRYyCfP7XKb4R066VbhFaft8pI3
IskjZGJEnEEBYwf9yNC9Ytwb5PbygObm7tSSdu9Dcm4EwhsDyowtmD08xn+0YtOSp8tmZoJbcIb+
GdA0ryfhhWXYZoC/wowz3vFO7PK8WHDg8yOZyDonWfNPHPtJmkD+iyCxlGa/BkDExRtvNt2SbNfs
BgBd1P+saC4uii1ShlPWtCnu8+YwgJKkX7gV5kyAyQaJHaCbJ5rz87mK0lQ03QR+r4fb3nk1QFFr
VguTtWRDczuq7xTuOthw6ZYG750FBrMlLbk5r4PaqQChPjS2gOM/H0ef2DGoxHAbAL34o0jD65ZA
9YjIbQIGUqd0PRf8sd7lfTZ3i094gikvhmZwPQZyciW7OsC4orYAyPZWwmGXae6BiHfFig0QmNC/
vWxy7qyemtSWqy3sJChMnNUy5bfo+1jZXfpPW1ibVLjblqcLbnVphNrKUYXONJ9hVoe8yFc17T/8
wqgOSVu95635zRRBvvEjcZuiH2xhcucX9M/kansfYn1xnxSY3JFbPdS4kLgCJUu7hvbDR5/738zc
uoEIwEIbw9y5Rs4RtMbIA+Km1K5hyLHYQ2FMvrC7wrOB9LE3Rivl/7q8jHMJM/RRQUIHsBQAwfW+
DwogYw90O/yHzW7MmK2GhK2hqLkrDXmVxt9qNz04wCE6wbAPnOafy+Znd9GUyEIGFZQGOhswa9tW
gQoZwXv+Tx2n2DjR1g5aXGkfqSEXFnJ2Sk+MaU6fOGbkgxUMSRlw6xXsNR7jg6gg4WJ8JarGz/03
LM0HOEDiSaYwrCEEoNp0r3jGERdC47rP72RtrlVYe+642Bq7NMLp7yf3TYZPAk0e7Iay2NuJWkmn
8RygOsCVddMPwwrtcvdBCzoYae79pn5KC3bHo66GDHSyK+PGsxaZKmeXmJkgD5pQ7KBiOv8moGkT
1TXT8UHmOgm3ArzpdA2qA2+JJG72oJ5Y0kbfcQUWjBCjp/13Srw02Scohlhy7QcZlD8Wtu7sXXJi
TfNI+QAGAjKNKwKDiTm8+8iTWhAhvHxAlqxozifsYsdwkmknOehH3QD56SEaWzAy61xPhjL9/WTb
kNppQmuYlqip34mor8OGrVv/FWi4DWXRJgo/MvTqXh7ZXG16Uhv538bQlRRkG8qymKz2TrIlUXQA
Y+XKarNNy+s9omeUV+QapBiPbUu2oVFs3ODDNIL7JDxc/pKFOdYlguvSYD7QflMa2l7T0AY3ZrQr
jCWZnblgEKoOeBiAMBCMyZpH50lVOCLGmyfgDpTk2R6A9d1XRvLHhH2+kOh4jkB9Dw9XtcFR8hDN
pOGrP44LZmbdzMlIyLmZnNS5Ww8YCR2Cg6qKG6t9tDIXbSBsYWfOFRvRAwf5TQoIBrqAtEmjoq4M
EgpEheCkg6Lb6EBq3XPIK6fv/bht/Dun8zLagvxhUy0hTheta/MZIlStqMJAbeSWcvrAwmPorrri
Chy/SfMDiGycR9CwtzbarLrN5cWcdWcnQ9dmueJd2ajpjZxHYCiTq5HtgqhZB+lLJiAevrpsbS5D
eTbT2u0YBGERpnjlrcLx1mk3BdpcnXY3Rgpx1SMxHhN73cuFqvjsRpo6HKcDQT5hGw2RdKbIYbPw
w0OmWpCwV5vMNXYNhnh5fLPX0EToBYA/RbZS20jt4KSDb+O17IQQxUScajR0l+CFMdJ3XFsLLmVu
YFN/uoC8Dvh89DLkkAfUMWiOgJ/wylNx8rMuRbuyAxZ5o+28XB7bXIkDNU8T0ApouduQVTg/kEEu
3Mp0YA6danRXxcV1XZX52qmD/gBCJLZrGPmnjsrK690mX5MeHP6FPz6lrFjihJ9zpnDqaA+g+JpP
fLB2WpMeUVaykok40qZc0ZLfJIuvrJntisrX9ByFNMGkp63dWbUMWtslLZKI0aObfRTtQw623gEi
OQzV+U1lQJKLL+yhz6sKm0iNoT2WQKJFL78arh1GuQ+bMl1Z1VPkKnAEH/Juie5qyc7095P7mNuN
hKokUuoDX9XN05BtoZCt6NvlXbNkZToxJ1YK2YFO38VonKT1QhegLeuJmqiMP1+283lHTLOG7Ykm
V1NwfXOWUQilg3oaTfLUtQ+ZeVcu8fZ/PtznJjTfFTrFKMRkouc/An6w1DrI0c7wa1yqAny+w4E5
MW1ovf1WMtPbT2oQlhjD1CvcFw+BEo+m2yzkrGctQGGGIs826aNo+5pYMvQjHwn5Rq1q+UbJX7vc
ic0Tcojgx5vEULRVb8JiqPrfyXf+UpEt8XMv9u8yQIIur/rc7jq1owWudp+hB69D6oul6yBJvICD
UAnFILownrn5QukJxR8kjsCapvn1pkbgVjBkppS4s/N/k85euhhnNpcDv4pwniOzwnX5bwUkRDZk
CA8bp4BA9rMJxc+QpxP5i6fyGyF+USYfatJsY/lgttUeBY7nxiZr01Jg08rhI8qlZ8HsNzEQpRL4
/Ekk7PzsqgYqZ4DyI2RlyZU/NlcqsnakdLYD9v4wLlUv58xBSwRbHzlAbJvpiJ+4ijwHx0PHsZiq
GotvA/dBFJOOEBdd5UkCMXY5WBS8Jg30GzOIJQcepS33xp53xwAiIRvRjInrARGaZ5BocCdGLdlW
Lz6SSPdO3tIlkba570WdhEFklqI1Qu+G88fWRx4Z0zPgPeH5sbk2xv7oRvl1b9Q/s6hZ2iMTTPe8
PkMgPQcFYptiK6Lgej5BA6Rz+8CdAkVDQSahMtcdaa6B7VrzcVirUiCNkwJ32+3Qyri0OtOPfzKO
vUDB+TExFGrGgdypjGZEaNO3Yq06c2+YYstNdNI6ztZoyMsYdQh50E5rP7dFsJComjmAk3o8xMom
RU+0JZ0PPYOvGVMfMZwT/OhC17PBYfXXrgSNXL8LD6DBAEj03ELSBn1JWh9ZW39Dw0NpXfUgSMre
L1uZuabOrGhHqs9CC/SLmMWWH1QPiG15J9zNZRszDwoCIxNVDs4R0l3aZFVqjEZVoTqUOf02BtjA
CwJhrXhtDbtaxDGUGLp4neQg4u5l3d+i0wzJG6tzjlXaPLT1OCx80dxJwdZ1wAs4Jaz1GhmJ/I6i
ARDUqPYvVBK81L31TeO+ER1qFf16YfhzOxVbFDyeeNHZ2DLnK0naCmXt6UlTWD7EUtLqWoDoaxOW
efmtjZjcIlK4q4OR34Lw+ka6BocoRLywYX9Psn5esACQObVwXtGjdf4VvuOGfeuDkKIvWFcDIpwS
cxWwlD4bAhQ5ddwokLz3cRZeoYcLmy6SMcqUFkDmB86leu5JDKKq2uD0w20Dsgaf7djgakvjo1kO
WbiJR/ySV9Wses5FZK0Lv5jYzrJ62AQjS19sVjsTj431bNbU+FVmVbkT0rBfHd8v90k9pGsZ0vE6
jGiKSojvh14AXrT7JlD9UqPS52cm1h6BGcJ1xDVMlzGIezy87TZLVq4NvJfN7zPnnxplhNhSYOck
236piXEm5QyLIAiYLpOpLq/Nv2wZ7RqO10ozbIT7QIJ11rxl/DlsPyB4FyEHw27oonzj3PnGZYDK
LCjaQZepHb0usQcHMhLJqgtBrmpNyi7xHVN0oRlgJu7BnQM5LOSzcdD1btouAV9e1KMTOmkEqNwO
UfFduu+Mby8fpblzi2YX6FqzyaPoOasuV6QBtidZUbfb2H1yYCJehxX1EvIt6OnC/TY7dyfW7PMT
M7Z2K6WCtXoEgbhtbxJ+X/YLMzdvBLT4aEae+lG0BbLDuA+4gPZgn3b/dD3r713evuSyzhfKzPMb
ENIZKM+hOgto0flwJFp4VDe9znO/Q8/pj2pAZ83VKLygR2VwY/NjC2RqsUQTPYXuut+hguCwQcsI
CE4ttHdpzX2WYhZZ/TI2T31xDCTIB7zYeDHV3lp6q8xkBYAEQJv+JH0A8I2Ok28g4Jeiiw57pH4B
br0nKzNe+9Gmjj0u30myCmCV3brF7vLenIsITu1qob+0QSnYuRinW9W7iPf7bljChc1t/+mNhMlE
3epTLlXVXW0nIDqdoNlFdSi7/VCmU99wzsaF6GNuW56a0vZ+nAfoekMEvHIDqE8FbO86iWemyRcO
9KkZ7WoM5FCOKoQZH6Dior/v43eR5it/+BmCPfPyAs25fPQSQbRHwOdTvU99yvZXWVfjpAGqIR6F
FJ5wHpT/1EBgmi0l+u25/cDg7KF2REBjpvt7qzTaUpEp6EEfZ215oniyR6zcxigfKv8VWHCD3jTB
x5CvUndP4l9VcRvyApWbndtemfSnMkovLZ6ScZ+xdZQtcfDMbabT79P2KysrEjsB4gFQRkvTa4et
4g+k+lFHC5HH755s3QPgxgN7DV6ruIU0x0OUW1mhg5lQdog2rl0yoJoxkcd6dfxQsmEdWsSL62yT
5Lh8k+8FAR3QKin/ccgx7l8zF5Sj/cpkD32w4OFnI9PTT9O2eWMXBGVeTEKZXoGNCpO/QWpIyTUR
zzLdMrlu430ODbYgXWd/D8EiwFvCPPqlwLWkvyHKEkkPZKIgGgyuc+ROPZ+uuiXJvDn3e2pkurlP
HrFxVYgMAEMEANa3uvacesfTLQmfO2ef+nf2UoPEXCBwam7adSfmynJwgmiAOebIlcs8Sm57gOXE
0utobvfiqW9CGQCZX1R4z+00g+EwK4e3JXELxOFBjY8hiOmo9ZEssW7M+A1cl7/7iNHdhpzeuSkA
Y2UaUZiK5BMLFOCc4CPO7wJwLZIVAGGXvdTMep1Z09ark3aQGD2sQS9lLMH5CHx+FFKP2V5Kv4Nn
Fy0vC45xxtefmdTWTAKInDktTNqKbMy6WXf5jbm0MWYW7MyI5m7GTkpfTcFU0KVemRxRcMS0emBa
b8uFkMqeXTGcJ2BmkepDkeV8xdJM0oQO0xwmT1F/6KLbOiMA6a2dYEOz50jSVdj+rLKfEbv2xz0n
at1R5hFz64KKPDrUwVb5ydpqNkBWrfqkAdPmFhFFDHW88K4Tf38Jolry53O1qYF/bDI7wu8r9CgI
NC9ZasfLH53hbvjPy7trhld0Ulr4Y0uLxpQLjM44RSl++SN31pXxFiEdKmovDg/msFHRtiDXwtrY
+X0NdqYhW5X2o3DekzTcFUtX0Jz7PfkaiEifLxSUy/zONPE1AtOMwmoAEdiVE5te1R5ATO753Xuj
+p3j3Gfpuuu/UHGAecDmGMHLDLj3c/MgryZVP4Wmfnnfi2d7RItIfuzDhQtw9nz9MaODeY3RN0QV
wUxWvUeqWwfFPiuzrxziEyOaQ3SoEfZoa8JUGt8r8GI30YYtEQXP+aapL2vCVXAwUGnnymr6Lomn
snTIfiT+YUwgFHlQHGSz8VWev/Wvlzfr3LwB1wu5PySN0MqsLY9Zm+jvDQacu2FjuHvHfRq/cAVP
0OH/mdCXprA7yLUXMKHKmyT4VrKNkS2c7vlRQLUc+FYkm/RcE+jjx5oYHa6PcT/QN1NeqyU02awJ
VE6YiTQhkKbauoStbamRYxRt/4Qu6CG+RtX18lrMVR7Bw/fHhuakBgdaF5AZwf5S7+N3ipx7tTKc
f+3oe9M+JLgWnSZdsDk/LLxzgInCC1JPG5ZF3dAcjVQrRx2C4FeE5BH5uDysuZsC5ab/TGi3rW+Z
bopUPFha/U1n7BGEO2uZ3Y5iY1cL7++l0WiLJIYgCWkDUwKy64G176LvaI++PJzpN7RIG4v0Zzja
IsXN0FWWCRtlNHhR4lH+OripJ6wrslQgmmbmkintcFq8VL5VwFSX/2MZx6T6VfR4KO4uD2juNY98
mWVP/dEIkvVH2yg7KKFA+2k1ILpDzyQkWyzPb9orXrKVbyu85Ipb7pLd4Pg3IQ8ewnIBcTrn9E6/
QNsiBbpgQcaALyDuoR3+Ze2zTVCiPoKEJ3e3kbk04slRaxMLZJljg5QMcG6wl55fSq0Yw76zHOQJ
FWRUQi+JXni+SfxjT0evF28EKeQab8e/vz+AP0DXPDD4UPjRgbWxqksfNKK/3ZTrrtN61/aby4s5
M5MA1kw6UlC0EiBROB9ZkfKiLyMIkrEyWtXulpm7kHiovnlOtEagJZdSXjN79NTgb5928hhhNvQl
it7H0lH5f5xd127kurL9IgHKol7V6uScx54XYZJF5UyFr7+LvjjbappoYgbYODjAAK4uqlgkq1at
FeRpDSzxcRmuUkvRi5Js7RM7wtnLdAyj24WPYgnE14mHAvYUdP9wwJ8YEZ6qXj04ZYlr6YZiGMqP
Npb/bVRxMkvyB+gDUIbk8BJEAv/31YJlrrYUVubmG7RFr7pqgHpVetmPybbi85ssVaybJPuemBPS
FRhxoM+hI+Zy83fWJEFiGkGubaF7TrCWqqlQlTUh/FpnwE2ghDXTDdv0B5CYgd0epix0zPtseD8f
619DwkbzDokHV0s8QlzBNV2P3HLwoEnhdQ2qFxAxZEFZ7c4b+RrfMII+OESo0RMH98Pp53KWAh3Q
KUb/Fd1oewgbLcHr9MHTjuftfN24sGMBRoZmL65L4nsqXeJKrxPYMYz3DMy1EDNrvpmQ/GNgb/LG
DXUUN+avcXhqUPhUuT5WBuSA4Vi0bcsD8y+6/g1iVkqZNsm1Zm0JTOGnSwi8SD2WPSwttmvh1hxF
yc7ro/jasNJ0l/iQw6iLtvptUzd+oAahe3fws6fz6yt1Fzq6XLoCFQ2xSRO1fmsVegK4Z3PdAXKc
m/fEe5ucsGkVO076JVeWeEStNnjhpHpberCUjXXo4wbXuJD5moDyPNDxG7Pv7V5x7ZHG6MqikFKI
HWEK3IJFkHBX43YxPQBab6P6H7qs+JLor6G3idccDs5T1+yJltDThSHd2yTuxjG6gDGws+lBO7xH
9oOePE3+DXDx//Lt/jNrCwEEZd00dkvunwHuITB8aXeuvy39rT4qyhrSlPLpoAh4MOIWtAMVLGn2
1smvx+XOmF/POyPfDisbwiFjaFrtDZQCSs15KaptgY5Qv3SQmkuAi31maaDNR6biCVB5Jlx59MTT
2WzAM2YuoQZg4TR9jxYVx53KCi/Yr2I/8svCqXmAJNYlTR8H6JlnKl1QabQjTYKkiaAuaQvRXrdF
FS0+bDROUC5pQAA5BTkARbXr/JeSpoyVIeF8yfyyjwy+kSfU1G3tV9xc+9Z2aYNGpRolSRmuAaoV
yzMNAFtF0JUWDbm/eDEuhuPWKW9ZEvbeI6tugFvIqtAr/j7Kod4DCK2DjgEaBsIKptSKGckSFEvS
K8+4y53X4u9vOWjHrEwIa5eAczMdZxT9s/KuN+9a9txUm2W+NYe/P8bQ90FCwgmNtrU43NkM6Ht4
DDATEt3l+mPabAjZ2Dhm0vlwPhxkG/fElLBsAJ4Rr3axbCR/77VXFyLYm6qeg264NpoXI72Oo0Hx
YpDE+olJYRlzzbZB1AvvUKEejddF37f+ValqH/O/cvoc4r2zzzUU0jqbs26ZCRzzjd8z+wHdu8h/
aOhDnhwiUxF7Uo9AfcZLNbwtI+ahYewoNP/QOkbtkQGLkXQQMbyyBsXXkmQiCA182hEyUTYy08p6
2ImXW9MJo/qJqTBX/E+Iy4ZFwx5CHwTgIyEeyp7QyowASI9MQDH1d0tVOZMbALEZeNtQnxMfcxbB
u9hbMNwLtTBIypuPi1MpRv2lJlAw481uQBpFeGFGDWeE03yf/q7qBxezMOd3jex784rc/wwIpx3t
DXNaygIFpuJeR6Y2s1svf6AqLWDZ516bEcKqTRuGcxt+0O64lC9eE6SRIqIkxwFXmPrPEyGiaNzF
dMrgCaletOTNh5A6pDazOQtyFReh9KtAjpsQi0t/iIrcJLNHo9PRsneSK7uvN13RKD6LyoLgTIar
W1VxoArUjSxUQGqVVpz0g6xc4P++ugm0fY22gA/wl0afE/vJmkHkOyq+iNQGMD18hAt9BLFwFUdL
2WQTgFfVdKtpIamurOL9fPjKTma0jv8zwcN75Ubexl1m1zBRzzeQVB380AZssr5uNEglN5BkVU0T
yXKxSYC1RTsUdXGxIAtMG7SCLPQY6Lxr3C40oTmcz6HmXiE/N2C6Pe+fNKhX5gT/eoh3gGEG5kh7
NRqHxHvxrHBuD7UKSyz/Vp9+CclyZAT0QwsMDdN3N903qMzaimeQ1Bf0+vkgFgefCMcYafwCoyLo
8Vn101g/J/Rox0C8PqbpP9w5zE9DojhhM4xDUTRI/Pp8YMUT7vB5vWFAYLqKEQTpoq0MCcWH2CTA
7wLaunHpNy2vAkxhQg9QEQLSDO2j/A8OFsyeiBGnAyqfgt0BIW4FNrpaLQn1ARO6itu0NOOszAiR
ZvRpatAYZkz9XtNeGy08H8nS6xmAz/jEnP0cV9vTrVqlblpGHHvULFCF0+glSbPQSsyDQcdLfbyZ
yhLwNLNsgtLvFE0B2RpauARwBlL+n2C7BzOztZQIvYncVlkeOOlh1IB7PZ73URYPADrxMwjVQSIS
DtKeWUtHEA+VsTejP2y+nT1VDVSCYUQZ5tOIyC8I3v0BzBswMtQbYNRCk1xH3pvt7X1nYwAwUT6k
/r5TKSzKwmNtVQz12QIqglvtyssEOpz13w+lwS0PYYFIB6GcWLtoTbbUS43w6CfNHTa2l3Z7C4Ob
zabxMhfUoIPuF4qYlH6vT5ti4QIAiS4j3GZT/Sg8iFS/DcPufEjIw35lQ1i4ZmSg8Fpgw3CPtDOC
sXUArrrL+7sFFcsuCittq5vb81Zlx6KF1zeI/zCFAaTw6V6brMVA/wFGox7KKwGgwikDPZ/WQF+m
J3tnNM2w7urkWusjFBbnwtif/wGyXM/VGzilD54SIrY8zzViDTl+gI2LRW5tG2y6yM8DLX8xS8U1
Q7q5eacIZWaUmnX+lVd3AL2wBub7A17nbRIuabmF4HUTQJwYtyZHNQkqDZmVMSFNLlWZR1ODnp9e
38122I/PGVGEjHTtfK47CMAw5xM79UeLqZeX+YiIaUpQc2iBR37gmQmQKyb2qKM4XqSh8mlNVLxq
3KYHyAwOzYn9SMnb0r7G/nJflPqlXhKcnBhNsVUoXmk2WRk1T13M40YzYwMuFkCG8isU+4eaJKbk
MBSN0Rbc1cRKYVHU0E2ncMtO361FC5YxsJzAL58d1RiF/HN9WhJ8Qftmoh2PiEHHrE4XuP7GSu4Z
Q3/v7R82FQbY0ehwcIiK701IucVW706oAwAe5PU3ULpn5AkIchapFGJlYf6BH0cr3eCMbKcfyM3I
nFgFPtACRoCsHrfNgLeh+XLeIdnOBf0P1x/GWAbKa6dWKt0pQa854x3l/Uit9wk44Ca67VzFI1r2
hTCmhgEDDDqBFFBIwUM3jHFLsW6xdjXER928ycdLs7ofXEWfXHo2ry0JsaADSDHQnn8ho94vrX+Z
9sCVWaUFYqV6CA2GMY2q2ZsY2Zi67nftvP7DgsJDoGxQlfgi6Ty0ZFl6ny8oWG19zQ7jZtsjc8Tv
5+1Iw2Nlh7+SVimXaFqOfrKOFSWXqXNppzutU5zNsrxkf5qwhKZCNrkQQU7gysS+zT6KutMhBU1v
bL3P6E+Z842u0kqVRiMgNg7wQy7afEKYeGQ2RyOCUwV6Xfa8cY13Ctp9M1HctKXhiMIuATATKAdH
sFPMyWCmDoIkWw5owtbJkzZuu/rWUdUNpQ7xRyr8waVKzIH5EHdVnJqIxlw7uu078dkvPwe7Xtso
dpjKkhD3bR4lc9TC0mjegwXOLr5ZXDAszrbn4+4D7ybW9KD5+59LwsUGL2EgXiMDLjXkemFVYLnt
hpXpc93ZD202XCV6Df7SJ7N+KRN6h/m3QEuW7UjebLzP5rrdLm6y8Zr0aDMVm5BqEfiht9oUQ+40
rt3gt4HdtvO3tX2t07DVHs4vgawAgXIwpPpws8NJIERP3PijaTBgY8j0PR/eGdss6VFvLuZ6M/4+
b0p2SoMgDjTwuFo5RGx72HNqjAQUeJtsuq2MW1AgBOcNSFdsZUBYsczS6jlrYKBx8zC1ruY+zBtr
x/6l+rh2RDjNPLNihTvAjpN8T4olcIx7I/t53hfprl75wn1dfX2M/gOmyW3MQxGk2etUx5vMoJiN
fyCqFrZ03TDMaENVg0AEWzg3x5jhBTjDVluDxvJ16gIdMiWqlqQ00lZWhCQP8YwRRW9kYIqt46bb
PgqAwhr0OxLtbPJ0fvmk6X5ljP/7avn0OB8tg4PcEv06Aui7A+585xtPNN507aFJFFcpxQqKj+jS
0wCKnj8Oyteh2k81YFhPsYrTW3pM4r7GQXsftDinThl1BRGoasGjWSP7xQAFsdtfR713PL920n26
MiOkBCdBHyICp9iGQv06gQi3+e28AekjFjTy/zki5PfGsorMBpXDZjHf7UEPmvYw+i+2/WA23ygQ
S1CfIpUq10t31MqokOsnyqBpn8GoUyO3oy6E+2GYJTTA5Ti0vN9QotrR8mFwcUP136aEbrThW6WX
Twyj0k1agfR5fD6/ENKwWf0kIWFpgx47dYyfxNIRz7LHusZMxEOr7c+bkX1QTMwBf8bZD8AscRo3
Rd0XrOpd1ELMMAGzUbEsijuIzJGVBUf4oH6cuW2REFhg3yY9nLx7w3sFodp5P1RWhC8YpVgsq/GQ
E/M/Ewgi4izop++9/37ejGyboTfm8KEODPeKhWV3rLp0auBMgfoGWjGOvVsgQXDeCF9z8eaxMiIW
lYlZ69RsYaTByE4RP/pN6Kf3IILq0suuSsOaqTiLZfl3bVHY1roZ+5hdh0W3AWfxZjCxA8xgLq/G
31mpamkp1tATAoL4AzPnEca06ikbwok9W4qUa0ijwefwLjQ0gOMUoqHvNbudB9SEnLZ78jB8eZhm
c+c1yyvYO7MgG8m4n7p2DhMwfF0QN38dqwblv3TrJ7/ALXHlFOPOmpZeAQiT5RmuIQEtCa6V4Qnr
7JuDTXUOgCdMQ60jASNEhELVj9QNepWsqWyZ17aEZW6BItQKyPZt6mYM0PPfLO0vW4WSki302oiw
0Di2YzJzmH05A5YQG2GVs5tCA4/wP7XAUY020QjD4xrkB6eZClcTQrt4wsFghA6Yimn54/y2k36c
lQHu6/pekJLY9woYiA0MAgJ2bg1JELGXyt4apUpYUZZ3QVDiQf0AHG+WSPM2EHvWk8nmDcvv9fir
GXfnnZF9/fXfF5xp6GB7cWTh9bLQTWx1IfWe+kk1MyJbsrUV/u+rJSvRhIkKjP9tqvTInH2kYySU
bXKC19DjP/gDOg8MHeCsQtn+1FI+FhVkmXFOzXa6abqdNUQ701PkDelH+TTycTdZu+NEzOx0GIkw
MEa8PWWquUzZfvGAObVMhDLw/4IbJZSUqinFMWU1hwXqcGVQTg/pv6BFVlaIUNAoPQcVTxN+mPGu
MN4nULuc/xoSXl08crgEHcH7EKhywY9hcJBfZlhw0Vko7SPeoe5wm0x70GCR6Fi337BDs35fx9DL
wX7FS+j8L5Av5H8/4Auxr6alLSDUvPxFNy0JIve56l4ndjxvRrqNPv0UKVBiPYGAXAc/DYMGBGdD
/uirri7STeRzGnbO5QkBltPQjmarA/UJHvMluHnaRyc56uWx6rapCqUkO+XBvv6fITEnmNUcpxSl
E1SczPF6HJ9n7WD3r21xsFWdEulWWtkSXnRjlZb57MFWilbMApKJOlGcpQpvxE9TmZPdzQTLZhY0
6DK0L67IcNX0oZ19z11Fn19mDKKLkFtBrRNVIeGcW2LfzgeeGaas2iWmuRk85zgs7aEzfFA6TEHf
1opGsnSPcbVVAED4SJY4ymj1UZJEOe5JVbKJLD1Ae8SyElBC3UbN0SFBEv3BxS1Im5vMvPKysFep
ZUjfYutfwD/yKh9qpGVGwvAL4urGnMIlDp1xV+fXNL5um32cPkR4m5zfcHKbKDTw6jm0AsRKEFAo
fZ9Ao2VTYBhhtNG2uUvqO629pG4HJkJMs1dZgKlthVn+AcU79wd7KMAPnCZCOMlyQsqidGHWLy3t
d50tHWrAkEUYJq04lh0HkwJ/t28wVLXx0tTC7dgcl3edLDp+GRqdbBj/BSgDxj2Uw0BCg7EWIck2
qFGU/sInuPQqKPvXhrzXSpZH2UZdGRHPvAl1b3v0MehEugHCqTq6WIq1leU33hABNz/mnHzxielk
INiJ+6TA04wGVfxrANNK5v8u6zvlwIUsXa9MibUWw57JmCRxsZniPIQ2ylUy0dCcRkUNWmVGuMYP
6VJlrQkzUfvQWd/y1sJmVBHoyE64tS/C/d0sl7kvIlpsbG1L6IVLbnGpSkfFx5F+/s+PI8JV8nnx
mKbDFbxGAq+xAk8FllT5ISSRSDcKvTRgwcnuxwL1L9iw/YD+SxvWB+UfyKl5xhSvJBnRq6ZuwZqs
xe1L6vl3raFBkne6xETrvjP7w/mMIV24T3PiBSQrktRZIkQ1c4b9ZEz3C06E8yakYcaZErgaG1iU
hDBzjchhcQETXf3LwghqRrdj/PbXNjwuawjdA+Am8R45TfGD28VOo9UFdJDmyA7mSNfvMGiReqFd
lnmyPW9NMmAMbJnDdbVR4OOMnqfmoPobWcwGjZZdpEGqIZc6VxEa84OH1u+mXrKADPRg5HdW2+8g
YqI4XSTH+Il5YU/pzEwh3dxiRe2dhtIyqNhY6AO0a+m3uqa4oMiOshNr/MxZHZ8d5oeyLIE1y3ro
8RRb+i14OQOPvgwWzhkUJ66i/h829IlRYbs5Myh2exMrTOvbOh5x91JdvU2+SsJZeWKCx+3Kr9gi
VaHl8EvT7iNn15GtRePQ1q+d6DXTtkmpBe1vq9B2Kd3S5BtNBw6JxIt34wEPl1yO7i89fpubJ8Ii
VYDxp82X3+Y6UIH50AoVyRkw+lY0oEYsAFl7KUAwwH44y26syb5on+wlRPABHKyahpNsVLw1gDcE
YzsKg2JZR5/tqDG4Sm00Ban14lbXab87v3Mkh+jHUD6gwCh/eOKceq7p1mR5IH3oTGvvTb/MfDfH
3WYq95NKnFGSsE9MCRHUAM5E3AqmqBHmGhCgB7/czypySUn+PLEiBBFm03u/6WCFZPvJvO3ADX9+
xaQfBXf1/60Yd3MVpZB5q8w6gYHUBEP2c8J2NFHAjGUgDGAI0fEG2NT8OvdBaQsqZoZZAy/Rtxie
ge7atsh+ZlGYGFcWZoKyXZ5AGE1XlYhlueXEspC3NSsHl5rFpxyaeyi4VkWopz9RSAATdFKH4JZV
PoWlJjGbBqZHdINRiBGuyIafRrnFUFTthyAH6SymdgcQS/ZBPw9BWgwYVsQtIvzrrwjU86dR0U+d
pHPGcZPlcle5d7rx7k6/zpv4mLMXcsbahlhv71jvjIYOG1Y9PjlDc5FGc5ACYN9hpCvrrbC33tv8
1TUecQ9v3KtioluDoL1LAj3D1KFDjwlzd3MBSQD32Yx06Jz9SjB6C9xKwJzybhqd2xTT4ud/t2Sf
nvxs8SxNGDWcDj+b4RVoVrvRePGTUCsVKVVyZuKsBnxRxx0EFXVho8Y2jepuBhx3dhf7JfH94nuM
6AAzm23RS+wKXB760m0rLAYFI/F5J7+mCfDig34WFxQww38hjRrzpsDAeAJgQP5Y6ZdlrvDua5b4
f959bsLBKJrgXcHqpI1S/P0OvRa/iTepnu18/fW8FxIwCcwAK4VSGUrtsHWajHhH04EAHrgXkocW
FJ/ZTrf2E1TK4hjA3FtnCRsWeP5Vv2meHDvoNxto1da7RZWxZO5CpxaYcWhigXlCiJme1kY6m3C3
qf5UmXvVz9p+HkwFOO1jdO90R4GaGBrTYGIA+ggtmFN3F10ftFpHdhpdd6GBBnTJu0EL93KuTJYF
et4DUtg3C1RyKquDqkqOEcClMForNJKkujPwrL5Fo75LMFbpd25ojZG5HbuWTVBPH4oy0CANWQV9
k9GnyBu6p3GpsIKWnpGDGaWqw4p/ni/+AOQGPgbUYjwx9TVDkbt22qJlZcd4vtSQP839HJzqGiFB
YxZXc5vjPpdj0izV/gG7gtXEXRlsqoCYAjN2upqaMfkQiMAOrPL32L2Mkj2LvjnF/nyMSkNjZUUI
DShcsNThEyake8iy0GhBcmE8n7fx9RYDQBWm2GwXKqIcsn3qydABal9bjINx6ztzcK6pb+3daMHx
UQVEixSHhyx58PFSKFpDmZmIbcCusbTYGOBSC0yz35qBSX+cd0hqAaUq3AC4EMSX9BFVYBql/Hjy
3J1vR+CQUAz+SJdsZUG4xswNOqV1BgtTdc9AID0+6umln3WBrxIS/pro8XF8TmwCXmwD/yN8nIhB
TdIEEDddbgCB1JtDRLflGDgEko7b8+sm4SI8MfYFC95GcVtyWHbbhIV5Pc77otmSbGvEB9feTVZY
dbdFElbRgVgq9VxZpK8c9fn7ZnUzhPYIoALcUb25alEK9w+xStVNljDWJoSnX039KDIWmBjycJiO
YA1AiocOQOrvNLLpVILgkloxX06cLHjM4+uJ7+qpzDK7BDhnE9e7rr/Tl1czPZDudqbQffhDrGNu
f6+1ES19SL3pPzpHURGT7QNkJxyhgO/hdsiXfLWkUePG6WDB3wI0J5jdCZipSE9SCx6HN5kgxQGY
9dSCvtR1ZroceWR1gVFc64mKk0tSnECqwCqCkIvzp4sboG00vYGOC04tB/2ky2J+MPyDll3H/bZy
w9jPgqYDQgL/KUr9sp23Mixuhsxjcc8YDAOV7mt7w/qZ9jfG/NzVF8bfAxRPnBQ16tIZe7/mTtZx
tevmH/ViXmg0Cc/vb5VH4hZrytydOWqbgkDNXW7z8hL338j9qfcH4McU1mQber1+wm4bgPfoMp37
hKa9973rL9Lx7bxDsjSMUTGdz2F7gNgJybGuHdDp9pj8IZGNXmeb/EmYqQVjBbUUOsXLFnQxKtYR
2SKiTsYZ24HpI0QI+UmjVuJzBEeRPfY9eMs3mv5cGcHsX4wqUiTJEhqcp/1j9BMDx4J/oEo0Ks2F
rd5HVcy03ae6d5dd7oHa8PxKSlKjAX4BlLa5mCBGmE83cqxDlncEn8Emgd6lMSc3cXUHxPSNZtQX
tXVDdWtHHFwHz1uVUPHi4vRp9ktrYBpwRXCQP5LJP2C0CuIrXhgnL9ZsHjTNvejqpzaml4x2Ic5x
EDnY/maG1kW6QE7Ke7ZTerAHe2MbitenJfnK+GEIK8z44wYhIkHaOGWVVyJ4SYXJBm2IswvqVLq5
yf0kfcFrcnkjfu4fE2sYD6k9Z2E79OMY1GYPmdd+iYJmyei3sq31uzIy0yjUx97JD1GXDWBQHqf+
opysCdqis2uFnknr30PK4jE0tWL6nYO9+Q+NwETc2dM8BWPimj891jrHcpyzyzkmw7TBWb08DH5r
ICj07C3qmuSIMZduB4BaV1xp5eBfZzqrFE3Xrw9cfDIMpQEngScThNFOIyVPe8OmNXr8RneBp4Jm
/Z6r6zxSTVV9aAMIt3tMiqO/xoedMEgt3Hzx8GV9Q230/lhb6htKKbvGmo7vyaB1B90eQFbhZvX0
k5T2cFNOI1oYOsvqbTZl3cXoTe1DnlWo7PYg9HtuEzu7a3Jt+Fn72qJYElmwgBfIAVKecwKLwRIP
ug3ZEPShvVlL9pq7mFu38Y913bZHy0IVaCYkCubKZn9/wEMcC3hUfj5Cllf4Fni8opr/0R/t7kFT
GHju9vwGlX3stQEhh/d23BMNgb4BwQnKJpVWB1Gib9K/Lyhh8BeXdU66iP8jJnKtYc2Q8HYUcZvt
MGQ3pTUEA2sVR7rkugKCBmQ5vBY5gYPw0ikL1qRjNqIOTcYw0bBpp835BZOcSHgQgiIQE202pKaE
02GkkMNjLRwx500LCnFoWg8miDBZ0BqWwpbk46AL7biA+nBFG7FLyHS7zlmETjStAlZ+b6fbvtqm
KtEsyZrBCioTWDSu0CPEWOb4iUlmbqV8c8l1qmpcqP6+8JSiM1tYzrvDZCoDXdvGU6lYJ5UF4aun
eur2hQkPSjM7uiw9VPXh/FeXf4nPNeIJYnXRbmqaN8sMH5oy3vkWCGGmby5KsH8/0AXxFoKyGxcz
5lw3p3YcZtSUFbBTGPeLMwUx+dFbN35KFSsmuXec2OEruvIHilLdDAhXgYHJu5ldd+M3bXg7v2SS
Kv2pL8JOydzI7CYGG0v8kEYAhhfb0kuDeDz0y7XZ3iflUfd/zP+Q0U5cE8LNBY2olhAezjZkPbvN
0Oiburq0VJ9KtYRi0NFq7v0B7kXk0alv23gKrCw8v4YqG0LYzdUSFWYPG238sJBDNW6AZFZd0aS7
B8VCTCviEQuundNYGIiZxHaHBWt8YNCd0Afp2BzwypqnP8/gFkhe2vyxi6C2CYTukD9h6vS8m5Ie
B0KF37mhAo+CjshJVnUNINMVwn5odpZ3z4odoAu7qdlEhR/ogP7p01X+98SyDiQ1+e0bGw6lduFG
7LnZMreGh6tpccAoH/hWSBe2bHveN8nVYW1FBCy0fkFAwQUrTvta1qG9XBNWB1mHDLKLitfzxmTx
wpH3fGyMU9gKMbnURlYRHaiivA3bFtJDHmqlD/9gAyQMBk4mm7/aT8NlxC3Hb3yES1K+l/FVD6IV
1SkudcPCgQfhStzORbhuNbbpmEwIBw5XoBz9h3K9iuxfFvb+pxERrTsR6qXLAiN9/RShd578S8HL
WVsQVwpXlDktsHu1pg7QmXSHi0jF9yy7jgBaAGAzGOR5q+b0axSzhz09An7TG1f6FA7sjXk7KzvO
48s/fHYbj3CUggAp+1ACW50YoLQtwEmLz+7qhyUK4/YYmc/nTchODM4lAtTlh+a3uCOHqmd6vwB5
Y+RvtXaB909Yse3sPkTejvj7zHz39F3lKUq9krMdVqFShVU0oAEvLKFDh8hFSxeJHIISJtSyk+jQ
4CFWqYAp/HsLDx4YwkQ4eNfQXBN3jpEPeWcWGcAE7rCtrCaICKbZMAMzAf5lbAHLAKJWA2pqhK72
kv08v7qSeD+xLlzzWJbpGgFOA7jWKSjJjdEo/JOuIwZsMMuBtokrNrlyj3U9quZwDwk7096n6UGj
11R1WEiSAwx8mhH86KnVJ60PM1Z8BZFFRg9OtPuHpVqZEG5hi6mRJs4K4BlB1Tt2wADHT+ctqJzg
H2u1m7QWPMcWXyuUIILKf6cMqmW1oh8oq/ZjcAcPLjy5UCYWn61gqso0kIsBiwHdtTrB045ibMAK
yvIGD27YA/s2eI/r6nkaniMV6ktScTqxzuNl5SOUc1mq6Qi4gqX7zvceddZccrqs2HKByMI8+FQg
ELv9+aWVZMQTs8IZmORpjMcUnF6shy66yp3ryXiz2u+WasLy6zfEO9ADh4oNYXD01oT7Q9GNoAfU
vRTNVJ0G2dDcFK4W5DpV5Kev68ibC6DUg1gB3oBf3gT90PTl7Gbo3nWBPVzX0+PYzJvROurQr4Co
79/jbDnSBLagHIxdIBbkp7pw87r2sg06yZrxnNEHrXs7/5Fka7cyIZbencEt/aiCiRowztZ+tQY3
7ObwvJGvGe8DMYPDiuAYhuTHaQDOoPkexwmS1I03bt20C0fVHeJryoMFgpFCvJ3R5xRLZYWtuaWe
QL7cY0GtHR1zyyzQcLGX845IzEB+nZdNMBbAg/vUEURZwfwB8IFieHb8S2uCBPzTYCjehDIrwLyD
2w6NLNQ3+Ddb7VdHm10ji2JYySMMjzTRQ64PN+OidUdDj7TDeZ++blOCF8enNf5rVtYyz0kXzYIm
e5k0WWDXP6YyfzLjN7KYh7l/P29MEm5gcQWRAvYRWLctIaGnaU2jpkE4+1UMGoUfE6BTbv143ogk
3Aj/RBgyBaoXdFGnHgGM3FceZymbgLtwAlxlvHuclOT3eTOSdPDBs024yDZgiULamalfGA3Hg3nR
LlteKXiA0gSjX2Fl7AD+RaFINTSJJhx++unNhSDKUfECsMQEXblwk6WLVvg0BpesVZNuCXQ7mjEo
okd3AEfi63kUT+6AYop/4xE2hP5Ix6AxCG7VeCNj7kBDdabb2KM2gm566cbjOGr2SxF1uIokOqsP
aW1lS8gsZFO9cHu6H8YcWgMMmfWqa8fhChXk9qYx5ni4rL3EvnMXF/ttmZed2c/00jUL/bs5V+Ry
Skh3HBBeCYbHCiRme7ENNA+zTAPFUOy774VeTbvFJvPPRJud+6qLikeKTta3OiPDpe1n086Bjfua
APVRl6VJw2Ly2YWdu+4rayjYnbKZGsE0jP0cGrFW3lQJAM2LnnfxZm519oMzenY7EKBVx8FdkLbb
0SvuxrLtl0t0Wcfozgey9BajLoRtRlAl9sFU0uroOXR+qYeW7ryEgQm0MsAPgIKmu6eJBa2AiIDu
PIyHGQNAi0m129ws9desWaL7qu8S9E88pzkWTEtDCL5BOYfZZbdB3YqWl2WdVRf4jFa8tfxs/mM2
ZlWANS0rnkBXVOOdDcLwXdl1yXvXN7m507y2xJvY84YM7/J4eDXtsX+rlhiaMoyS9CfEGqxtGw82
pDXK3LqyaYfyW+9GWnA+5L++oVET0zlTngeYBAAfpzsrwUFFtQZcyWaxbGxwP5hav19SfZ+Amjli
xZ9UUzWuZJsZJQmude2DkE0sijhR7NllgV1mZTsX4KNh+nuIHZxaWRCSel3mXtVzttQY0rFaPgdj
eTy/bCof+LKuUmw/G4M9f2QKxFeX3Ezm/XkDkgsmKIosnBbQu0KLQsxFPfCqVdnPKG5UpvbdY573
VtJ4bDcNKVEe9UGAuSsiP8YuLFy2BD2NEjPsM7P43cZWiu+XdJd1MrImPP/LZK6DbBT3M9DboVQv
JPw8jqYxtgGMGIdnzWCBSxWNBslhCc8/DfAfsFpb0vZZZX4QG43mS2aCxhEIDGeuL0pTYUnlihD8
TkKK1OPSii3aGUBf1ErNKNnp6OFNioc3KLzRBTj1JfET5GeOTUCmCk3vxQfHIXUUX0RqBI1F3Cdh
C/3uUyO2lyf1CH31jUbuWbfLh9CxFCZk3wQ8rP+ZEF6GPiCrbpSiS9dN3zPHDdMBkOxyRAdTxW6p
ckYIL70aqnrU4Ew3H4z2osONXIVCkNyPCCo6uCEB9wCEj7BeCZtNhrzHUQjlDqyDu2LvPlIQK9vR
31O5gg5hZUpYt6nSi2zWUKKM6uQAsdMyj3dOH/b6NaV/f+s7MSUs3GR4McsijLZWUxT2bhKCYTWv
XmwdTO6auzmfBGTHBlg0QWoMoRqg2QVjTVyxofOxhGO9SbokqCk08g6QoQoc6CWnqqCQht/KnJAS
OiOz51KDubmIgoSFs/4esYDlL+e9ksUe7pkosJi2+bWTCpazwckdQEYoxA8ASCAAbRiLiptJYUXU
jJ3LWHeTGZfZFGxThN659oOrYk6WLdjKE3HQrljapck+pE9rx92PVtai7G9cL6DEQ7MoSh/PL5zK
nBDmyQx58y7HwlnWr9z7hTm7TY3JIZp+O29H0s0Acx/uDOjZoz8MCP9pqmuxndpowIg8w7lbOBvf
eRjMR2NG5SMJabXrZ3XjUBbrHLIBnDsU7MCEemrT/z/Szms5bmTZol+ECHjzCrQhm6RoJFHmBTHS
aOC9x9ffVTr3jLpBRCOkMyb0oAhuZqEqKytz584QjfWggEyhFbno6NPuiq573w1ltlfqdz01HMnZ
IEWseSgHFX5MlB2LIvUlJPHjoFkDWgPSoHd7SXsyks5HrSGXb0u7+owOx1apahXxpxYAumBioPUl
otm1elMluN1iSi3KbQrThpMhUr6qiS+FXqVXfnrMxi7bSKStXMGQpjTTskmGoDm8eHLxifPEHCir
5KFxW3QPll8dr++ZleP2HxFGE2YWFamFZVLKHHS9I/MtJ0m2N2Z0Jc26GeFiWD/+AIl3ML0IjmgF
Xdgyl45JIhgvFRckRNTnzjqWarW/DrK2YHSeC80YelLepNSV2Q7rpBbCbubkjrRhaVuTR1a2gnOO
sNh81swoGFmbiIqoycdPsXxQtJssuy+mP4jTBbOX+ijUCEStxKc7i/SSfMwnexKcSoUm0s7xyvD7
9dVacUzUHylFQVqHXrRkESdDbJVaqSEQopzU4ZTr+8n+pzC2nvErDVeivAr3BtV4i38Xn95Is26K
REjRxlFxcLqgv8l7p55dKzfMYGc5of0QyVn4LnDCrtjVRVa9G4Y0fR/NWnRKMzUrjj7t3bFbVZ2+
V00/fS9S5fdqPCLcqzKZHRa5gQRnMwyN78YF3Vd7M4omlcRBZLxPHeRjPIog5m3cNFXNs0eR8o0o
UFhxmavAPvjQaCST9LaXtWR/SgK/pkDAy82Q99OQ+57eNNLt0ArAqp32qjroR2PqhmPdV7Z3/WO+
PcnA07OCsjFF0jdjRJkUOkRJSVkRuZLq0FpJ8NmeIIzkfv37Q9eBEmxOyDsQ0JfucHRiJc5j6otp
10+upeTRbViatku7zpY+yJpVfDmh9uVoKi/iy0NAekYqhpRW23Aqm7vCNstnNW7tb3apkcK5voJv
j4PoksKpGjb0WwTyL7GIbRyz6ekgLcvHSqOUxFzjfjrqpbTxqVaBLNhczPszNXUp9BGoZmXlSU+Z
GXLjFCm8V6N3TOPZN3r1ct2mtw4Rm35BLXuJ/FIv5LkFajLR+Gvyx6krv1yHWP1EaLdQyLQ1541j
r/SMM1cCMfTBLvO1p4QZfGEybdxUK29+TIGSTZ0P3ixWXX6eLnLI4qUT9ZXh0M0vUXonxa+BemvQ
4h0xOrO6m5mRHr8rU+iYH67buLaMqBiIydpcLSRZL7FlSbL6KDEoEDOqOetyL4sO1xHWVtEWxG9C
KMiKb/I+nVH4Jr7Xi8pXZr3N6vOfnCXh5W2EjYQY4bKeMwVJUc817ZtDciNnDC6YbyKiqOt2rKwU
YSAFHL6SzpWiXa6UbRRVVNoK8h+T4nXJnv6RDYSV0wNHnmyBYBjI/HeJkFW0DYZ+mHt5/uCH76Lq
wXL+GdSNB+OKHaLDiyEBdADSw7lwBgzJzNskT3JvYMCj/tncmnqz8r1xnAyY5nan6LH0oXnTtRM9
PLlXoqw7JDs1f9S6jYmLKzeSCbmATyGyUezdy5VSU183SXHlXqUclezDYB8L65Nu3srGi28wMYWm
3usff9UoWBpiQAAkd1U8Fs5CFiWBqR4MAPbxvWG8htaXhIay/w1jYdSUyEFX2GDM+aPfPZKyjqP3
1yFWv/0vM5YDAupxbqB2A6HP00FR0puJLoHfh6AlghPC//RyLRyKNeh5hYpE7kk0r0amRY4++QMr
ziEW/rKJrJD0DhDpXLsO7c79xuvk7dOPEJtUAHvMIaxbuizT6JHuqurcM4vI1fMP8WcKq6Q4diaV
mvHb9QVb28sEq4iECQoY08QutxZbzkm7us0ZgPU49YxPpptapqZmoj94nHzzKG+NLVvbzBjIqCF6
BJCoX3iyLg4Lpyx6/IwZYc8pi//qtoR413zZOYbYiWcHptZqiVcZGFLuRv/0zSc52MXhxkZYWTqL
7KeYf042inr+JUg4qP5YSwOXlnEnmbGbhe9N+iBDx1XMO2ZGVfOG3xE7axEJQ+kkEkCbiRK1ujii
Q6MyYHKa+FbO+1m605kfYHpaC+li2hIbW/lI9GvwRHZ0roM3w3hsvc+JxeXcq7sJCXFel/qHatwq
yrxBEaIBJr2yQkuRq3NxlGSZrhxiNKiHbUIP065UcteKjtd3+BbIwnlWpeK0/giI4UPwRl9My/9g
2JrQJRAKtGxo6CPLGFdWhtEcR4QJYpVcu7YbgtK7bsabLf0TAQxqtqL1e3Fxtl1Z0ipHyXusnF1e
7WznRUkdT97wByurRYBBqzdjukVeX/z92cnxi7okjC7JhFctY1jpZJo+Bb8dlNGIz5hfMiR8dcK/
hS1SU4RGLSZY5aH2rHX9zsgZvxds+NE1U85R1EtTpnTwu9gXKPAnTVk+KlH3qFlb/KRVGI314smv
80pcnMp+5M1ozjTi9alx347agwV5RM2639/GTEUmQhPMIdGBt7BmllSzNkSJgny3BdGs0lwKSNc3
2Zurhw+DLg0xDSkrhfjpEkQtqpwHpwkp1DAOgxPt6cs8DgFcnjR+GaVhF4ZbEjxvvOgCcuEDYrus
rLGlWJFFOj3V+6j8K/DbXUKnnZ4e9PqI0tV1I8VPvHCjxAW8r0XqD1YHShCXRlpzYZZGS6HWthti
dguNmnKPbsPRnO2X3s9ursO9ZcEKPFFHUFArJvG02O2hj8hyJyZzDaQZu3RfmpTtj0XsFdbHJHlV
lOcw/OwEp+uwa1bSCqkzRYgQAsbgpZXEyEOU1SSttfoUhNRnRMn4rhkdt+g39JtWXBPJJwqNFDDo
pHKWuyZP0rkqgDJV+TbT/PsuTZAxqv7pnPb5ulVrUKJIIsPO4spYPlb1vGgGo2e3GGYvu41Sdg92
OLX3ZVNJbhtMf+CpaJp0yD1RcRKZmctVHFS7UXwhAV2r5p56K3LWZMt+m/TNDoEnLbjxhKxvXpAO
9A12DykuVPWtXWIFljun+XOkpHSe5sVhyvPP19dxbXfAkRa2idt9+UyqrLpPazGAwe6NH+k0HlWm
MM9B3bixnRwac0tFbAtvESs1YwOXKgSvzKJ/5LBlKOl4GsnAN1L1bNa/Hb78XNBf5i2O+JQXVpUm
LKido7QrfWBM76HYUmFccfwWxGWCfaomxMmLQDYvJgcNPGwYE/W20p7b3tjDuPv9e/8CZbFyQdbV
SSzy+2OoHuTa/9y11YM2fw+ieqP+s2YPuUBBFySYITV4ude1eYrjOZ7wxP1LOji0kkluuOV8V24Y
knOk3fmHhO7y6tfpvK59VIcQiFJ2ofxJjj75TezmfvNcRYx03fAXq3AWmxyqG0z95bzCaQxhF4je
52YuT1Zyn2p/10O1N3+U1MX7LekX8S2WNwu6BgQBBDas4sLnokrfyU1PxJE4zncpRdAxjzbIw2sO
kPBM4/FEmIYO1uVH4hAxu73B15IlupW7fNcN01deInRVGRv35Np+IH6yeKSJjPTyaRgp0PNyi0JJ
bN3AJYQJfdOo6Uba4a3kCkf1HGVxeZh6lOWOmMHWpnr2tzQb5skftfoJhavpoyLNFp3jZnmkqJKS
m7Sau7gkG+Lmdew8qs7QvzezvTpsCda/rfkufq3FYXCiyfBDE+Ml9HvS4UiHhzl7gREyV2tXVJqn
h8dm6x5Y260UjbhqUPvS1Z+RxFnwrSC5a83IEXpl3d5GpnY7R929n443E0fRr7tTote/H/GJOtW/
kIsguS/Myc8DINHlcFvddEf7e+vvIFztqSTm0cZ5XDshgrVLkl5HKWDZm9Ol5ZynQiNAcfwnDUXy
sfp4/WZbPSC0PTOfVLxdlyQRNTByZ6oFAjzk6NTLmRIfR02pQjcuDf+vNuzLP1lD0k3IfvDyI9N8
eSb7aer1QLCH2jw6dpb8OZfLU1GScrDUh3ZCTDDbmkqzaqXIc6LHhXLm0tOE1TwaMV0RnkVRQJ9l
VBPzO71w6L8wNrIOq/ErH0s4NQDfcO9UK04Yksrd7bcpLbGDq3PnWcEhTr6Plitp7yr/vaUedGvD
Naz6H44BB0EXnM3FsobUtedEF2XUxnIZHfMER+/gM0zm+oZZC03IF/4XZsmMaewpUDtx6OQ62Aft
q0SxoCoO4TQz43jDpa59NtK3fC/SRii3LEwKDElhuqcI9EaoRI1v/+1Ug+VJ7RgiR5Mcr1u26sRo
hNN55FA24O1xuTEDp7cp8vG1zE57F9UvhW0xkLoYjqkRHNQ5/TLOBmMrHmNzq8dl1dAz5IVb8Vsm
2jQGeyZKs8+D/GlOtOeS5KxHQetw3cq1bUIukYIHgTP5sUUYZlV97gcxUEllJG5p6P84bXaisLY1
cGvNd1EyxaVY5OCVpXph1GpMBhzpmKTs/qWonNDVNuV8V9cNgQgeUVy5fLvLLxZ3YzbkLRi5BYGY
gehFDINeV5Fr3Hgfrm4O3vqkePBYogv0EgqZnGkeZqrNZtvayql1tCB9INgsR1dnlAEU9T5ubNcc
1OSd3hrhixqq3Z0Nmf338zRkGpHK41VOk/PyUBhR2dmOxC+S1O1H4mna2tR4l6Miu+GnV02GTiUy
aKLouKwOxIYSpnaF1yQMPml2HLgJ45b9Jvzq98Pfs6O+hpnmqUX+pPAcur5N335ZHq24atabRNEb
yRlDG4yhJNbxqL7tBxOJ+GIXoHGZ5y/Xgd76M4Dgq1H1FK/JZYSo9YPRaQ71Cb+5z82vYxa4aX7D
g5zKyIZNb4/eJZSw+SxeQd6r1EYdKGViqp6zdwqCxa0LfQtkEYn1htFUiijpMMkkaL45Uu8mvz0i
AJYxtQ+uGbJC9MotfAjdHrU8BqTyE/puzLS/yaz0oElbqaAVU+AbESLQk4XDWhYOJ4WgslTIqueN
9RdV+aPl45CDMti4ZjZwlkrMDOktGM46s9eyyQ1L6dBI4943tnjGqzCoPYnbmThkSQGXnH6Smspk
1Sa/92S7sF3HLND56vzfd1YKVRa6rEkhISKwfMcFVY2nShH7j8zSzey9bXlJ/GAX0c6uv5pleLDp
CZp/u09FOCUYGOReFFhv9mLrmVETxn4Eqp2mH9CGelVLwh5ZYkIbPUAGzW5Z4OyvH98VPyFazkyh
Qom80nKP9FoQp90cFbT+yIde+5ZOw3EmIp+YGXQd6W3mlY34C2m5S/yoCJpxBKm1P9LYQkyyl3xj
P49fDZVYb19t1ea3ABfhSNoWPlQuAMOmcq2BiPFdPNDj9imy7H0jfba2COOra4nmGf15ggOyvFk6
S++MsUkKT4G2OIXPozrtZN/trY0Q+e27jZX8F4dSwqUfrItSLn0Tw2JFI3P9SXdmz489yficOZ9s
aWukzdtARMEkRIXYlNilLdbRmsMhDGrcSGXeqVPpaqhfX98aKycbCSkhYUsVQIRVlwaNVUqigZ5e
r7RV2Z3kId4nLdItzG3a0kVfM4bcsQnlWJyz5YuQiloqpapFOT0oXcN42gypfgbwl1kZBuuJvmc8
CAzCZaDT1XBwa59TPBpN7pa+cWdlRnuQpvgxlKXHrNGNk68O94oknWy7vpXU4mNVzQ+lGgTowHMK
m/CJGpJO2NyfCkbg+BIRWSBr/caJfCudynUN6VvU/4lTWJPLdR/qHgpTEhb0BpmHUslu5FAIxsu7
smc+2gglOvY9efwezMYuVgKhtLeRblz58ogL0GFNroyE2bJs0JQ+FchJEnyAU9BbblC/IGx1/O3t
BQhNs4zKgUCzPJdZmlVZOQU4AuIwv5GPJtL7m7PzVsI9yh48jnnaWdBmlsF0F1e5oiXAFGOyz7uP
1iS4se14M1dCTqfbTQyeUkrGHhrNVqy5uo48KwU6McWyxZEwsNIiA2w9RhNrbL2xVO7ScIsSsHJ6
BMP8XxjhAc8jsLxGhakDJiqo76TmuzbcGry+4rVFSVCHUUnsit7JJYRdMU4ok3BuZv2i++/6/DPC
Ou34Yjefdf2m8zdil5V0A0OUzvCEsz0zqZ1a25+iuPDmalfU75LJjUh+K7thPunSV0dz2+Gj1N/8
/o4kia/xDIFiRThzCUovbpGVEPmoT8iPk1acxsB4jKTPv49C7YrmL5m9ry6zNkhMQrZMmeJopNO+
bqfbqm520Hw3rqO1TaExUxSqFRy7N2noIbbDiniITUGLitb8IPb/fTt0HISqwg+iErcIl9WYhoDe
bNjc8gfFOGnMFEg3bFg7P1DsRKsXFCE23+UH8enILiicsusYB5LXphAZcTfvhrW9Tc0epiDkU267
xU0amHbhkA9hpcy7jlYTREyU4TkJd7n/ox52WbERx4pttLiK4IeI3jXUH8iZC6vP9nba1zX96DQ5
a2hyWt3oqsNzWzxFduSmceRWW7OzVlaRhkNRlJWhrBFAX+JJU29UvGwKL8lFt679vQ+4XDR1izy4
suNE3RLWiLjIydVd4uSaUvphJItQspZO86Ais9wbW1KdaygUYclBsn5ckYvVs5OK1UungiEjdyMD
pbdaNFd2Aw3APDGQy4U+vkyXqZ2F2lrIz5fqfSmTSk2ohn5Qmnt0+9XgOG2x1FbxRJGS+BQlh2XB
DX6KMbQyq2YV46lzxiOZeNd0/tGsb8QsqPNZR+rGv9t+jIczGeyHEpsjc78vFnHo82pICHG4mNob
KxgYM76l6PTzZyy3OWYpQjmK5O0yiNA7LSyQui28gOQDwhBpdBvJDy0RMbMx+4/q5NrzE4N9guiv
tDv282O45c/Xtsr5b6BebsjEGPuxyvXCU/1ZOjHxS33UK+P7b7tBIan8r5kLH1VricJCYmacyHuJ
PxmBdGshOHYdZuUV87MEBzkf0goNWJe2TI48IbYtDhdhRFvanjIyVyR6rIotBcU1dyGKff+P9DOg
OnNPRj1HUZgphZdq802mo0fixPt5MF9+3yB61Sg7UTEhz7lYtzRRqrgj/+UF5J4tJ/g21tGDTMSL
WtJWNLGyeBRKkVURevPs+8XiwW3MUi0AS43Lu64LnubJPFp1xjgO+5Ak7Y2sPSnQa9NKRcr8naq8
N836PmgMt9K+1UmyYfpadHP++yyXuK14djcdv89s+J+KXtnrtXIyyvwUJ+FTQ2YjhQdpEa9SbQoR
EdnYsisXEJqCjC5CXwWG19LlDL06JUMLOTFvHDdTbkfFY6xgqkZeJhHVfbn+oVf2k42/FgQ4CEK0
0F7u3NkM6ilDp4ypY4x2No5T+tfcb/izLYzFSTf8IkkdPyy9Osrd2T/mU7CrNpsGV7fRmSWLLRtU
5SgrDZboydFuv0j0FaW7MN5fX68tFOHVzs5fWDp0xHbYYjICLoCscMuzT7U/XEdZXzFTCGkwFBkB
/ksUW5lji21YeinD2BUa6NOI4tPhOsi6Kf+CLOcEhIjpyHMtPr30kOuPmXUTT97YbbAhVrczeQMa
l+jOezOHq8otPx4tFkxqNMKO9rbUqvsOlW3a9FVvUPyjOmwle9aWTyReaDEh1oGIfbl8aWwliMDS
lG3bMZlP517O8qPTKh+vL+DKDYYKCxlAXD5AS9ZglVSxMpUVe8FUHxgvfCz8b9cRxMNtcUsjnCcG
i6FMLVSgLg0Jh6ZTa43g0LKjDC01hAGScKC/vMm/DlPc4ReDbMP/vcVEoJc+X0TwGYKnLRPtcyYZ
raMTYrXRrne+6Nre706D/rWTvd81DiCkoUWPDg5v6fcjX9G6piDMKbvPo/nFr2+D7rVWT/NW0+bb
73QBtHToTYE0VTpwZyr1ZyvBZW+NjxfH8fIzMfLbpFzMWw5F2GWCrNH7uWhbkyhjvJvbJzM/SuGn
OriphrtSvQuaDTLn2hc6hxMH+8wHFUEed3UHXFpO3iTfoql89KOv0njTxlvkn1UsOv9gIUJlolZ1
idXPzJDnpHEZyq+tHd/oxvxcaPVeqjuXytJGLPD24IoOdkHUQzWOPxf73ZDaOCjETTEMmWtZh8H+
6Jf769vurdsTGAjPombAcLalskAR9/ZUDMxg7oofxvRSxffhBA1k43G8tudgaNPnSmBIUWSxborC
NEfNEijKs+lHZESer5vx1q8yABynyvPgp2dYLFUnV2VeVnHpFfnOLJnF+T3QH7X4NmM2a7JF1lzb
Bedg4pc523FZVYRdh5qQZ8+6GyW3hvVsGKVrybfN1otrbQvApoTTBj8Phtfi6kPOdsiNkIWrmL2R
1kcxAM4ItxQGVlHEOAnuJKEfuFi9sC4M0sZpyRCq58lB3cx5kawtNda1ncYV/i/IYtXsapDwtIDM
HM7itom+z8pJVraGvK1+HGoMxIvkYpjOe/lx8rJsrCQCxk6Mu4yG3RuepsiWBuNXqzMf1MDPNo7Q
KiLDnymTUkmBe32JGBphbsg+96uf/S2u2MbyKulWGspdWxyvb/PVNfwXCkrAJRRiem0TFwXbYbpB
6q4aStcxCOs2YFb3wxnM4riavlF13QCMn+7N/ksXvpTR63VLVhfNZHwJ6UWmoy4paAyU0GuoNqWn
qs99fGiNk+z4kEc8c4vBt2oMzkeG8ox3WCZhQnrrBy3DmKGJDuWkeTEMn5Gh5NcNWv00ZzDi78+c
QpoNtsk0y9JLuozcmDdG+0kx3bb4A1cqul3+a45Y2DMcWkRTFZF9ng+MH9Y6+zWfgz/5/GcQi5NK
bixgOA4QffBiRI+R8ziPG3nF9c//y4rFmWl0p6sMsZERrTqEwV2XHCskK0KdOTObT2qxXZcBydmS
LUN7pDiGptIB6/KQvtRB9AzMR8n4anb2rrWyfT/ru8rsYiRp+ptkdv639VxGDaZFUxdaYD/da6d+
6PWj32wlNDd2+XKGjpoiS2CXYKS1s7PCR7l1XGuLPrOxx5dU1cosBobJAaIEO6fd9/bBUE/WVlJn
dW/QgATviSwIo3cvd7gmT2GojKAM5XdmflTTvk+fUz/wrGQrnltdNejEiHzQpkZYdwkV6laDcHOJ
o5M/aNU+zX5YW750NTI5gxCh0dl5jYO01Wwfa8z81c6/jcpfieP19nt7UF0INded0PrS/bJn4YSs
XkqLQecNVktIHkXdLhxHOmLdwfhWGK/XsbYMW3iJJgh6uSpYu7A2bqjd9OMnA+qHon1Ry4de/YNY
mEaFf7/UwmFQKU/qQAdNzfVvqTVFLhXLA+NTbq9btZLvIpL8BbTs+YeeXFJ7ZwnbYF/7H4x8Z1E+
nOObsdsV5k0R4d3DG1/eIg8LA944qTPcxZ07KyPyxTSyen6dvPZOfOuMHwxfYNKZ5sSeQja6qv8k
bD4DXeSiCn9uwiABtBvqQ6Y+l9XAJNej2nwZGMycDd+vL+7GcVuW4WBHV4ksjlveQR+mJ7Ruy5dU
sjas2lrKxZFDm9eY+wwYufhuxF7Znix04SbnJhy8yXGbrch2yyzx92dHPEjLUBo18PzpwWrfFcUH
tXp/feXWHlDnu3JxsPsqLStHQMzD+3H6pk0b9/EK9eBy2y+c7mj7gRn3ANhj+zpP0ovixG6phM8o
7TAAxbiL8scypUMgM7dOnAhar+38hSOpbbWS4whoUy9etay7j9PgzrKmU6pHp9qRvbnMEaI298Yo
b/jLdR9G/MlMFBqufjqDsy+X0+baaS3OOZZ0L5W/y3F4DLP5oDBgJqvjBzpvN7IVq3uFqw2+K8+5
Nwx3jQaBMY3FiTMYCVAN+1zRkX3ZIu+uXgRnMIuDzejK2okn1rSN+kNm2149RI890seZ9iN0tjrK
V5eRXlBSszAuKEVeHgCzbrWeHkniglYIZyae0x1b9Nvk2VWLT0nvXj8M68b9glvc2jrC/Q1y7py3
4lWCC2N/aord3By0rXfxll0LR0Luzw/GBqAueS/nNFKd2vGu1R8l+aTrP/43oxZOhHYxqchEpX3q
/rL0Y4563XivRA9OvLsOtGXUwpUIXmqnFwC1qHTZ72L/o+Mjl/VS5Pej+iduhfqN4MASSBm6+GXO
Dpgj+3qW0KPvhZF9W4SfZM3w4mzyTCtE6YgCy/hdDtL3vrNV0hVWLJ2KyEPTcog+KNopl8CG2Rjd
PAAcRfLtKDl3uM/nuDYf+jDcOmxr98051sJIFATzQs7xIqOaHMNgNxTP3XxDxmbvSG4Q6uit2X9w
BM4hxa90tq56FpRVGmFek/6T2XdS98/YMifFR5N3S9R6bb+IhzMClHCAqItdQtVd344pYh7enBws
nwbbr6p970/FQVV3drCl0r16EZ3DLXxJVlha2TXAVcSUln6bhqqLYrcdUCxz7u1iX2Y/OtPcOBSr
2+XMyKVLCdPWKjXxCaUHezz2BWlDGA3mlprYmvs/t27hUbSC3rSWHJVXDF8T2ZPDp2TaiJTFj3iz
88m9M0eRYhmqYpffi9JIF5gVN0xhF+/60n8h4tq4srcgFi4kZ0ivXbQ1AVbp33P691Wz9QhcXSjR
EMLQB9GwvtjgJIyqiNFMEI/okVLCL408uvGWgtzqwf0X5A0NmiQXszpGXKE1TV/n9kPkhLcRydzx
WyO9jyPl2Ub37br3XV06WGKUMoU685Lbm0MksJmjTZpo+lo7T/pWa+fqRj77+YtPM8r51EsixI5M
88Z2oscwoU4eFNLen/4kr4GCoE1lHhqVpi2+kRn2EdrH2EK9M3UDS8rcqGtPVbhVG1vfDP8C6Yu0
Z2eNqZoYAMklj7Ly03/adjZc6vrK/QJZ+DmZyNOKUkCMlE7H1LVp8u8+RuHG8Vx1pwZ5cIYBWXSp
LvxbLjXtZGvATILHG6ShF2YMRjPGyJud0S2T9GbgyXd9161ETKgX0SeEoikEyzcEltyIQ/jsBX0h
e4Th9R6pDrcudpLzeh1o7fkslMXoHENti9bbhfdJUP4wM9OBrWV0e33KjlI6H3zGZ6b1fNPqP6hG
vzPIT8WTeR8bW+X1NTvh6cBUFB2r/Hnp+8xZHvIhhqyid1W30xhOs1eGxHG7pGgZJKPmOzlEIuq6
zStHGgI69FJK33QfLAlqat7lk69Qe0r9LkXC9dsw0Wp5HWNFdUCFtiqSvj+1dpdZ7H42GjPrKASZ
k/6U9fCBQGvvbGYcnaSJaVLSKD2RbLLuFEIAT53jv2jchTlk9okbBWg5x78v2CN+JTivdK3TJris
85aTKmejht298d2o3idBskN3mFWfXN90Nvzmigu4AFv4tY4qq1yagI3BCGdGMiZPRV7KlcLp2/Wl
XrkUQKJQyfOMF9TyrOQVGRenIbSqp54JdGHQu2kUSTtlkm6rKTIOdeooLgIxP9qx+HAde8UHXWCL
rXYW1jFlr0P3iOKVNJse/TKWuitbba9vDVdYOyfnNi5O6RSTH2xKqi/B1LyzCHaq/KiVNaNREIUt
bq4btbagzCCglwURNYgUC7CwnWs1HTGqa5ihW2kqQlmyOb4yuMcgBZr/HaWIBBd1H3+U6y7beHCv
LSnUMxvJSBqPUCJcLOmIgGs3SnD35rJ247lun4y2qXaRwWCqeR67Dby1paUtyBByDprQCb7Eo/Ot
D/QEaytaGfvu1WlOnX+jBA9Ru3Ek1kJl+kX+hVr2w81FphuRjk/QR8N3FaP3piL8bLSml6j+p6Sr
b+Eofp9K9XaS/+BpfIG9uC3zxiD9S+aL11z81DOWOzCUR6movaRP3XK2LLc3pKfrG2ntUwrlTxQk
FDIoy5eIHVd2OYgydcd/puxJ/kclSnZTsOEBVq5o6M2/cNTLT0j1s+ljDRzbH3YP+a7IaVyqnqTk
YKv76yatQmma4JUifQY19xLKkrqk0wycTYGCYRBlR5S0Kibf1MqNod/ZW00Kq3BCGoM1xMUtSUa+
UWbGz9JKJwfRTTWbCnIxsGSmrJjeOZmj7NLIfyhTpuRdt1OcssWjBMkqMkOoZqMnsWQYaJVKH+VE
1FNmj0KaBy1deWuExapxZxji78+cZ5zkmi8PYIyx9a3tkzs/ijyi7fdERrdWWLuaZO2um7UGaSFF
KwZXMb99yQ7rs6GyZ8F/HJQPkuQ5wRdrvm2GDxnFnc2H+JofPQdbXA5Fp/pMDId2YsFoCfu/9RgJ
VxiRsvZXKoWuP9xFxm9zVRlayQuMKj3pNhoZLpe0DKNejgWkpMyHUWlPcxsdusE8XF/GlTZCcFTR
7yGzkGiGXuLMXTU1lbjd1YG5mNr7IKJEhqIJBOudGnynAMOrX7J3RrbVorG2qKi5CsIdx8FY6uXF
cgy5vOSsy1TKGE+9z6KPsvXamafAesm1CErCH9zxP6VUaAgRMuyLC4LmtyBuJNZUCdX3HV2LXabu
Q3pPaqZVbqzrSmqdo87r+T9Yy8q3PYZQRhLWVU/+DtHhzXw/92BRfayDaB/lxa3ajpUrl86jLQev
18HXLkKheAi1DF3ON7VVSjx908ncTk7a40lfHO59SEauIwVeXm6wIrbAFmdjnmneiRXAeu27ExzV
Nt2l8aeq2o9MOb9ul/hRS1d2btcioKjnhu5cwWXrlVc1/Qs9jj/4+RQ6YVCSTafb4PIsBHIb2KXD
z2+c7L0S9t/UTNr9CYQD/YJZBqgpLiBKudacgpISYqK7FOlEmcFk1xHW/L3gQoqpNRZ9zMsD7bf9
EJPo8iy59YzcnRo0gLd6Zta87znI4p5GEVKza5Hj1ZyPlXWbpTt1tmkW07xsfMy+X7do9bOfWaRd
fhb0j6bKyAFTR8lV0A3RlY0Pv7pmFt3FSNvAcV7ytMkiR5Zak7qZAohDNE5HXpB+VOLmj3DoheRU
Isy3/DZM6eC0CHqPbYfDUSYO3idwqXeK0mzlHVa/kIN0LZ6OqG0ZDEtynKSNgf9x5Hrfmqc42hnt
D6NMXDn/oPkvv/+JhHACPG34AG+6tJ0Zsd/c4lVTTp9aMjjSVnph7Qv9AqCz6XIPTNVsZ6kNgDn8
ZWFEZZ3CLZ+9hbE4OSFF0CaPwZjMgxM/a8Y7It3r67QWR5+bsTg3pdzJpNiBGPr7MEat7Lbsdnqz
4Se3DFkcGAM9drXTQKm15pBVyYFJzG7W1hu7ec3zI8JADA3fk2em+DXOoj5LUp12EE5ADDuy3dD5
mMCKTMzvufPP9WVbNegMSSzrGVLsdBOxLUgluuwmmrqZeUybjYhrNdFzbo+w9wylot9pKgeWrY/m
Z8OW3KHi3gyVnaknH3ul3YVOy4ebKGyZO31uezcvokOaxu/qatz6Zdbih/NfZnFRTLrRqFOMyaPt
vA40v0VzcUiRNrKK8DTquosLOdI9uwuzP+BNCXGN/35Xe3HWQp56nS64ZkH0MI7fKjSwhj2CEhNz
rpX3/9OXXXZV56Fvt/QZk/q1wts8QMIyhzrVbcmgbGwge3HuTCWf5sJiNWlkrdXM1bvAZVTxdVvW
XO75ui0iobw3KzMSZEdjelJUT+2f2+ZFTe6z6SbburG2sBZnL+0rZR4b8Y3G4T7vTLeOGbLeN/s+
Dp/i3mGwX79h3mrSQygbIYnGGxYvf3k+6qotpkrw6ejV8W/TScsOrONnKwtuY8Yhu0wHMbzEiN8X
jnOSq6k8/Pb68tzjvUdQQ1V7+YTubT/UCnhLXlCEuLPvQ2FzHD1jOOr9Kd66DdbMBU43KWKTXSat
fmluWg2xYzJH2LND6Z2uEMkbLamkyGuZFJIgAjeF5n6SG1ee0pvrlq5s1wvohb9L9bpt6hRLM+Uh
Lvdp9Zr7GxArzhsI2Jfaz1lry6x2bpZ+NAomR1w9x91O0vexc/D7u1bbICKs2sK4LrooSAIy8/Vy
GfspUYzIYhl780adTmHxGg8fri/Xqi1nEIuDl0pmkPgREHm0j7uHCkE+RMzm8cbZ0voVC794gdDC
9cuYxZ6Y68EZk5IPg7xoFp2m8usYQKL/dt2elYCX/D7FIjHBBQrF4qBZ/0fade3IrQPZLxKgLPFV
6jA9OQe/CI6KVJZI6ev30Iu97uYQTdgL2y8eYEpFFovFCueUdZ+tASyOeKC/QwVn1FFoqjblj4RP
5dfSzgm3JkgwjfuZX4fDgSabv1cCuCVAlMAhEhgMp/sO7BR7XkW1LaUmR/MakEwR/1JNqKPakCMp
ciI2aCfHbBki98l9H92Y2ld18Tau+/O6KLwt+Dn/00VOf7oJnYwshy4FAUAigPb5VVXsjOKNOLf1
+nBemGpvxMQ78ssC+FWezwgnjJwDvgKNO0tvI9vkDxFb22wbYAROs3oqQ4MvR6UfktCIJ0W8xoSn
Dty6KO2wzbCOV4upq1Srlg4FHbyoA2D/waZPzcALs5naAOqMMwBhg3MZ/L3N3kYyqWjIg5t9Cx16
OL9+Km8AODLRwo6RW8BnnkocEfoy8JOhDMCBLzh3kW08elUaeYsR5Z5mqlgnTAosOgedDJUlYuB6
C9bleOGXw1rsFguQ2JrrT6yU7HuO9ZIcqej8CEsx7DTzWxNQbqB4ipJiS+lmSEa0gt8bCMLPL6XK
FI9FSo61Z+W8zCMiYrRZXZY1eR8xYOy4ma7GqjIS2Ajy4kDCRy+oZCTzisdJauAUc3Qx2uVrF7wS
9GYGByu/SDJNaK1ex/+EySDOzUiXJrAhrE2zC1bVGLucLsD7dMjdOjKC9aft8ykKDVM3KKLyVUda
ymPamVkwvxAt340XRlP3wlM7WvMbQBJrts3SrKctWeWUYP52Fioyu/2aWW4fmYMXN+VyHbR8S01n
U5jZHQ8/TD/ZNOGLYbb7YrCj0Wd3dvucchdVHjCugW7pHwxKQEkCPAuZiU89OI5ROW2As8n99GIY
4LDz8Ve39hp/rTyVSH3+BtEV5FGnLsAa0BLrGHChvvk8JE+jc9fX+/VHurz9gzo2QO0sARn5abiW
kW42uhX+syzceMGDkAQYQtSVxZXaIAoAbbMAJpRLAWCup1nnQorplw/4lrgEw1ICYBdaNZejpbsU
VI0k6GD7I0+ynrVZV7gyhFN41tpRb/5Ysy8NBz/55O5QiLlZreU5MV+CoY/9SoecrTwkR8IlL1dy
Y67KdIZDNaur0HuiZvJUZusuwMr+w+YdSZKcW+tYK4iDsKxNeYF2jaX4MunGIZTKEDFkCVgGB/Pp
p3bYcja7Qw1l8uxH72zCepcPGMnXof4o3fQfMXJ40pY59foSYswB8zJtE3MxS/IvR/dIiGQVZCSz
nfciyGZPHbuohsciPfzDjhyJkPbeaKoUNMLQw/KgALiM7AztyhrnqFos4CXjTQdfDJpwaU9SWk6J
00BI012Da6HvrjMd44Ly6YjCDxyQgPADvt7pvuetWZUBNxH0hN+n5TnNgggcDJixvJ3gJ3gR2cVT
SP+hPAJ09j9ShR85yl/h4bIQcL7gYgNpwGjGPnqgz2+Qwp6hEJ7+aAIFHaPcT9KhkI6zCb/qcvul
dPA6yZ3028Q9dHeMupyNwu2hp8u1kJW3EHvLcRxb/NUfB5xPw/qBSeaNv5QHo142oTdETvH9vGYK
qzgRJll3wFPLzhiE0epy4j1ij4gxTaVMuXpHCknmDT6T1bFmPLlX9MSs9otdPZaYRs2MH+d1UQQ4
J7pIjo0Nhjm0+Asaev6CYd9dMCIDRbpNH5KbZXJegF6+9Qud+emWUPz8yPz81SYzo2K/UG700dpA
G8BjalyE+HYpCD7RTTpZYTilQGGFbimADGgI3uZR10ak00M6RhNSeLxKoUfBnSt04GOGgEARHUu3
IkY70UT8/Gi5MlDPNGAzhDUEe3+8Dscd721xniJvpHGjsQn1ugGyEPiVeBbJN9FILeqRAd67XZqN
M1x1uY6QSBU2QKH/RMi3kDf0oeixRtYiiyYWEeuaezEAWwIAKfMymqwY5UFfJ1btJf5IlQ5uRmZj
tBpIrTovGpwHSj9afj1nPEq55vxq1jCQzq/D83LoRCbLB7A8W/ahobvI1Sf3jzLiC45sojHmph2I
kIC3Xcginm5ZsaelAP4HiPOe1RfnXYVu9aQzm6OUxlcKgQDQxeDdut7nrIynfMOcL+clqU/VH9Wk
g8tqQntqQhIgnJcJGScrqi1Ng7fq3j0xQenodm49jFMuAqEFfZwbP3/r6y8jxvxm80tdbBY7mnWQ
SzqjkI4x5qDQn+xCL8d6nZIv2jSabt2kcMXqZqCUc/z+kWRfjYVdAELsbWy93fnt0S2dXPQZQYww
r8K429TF1M8OEEtDCnBHYJtmN369qe1LT4eHpbwQgaAKhFsP7aGf85y4/BMbLjBk6San5sFBiiYw
vgdozT+vnnKX/pP0Kd/ZW7lJpwmSlh6jRX0TtcO/2PeRBOnJ2QTBNJnCnfeAgg3m72BNSnWQRMor
40iG7OvCbih6B3vkVR8+eL3TW5SpeTViTh49p5olU7oGAUgeoC8aSPOSa7AMFnSYksVZsh8cq4qs
cMOH6ym/a439+c1RmviRJMk1mKSYptIVp3Z4NL2NZ25Jq/MMagP4o43kGZzUzpuVQRtmIGaYt4Yz
bmt7a7Vj1Flx0zMwhQA3Gr1vryX9aOaYTZoTpvsCyVEAnw/h5Qgth+aH73xHmfP8KirvjqNVlBzF
WpE1oVxoWL+m7JFYoMm4T6Zn7m3oAE6GVtcErTEQIpWJvbVO3BoMeXEKNLbAjJM1ZinAv7J41pUr
dKKkw+Wz3l4nS9giUmaG2K/3fHmfy0tPB0OqkyQdMQfTKiwYhCRmoGv1Kjey2Boin3/noeaAKb0f
EIHRvAqASKQ+Ty/7bl2A8IrxztgM34wRJBH+t9G7H3S9ucrTdSRGPl12Xg2pyFGtwVfMhszs2k80
GVWlaR+JkA7XGM7WFIjHEwufsvHX4h7Om7ZOBenoeEXnA5cXK2XXRWSW6cac9k7y6/8nRDo/i9uF
bBbrZM8+GMUo5vf3Tvr+/xIi37K074sRT2U8zXAPFfZ2NbwoyHVAbJr1kl/O/ewU7iASeFbwkrlf
8nRf/QOKFDb8P+MNpVi4C9GJGYqwBwPesTe/5nMX9811mV9bGKU7v2hKz3YkS5jfUVRs5HZWBh1k
pe3XBLQ8a1e9moUDOltzOxKy6Tq683z6cV6q8rI9kiqdm3G0/GoVL6aUfXHbFwMw13Pv7yrLQlXJ
D6O6LHX0khqPIKNONtmcsFDc72MLfP8sIskW2FKRoevk0NmHdJ4Cv+4tLlSzl0PIN5S9aXHddSKk
0zT2q2viuoN9kF3AH+vqm7bFWiNCTvJ3dWgsU/p7tZ6r6Z4Mj26ucWxqEWgVF8VExKmyY6sc1pni
IC3rFGXFRZm8oHnovJ0pbxznjwxpMybfTrgVQkZeLS85HaOcu7uSJ1HbNh+1q2tAVpo16vFA3QJi
MNIBp4ep6z30Pzm44ALMLwBWLCLTbu7zTddeZsXB1GWNlSaN6rKLrlAMe7jSfdona0mWAOJy88Nd
LsPukDUxDQ/n11C5T0dSJA/hlRUS8PWCg+Nco1/G5G+ZoREhDPZT4glzNGBjhR7oqD1dN9ZXtk9T
JFcrTJWZF1a5HYA2aPPNkO7dgEdr+fYPOh0JlPxPP9lG6RjQqQoX+9pHXBInk4c6hbnoUF2Uy3ck
SjLzNWzLgq8rmihI+bDWWZynwVXFNeN5SlM4kiIZug2bHtIJUvxqHzpAcr6n5q2n60xXEEqIBrE/
GyV7Hh8o75xADFvTDQYNK7OP/Oy2a7e8eZ0xh51fYdAkT67m4XEpAHKwI//0oAnEVBIQUATKpmQr
LiA2mS8S8ciQO/zaW774OrehtMcjGdJqOqiUux5yoeLRlDkbSr8F49dx3VrJj87ddrpJUuXmHYmT
VnUw0tHsE6jkuu/e8t2yn31ypc1CKAPJAAjmgMBE6l/GHwyXymtqsXfDwuO5+5YlGhtUWvqRAGnV
mJu5eRtAQD/uS3oJSCaAm5w/tyoHizc60BOFT0dh+HTzMTRqZGEKj+csTf3YZuMl8dAOsk6Fdzli
sOQ2NUEMYLuDjjFUtUVoGwvRO4Te3U9krjavuUdqDofhPwbBA7qTuH1V6p6xqhV0gDLuYPLcxnyR
ZAig6zHaLnPE8bI3CRB+Um8F852zP7+KCksQDH/ATMAcb4hS0+kqDsAYNvIQPOkm5kEB1pKYEXDY
dFBF4iBKTv1EinRvzKQL+ORDCoba79sWKKhdtQPE/dOAvLWPxPV5pRRrB44bB+gTAiMGwNKnSmVj
VbkhF0zsU7Zt+uG7M/LYN0xNnlopxkHWETzXIOOUw/8AcMmABwDL9Vy07/WMPnarvyc6NA1Vuzxy
mwJWHMYGmxOfcRSWB7lPPTcD/3QS1t427Mri0fSz97VMi23uTNc0aW/Lwn9r0AQYzat/k6TUicxx
7SKedORQDp4OVUa1nzaIk0XjFyhEZACBebYxP9yBHlo0TjLSrFE9+lYUIN6NQaCURYWvA2BTihR4
Pxixx3rLOHYZD1JQB1Iac74j02Xi9fj3ZQEtaqvry1flaEF390eWFEy5uT8XvgtZCyBZaXZRz0U0
5LG53o7rxnEeFsAJ9Mb2vNHaCr9yIlWyWh+M6c3AK8AT0FLgs/CguLGtZviSJOFyE465c2clvvcz
YTxsd+k4gTmz8s3kkJrW/MCWqkZdwbY6FDq5eSDW3M/x0A+o3bXOZIHM0yDW92xI/S3LUziWEX3X
PKpsp71Iyjx9yWp3qTadMWa7PJk9Td5W4a4xi4UTiVZBjNnKDaSO1TDDEADIqwdSNedpIgcAEmbu
ngU39azpFlSdzGNhUvDNUliuMUEYJmJtO2JGb/60MMj8OBl59XF+33SypG1bcqNsuhKynPRxdA+t
tU/K+F9EiD5VdCq7gWz7dutgHGLCcau8X7y+B+W7ltBKqQXCOcHDjglseXp9Ik2Rsx5OxvSWfcnM
CKUE5DJ1XUeqMWg0VoHTG2ymaE+T8xl2NZX29Hu18iZaFvdbWn+nU3VtYzBvWqofvRXEllvEHi0v
VnDGpGV+f34xLbEh8mXkCI5T3Aye78n+tKzM0eodsWHgHtiCOebNJAbbeQQzDl1VgEnac5/MPqwi
08yvuJcbH0FRPVJr8rdASDE0m6tybMefI9zCkXunXmvlq/Cls5NFDMQH5XrrjbFVXlLyfF51lYeB
3hbmyHA5gYrgVFSNMfdsKAsaY/AIAw9TmsRJjfeOtZQJXj2DMeoKrUqJACkCGyraBHEdn0o0w5qV
jpBYOD9Ha8tQde/WC19XQ9GJkRx2AlpZZrUQUza3SbFpk5upgHnpsALU1gvKN5QCfdxCROzl0V5N
rCrzoStpnJZBsZvbJipIcV0syzOZ3rK6uumrKe7M/G3yjV1drQfPfj+/hUprQeeuQNMIRLPb6RfM
6UBn18PVNLpgYniFLUe82ff5D6rrolE67CNJUswGQkpwa4lLsB+9DSnfs2yKSm5GGd48+cQObcI0
WSBVLArrBJ8OoP9xQ0i6Geky9464ABEQ84iWfNn0k6trZFB5OleELWgXA/bRJ5NcchcEjzVWsNsU
5QvHFK25bs7vkjKCcF1TTP6AWdSU+2/Rqxq4nYFA10yBNnTJl9cp3PXrdQiMPzBAWMEm0I0Gq5qR
QW/zR6bkSNI8AccJgUwblEcN6Ajhydqvs3PrJLvO3qz+XdbFCxyd8d7ZcQUYisbcjPTgNwfS6EJw
BcM3hlVRjsJQtIBhko8KqQfxaMfXsOYqJZHn/kz4Q1tERhIx+8lPojXdWmCy6e+88sppNgkGW7vL
adq27KPKt02xO78lKuNCV+//0qaAZE96T1kJNXrHGmg8zXyOTBGgjm0zaIawVI7IRccjqOBhW8DW
Oj2ehDcI0quJxp75cx3eWz8ACF6IQfp/6K7EZQ3QWeIit4ik36mgqRwG7rmMovP6QLDfa34f6oao
VScFzg5tgSANBXSP5LyHPGwmDOPQuF68i8DrboLGujCsQROsiZWX72OgruK1BGAUAcFyqgorqyat
CHqx2FCTPFqZZd7NwLi77M2Obpx+NB/myZ4u6TKafrzQrH47bxpKPR2xWygPOvhz+gHgbcpXf8IH
GN0hnT/MZE9126VyppjM+0+E+PnRxdG1zoKXHUR0NMMRuF79bb5u0tlE81sImMLtP2gEWBI867Gq
+HMqzulKZwh7IW62Y5eSm4x72yVfH8+LUWp1JEa6dqcOjQtjB2sHFB/wqYO+j2rjzR+eiXFotc2+
4rd9spMjaZKd2Glury6DNDzsx+p9BY5URl9w92bt2xhum8aMwp9mdwD+YnRez9/R7znR0l1orkPS
NwvWs832tnk599uM3NRGTLt9Wm3Crtr35qXf9tHgfk/CbeZ+ZP0hme5zHQ6/yr/g3S3Q3AMPs7nS
xnodOlu9EGtgFKJ7+6JtNnn6SlbNY011IhCwAS4S5PJ4d0gngrCqWyzwQIDp29r33NqFQ7ZdEkdj
psprEvRvmDK2wSyFKsmpnaaePw+sF5fEAgidLWWZ98uY+6mMlsQukh3Jp2QLLNnxsULIGsRzjVop
3gQ0GzU3tkpjsLcBI18ALCC3d/olVjFOQVLOMGW2I86XmkamoWu0Vh2XYxmSAZfoyuuyVVwO6WYN
otK+sCuAVjY7oA34/9DAi4FqZL/AqSY2UVraCRChuAyhUL/iepjsIiqm4h8c57EMOeKgBkcwChlJ
iNEicD9aB3vIvgV0+Jfsz7EkySBRagiMtMZ1Vz0Pza0/3vH1xizu8qfzB125Q0eLJrlpGrIOHd3Y
oaR8Sgc3qsAf7W5AsLa6e0TdGreitDm86PEgQzz/iQ+z90Z/rCwx8ONdhcW+sh98HVSCyl8ATfX/
RPw+gEf3jr04fcc6sW7sbWU/7GFj9THVjYGpYqtjKZJXsnO7dCYGRUYwYtvTEAHB4vzGqJYKHZ4Y
cgb7qgkwwdPj6ZUtUo6ehVDEufYwbkrRdKpLhavikN+ZcBPeFUkq6XgSjumzAcVHFEWQV9yvGMek
ePPYbRrxdj/W5aZg2/NqKR3gsUzpYvHr0vLhBeHP0zVy6+sx7TFKe2XSHVviIb0FdgZa5s4LFWsl
XWahIMk1PccEnZ98hxhjWvToisc7Ac3Ps4Aroz+LBZXV/pujQz/4nVI4FeYBO1fk+1DNxZyg5Ia8
tJrqYMYs5uShNo0pSD+co6XczoEPRrwfIQD+mPfeWktE0gxx8q5caFSSX06x3lCkiKbhwuXXJHga
zYMfPqZTDSbSahMAb0fX9fl5XcSnErBjY/89EKGf2piZk6VdKT61GrY5e7ToBx5vs4k3Cv95fgc+
nRcA7wpGUvhlE7AX8hN0IMC+HTK/AiMp+OK71R2jslp1vKefzoyQQjyRcoWH+bTPGHhv/TpHeQJz
7uvl0AwvnNgghav9l79XB1SUNpDsHVSQ5Jze7IxJSVZEC2aWfqVIl612Gp8X8ckxQxeB44W8P6pU
ltwgUo+GUyHrgYRu+7E4T+MKqGseWWka1fmr52/PS1OtHDKqeMZhisMOZGQAp26XcvV6lKny/tWz
0usw619JqkP0U5gBAnQxnWti9orIVVgLzGI5TRtEP6bzFizDw4DI9rwmKhG2Z2EOTzjNT89Ek7OJ
ExypOGsnPwZG6QhPo4PB+nRwMODn4mjjPQqQ/E/p6T7HoDEwAmhsVQjB2bNTj3HqPRquE6+OprD8
6UKDLA+mAGwQV9CfSoc0T+hMlsrFmoVIIvwyrA1d7yf+en7ZVFJ8oN8APMND6pIIAzm6NhePIfnV
eCJ9wx8K5xsmlW7aOgSD4qpxxp+z0VAIyOLIR4kjivTEqajOTX1aBxDVA7GZT5ezg2rMBWkuDPfK
8mK+bn0kSwr2UQRXaFr6ez3xsEcJz0NRBqAxp8LJBJzSdqY1gLibOAv2QXjAezJCSUMjSGWHYE+C
AaJzGrPLUoQQOqCrJQsEocErBo/5LU/dh/O6qEUg3EU90gbKqaSL3Zh95gK+EMSx6aEdGGYm5/b7
eRkquxBdxHh74Z2ACdrT9UozsGmAbLVGEetbiHRW8NGDtNj8axI52AS2xITlwdLx2JPETEXJiN9j
tdyrpiM31A02mLXX7InCy51IkYJdlDuYY+WQ0rcY2s97kBW4P2hNNfUW5ZrhHSJw/ZELlYdPxtwr
SDNDTOq/52CHrJKoGzba4f3PY3Fi0f6Tg8vodNFaf2y8gkFOVQ8bo9uv/IvTXK6ZHWU+KFHJbYPs
RBdXOqgixdV0IlcybbsjVTonQq47bjGqFtcziYoq3M7cjVzn0USe4K+tECDCloceB4D7IGt2qmnN
k3zkI3hb4LuAS9ZE+ciixHlNdIN4iq07ESSO3JEb9NGUbzkLBA1ORZ+C3LEPKO82V0vffikBN63R
S7GSBGUptFJ4AQbH5a6CycDIuOXASQxt+Qpcs82YTlOEOayoMOsbB0m5xLU1MlUqghQJ72PEFuGn
hEoZWEBELqY6drgPkLM5mrMNqUHv0Gkyw4rTBg//G/tZXCtyljOfWd+FAVwHcvSXIa2zyLdQC3AC
HcaLSiMErwFI78FWh9zt6aaRxWxnVkKjBe/+HFy85MEBJUrvaFZOqdCRHMk4MtNw/Tmf4QuTYJ9b
aWwHdFMO6+68sasuSHKsj3QX8yRDpopCn2StN2W5AiRxNwRbf4lb/xLc6hzIvp2xGTC8Oa1XufO3
TT7irYRhR1gIAmlPrhvUQBEW0+R1TDBGYBnl1l7crWU3j+fVVMRQx2LkgYXEnazKqCAmzfAMSr4w
p3tyzWYz2tZF0+qMUSlNXMQihYgiolQMyXnHDRauUApmYbbNlel+y/Of6TxsMrx+zqumuJiB8owq
EOpBnuvKBmkZg4luIajm5PW9QZ3roPt6XoLSFI8kSKbYmUufUgIJQTHHdTpHqzU+gqFCY4pKRTwP
GAlg30HgLq3amNcLnUG/Ew9h+mAG/MnJdeNz4nCePJd/v8zB0OTjBUpAE3B6eJsc/00bD8bOk8dE
9FU1zwGSHW4bhU91vQXWZeDeBD9NAPLXdNyfX0eV6wADD2CFRYhjyxj1tTt0ibcARL0I7wrkomr2
PZ+2iblqXIfK0TuCuQ1qhoDFl45071Fm2TlakgonuEFX9IY3fpQsZURItZ9DK8qp7iqzlLohAUGw
gSQAzdDpylZgSqyZ69ZAl3Te3JQffLDIfQkq56odvZt6Gvx4dbNnvw8ec8ZZ5JWZdehdZl4mtDt4
bu/s2rGjUWo5L+dX/XN1AZuObhSExaICBbjy009D/Qt5R1BkxF03RF7mRMx3I39GNYXx4mA3yc5j
gJYyuinyijK20DHj1TclJj5mtK3PHYs675fX6QbaPuXD8Fm4zvH89XBobTl1A/tPWJEhoK7HYINa
KVT/VbbDvrFe6jU2mpuWbs6vhOocBx76NnH5E3CjS9bfBsaIynlVx1ZHi4vOrNy4dDJ+0ziV/y+i
oCCiJwLcRPksu2E+JDWBck2/3pAFRWluPvsBezqv0efmTcgIIAWdvKhwfGo2QsHTp6aISldQgQZl
9jKP+c0w/1ySHw5jhzAbs8ibzBi13Ccr51sP8OgbwzbBLTNZmoBftaFAKMe6og7ueXLHdN96FsuX
BE9NZkXOEAPwMO12oJ1I0JK3kOcp0zhM1ZkDAjtYUXF1AoxdfscApzb3+xQWZKdRMn0Lgl3drnGu
649TKnYkR3rJhF2QGWFjIG0/v4z8fq4PpodxK5THyI3V7lr2D7EcgByB3CXcNOorpwc2h5c0Epbh
wIbAFkd23TBYNPSWxk2qjsOxGLG8R+G3O47FYIEVFABD9yxoohGDFqGuJ0zli+F6sE3CMdpy8Rvn
gFIy5Thz/DbJbmgPxOvggpi7sd5mOg5upUZHwqSNysy+GWhV4Hpzzajrrux8PwCy8vyZUwU3xxpJ
nr4c0gGdbNBo6XdGMMU1Bgmz5nrMX+z5Xwz8jz4ya+OM4TtWpRCVWh9teMHLh95+7nRcpMpjdCRF
uh98wko+eJBCwgNp35b2Dr3mM9Nc/spDhJQG7ABvMIxeSdaWVnORUzz2UifdkOmnaefItr4FA0Ac
jHxnOWYcLrpAVGUQAkqLgJgGzyLZ4+dFY9M+gEEgit+SqouKPt2GOni43yPyclh1LEYKEEcLeDkG
gRgD6fKXqfRm9DwP+VhsZy9YnlxMBiY7gFPXXoQWkYluWovMX3Els81CrBRDfOFcGTFCAqt5DG1j
fOWTlYtmpoEEaJnuYWpLhk4n0jfBN7qs5HH2+6pFwsEKn4qkIA/cByrPTJPho8NvQTUWnRvvVQcm
3jFr0nKXGu48otgE/IwoG1HveugZEmob3E0DQFyLDiDctmOWO5Zxp94yxtxhFwyVD9Da1dkMfdDe
t0m3gqC0qPoqmtoxiAPutbsOfQs0HTHnOrhNXUU8m1oSLagL3pJ+tNbI93n9wwA16PtilmMe5QFa
GCPgk+BVxd0VIfXQpVPsFq3tX5Zz4GzsIDWfWDfz4mZyF//eyijhW4AusHQbcLu6A/DxtEHfcupH
mYs5NLdCDxNmbc3kNWsJD24yiudiXDAnuLN62h+ytA92vJjhtBe3Lcy9WxOwvJGlCF5Y0aVjNE1z
tbf6sdlRN2zrXUHGAdXG3GVX6IrkXxMzK6aYcaMF1ZDdVpqAQXUIj01I8vn9ylbQ9+F4UFTNhuR2
Sh4D5JbC8vm89/pcEkTEgCKUACVGmgDUVKfncChMN7NEHnPhd3VzAdC8wtwt3QtAaaO2uEqCg2Nc
nJepPIVHIqWLhofzENQGEi892pBbu8uQBWkf0nb9OC9HuYaoO6IejbY1nPlT1cjQrXNdQc7I+wuG
3v+mK14Kx39sJ6bZLvUy/pElV775UoO4V2ScV//CCr+Zy8Po5vESfnXb7bpuhxJU6TouGMUjQ7RV
o27kI5+O+RHJU6PDI+3RIIxcILlJu/uG3fT8e5p9XZq48HYLDmz+jHMeYarVbseosTd5+T5W384v
82dPfvoV9ukyYwopTMYMXzGX6HRMnvql3NQmj5Nsw9q3LI/zQfNu/WxAkOh4oitZAAvLetce5lrz
bKzBSuDFbWfs3Dw8sEQnRpHjhRw8SFBN9lHVlAtzCZv9tlob3ITMf3IJOH7nrL8YM3LpOygWU7tk
cebgkTfm/SFvQI4FTO7w701LfIUvEJTxWMMI4un6JhZ6lK0SMT3tXnPys8yWyOmxqsaHQb/Oyy3G
iJdVV6pRLvGRUPdUqEmTKu1dbCr31ovC8t/HbNo1vauJAhTnBsqJqgPS6Zg5kzMQJmqESQMwVUCw
A1mQ3vbkmeLmp3cheC/6LR1uaKJrFv7sF4RMVA7FkuIelI4NmHMmMvUwn4H+7IcSkOW3SbKgl/Dn
+YOhXMMjOdLBSAhpliqAbv1w2VTfRrq12MN5EWIbTiONU1Uk2+hBoYM2Fagy9g+r2UQcAOLnJegW
SzKE0B4CL6uhRIluanjtQ5mHDwEwfDFXoxGldCRH6yXW8+gBQtuwQFUFytThnRH8MAY/WjnAw5Io
sa6ZlUQD4HT+XjucKNGdDyoQ8DKciiRON3EWIttrjy4od+6W/Lae852jw1VRmcKRHHkcjWWDs5gZ
5GRWfQXamu3oV5u1SjW+QidGtmxeze5kQswEcBGCcaOM9puW6trOPw+mgGAEnijwwRkrAHclOWjx
anMzRAa0zdmKuglL3J0NiL4l4uXo0BsMXSF/FXbGbW7m89bpl/pLyOh8ZQ+CAZL16P85v5FKzY++
yD7dyMDpXQTS+KIwmZ+axPoxBO4maJ7OS1FZ6LHe0nGz6mFtlwTrG7A3MrZgrcMAaveAtoPMXBGc
vaN+fl6iUq8QL2WkxER4IUlM27xsMxtJ4DwPk13Rmd5l48wlioyVDiBc5UswNSV6atA7iXDwdAnB
7zamjRA1Tc51nzT3ee3H57VRunuUpYT1gOQVVOenMrKkLMbVRCWgAxZ/2mOY/sI2L8Z5B9w2i9zb
fhaNk2bOR+XBsHxohkfeE0GSJNMwCGgVONK/Hk+jwBrjal0O1HW3fj1qdutzdgMALEhki1Y3SJN7
uoKSdP2a2zVKezRajc06p5Hlf/T2Tc0u6/7l/GoqFTuSJqU3AsrGlVJIy5DvCsE3bo7IPAxRo8PL
UZ533JOINZGixamX3KSx9tVQC70WzwRQ87hzCN3k6LwcByMuAmvDljd0ccdLx2+SKtglxaKxHJWu
+ADkv9CWJazn1HAobVpQYuEayvAOTej3Kcw2FN33Jsk1e/g5nwNHjfwpypkg0P3Ul7eGJWlzUWDP
h+EGKfJsn9Bw2owLYGHJuqDI7mX28/mdVJ1yNAFauIcgEVHtqXbtTFqSm2j/TX0QbvW0GuK0Y8l2
aq2f5yWpPJhozwNSgSDElNHpjBpMBMSgDeqLzvxuLivrwXNsBaC7Gtzwa+Mvw52XpwyNWyhP4jmI
uFSzwMqwOvCxwCaQVAR39qm2Xj77KS8DJMPrJHIchnLuU0ciXn/xlru8vGvdO9/fr924O6+7cpV9
ZH1ABIv8kdyjboXB5KbMR7BkfDVcUArhFV+nmreJIgVvIZJA6zBy3wGGNiV34/cJtT30ksaBnUX9
sm+ae148+BS5n33mX5jDtW3v1tyNGeIM64OamhhAtcMhugtc2BNa5GR3h9misEZXpGhMuptDthMd
t+O9F147xYHxPAqCXnP3qrweqmtAg3JxdKD36X6G2E1rqKAxD7+uFh4m9xTN7AOAqAK+SQcd6Kvi
gMIR4NknHBKqo5IrsLumxWxWJ1q/w+6qW9wQLHF9Blhlt8i3DpJM+3EMh0SjpaIzAFc/ajfoXAOq
LfqxTtVsCnuqKIXcetlx94550UwmzBfPePiCU+WGePEU/gpRR0OBYmN5fw3ELsar0COKeVVMFuL4
nspPgMZisBFQR9S+ZPl3t3vI0h/nT4jK0R/JcOSupiXwEs/vIWMg7oNtTxEFswE3vxdeeY2OhAvU
1L+M6fKB/GZkT9ahLXXwowpjOvkCyTkgjYPQOMQXNGAEJsBLG4ZboO1c+SPfeOiyW/JC54/EiZQe
USiW/SaPwEDgpwanrnLKabXcJjbadPX3hsf692lNE0EByMbHDOnbh840PLqzPdC8RokXpOm1lbrl
RdA2s7ObKte8LEjIdGNCipAMKL0OiqIe+rfxPD7dcp/PDW9EgsErvL2xhrs213VBKUXgLGEAAXAZ
n6h7Zp+WS7DAGQNX69DZyPqiK+O8VSnubguD1oJgUrwYPr3xp6Uj6+ThtUDphd2lYPH7H9LOYzlu
ZWm3T4QIeDMF0IbeSKIoTRCSuAXvPZ7+LvD+56gbRDRi6wykCQfZVSiTlfmZ2yqUbSvwNj7lWiQq
fbMmHWfDB4CpnkdJLPuc8GHUU+313dy61vInX/6bOOR4SFco0txyPf8uZmKqNXcA3yUVbyTxl1iW
x3rgpI20LZ2W1S2p0hOn4YicIFWS81iyoBRqYMSzvN6913+hHmOLwVFKYqxUHoT8i97etNp12n0J
9A3w89pWPI28yC+7TK7CoCIrEcc7o7yTsitZEhxNuTeCL9J0vLxI1rICgPYzSsjgqfPBdClSAz8d
xTx3Cku9VXP5eew+W12x8/18X0SN3Sj9nSjGt6ZgXteS9+1y+LWxguLFQsGYy8XvX+Gk9hC2jdZi
LDff2tbLqAW2nCu4RZsYsImvLNabxt9SqVofMZmIPtfdYRstdrcwjErg+Yx4iLXPA0RPYZTcQWpi
J9b9W13qYa7guFoojua9peoW7WAtU8F2imclvXIQOMsLRfECyegadkte35oFufyV2dc0mUfw30fT
2pnWwfL2CSp0EWXAfbwlPrf2GpR0nFhntQ4S3yU1qLJCr26xS3f66EqiEdUADFCF3wFngy4ck/FK
9e7wPPr3XxrgLnIM78CEJaQf5LFfBvMFAwc9uo2bKsXEpynurBTp9Ta8NyLvRxdbzUYTf+1ogh2D
RgHUBar2y3tNqbIklJvcUUsFn+LMNnSSXZA/IoSPyyNcSZBQgqC1io4vOOglzdUr1Eo0crhxnfYL
c5ADmnZuw7vQaqorA5H8y9HWviLvCYAthKKE+96lONk6beKh827xpCD1+fRuYS1jdCLGO8ksD339
2Fmi07Xe3qcNeTn0ypyeRV4cjUKO200/P2Zq77H3IqfJgC0l/l4xtvRO105hQnF5zW6XLNdFjiuM
E7SXlPOhmZRrlV4sN/9tIPiuUlS7OFXttAj2ufk86cHN1OuHWtyqjq4O1pA5nihWsmkXp0U2haUc
ZAx2Er4DIauF2i6a55ou8+VJXTkJoYbQa0AFUKH9vBhpa9I0Zk+S5krtdWV2O45qRy+lX0LWHIV0
uEq8LbONFUjabAXFhUovi8fT8s2iFoaB7C8x4/BKQ+9Fu5b8Q5UceXtm5jGY3NT4qgm3mbWXoy+Y
Rdk452rGQ/uvVXTJq3lQIKLC7a3ibHp+17aKNQTCyO+IqC7EB1X5bGh3ZuXRir+xki1zjtUv+iea
tqAQdMNYhjTamWmMCRrxK7UGdxhUu9g68tYOBIoZzC8Vt1lD8nxYXiKPfdtOPPrFxgFdQbOlfc6k
4iZQ4ufBqp4ur6DVzcLhI0MFg0dHo+U8Xi0OYshbMXckawTGV2DLsY9b0VaLO4RwUPL1wmcvewlN
RO7Cz5eDr+SzVKr+xJbPY2PgLYkVTXNwiz5Y8ehWCrZwq/MOWLwXgE2CGaT2gZrpsn6B1VcRmB5S
kolg7kxQAJo4kgWGV5dHsnY/g/aasXxQWWfMyvlQtBayu9rQzK0rKz+EfqDak5r6T6npW26nDckh
aPO7yNAJDoimHtXIDvyRxNDXviCv3lx1eTpuJPPvF9Vy9OBG381d4PktAQPpSNIQtXzcikp+l0h2
j5N1qb3By7xRxZnLzgGs/rBC3S606qC2lYO2+jFMHytTP8ZaY3v0TiM9vPFM/RDIApD6rQ7f+tRp
ioF+BxUqdclZ6eo28keLVZB1mMlH1238Gnk2UBK0ir9EanGlhq9Srdiy3n+W02QfRZVdiVtsj7WF
wvJAJZvnCMnt4ijlg0hhTFvOCRWIOqEqDUfAyCDT62ojVV+PxLvHfKcrvqeaJ3cw9bsyaecnbKTK
R1MKjnWX7PTEOFxekmsnFp1aOu8alWBo6+crchAVIYKoirMPWJSiPobxWwilWN2SKlg9QWbwNM8B
tJM+lCmzERpXE0GOzkvPk3cBPj97TawaEgmh+9KZo/FVaiXpmAZGcVsbtXRr6pV0o2YFonqS5W+d
aPNRvFz01lx+AcgKE3RZoMWkWVa02aqiruwuvPXyt1b4LTc7A9lk+VBmh2Rrn61N9WnERW4zBkVV
W7NpZpR9K0UnkakLjw+9stXoX7sbTuMsHnle6ol53RJHkJO9UII6swZHGOorrLZxSgk2jo+17OI0
3GIF9UoQDmHPRCbN61ShAlB86sNnUXBzL7dza395vUrafNx/+HA0Dejzz8pVy8xiitLIyBTuWEog
gDPTahiqQ13WZr1jy+jXVSOXys4HVL0fcat+EYtKfhQ0a1SuGyPt6FUW0rDXYwVjj5ZCib9Xp3F8
ksdcNBxlUpTkkdOnPBR9phrH0IuHH7EEv8DRRl/ZBZPPMeibfnxTl1bTuzKk0Qp9/i4PdoMmVNeJ
mAu7cF62SiZ7SPy0ovRmNWJ9lOs+Hl0xtYTQ7YIoM5x68Mx7TSgjYIOSWTwqvip+LmUpedXEFDku
QTInsvxa9EVHDSUPKmLeRFdt2ivkraOFRhssOn6D2d53hqdodiIK/g+pCguXqmf1SSmVvnDHtux3
bdSI3+EusNdVMdRhBqV+oO+1oJSv/R7bYLsp+iZx0rrXgkOdAgwAxDirSkiJOvOyxKNVygh7Nkkr
T7ZVDOA7oiErOZpQur/u48BCu9CPzLccRw5nbA3rd+wX0lWqWOGBKsHoWglkrGtA9Wg9NYj12WXO
JNt+HY2Ri2Nf64AfxHmwFdX0n7IY2zt9svIaLcvIaxGVbZHTwJlF+51aXvNDCpvRdGK/rn61tZR9
ynGO8mytHE23MQXrd6Ixvc9Gbvj32GiIkeOPSQ45Qp1uVcSNd10VY6Qgce1nvWUeusyTB3juzVXa
tNH11PfZFYUu+UpsKIOXQ9GHtpwF2N1WNStMqIBRXmvaSHc803JzJwtd6LsIOGbI0XXenSgXQnUc
M8nw3VgWhbu0Ze3aYy7nr3I1AoLxwAuqTjVOZen22K7lT8UQBTd6NSqqUxZTCX1nKMvZpiyvtd0Q
B/4+Cvr6XtAm6ZNaDeEECBpTdltWcll6LLQuK3ZtL7X+ndBUyu3Qy/VOIQn+Cem9PCCwAUC1YGWk
G0+M1eN9ZnrQZ+NEVZaM46pqWD0pjsYREmuefAjKO7n/Fof3Smxn0VHJf1eTOyq3urlJgF85EHjV
UOOB9jnruC/O1bxrrLKOyQxgCt/CE7vX/LcY9w80Xw4y4ca+29MFvynT0K4TUPBqvnEorRyBqGaB
5QdRhpr3so+QCeKUBnqbA9KQbNk5aLdtr7IrRfQftqz4Vk53UmH6mfxHKr48/pKiVtPRIC/I4xpF
BkrWHuoSMdRGS06oxBqVEt/ALoiKjXN+LTCsJ1iMENi0DyIdkpBotdQI1LZaAL/3RarTTz2O3mdP
CTdW09p8UlVBnVDGv4NT/jwpKcae87oENe3VKnW0Us2vJXFoExudW0SUOL5ad/KlOLOnVu+35G1W
Mi86mSZAGGo7qLMvojfKWIdTT3QVJ+habLnIvKsk3PLAXEkHkAqEpa/yJADMsAxDKdIsgoJ0QGp2
lXbEioIb+7Ox9VRcS++BSpCvMpNUAJarc9SHQin8EL4fc/Va0qelGDdCJ3IaMOkYpOo+vyKI4hEk
d696uj1yyX33urYr7cT349vMl4yboO6sY+Drwc7zCv8mCHthJ6lJR9Gi1mPPjZuevmiiIxcuV12w
RdFZK0oxW8D85Rn6C/73fFFYXZhpYouldaFTLQgmO0iyXTJ9D5TMloLvkGjkxE1VaWPZr62G07CL
zxTXWSpXEWFbrd8V6WdlHA/JliXg/NsXOQ36KqoO8GqG0iyT0SZR6rETSY476tS+EjzEfruhorAV
Yl6Op++JvGJj+4RI05gv7AVPchP++zfL3KOmKYR+6VyBPo9RlaLRJTVeUqZYPGe18MP3kj3uAhu5
+5xRfpitkzCLgkAbJpXemITBPr1IHnLoCUF4F1l2Yu2U7muqHy7nnCsnH8NiSLBadfR+F0sgLake
plqN4P0YuHnePESTsWsG9VpuPNdIx43bZDUcQhczuXXuri3CRZNe6q1E/u5RbZWmZKeVOlQIdL2U
4K7YsktaOWtVetD/jbZYF1AwBiEaiVYJD1Nf27L8Vsd3jbYP6NBkW4fR2qeDqAGFkB2M0tNihagx
EpxBP9u66P+oxs4yDkP/O4k+W73nlu3boG612NcmEzEIAE4WSDhKVOdLUlUG6uZ+XIK2gxuZe4U9
Jepgt3HkjIExOq3e/ry8WlYODKoD5LCQ4+d8aPH50mDIrXzWachzoGKD/uD72kEmO7Yvx1kbGemh
wrsdHeQPEkPmOBohew1sbb3rphsERm0oNEFFcrjF+1wPRS+N0xdRiCWmVvFQN5gSAFRG9ZqLInC0
LyO4vsI7jlv12rUFokMi+79QS1itHsbkURIodWhccnXf66UrT7pjsPsS80dau82W/Mpa6soH+xNy
sUTCNkPJZiCkgcVeWXyxyNvEId2pQvwICtXOZ4ot3a7Z6kI8JJbl9J68gTFaSQZm2BS6+hZJBy2l
82VKq7KrookZTrBLDZGvtoTqrhHEKxPI9OV1sxVqPhBOLoJE6GRFmLWByqE8mqXmCiSuzRBD29u4
ctaOFiD5kC1wYuOLLnaCMoxWZY7AT6Mu23n4FLiykH8Shn4XGenOTITdMOQbV9DaNXcac3GcGX6k
B11EzARn+6xSqBB+ujx/a/vbQHNApQ4JumK5GTxwfWo9glssNA/FxQRNewB35oaA7urc/Ymy3AcZ
VLRu6sElT61FsUJ4CWPrfobvCgbGR7566PwtM7S1rXcysGWNP28KSZ9iANd68FVPHk3vtzxchfVu
Sh6D9JPe/XN5HlfX4ckIF7d41ISyGM7hAu/OHBAs203Vy6ZY/+p6OIminK/2UKObqMzzWBl0LvqI
gnocKBu7d+18PJ25+UecbKmcvo/UWwSBcW3Lw1Fq3yr1SQt/6druLyZt1q4DLGdy7i+G00ZtY0g5
k9bRFIjExlXCI75JlvdyOc7q8juJsxhRVFstzWhGpMzLrY1/mYXo9FK0jxPrm+ap10Uc/81pcRJy
cVoYWa9F00TItKEw6rlB8FyP6GfSQtR+Bd1Wk3t1+UFVhmoHUIOu1vk3G/3aTGRjPpx8wU66+wIk
Whc+afFWy2B1cQCFmCl9iJctt9XkdaMspgSqk69aeicke/jKTmbtSupJf/HVTkIttlRGSc4YFEKN
wq0Yy7actrskufapjcTxrbbVV17dWyfhFotRCZVAtKp5CsVyHwfejd9v+Yl/9KRAaYKCw39nb7EQ
09BKQ7WdZ2/8nunPI5biwWCb43WDvP+0h66HuGFSHJvoiDWco4dfeutZbx5HJNtq4fPl+V1NFU5/
zWKNghdFJF7l1+CM1VY3dPNsA8RoV/t2od9YpGCyuC/rmyDbbWphvHd8ls8eICD4BqKHAX9xkacI
OiZRZj2ifWDK32JkzOWyvxdachMpPoxWbk9Z5Q7V98xKIF97W66F6/EpyqD7QZ4CsP18x3T0RPtQ
gOnRSvqVonQ4mCV21n4R9c5WUwW9SWi/qfdD1atXVdw4Hdb6f2BkofjTx59F6xajz5W2A0XK6Lv+
a5/pridX7mjOUujli2fJV5R5d8UQszSGna/Fr1Rvd57e3FbppjXJ2tFx+lMW2wxALSYzDRORWZDc
g51o/cPLTCz948Zym8e0/OKngRYz3pipONOxSNUM0t/4RTExDyjsOv+sdy1ejoeS6ktE2yDY6iGt
VVtms5OZoAo7A6XK848NrCDuSovp9pXcVgogI2+K+JRKuwgjiDh6CMb79C8wmGcx50vp5BqdVHZW
WxKzpJBf7uRwVBJXj9Ie4Eg4fINS0T9fnuG1a+50lHNKdBIxmMIi7SQiIlwZCTdxgSBDbgeDo4h3
UbJVqZ5Ph4+f8z9zClniPJonlWMkF3xOI8uvw7w+FkDaDeufy2Nau2/+jOkjlmGqAC/PYxqH1sm9
kmwEg7zwU2oxzGmrqbl6JGLDBpGNApZpLQE2iSzpeYsdkqMFGPBMjig+aWpiF8ZnU/8JZjfJRztU
X3Pvoc029sf6Pvxv6CXaph4ELTZHQjflsO/lfdq2bopBWPgXkgqzqdQ7lonT50N3w6gGCFMykdL8
JfD21ejI/p0s9rakXCeRa0zOtGmPvLr5T2IudoMxTUkm5cTUKR3Exj4RqQ9T64/2gnajI0/q7XTB
DaUfl5fPGinibKyLPRF2ptAmEnGztHMq66pq7jWdwx27x1sQnaLQuFT1gnzfyranb+2R1W8KoBxM
02z6pCxuWIlOIMhD8PFJXn1p++gp7HunD14SYUtbanU3nkSaf8nJ3m+GLkHdmki5l7hFELgKNOFC
yHaX53NtQNSPWT0K8FNUbM/D5FI3ANyBq5gI0B+MKILY53OOZqr6PZbajefvajSQm3hB8E9dtuHM
skolQYQqJMgQ/T0FhGjgpEL5hD6kc3lga/MHd/C/oRbrUynkBKEfQgUClORYaWg+Q/d2C107XI70
XmBdHpynoRZzaGhZ0HUpofLsppa/y9ajXty35W1Q/IrxU52+i9KL5B3l7msePyNDZW0Zuq6dqSc/
4N2r7GSt0ITVa1rKpD75W5pei+btbDFpyo9puNV9WruSTkMt8pyu9NTaAiHv1JPxOw5e4iy0c71z
C4GFAyK1U5ON6V39kBQqgUeC/fqgvi5EuhDXnceHzLQr0MVf2iJwy+4vmBwgbf+EWWRNihnQQ1MJ
QxZ50+TqfiJEOGhHsH0bhmArcwivGi1EHSA0vMjFHGLR+n+fy7D6epd4quX2YooThm88RlTVXK0a
oLJ1dbWRT6y8iBBzgyZo0qGlqDhP9ek6QSM/SNMgd7Q8FJ6VNjWcFOWnjQ82L/fFdqBpSCd29sVD
VGqxHaZS8fJU4WGMfIjeumKIWgiKQt9NKhwJhkBStcG3ltfGhTI/lXtsK7E9XYyrzDsqhuUMe4NV
oECBTtoOsVy86VoNVQLtiC/ELpRVO9aEKwXdQcPwd1oTHpopsiu/p3LVu57e7ybd+Czmkm2aCZXU
GA2m2C0yy4nl2L18aKychBqGaRyCs6AMFZPzTzEOWFANBaDGrK7x8yQbiewkekubp8tx1taaBvWV
f3BdPtgUGl0mUMWiHz80Bw3XSS+48kEgIpyjNkeDffy/hVucurlUTaIxzeH8L7kV2JJ1H3UPgfcl
6zt7U95/7RmAtDWwQOxuwY4vCbZpUYZDLerQmHs3wWfOauwoltxaBupr19rVlN/lW7TMtS83y3cD
6uBI+tBF9OVWG4Kkh+xQuY2SOFnyTzZ+7sUtntzKof4uE/6fOIsDCcFfugsS20gzjx0CQLqtCaot
TU5SbKIf55facstyss4mGorMC2C5Gv2hqtSQWIb0OKiPwoAUW2cjkNc2HdLyewj3ebFHdglF24O5
VWpd/YwGqLWZ6Dq3MeepODmXUt2I9HQc3hdpI/6Ky++Gtpc75C2xjkLXoD0kw8a+WDsyTkMuFmrQ
eENW63xFva6cabI+pYqwcdqufsCTUS3OwUBXxl7rCCGUwW2pIdaIGmlXhXdanHztNrUn1wogbPH/
zuK7SODJLMp6UhdmwywaZf9WBQ8GbiVJ4D9QA7sulPaT4Jt7i0Jlo77WfwVzOou+uNSs3GrGwmK0
QX0Vl7syGkAyPgvtm+e/mMFtXnySzF2lfC7UjZxy7UVwFnmxUUJBlrPRJDJeFa5QoeHTBLeaHj1U
ev6lLpL92D9DfDsIfufG0adReZG6LfW8zclf1EJiRR/zvmDy4/It8Z5ANLqN5aTRQ/duyZBNvMW+
1ltev6tnERrGWJwAjJeWV+04+uKQqUQNJDdrPhn1o9fvo2xjIa/dIQjc/ifKUgV0BjfmgkYUTeVO
b7ld95N0lLXvcm1X/efLN8hK9kBRQIQeDCUTA5zFrgmNMYP0z1FkmRBv4oNevIyW8KkSMxv6FR4e
sp1owUaHZCPo8qmuwjj6/0z3Lnfz7ovm3UQ8KAONeumt4Ye2nm1c//OBujhwZzgetAYkP8gEF7sF
hTnLB4BHjiQ9FYhMydXV2G214FdWx1mQxcbQUj31GoUg0/DY8EpPLCQayMG0jUt/azCLtR8KpgSi
YI5j/gyqnlq4Z5v/3oQJACMAv/mN+s6mPL8jshIHTdwsWISJoyYv9OPMaTdqCI0WWx9ndd4gLnG9
U0z5IGhhyaCqc5FQhfcwdf+U/SfD/6Q1//4VwID+RJlvqJPjeorpKCUCUQSDQmlil+ZO93Zl+81X
Slr4Gwtu7Y5FzFmC1q9zR4jLfUWn26/lOZyRPlT+z14p8al+0bUnYzpK/a5vkSHYWBcrFyAFWsOA
HA+ehorJ+QgBHZtqMieDidZg44qajbHLATubt6UaboxvbQcbnIIAbEnJgBKex8K/NZc9c8adYkCc
x1eW9CXIX81hsLXm16TsKk7gywfV2ipheSBbRcIEfGdxUI2lnvhRT0QNwKLQeI6gotEwea4MRel/
CrV839NziLUynkMJvRMP8VGQvyrQ8qfc3OpjrI+KJ5SFRz09wUUqVvuyVwy+ljtjUyVvGWzxn2Yh
Ca8gtYtPtSF7+CzniX8DCD+5TabJuNVHGaMGSbKCq7g18tw2BxzoESlPpRYT6KDsXFFJu438beVO
At4gS9YM9aXdtJj9QhuGGnoEmGbasRRX9fpRyzs7gRqm5AGCb98uf4K1tTx7b8GEJedXrcVZ6utt
0RU18YKmtOMc1ZdvA+m4Lj6a4V9QVkBMwR/B4wbV0WVzQ1CrvFXmsU1lJX0d5GDcyUZxVyFY6wJO
u8dQITwy+A1Mx9oz2kA3Y1bm4Kn4Yb8GiQI9NAJZrFW692Jm4vgMlEP6NIWDLDlKlzTfel2Jj7Ka
ar9LrbV+wF7tdnXXKpE90PO5UrNae2XH+6OtN6n5bEaxFh+EXO17Vy+7INhVnR5/1QIB+XpdqV10
dKTf/qRQ75AkX9p62KzcTPi/UC+mH0lNYuln1vkBdvUjVtKoxd7nfn6bZApgGOPfH3SojQC+pO+H
RtAS9A5p0URnOi6ohdsJHA9R/kTt24p/Kv3Gsl855jhNOb+NWbBC/kAzzLIgV8OZD1faEFqLEXe2
+roaKKIOhzQPrvgelxf+WmZLSChx0O3hsS8BRaZQVUWJlyOk099ifOCktaU2tJPU6YZ4H1vf8vzF
V16ibENUYI2jfRp4iTEaijYWG4XAKtqSJZD6WnAj61HzfshJZ5c9hJtrqzwgFxta2Bg/VsZr6H+b
8vt6i1uw1t09+ymL22VoMMZpdX6KIFSOhsxWL9HfTl1N/BEZtaNURzm99ScXoriPYAnY2Owv9CaR
y8ZME8g/qK4lpdpQPNhXCgBpD6GMSHsIAt0W841Tbi1L4BZly0BjnaU2F8eqbDRy6ukz0psiWb9P
5B9eejDnhVzto/G6wn9INzZlpefO4iIbniUg8aKERgYudd7GJ6mQV/BT+nhGTOffZPVOthJX058K
+UmWBzcYrmt1B3Dg8rpeuUDOYs4X4UlM1UDuXDXBbQpwbqYExv/4Y+4UaEkChQwIP6CbyxFXV9Hp
MBd36zD2/mCoc8hqJ+b7XD2k02FGSkjGsZAaOyyuLP+OanBT4iPyVFgvl3/A+pBnkQVWEE/mxcfl
gVEkXQIVUhTvitytm2ezoXs+7UCMZBzZl6OtvcuZ4f+GWz6q4rCMC0/iq0Zi4CjyMbfux+6qLR0h
xRkYQp+nvxTikYZzqr8NlboVf31V/Ym/2LQ5ugsQ1xmuP11hK6SGXws4dqIzhl8C5TjgyuxHGzHX
7pvTIS+yhD7kbpDnGZblp6D7R5zu1fb35WlduwFOQyyS6qLrkmkQmdUAdn4OikqU9hogCCs94qNV
zV924wZYSX2wJIYcDQkIJcclQkzoJaufFEDxk3UNd1HsTNuqfobewdj8ZmuhqK2iUATIWPngQGZV
qeqNfl84g/A9z1xtAksV7xTYcsO0BXxbyXShr89q1vB2UOBYLA+10Uy0pgdoEyl9+eyW9/guin51
5fHyB1s7U1Eap37C2cbjZJmESJ2oe8gWcI+1GgbImaFCFVMTFbX6usECbaxFbpTBErNbXTDh7KZR
2ydu6Q/pRqNkdXpPfsl8QJyceejtqmKniBiVB8NTPf3Kw9cGZMAY0xudti7N1fm1UBBDh01F1H4x
v6am+BWyDSCDJixWPENQXXSoX3PLeBUSAEOXZ3klGmkRyh9Q8pAFWkpbiSFCNmYelUhCpl/NoumO
cmhW8KGL+KnzxurqcriVjQ4S3oACyGGqfXB+CvwuNEsL3oYYTabdljFoLknGrLFRt9Qn10ZGsw6P
eQ0ZBKxDzz9aiPuqhbFQ6UhKcQiqbJd13dUQGsemrTdSrrnksLiHgTRANuDVjk/esp3S9j1Nx5pQ
ZtQcU2M4BMaWNN/axEEJofHJxpM+KLV4gSCWuoJPbdTwTMbY5A1vK6xUJuOfy19obduhGIHvKQcK
1IVlKlNSdCuKqi/BvoB8FtsbABU7q/OuCtE4iE11H8sl/prFXvLMt43Y89peTqSB1CyJPybH1F3O
vxldmzYKjKl0ZG/cNd60y5sEwbFur5fVXa8H3PO1nQoInaXaIRuDaKMasrLR549I8Qo4KCp+i5u+
arMGar1YOkWvwwsZRqQD+u6eNk+wUyMhtUWjlXaXB732ZU9iLq97ZDJYlJ1UcjFhr2R8F3kMZQlC
0ZfDrG2HWeVWntU6YBctzrAUCp9gePLMmLIOYj/8KiXtqE3VUVek/eVQa08fnGq4jEzOLzKZ5dar
rESdNMpxeS87GXBKtVNdH3Qn1H43FoG2tqWbdi8xWUXX+Yf/MfxiqOYAWswvCV+3g7FDkRpCR9jv
+0IFWxIKo8Nh/jD4wmiXkf/T0KJbz6x+bvyIlSwKXqGCrSToCCrzi2McMuMETEErHTgfjzoO1NRW
hr3llT+kUb6OPOXQAt5uA8u3OT42kvS1jw2RYBZAAcMHu/Z8H2VmNZqVZZQO76K7vh6e0Ut9Fnzx
tZysb5cHurZ8T0K9Hycnd+M4FiZYFpNQTQGneszSh6jTA0ev1K1a7Noxa9LmBADAvKJ9dj4qeWxM
BXw/lwcFUZ5033pV+3V5NO+FgOUJZIGHMICszra+i8+Womw4jbFczJ5qpeqK5c00vrXxMUkUO6tf
g0a/0f0vY3HlDZ9K6S2yCqdM7oRin05HIzuoI2DMXeEf8NfqlY3L8+NXxdibJx0lExP18aUMZD1o
vpp3ML4l2HP4c7Wp74zyr8h6vjwJq3HwpMQFfhadXNquDFandPQE0fTBk12jKRH1NK9Q09u0GViN
xJDgkr07AC/O+0AoKq8PcfqDt46N4TMqPaP3MKQ/Lg/o48KBKvRe4Z6BBwgAnS8ca8BF0/SoMzV9
omMKjYGY53lbVPa1wbATKKa/i9ou89W6FbS6CnhhdMWQ3JCWCnd5JcPxBefoj3290Qf5uPHmKi4t
Nkiic3V1sVIlD/2SyaPkUBke+VN70FrD0fMtJam1uUNFe9b9VOClLmnL6KYocZLx+B6MY+q9ycnr
5W8zH8bnG45hQCxnLLB1yG7Pvw3Wp92opxCVUw2JRttLEYIIbpA1syP1Sm3/uRxtfTR/os1/Pzmt
JMkLlSQmWthru0lEvDUx3Msh5rP1w4CQt7AkVaOvstylpaWM/pTzPhJb5V5IzJ2Uf7OGZ0N+kacW
+ZKWJ2C5paN2OegHDLqSmKWuNTwAe+FYt/tAO4zIDA3pIdQBo1B2LLZYQivLb7bI5W5DMZp6+/yL
TmbSHILI6gaF2lNdYrewFybRjTddp1aiAPaCHqKrM2vBWixyb+jz0W9JexMtdfV8gMwrUJeIHHmM
vo6R/rnLXzQhcWPvCYbLLzzubyCLVJbiluhwXf6wkvzxy579mPnvJ0Oue6ri3pyDW9aTgFdc0aB5
HLoxV6DdmF+zNr/pgHBYk7BL+rthGDeOsZXJ4EFIPZnLD6bgkqkjD0gvR/lQIhtofubd5iOs39VO
XCdbGdzHPFhW6XXSxkU4G3nuxbTnhRSGtOUqJx8xx+twTbWLSXwsDf+XprcPcRkbG0iClY0JxBLl
ACDO9G+WrQCtwVRTrpqKBTzdgly7abJyd/n7rUwf+gSAteFZsS+XD5s+1EIzkmVUDvPPxficZIfx
3+NKZrlFdgWSRSizLvf+pJlx6cVa5SBG4A4ImCCwizSy/+/9ZYlDF3zGuKE5uZytsE06v0+IU6Im
jpq5pxzL8MoU9pdnbOVGm5+BOtfLLCW47JpUGQ9SaI6V4wu3evYsl8cJq8Qtvsfad2Fn44soknSh
mHu+rSwU9IbSUCv2dgvBzzy2jbUPe/VfVzqYM5byDJaDHmosLprYV1M6gsxZOmGv8WR4pQ2P16RG
9heTdhJnccWMKbrceUAcL1X2wexCYOhfkAjL7HzcqDusnPpnQ5pn9uRACmNNicyWUCOyAjpWtb1m
uXmJYrbUvVT6r6TC5HpL4GilPn0+kfOqOYkqNJkydRVRJ1A/qO1Z8j+jhGAZB1FuG+oVink8kptG
Bkl/hVDZ5eldOSgADmACB8hzbq8tjqbKqqssyryKfkrkgNMBIf3vPyBETIN+JHeO9MHwOKWuoQ9z
wyrDGGUEFmd8i5JP4bSRJ6wNhJQHPoxi8lheakN0ctwWeRbWTlg2EIGcnjTu8lStbCwStz8RFu9g
/CEmxACJUFhXWp3YQg3Y7W9GwZHKUTQ7nIqLxVAqhdKjlFo7SYfZMG0uactWc+Uu4rz+E2FxPAhD
Kw5lQYTeegyTnZChigda2bMzZaPRtBYJ5gsFSuTfQdDNX+xkYSvDwLJGZNMZ05uqof5EEvGWh27j
HS9/mK1Aiw/TtGkQVjmBLFZYL2GnyXOWvhIoha325wrJBpa1bFCCUOe7T1vEooGPKHFf1vjt9Ri5
vZb5vS6gVvhLG100npv+l6r+mup7XuuKVtlAwFtzYx2urfSTn6DPpZKTeS3TqhXHkZ8wgTPv9Cc1
36jPr9xTaCbQ29dJHWY09HkAQcyzGLPo2mkk2e5JWyrPlqXKho1/+cOtHLingZatdVMY6zY2GYk4
AvlGzf5GDa/n1zEvY03dK8FGOWIrnnw+sDwXpM7XiddGx6xwK5UUbJ9qjiTYRfrb2FosawfGyTwu
r0hTAy+lNczjhMWDCOn8p988Xp7BrRDz30/WQt0otYrtOp8KNe7hJZXuky3kxfpqmAHdVLck3mDn
IfoyisMsZBQz1qC8bf1doByGLTOi1UWt0geDqAOUammmQAfKEKaWgQyRCHI6ta2tRuxKBLTC0LAg
Kwa5skSvxXHlJaU8lo5OAm4D0nGREq83sqJ5+y9eq7TWINui58Olt3xTqEY8NZGlltjYVa6g/z/S
vmxZTp1p9omIEDPcAj2uXvNk+4bwyCAQAgQCnv4kPvF/7tYimrD3vtg3y9GFpJJUqsrK3DX0E8oK
E1QReXefriFEl4aErBIeFR6qCx9wRXVhOVOTIoPnFGR6dkT9OqZ+8/eJEaRh/hhRTjy0XjBIUiH5
KbMmgHrCUTgWLgxnf92TF2Zuhlzoc0VmLpUoh06dx3rOIDMdotEt3da9C7ANFAkDxqr7uvG9p9iq
65esqO0VwwuHApJy0L/B4wwvNFvZQqJP484D5CLMyCHxNp3/0Dg7Pb+t6ZdWgBHk8fo4Fy6rC3PK
DW8lGL5rzW12o7PpyIZqfJPXDaK9CLohK+644CBQ7UAzmgP4KxILytgSy+dd6feILetDX9KwAKrk
+nAWTocLC8pw3KKwoVI2YDgcABJGwzZ/ssrbqh2i64aW5u18KPPfz066VIIAFfLnCFTJYyurgCUQ
mK9v9AqMzOjmu25sbVSKz3MHQr0VkU3YTVp9X6Z02HRanTzyyX8kTBgrY1s4xbHB5ioSBM/mE/By
bCPE5vhow1zvP7Ly0GQ//H7FE5ambybcs1AuBgmBCubsazqUozE1YQt9WzuQ3V5SYI2e+7/v0kCH
xpkhZSyxEQPUSWHIy/eQh8nJg9tHVheN6VParwQqS+79xxYi5st587o+BxARtsTwnMmj9w8pDhSc
QCOFW2/u7lPihTFJh8HpTBwNSYNa5XuOHniiraRqFsp76DGBwg62KHI1H6jSpEjrCSE7tlASxUNU
tGWUOEFL3gzxSRQbbzgBhTX5v667+JLPnVlVY68SHGZGO4/Nq37wwn43GmPjtezTf7OiPC9lVfi8
lBgbwsgdRYtEWVRH01vjQ1y6PNBOPBeaUGZCtf3SEWKfgVzIwmBc8qsq9rJ8mioa9E0wSUzkt+tj
+h2LKJc8YK9/rClnnpFa0CrLYA3lYeeLlw/04PiTpSPnHk/A4ZsmSMin5kHoiR3arK1OLqCbBwAA
2g3RiiyEXHl7SPPSiWQjvI2g/Mf1T1xcXMAmf6eTZyWay/kws8IS0nfwheWDpHcF2onJ0z+YAL0R
9D1sJJlUE71XJB4tMQn2BGHinqL/vuVBGccr4cfvuEyd7ZnGDeKfiA+QnbscS1aZbCydEXcYNTa9
eO/wPuhSI8pzfyvr74brB3XfhQMHNIX0t8IcrUDW07btPk/eQ5E2B023jkg+3Nskjri/pgK7dAid
f595+X0ydY06ztF3W9F3Yd2Wa8CtJd8+//3Z/tnFV1m5RS0Lh5yBQ8gsD5PoIzc95vlD3ANut5ID
W/Kcc2vKToIgg5YbwDGgRevL2MzJgTd7DQC6dLue21D2j9N5k6w5Zgwsbzl9MfHSo5ExrjjoAvLG
QCEU8PSZfhIFaGVhEjDtD2WBoUzGm0xc9GUeGsBbK/cA7g2nPVrIidZrD7KlsZ0bVVar9c3ai214
q+xfC/piF3gt3f5D3x6GhpB15pFG2K+C2jK360uQ9sMKp5usLtHn1r9N7O+FMC/NKPefV3oxoTUW
ClJSUxX5I0Rgpgk8W2MARcrAMlfu8+UlOxuXsmTomm0l+e0Zo4A6JJAuQJPgVXAqzTySs/RIAdrv
ClBpv17ji1jy/PM5VVbOSIFsNwnmNCaPWfeZdrtmOF4/M5eCsHMTyubSDLeaCNURTwzFU+8ZwQj1
+tZtXhr0S6AysJKAWzqZAH2eq30g+PiAo6snzc7aGOacQvs55vIbg0TJ9REtTpqJ9xoINtD9q2Ib
ZBL3UFnB/Z7V3nsGNj29cm691F4xs5QkR+veHzuKJ+po4qubAnbSMntt69es8w/OWIBiYQzN8X2Y
tJ3Rd89tJjeJnAUCs9Abi9frg116KZ5/hOKdllvqmSTzlTea912cQtmq3eSFddKc5IgiycaGnkUF
89fNrs2x4pg9NWwwfsMsbcwAGZ+A64BhOYfrVtYGp/immVUCCE9YaYrQwzCGVxM67SYAJF8LehOj
DHzd3uJBebaiyiVAKofWqTvbszZpHAHixPx3tHr9gxW0XME1Z6oZVYKZFSmBZjpejcw8kWFnJ5Hs
bk19JcpdDOHRXwqcJcp6yJoq8VaWuOhJnAeTVW+NZQTZsfnlOpFr3IPowC2iof86rqnILh4mZzbn
uOEsLkhEa7ojh03oNNH812B3gRzf/fxOrPIcLoUgUHsGyhg9h8BiKMMDtbeLdDB2n+3dNuy2S28b
617wN3N6BBLx71fs3JYyrM7QprGrYMsq0iB1NjyOLChyaXLF39fGNO+Hs+kDyVJWORClCtOu2FSD
B5GlH5ljgLZAoM/eDBGlbP7TyFRkKsRSurpJ5lnk91Xy0+1fM/D++GRlApf8Yq77AwcGWn1cppcD
g9wukZqLeqLtguezuHPkcQIDayxuDL67PqKlk+nclLJWg1UMVefAFBSi4uorcQ928vO/mVCWiVVA
meL1jEhHBxtM9qDx7/Xw92DeGZTxvylT38J+a9Ey1mefyzprkxMwxOot9AEylC7vdT8m4fVBLfoe
gAbInKGZFxmMyyVyBPeAZJufZ4PxNqHXNZycIWrkeEMKhkYM8x09nis2l85bsHMgXEQpbs6wX9r0
rVRPGolCb1mBh24+0QW0HaLCer4+tmU7gO+bqP0Bi6aMLQH3koUGiSb0mTxArD2HjqevJSEfV5xv
/iH1XQjwJiJgNOrM6LDLAQHRkLfthEms+68tB0DQRMv1bqAbECKZbKOvifUu7qsze8qFVXKWSGOA
PWPaVzIwjSgRn139lvG/RhujOqGD8GGWrnWhN3M5MKPU9EJkeRtWOoLDjRS3MUTBjMPfrhOsgDfA
QGiI7LCKSSotahvjVED3PEcT2gko3GaItLWn3sdJA+4JKf1Z3B5pfVXmw7D8HP33FurZTQQ5Ywh/
lRysmA98rY/y41F0aUhZHeklKRAxJupH5ndQlZd4I7ffrs/YkgnApC1kaJHf/NC3qHuA2mu918Kl
T63+y+m/V2v8PSsm1O7awe+oMCaYMMZDbh9MsoPS7vVRzNHi5baZF2JG0SOZAkT2vGJn9x7X6pEI
3UOqLINMh0BpPqlWUjZLozg3oVwLiZmTYQJiHuAzkGfxZA9qlk3dsb9+TWEkJiFIDIEAQ/8AdTUL
ISqBE62S9lealgiO0Sx0C7DQk5TC2zLbWPGAj0cOLFomQM8oJFpopbucO2sEpziYJxEzAGhQJHeT
7+z6Ht1dhzQ1A9EE5Vq16ONpemHRVDLccQ068a6fb1h0t1f1ZqizL1BgPE1Ov9bg9fFSgimwAIJu
A4lDJOkvB2d0Hs3i+VICecsNTcSTUyKpp9XOyyDjp470UeWMr9edcaG5/tKo4iotqcHFSnBbuMn0
0HPQM5Tedy+fQt/9MrouZCuz7dh4BcBe2qNTtXcQUNkR95UUceRb/ZHZ7pbTZOXVsOjAZ1OhrHMN
GFEcl/gqXUzbuGvuBkCBq7ReGf3ijONsRCrZxK2sttRZXtZ13oB9Ug5fHGEFFoQcoL8JMo9p2Leu
Flyf7KWzGI+UOT2ODvcPlNeCgBQx9zCqovwsTLb19PqxnH6x3rxB5/tKuLE4tjNjxqU31b6TuCji
IpvSQsSG0T1tD8SHaMpNKw66t8ZVsrhiZ+bMS3NN0mR202AqpzgOZA/tHJuEQ7ZWq1kblfIU7zSH
aH2MPTIIP9DMr2kWaeSrnr/33o2r/bi+Xot7/2xM85jPTuoeAvV+huwQ+kaMYMiMqBY/koEdCuT7
/psl5fJsNdZkZA6lHParoih1GgFtX5j394AY7HacLACnohMGqlyXI0JzpOXmuo+QzbQC5G7vxFAE
aUv314ezeMWdmVFWCY2diKo4LgYuKIniKtP34DwwN9etLPvCn8Eoy8Myi7Reh8E47QmNe1vT/dTL
Axc7Rwtr7/N1Y8u+AMJ6gIag2EyU6N0e2OTHGvwb/Mqh1iG6cdrArN0gZX9PC4xFAneVNxdc5tjw
cpFqZ9DN2MHsGRlYaZ0ns353Bw0kT0+U6aHOV3xv6VTCex+djei5AaxOnUZzQlUvRbTLGjugzV0D
qY6KP479p2aNonFpEoGINtHCh7aiDyruzOpGL2cIeasEzZp9kxj3hpFnO8btB5BoiZfra7bkhnNB
EiRW4P0Hfv1yImfYjFWKZOZlyTelkdyNybC9bmJh8oBnwmAAIYbUlrpWlZ003pQDkuprj1l/m5vg
8OCRg+yFl624+0KOa+4xx6MBvSOoVavvrabCTVZxLFSag391+u5zLYL+YsCzcZshi+GaYCwmckQO
bHpi9hpADI9HzJcSuaL1Eu1Z6NoAk7Ba9MgrrxxtSgG9NFDst/M8/ewmI93oQpIJqnOUvrBYkxti
JtVBy8zyu6g8J+zBA/3ccy99iQWCiGREFZYyTWy9PLPx9PG0kzSb/q4TukSLgV3BI7hJ6+9o4W8/
0WIwQ7vV+Sdg+r00HHSugfumGr4RTbOf2tpz75rCj8FIWaZ7wAuHn1nnlObdEFvgOHbnOK2YiPPL
GUTVRmaRGgc+DdpGJlNxmEjqlmDopKB6tGian2yOnFSAupVNArsXxhiNw+i4QB1YTAbUqXxjB150
C51dU2mlm1znEHZtidsCZitTuSmgM7Nx47j/1XeD3wapm6dZ6Oedb4YxRFIOo24ON7mulae2KOWL
Ryf+1mr1K/q3H2Cq3w8VcwHUJtPUB8L1wQ2ZGuWsNWWY26yXxZfOFV446bx46pDs3ietr6ONwQBv
JBuQ/gegIGv4xnKo7AH9Jc7Osgtz4+QkP+gFMzaFjletA8nJIzaNBh6Bpj1oTV8f7b73DiNgGD3y
VkO6Eb3Wie807vTkCAa/AjjNknuQrneyalNbjWseZToY6EDAlAfYCSC/6xhBQ0/RQKQElWD+bDVZ
juCV4qKGqPpbyRtw6mi+vx36GBCB2nW6wLNa8mUYczAKdRDicCLLT4AM1PM436IHHJ2bNe+T525q
hfdcFEM3hj3aa96ZFOWeW+DPDp2ppFuwMY0/iJsAWNOg6X9TarR/heSQb0Q6i51qN9UWbBqNnb5D
NrH2jlZS+y+IvMv9CBoFIw7KOjZvJ7CI+QHYxNC8wfROnAaDu+yIUo5lQc3HIBtWk7QKKh+lxsBk
0IgPKua7aGHNOMdGlFW/7Riz3rIyoTEktRg7aiUhex7TZj+gVT30monjeC+4hWcTNVwW0CR+sXtT
j3rwutx2phi2KG0bxzZl9T7WhH8yZZEZsJ1QiHkQkexFIfMn0DFPB6DWkfaehkzfVDEYza1hSoKG
+z2YqGxbJhEv3P4AKXmoAwzZoEf1ZOq/zKwH903bZ4ikemOIAycZ4pOpacUzcSv505+6bDP6E30c
ZSX2QGPrP8HZxmUw5N50Q1keR2Vim491q2thVoJVIjAx5q1d9xQwUi1pvoDAOjMCt+TJZyPPkQ/l
GffkQ8xYeQQiVEOOlIji0ZKt/yyMOnkogTf4LMd2dLeEmv5ukkbM9pOrtadUL1zc9XaWbEpBncee
FxC+lp5W6CdBCv5ko5vjxtCc/FdlI04M5OQjlWxZrdx4Cev8wKFeL5+FZEWY57U4OpM7RnZZ5huK
jqFx7cxeuPEgBgUGhpkwDaLJSsAlfbe0vbbE2YB9EWkTqK2HMhxdPwKgA9JB+atd/7SgWRqkOD27
gB6/jUkVserWJsO363fVQr8fXulnH6OEZS0hvE3ofP0WCSgMXkpWRrn7ZRjMaOqSX1X9vU7sUxoj
8hRgoWrXHriLN9j5ByihRgFxdo8Nc8pL5secdVFXs4i1BiCnFiSN9L1liY1TpFGJkgDoet5XJmC+
8NULDONHtmLmMAaj4mVAoGl1DrQKLjCn+UZTK0rbdGuy9ktXvFcQWQmavtoIp0qigqeBz4eVeGTR
GZC0cBH94gmo5uIAPYMglwuINYDC93bcfcNWOfbsyFD1WBnpnJb4MNIzU/OnnD1dKg2qB6IDZlzj
dZT5G5LXmwoNOdCMHfs3J9sN6bEzVsL+hYAcnbPzQxoMPFB+UKaXksKKkRJGJIl70J7kGwTz9tNE
wBPF3JA39ElbayFdir/Q3gKCFbRygxJPCfHSRNOmooPJrM1CCVnmxEhBzneIi1CsqasshJM6tKOQ
gdTxgDFVdvqepa3FzRHxl/ldJDJw13qPlvzj3MA8v2eLhmPQqCsPBjpRZ+hRtMo7JuNPBSTv8TAs
6ui6k8y7TfURE/12IJD8neVWlgvIDlzhAI+FrH9u5FuavyfOSoZwccr+mFA7ZdJRG7kmYWIwh8gZ
2qhtdv9pEGqMz+LJko4BC13zzev3nfv6D3UOaErMIh2oCaDUobK/mEBxjJTqeEZkKYA+kBSp6jbQ
dP0TM/ipT8XjlEJlupZrVbGl/WTO7GPQEkQHl9rgS80C/d/EaMO+1UEk8I2UG8RsWjpt2uJlICsw
2CXvQ7+bD9kwEJTBwy+9D5J2XWvOVxXVX+pqU0zfNPdmWDuZlqxA9EYHOxf2K9INl1a6FG9NYmK9
cnbfotEzHoLaxJX+9+gGE7DhP3aUvWRzX8iMEowGPNCkcvftVJwqBI4FIyvloiUnh1K8h+hn3klq
MXHQGkjCplgmXP+nwptO4FvZ/72Xg6kR98b8Usdb9nLWxp5YuLpRxdE6N0HLGXOjesjikBkoHv2D
qdnVkYoG2456iEu/oUXh+nOQ0AbZcGTsJ8SrrttYnDE0rM86fGhht+e/nx10o150tZ9rGM7wQIkd
xMYKjm3paHPODCjzlaRJ1osxbsMElWT0VAVWLYNiTaJggcgTmwWtooAZ438oX1+Ow8myOq2oM7ez
kXrfMoqkjS3GMdLSXDuklRSnfKqREOWmXeph4ln581ST9rWSUFKJS33YV+bEbnkD1vyV0HNpjs+/
TdkAYvIaMAzCZRrWA7k6HCpNbq8v4wJacB4/lJZm8iJU8JUbpCZ5ZkoPxLd0svBANJ/1+rM00j2F
JB9nKD2VPzknj72droSyy4P7n2FV4gRwaK/NRkx8nOtb6aZbpq/Jjc3frt6OZ2NTib7FVKU6d2z0
DjLyJrixT+J2N7lpyF0rCWidgHrZeWi59fn6pC657rld5cVQmA2U1QiGVmoPdfGt1o4uf71uYukM
BnJ1VqeFbCvUuS7dFhIKg+fGWDY0Qbl4ZNr3DoAj5NN1K4trdGZFccAOhBu0GmFFZj88fujWsC+L
v49bGUfvjK/8/dg4O0Qmh+GkrLDHe+NNkydKVrx7cSEcsIKiao7WJjVX3gDC4w4GSsFdA5U7bQjG
+rGfyEr2ddmK64KEFtcuXh+XayFlivNBYhRj+1TJTT0+NHTlYl80gXQhrg4Ee+DuvjSR6J7ohcRp
W4+/w5c7gOVBgdX+i1edmVHW25tK/K6LkdT5wbYoOhH2lvNGypXa9qLznplRJswvCLIZZQLszLgv
+Ym6h06DnE943Xnnj/2w+/9YsZSyr/QzNhUJrBhuOOUn0nwBr5KvH7xho68RJC+OCLA+/AdFG0Bp
LtcHlJTOYLaZCHP9lE1oWMnpIW9+oC9xBY68mACAEt//WVJHZSNR5OHQxqjGsONbz7mx+bs+vqfs
QFmFMOkg8scSys3JWnlwcT7PLM+p5bPN2iPVkAhG0c6ZAi3wVIqT2b0N3V2Zn4b67wF4uJZAvzXT
fgKAp+7cAg2eDgNmEoDW+wZyyeShkYEGLe61O3ZxZ81x7MxHgHTC/PezUSGoyMs8xsplYCpvLT2Q
/rc+PVx3xcVz7szI7D5nRqjTiM7PsWiaHQf68ISc0XUD8/5XfX0uN4FJhsxgOOUNTXlfgh8bazPh
7SzGNJyS4rYa/DDh7Y65zcqbcMndz80prpAIE+A7DnNdHgeFlWy75jff4BryeG1YyuIQrxFQtoQd
3/tapke0YI0FkrL7Lt9en78lLzgfkLJAfidtKQQM2agQgwmtSneGXGMUX+C9MEEqNDeCz3nnjwjn
tuzACT0fr2yTaFBXKW6S4r2xDuA07PIbkj5pVgCWtsw65cYLZWGcrgTVSxN6/gXKAU9idFpJgS8Q
5X0xPiOzGSDHjmRQ4OfZP1yLqDNgY6ElEzkXJQpyCS0nb8D5m433hvajLrfmWjpnadnOTcz77mxf
aU3bG9psYqz0R5ZDoNeJtwJUete9YzHpeW5H8UMKARzeMdgR/s4vvnbaBo2eSfXLtNEqx6J0DEv/
fljT5V44cOEmpgFxMZBsfpCJmKArioAAVvWmDnT9W9+BaBhUhPrzEKNC2K3sgYVNfWFO2dR9lRUF
alrIkSTNQ81YZIl82wMIighqZUIXzsMLU4prTAjJPOnM4UxfbhpBj0nrbK6v2dpoFNdoes01RwET
fXk/6e+j/uxNz+wf4jIMBHzeHmQ8sFTKvV9Ly3eqCdfUIJ9RHLCzAxMry7L0Qju3ocLXdOhRMcFx
Q41eEQEFHPlJGYCh/rNwq8BI6o0ADxR0fUC3Nj5en8Sl1/GFbeVeGSHa4dsSton1KecbSY8F31fZ
21Rv2vQ1sffCfB7rg+SRRR5NZ+UEWTitLqwrHknN1LLqAbNbJlaYkh8NVGhpmgRxRd4qvsbRsmZN
dUq/SAs6x3Bgr9DNn1YP2W3WB6S8QaV5ZV7nL1fuazy3EcTMbZUWoMOXB5eZc6P3YozMHus7u9ZO
BCkuKZKHOk+R7oo/VwyFcKE/SRrfe1YG6YRP1z9h4ei8+ALlJqhKT/N1itHmAyomnid1FN4aHRRC
9Vrj2eLEng1W2SRg9yk7wjDYLrNvUi3Zcss+mn4fUKNAL9qPfxkYkuK4YUF8r0aOJJnSgoHUO7Tr
AxgPpwrF1N11E8sD+mNCOVuKDNLp2gATOurVgxtwOiHFcKL9Lqdv100t3gEzXAM92zMju+KUBOXw
rLFhaiz2kGMk5g3U6Sxjk7En7tQr+215u4P4DVCYWeZPpTaFE9TSIAWOM0gUt0AAVs5ct5+CfOxv
C7sNbKBHDSfZOFkSFroRVBDT7uzvANasRMyLU3z2JcrWT1N9aKd+jjAB65QQ0mFoqENTURPJdOWA
XTOlrCYxpC+cFIPWXMgaOoBnCRo1TRfk/U8wpqzN8UJZz4CUwP/mWIkleA5mcpvD3Ki9D5Al7dBR
PdMYJ+AFevGdBzQtBNkaCcfibeiBtAmq6sizqLgjbTKcrmpgNO5oMCJP4Tn8ES0EerXG+rt4rpxZ
mr/kLCSz7Ro9bhYsJch/ZehT6LWAuCvvj2Uj4HmBdLcHFJNyomReK6hNShFKgfDE49u89bYpWRO4
WJ61/5lRb17aDtpEXZgZ0GOvRSx+AMGQ9FdyO2tWlDvWQ2NqOhQMM0b39vhL+A85ixL/7zUuEUnO
3Dj/f85+I8POFsYD+mXU0RQT4uoRB9Jm37We1e+M5j/13kw318+ttUEp51ZZCM+nMaYupr+cceNn
LyALKJLtdSvz1vxwjfooeM0t/MAEKHvJdlvPT0e8q4skNTcWd5LIGrN/CiXPrMxjPZu5bPBTgFRw
FmWQTMITbmdA5iqGNhzgStfHs3ja+xZe8XMlHI0ll5aqosxMfT71HBcSQwZKRWBs/SrgGv69Bpz0
f7OmhACT1aXINMEjhkbcmHHfBjVvwarc68D1mQS6j9LJgtL3q5UzcNE5zoapbN+OWkB3zNmKZnzm
JVoEAeph064wzPD6COcfUv0DjEbQZ8DNiX4MZT4tt+8Ey7C1mAdclIBkbZUFo6FtKDKAZGqj0vND
aRb762aXlhEkfOjmB8oSZMiK89eZlYCgAM4vhju/DNPmOdEPSfkt5WPQ5GuKlYsPhHNzygVWgUur
Jz3MuSmo0Ow7l+VBRfax+WDL1yzbll3I6D/4zrlNZef1HLyXRQGbiYAMsXVgTREM9h1CA+I+emsI
gaUHuDFT8bsz8aCDQ+xyYwwD2tI9u0IiKHtFU4Ipdq2GfGcS5OZpJrQG0eHgRW6yVr7/rT370YP+
GFb3vqxjR+Mw3MdsTiHn3teKv9Z4V2rQGfRq7A9TO4yCBp3DgSptosrudn1p7qBiHPh+t415HhFm
bh1tjT16HvS1b1O8W9RtwkwN3j0hN2rET8z5lA8rO2gpOAJkAgJSgE+gzqvYaBrIxzYjbGgpWrNG
n2lBm8oe9eui2wAQdwcBWrlCn6Mv7p8zo8rB1JfuRIaEI0Ryq9d8kDs37SIO7G6WVVt0KIa9BfR0
/ZmT7Ca3f5l0urX014JogQmeNAYWWcucTk3Mdtf39bIbnn2YcnARJ+mGHtx1oTmAllZ7N7p93++K
8btlZwEDbQa/dQEH6w7X7S4uNHS8Zv5QqLCpgAuW4xEMkDLmY2B72xV7w0tQql6rxi0fJKgn4swC
7OJDxg5I0RLIO2zqvhlD6NyF6HnfCHSQ2ejUAWvli5VWUe8CSTqlK1O7dJPPpcz/M62cYZZE/suf
z7DO6Y9ZXR8g/bHiysuz+MeEcoYwObNbUyyeD1QuNCpxhNCAI+P/L4v1x4yyYzgDrqxAxibM6BC1
fr4pnHYjQd983czi1XY2YcoeQZGuc9v5avOygz1tverJx+FPT3kH4ch9t9ZDuTZ5qucLsJpUI9an
0KNW3jrOyRl+XB/RiguoQLM8j6XP5wBVq14G8341jFv8fVBD2uigBhhL5SgFyS/CxWkeArsXzXPt
769//+KpBe0bsAShPQZEhJd3FARjKrdosUsFoSdJncDU82ebvzgW3zdOcdMPa83U8y9+uADOLCo+
UJcOqX0DFp3x4EDmHWgDbW9XP0BTcX1oi6t/ZkhZfemTBDgAGEq9+661oX4JWNEaRc/iaICoRWvR
XKtXrxoqJy2HKjKOAIkLpiyGAxlBUpWSTwSEw2IiK+u1FIXqHjA/kCMDRkBtmrK6Ko6rspkHtW+t
d0+PHB/Fg5Wze9ErQHOI4BMqKUDlXXqFVsVQRnEwdYlTRI2QQV7UuD3RGZHsWdoEWrXyhlicxj8G
VVxNKiqelRIG62rnGXdNsxHVT+K96GtkR2uGlHdronmQNa3nkWmQrRARiM0o/WbooT+tVK2Wdq7p
gjob+n0zecT897MHWNIWfu16PaBCBhp8+43hr9XvlyygcA/M88w3jf17aYGDUNL3GfpVUAIJJ47G
gn8ATQKCgu9HixPUcB0lkLRa3Zz0GBZ82oeJBKotShHJanLl+lm8xAFrAeM8KEK8D+1suejzuJYg
cfD1N7dA4vin4556+kKNt9yOUnrs11Jaswsrx5CNYAG8TXi04gJXHCFu2jIdagjZD85rBaKS8p5b
OzyyPC9FduveWzsoFk4jPPVRPwU9OKTn1CylYYDxzdFB90zqst8NPpiLAVrvcS8Va3XhBb8ATYGJ
VC9eHsAPz3vgzPOKjGc9WlTRx+mTrcfHr5NFVpx7cTRnJpRDnGU9Tj4bJvS2DqAhHAl536/xvCyc
dR6YjKAggsMOLcLKEjl1l5sZh5HJxNswQXsyhkO3KDRcvyiWvA+G8FIATzbyGOolm+il2aLhbKYa
Og7QxUDFprd2ZhyAT4QBe1Pc8vT5us2lNULCEe6OtnyAnpWxgSmD57TvwMrslVsW80PhNitn6lLg
j2H9sWFc+sFkpwDvU9igHEwD0J410VHO5va4bSOiCQ1aU5SKbZr8faITiCIw2PhAFeH+UM8ln/HM
92QDfr67OP6ZDc/Vmgj5omsAWQaoNTbVh2QFGaCPOaLMGwr+Uvt6kJjf3SLHMft2fZmW/Bzac/+z
oxziKcvQoiVgp+IhNSGmfqeLlQh/CRwFCLfhIE8ANC9QyZfLpLlZMUCDEN5XVo9THvN9DM6PZjIh
7ECsZA8VvGnXEM5OlZ4eIMn22ZcgQGRTUj5dH+3vjLpyKOJTQJyKHhoUbtQckG4xM9bpADryYkiK
oPXd9k1WafLgFgP/PloMPZe55C5EGhybRn3LvLuUpk5oduhqhEJXzvb48WrHqIsG/xqX02nwWulC
Sc5JqiCbpodklh7OND7sQDxYn3iaiFcbHJYNcNJckoAkdvbABsv+AZph/12MBhK/EBB+y3yp8ygF
U9djFlMdDtwEA7TcwFFq5PdVN78gYj560Kros21Fx+qXTLUxCdDoQDYJuLEedFYjkKn1zjgaYOD4
B/AIpg+kZLMOpw+lncuVBINQlRAP3oLq+6nQmx3R2ClOkn84fFG6B30TRDLx2cr5bg9J6fB8mgns
3HsOepYRVeDAhtrjdXdYOhehC4XEFeqgHuhvlPFMtS57t5x3mQ/JAr8rkCQanTqq3b5+bpJ2DKak
MkKj0GXggEJ8YwBv8nL9IxYCNh9p8lk/G7cnyomXc5rGAy/AKgS2yArxtfmccxqA/7mXr0MyrpyY
C6fKhS3lwLTitLfGEbY0/+g3OzsVt1C2LFxtJbxetIOUCEIdxNcfFEfzHntwSjCvWWp4j6OBGqGt
gVjKd0CBMDk2e70+hwuXDWjSkA+Dp2MrqWIQbKAZupQxLh9Ct9IEDFKuvewXDsoLE/OQz2KOXoCs
bwRNcCihmpZDCdvXx0j0awLxy2aQVEIchbtTDQmSzNOrcXZ9q/nWlOgojp9z7ef12VqgnJ1Z5f4Y
UdygTFK7zWc3qN3fiQr0CA30EyMHXX81i50NdhTeo4p31wFYteYbC08vGEdUCr4UoNDUxsIp1QpG
f3NXOy1E4PayLUGhf0edo5NGLVrtrw92IQz2weNO0BEJgXHM6uW6lT1EfMdmdnkuD3Fu7fRh+IIy
wE2V9CfLYiGZrINtyrfrZn9TNig3DezOwFyE/OjjUOxKTcw8YfAXBtIUr3rFZQQuznI7+dO+9fTA
HNHin2ffEvsXqcWzNxpBauTvOHqj0gZ1DJAnrPlCoe5utXLPQZhXGP1KSnfJ2ZDAR+g5E+ahVfFy
bgrgfEltY24Mkd1IFNWrajgO7vv1qVhagXMrys7JJo916LnG5my5vLNATAr2U4+abUCcbDoQ1tIn
Svxd4sZlyAf5cN380tkAlVALfbMgKsEhfzlIHicaGomwo/Kh3QmjujPtf3gsoK/rjwkliCr6vDSd
edPaJHvsSfmUpzKc8V/XR7K0XNg3c18pYhdbZcqxxpZObsfwJml8IGimrcGng1+OK2bcpR06izjj
HYe2RVOdsdqN+8awKkjEpHpdBYWPrQOSDFtGpKSNve1T29l6fT08ex3v73hR0KgAexz+kYaPDDKS
iTFwSdoaQT4IUPmApriKiN1oY9ikOX2AEK95CwqJFs2QoG7lrUxA+0HIcIp7dzpaeVyC+NrIk6D2
4/pdxD6YtlK9FIH4f6R913YbS7LlF9Va5c1rZhl4epDiSy2RFMt7X18/O3nmtoAELmr6jERCUh+1
Im24jNhbb6Pd0NTzg6UO5XMTW/Omx0O53bflbJIo04HwUYCpKiBKWcYxhWuNclpA4PSfipYGvVPI
RbEScsmygzH0781BrmDhZWNwQcWaA8FW7T2lGq2YyI1ZIxsU3tc9AKNFqfLXQu6vk0KQ14agOVI5
K25eGpM7D6WFN25rugPS8OypmqDutAqRCQnTrgBnX56gEG9E7TwA0VRlNc3NfJxqXcrIYMTlvTIj
uU4ADNL6ZAKOj4Nezv55TEfJ66os+SUEkQSgg0jHg6UAauEFHXnVDzLBQy3B5IDvlg/WZEto8tRA
EIXSOGMH1uny0IG/Y60i/XPEu7gPPI28G+1SGM2DZHZxDpiK6b/nvFHwJPx3FJxZSpF/LAcNoxis
eTcmBlCZOu/2Fbqmi0wdwKDoLQRlPc9RPsCdbtS+hlY2JXDXhQi7ywDaqHSFtPgoxAJ9b+a61Jey
mtecPBM4reD8lVE5zL8VWRbwIpUGyZFc2skRLYQANaI5so6rUlzKNV1zvk5lcamLrIvHzOixjKVR
AfalSzMX4G7PbVrVj40l/AtmA2zbydw4SxfhngtdAXnhnI4kSlvUTE7CzoyiP0mY7icjLG0geOSO
mAMtpTKG+vv2pl7Ti/gHgByDukINaaFzDV9MAJFJWwxAqnoEQ4pVOP40fPhCs1SMek0zAs8LWTUk
jVkn77kkdayKGI4gTJnqv+Zp31OrQgFuq+ChWwNrhIiS8FoD7sntCV47PadiuR2Ni7LwFZZaq2qD
ZVojw1YT+Ag5EjhLhNHMVvF+y6ksbjfzum60WMBiAp+PpDk2tFzdns317frPIvJshWjJFZoYcmhk
HnQAug/Dtk4+bsu4dgdOZsEDapmdaM1+ixUL8u+oFgjiEBRfBHdt1S+0fi1J4pQWUA0Aqs3Wq0Xv
XzH1VB2eFNOZmgU3ZuEM8Azb0PrKNGaYkVkHjjG7hZXY82xXwxOgpRbswdKc2Bk5iXVy1FX1bYId
ErOIdNZIwhLImk7VLMTfV+UA+AzV1ug1VflQoAusVpGZVlTa0C5yu9b2pWoSQ1o4cdflIAeOFCvC
AP40VP0EQKKSJaCQCO+77xpQVarmjP73vzh17LH8/8rhzkJdoCFFMbBukpy6ll7tRM0/xqm5gUFb
gvxZmhPn1gZZNTWpgdyxZvkfOpI/JEApSFOnJhkK4/H/b2LcgZjQQFU1AyYm4NRlAan1xCnlZz9c
sl3X7DP4Av+zgrwql6ck7VQISsacGN3oAGeViNZxVibaRMl9VpcAka8W8rlLUtlan5x3hCGhht5w
6Nd4M6SiXeo7UMOSSQK6SgY/0g3bzL29olev88lEOUsihoMhgioNcX4v24juSCR1T0lewUsWaFss
9dwvnRbOgkRd3aMBDuJSbSKKv9Z7AIuBX2aJIvGqHMC7g5MKFcAXdBrDVOTSNCEjr1vFNvRRo4JW
IgEZLT1fIgC9uoInorgpZXpi9cARZC808OZ+6+MKpR2gHchprf+LYnQLmUi8cgLwHXA1nFHsZHMo
sxyKSlPAeT0Vv40w3VSyDDwtmMdaHRcU1rWXjVOBfI2zZgDtrxdhVRBYr8VS3ehRs20CcZ13byBV
vNM1nUghjmkm4pqk69uH86qFRhgsge9XsvDEcX4fqjEtQCiMXUyF0o4rBYiMH77mL3g1V8/KiRRu
A4tMLro2hhSRYQ13/VoMY7dLEHBqxcIFvxrgoPwDeFYIapFz4vSKicxDHWSQJbSO3Kd2Ikdwvm0Z
6H21SszAHgOFqP+ii9lCshwhNHArWSb7fB3lTq+ydMA7UTX57qgPJZFA9qUL7UIe56r++iuHp1+Z
QmHwM4E94iQWaMTekage8o70phf7PdXqT81SndtHhG3OhZt4IpLLWo+mnGuCApEpNswKbXi/fUab
6j2WcuR1FvZvSRpnWGezZLC3WEiVlVQ+BcKjbu1D9SlEx666AIOwtJicYR30XFdzEbL0vnJmwZ5y
t53h2h+B9lIB3jFZ7EBekshZ16QUWEUZJEpT7LZab8dW4AyzZAe42f6YvaTReKd3S0ya7J+9tYXc
nZDQjtWbBcQG4MXKqhQvT9qCI3mtZtSCbwdQQLS/432FW0w5N6BdImRBI2EX9se6emubrRLYkryK
C+QUwKPrznNK/PjBFEOiA9lc2xrdWilBGRvR22f2qlo7GQy3znWUNf2UYsK9/ph1k1MmW+SoF4Rc
XdUTIdyqpsoQa0OFGSfJRqlH4I78CzA7PF7K6BdSUa1/wX1nYKvStke2UcASSv1Xo/pEzAlAcxZ2
7+p6nQhiCvzELUpUBVXSFQShbokUaLwMlKOkL+iuSyEq0DtFJKBlJMvBDnMupEa/GkCxmCJRByr0
kVd0KoIb6b/elnMxnAbBG3SgJAr23pTl3slN0XemqE3t2yfs0qSdS+GOu4ACICDCYDLmLNtZfKzT
iFT+x6C9/xs5wN9mtcd4x+HkmGOpxakO30dtQehuqqvaMkqiDK0HyL4lfu1L9YRJAesDlSPAZwS/
wvkOyQxHeVSRv+9wDMLpSUEHrmGHAEUAEjYiedzahYN3eYfOJXKblYWKngSpCHumzwfEOKS1gofb
K3j12P2A8emgvdEs7mz3xlgYYELHJVLSjzwf1Fe0v/ien1hLgDeXfiqoqVTUM7LabTwFcc5UWgrz
KE0q3h+SYgMIr75FmQUy49UvvO3cntSlmYQokEaZGrCndFnmFNwsVk3XjRq0rbSp61dJf5biNXiS
JwXaaGEBr7hU58I4RReJclAIM4TJqS2pe0UDeEZERNPta3RXPNW+My/RR11dypP5cZs2DSBFjyId
bnjaE6WLyAy0bfgfvb9ahAy9tpaKju4WCw8hus7zFaHMwe8LwcC2FWQUFDJaSM33FSBcerurt9nr
7a274vGzOsq/8rgzn0eGWsYG5OXJS6uSVDxk5TsiDGoVe2Ei4+iaHW2sBYV17W4je4vCPXineKnk
DudYjkKYpADXg4fhx4CWt0D+40ihRZJyJYsvprq+Pc9r9w7QZYBLBgYJ6t7YgE5sClg/5mSqILBF
k3b9bhTH0f+6LeLK87YqnsjgE4yVJpdyWwvsDb1+mvPZ7rrfYPF+V1nmYpLupVLdlhr47s3Bq9Ab
lcyvqDNcMDhXqp7OR8GpzTiNQgwDMx2GkpbaR+XnD9lYuJKf0wjceEMAd3knCJFX9x3wxdOFIppr
l+V0FbgDlRSSlqExiPmxllOVJZnV11naafG9MS7kJq+dolNRnDkqkDCsjAZTFZGfrsuaBIatdF9K
48KhS5qV0f8b5XMqkdN0habERjNDYjI9x5UH5O+gyIgAhoi2f2mMwAlFWov/fW78fEs5lTfWMHoz
kzoaLwUybuqSXV9aSE7BmZmkNQ2jd2nyOSSAJQU5aE+aPNr1SuEoin/MUb0559rj7StzTdmdLien
BoTGL0uU9EINKD3Rxic1aYnRAlk6/BPH6+i/j/zZOiIONyQUC6NM6FwJzG0VN+gLQ+SRfQ9tj4Cf
5JadSS+3Z3Vd1/wVwx0SvEj3ksFuQDvHK7+Z9mqrOqJcLXiw15y+09lwpwIwEIHYKBAjNo/5wIwS
exWmRqyvbs/nf1EpfyfEHQ+l8qcYuNwoFUNCfkxbR4te9dmWDU8Z0BXmsjBRo3No45F3wbW4ap+A
BY7WDJSoMZ6Z8z0zx0YqZjUA6GSqDX+yRB09PZnjNd6/TbwyZn7/KJRq8zr3amX3dVdsVLzmOnWc
Ce7tZbiq2PDoDNAuQGCBufd8JEJYJomZYCSC+AecUUPtlsK2QCJMXPKnliRxB4gVaMVhBkmmFdDC
cPLyuRDfgip0ijJZsBdXr/7JrLhTFCAJoHZliFxm6qIPCj3mlTqheKgkmRah5fxVio631/GqB4e6
w/8sJHecYJ0FY9ZxnDTDAyWj0DkiyAJinfq13XcP1oQYvVs6R2x3zrMOuPsnQjlVY1V+1LUG1lQp
HwxUA4raNm1e01lyGilw87pFcwLSLg8oc62tTbJUAbm0pUwTnvgfSqp3kVFjmTPQO4fxMwOJQRij
qo4RLbwM/rQ/35oq5+v4o9ZHSYOpGnVnR8MMmRA2xy9VotPa+pUpIMgoh22rJV4l678McCOIANbu
x2En9t8CCuehO9ep+GlJIcUbjKeMghdH/mNVx9u2KWhqLXGn/mRCLwfN8ArhnIH3hzuHlTIBv7YF
75Im7WDw6AAWGTVczfEB1xzcpiaKm/vxEZTF+vA8WBtdfDW6JSiCq/YIPH7/MwjukEjV3NfYKKDb
CzpYZYZ3BKcR6GAmuxMrYKA29thpxsLRvGouToRy2xXJWVKkIYQmNVEqzBxvkuUSTxxgy69egP/M
jQ+nO9Dcm70GMcEoocioBhSy6yehBOquenwBC6v0KIVDPlBjCNtN00VhQ+Is6v6oUqyqJPEn60ME
+ewW2PXWXmwzsyVBbqnTwzz67a+iT6qd1Dc++tkMrXkEplDnTmAhC115SCy7sBA0tdEodKQtS6sj
IXByQfpiptUmiLV2hdoRZVsYFZJKlSA9jABRfSrqLkKuCdRZKz8szdesGfxNUgeoPS8Gv7OnrkTC
ThnmQ25YqRcLo+U1eQMqIwGEe4PZ5bssbgwbubHantDd9wIyomHj6xZop0DNgASgZeb7FNVBdyBI
N34D9s/cZ91cdqQxTBm9+kVv6K6vqflGCcfE1XxDtHOUe4I+EC38Q9kov6I26e6LRooy20KjOp7R
5tye2yx8FuJeJ2mYmfdt2k8GUdQaqH36PEsrEFZrOQogJ/1TxAJuwypg7btGJ6KS2CpBvVxZ4bgy
LbyaoWzNAN4pY7fpLKs+mnM/PYNmoLo3xzG8a9CPuTH7RFpXaMRx0qEXv6NK7h+KohZ/gfLKWoPq
Av+ib9aZW05GNdF5ktp1jVz6JkgA1gYoyECxkVw3XwAe0e7DatJLYF+K+ZcPnh4XRE+dTwMUV6wk
Mysz2Ly0VjddPEk6kcPWyt3EnNAIWvu+Bjw6P+lGgmy2PBEzlqXHaWyCB9WXQ9bwkfqHBoxb94gB
wfGqV2b2btSB35AiDsoIC18LJvC4DWslqrl6L/pJuwEXrbC39JYh1ohm7ACIYPrWG12lxQx+ee+2
ibpqFEHoqepAiUa3BmfqpxTnGqgdIA1uC5W0U7XX1dl0/G74ncXmZ1J3OyPHqLViWt+WfN3fsZBJ
+alIA4zFuaGIKgXESmOG3kOpcX2lSWhhWuDirVS3VvoAjaMCdDLew4mYAm9CkBCkF0W+EMQxE3yh
jU9GwZvoti5MEXlripzyAehmniqs58yr4sG+Pd+rWulEEKdxewD+CkiOA5O76jqSd0lPytjfaaLw
q4tM0s9L5IhXvQ+UZSusaMs0kVo8X2AhTSxgLMUAPR22ivSD4lMbTxKUUxvAbbT7cR8bzn8/S8Yn
wYj+8M33WqjotenSCTLF+oNRwQ3aqw5uRrN71ZZewq/PD1kOcMWbAA7ig5wgBI8YyjHASSQ+ByOw
KbZauofatU2UbhmqG4E+SJIWJnjNhgGeGbXIoE2QLiiweysKyr7NwTEx50QDem3YRk6J0Of2Ol4V
g8pZoEuIEMQXIwXdlFW9D8+mmFd1Au4vYS+337dlMOeaP/raiQzO+UZcoViKDBmBUVauVKMHvAKR
28KCXbtgp1LYTE/8QX+alK6SIKUfaiAGVmDYTegg2/UYLDj41w+EgoAXT15I3fNtcJGel7EgQJQ2
1M48aGSAEjWrmVZNsdaqVic5chhhbdogQ1q6bj9b8nc58fpm4qEAiDlIu6GtXhYZAN7JRIEhX4CV
OcuoGz9l+5Ic6Gr7sLW/LXu1VMTzo5b/yjJlCdBfEIKKezil4NvmPKnREIqhimAqS3ugjQMmcXu0
BSIQlLk4BQ1tMFxTHd+IFGnrjHSwJeqTmIikpII9EN8xbM3uFnbggmbzZ1yyhicedPxLFy8ZQhqI
g2BaA6kcNq7e7m2UftMG45rJ33EZNKLwMOnkDvY/o0rsnAa2Tw3bpOWC5r0AM0I8LaJXCh3NgFG6
rJmRBhhiZH5GYk7rKCVSYNcWgY7SnxpXOvgrIdvqpMMKvYTk6WtpUWT+BvDiuYioF+O+ANnHSISQ
gDNIfjANmq/f7woKv1IB2CqJ1r5brj57mpKc4ORM5BuACXTpoQTQcNyVBwA3K86W4b4g4Yro+vyM
Vtnc9EoV68S27a1t7+3tHr9z2ZfrEne9JgS/7F3Xxe/ImngtWXseefTw8T8/EDDnH+SRePjPa/z6
iL+Hv+uw/44Pyr4oftjsg1Ji04cHe4Wv7QqybPaBb4ov9lfYX2V/sL+2x4fj9mtb2iX+tN3i62vL
/i8Y53bhRFyECIzwVhRRbITToMiSxW+JFubimGYm0UhB3v85nMpdaxtkciISeb2LmnU7o38Gt6Km
4vhP8yb1hu1AOnIsbZF8f5k0cA172ggLY5MujgtuDqM4Ac2fCEA4nVOYqTzWWSGkId2+ZSQhAVvq
z1fq0IeF4tAL2FPcUeAkqDgOOrq8Iev8NIQAbPC1HBGC7NU2Nt3zdo2dEuzHbUPzA8N/pq44QZyl
GRR5TKbIB8QvyX5UFuBMcbp1R8GfFEySfWf4uX17s/eWs79zyXpkE/fuP1WyU0lla07paM4nuYeb
SvB8Q14954muHr6+tksEXBeGhMXlgBhXUM0Eymcs0fnCdCMawuUGGajyM1YpWtgQm/Wb6W34GH+l
C5b+Yhdw/HAWLVRxYNOxEdx+A35G6mehCOmb++Gu/9x/OoenYFE1XxaKsAIesHzhCQpczMbFc5tQ
Kl04ZxE9agR7TcgOq0uos1o4VT8Pu6ebzeYD/wicX6BZZhC+54sn+3JayAhvKNTL3n3b//PDhVbZ
Q7mwr38UBVMWTGN4TH+s8b+z758fjkOcnOx2FGrjYfX9sLK3D1AOX8fV7XN5YRgwVNCh64yziDXS
ipwZzapWU/2iA/0ibSiUXvSjsehqqUXy50GMWxNAi6EnFCBJSEzw9lociizJJiw+02bQtZi0QxZu
2bUdBl6dhOwfmIXgE3ARRq1YWVZFoF9MyHZ73Nr7d9d7xfV5dRa2WGKRw8V0TiRx6lPMA8m3Qkja
7vfYNuimf7ExaDaW4NmDJBlE6OdnKCqsIm6imQmw7be9+4d4OA50taBrL9EKcABO5XATkfqsCJMC
cvbv7x/Pz88B3JRnKB7mrMz4Pf4E0c7Ooaun75I+fT8NhP38nshEQvbLwrvbT6Erv7SoLUDBhAmF
LPOIjzV6E0HWKeGksOuyvoNJho2EoVytYChvL/Nl/vRn+n+FMVN04rIOBqygVjFhMP8w/I+w8pjq
ihno26IuTAC7asDxNoH5/mNsuGBURFpkai0wnTKvg3kba3bt2f1nLsCPO7Ak8/pansiUz6cXWMnY
NVULmagxJ/gA7h0+j5htAg/0j/fq3e/udztnYRMvU7zcZDnD2lW9HIoJBEMDFsR1n71f9LCkVK7e
99Ml5RStEUhyWUdsevbeIBa0572Hk/qydEwuX8W46XAWSo/SWkLHKQS92e7aQ2SzcDou4pmf06HD
RUeBBop4+O49JS5yIZn+2amtQd5AQe7YLox/6Xz+qEq6Yndgoej1+vU/Ectd/0Txs2yWIJadj4S8
dfTtCNBCmIOJtjaLX+ARuo8ElpJ5HS28DuK9AvH1J6ZKCQJK/MT6LximH7CyCy1wMjDOMJlgIZ6B
6fDPbcEhsvc/H7g47PIwiwpTyS4r+8Anfuzw689l+nG+sVq4xgt3mN2XG6Piq6CFyq868WxUbGQY
0D/Wm42CjYUFAc6PJV0agcKOND8CgAygBAuQF/BjuHUpCivV1Br9nUzwT5zCQhUWhbxi9ge6YWrS
fnCXnJqfvNWZYPSUasDZsBDbopZS4TRlG+dCHJoKDFJB7gISkIxmtCd/8LuZjPgMmDflYAwEQ/F2
9/Rx/eitHQdD+v5++ILHtXahexDkbBELPRyP24dVR74DxOJfi/7rRa5Rhh8A+B2A0MK9R/nRueKr
BF2LO0FMwCJG5jf/uyHKav5IP4J1sY4fS1J7yfNkDx9LjBeXBgXdEhYIwlF2gD56JADPBQspmuVH
dKky63UHe/r8zEwK1uBpIvCqVkv7culYwaeCqwlxACcBNAkn0A/VFh2jskB0b/6MVunanVd/FE/Y
lMeIfoBqg+oEzxgUGFVLfjtT4mdHgrlzMNLwtgCkCCflfK6DHuqC3hsQ/SJ7b72dHNP1MHiSl6xz
r1lVCzrhIi6UOXncEaxyrRPlEvJ6V3qS3vo3mT4m1G9s+X437OSdYYuesXDl/xehKI5HmwXLoHBJ
rVrthHgIIDRNqRHY79HDvOtXnw0ITL7zLTSgi3eWl2rJweRj4H/m+lcs5y1EvhWBBgpiLZlOjw/Z
t0iBOE0jcTv8ep3sbP2CapbFWnqmPS52FJuKxBUAO9B9fL6jnYg7M7PJzhapNtqn7E2eua++W/v5
Pk7JdBdijZE8IvGLuNWd29r1Iuj8mfOJdM5bqaxmrlSgbpNJIzMKII4wOICn8h3Bk1+XcId/Oowu
54rnAcS6MvLY3OktsgjVJsAlIvGu+q6OMtRZutXXkjc+Fm/jBlBatAL9IFlSEVcFw7HFxUEAgewz
J7hJ/L4rBQjOMgf1EA7aaCov32qPKRl2k2u61sOwGr3YWcx+sbPKT/lUMqcVBcP3ZV9l24u5EXlT
uup9S0iwawJbJyZ5aVa596Cstfulvf3psz0TDZgPUGxr4HRE0gmAW+cnqwe5EHDRM+R0RiQ4g5V1
pxD0Dtm+C+xDN9omTrvNHlQaIFULXPPj/eABVB7aKyfZfXOHM7D1HfVwmL2cFmuZBPZLuhBzyWz6
/Bh/bjniVJS9X5RRz02TKkUHHkVbP47EcMBQ6iiH9xI+EKr/vHYXbXqarUMSH7SH9NFaZzbUgCc8
F462XrgMF64GGASg2FHRzcrvEQWeL5iF/gGxKFU8XruGTKKGyI5vl04TeJNMBKzh/LUg8UKdcxK5
0xFYqL9KQUlCa8GNjgJqD2lF822wq3Ad1E/t/yEvzYwTt+Jnk+S8mRb0NKjFhshukwv7MoPAPxYd
qfgWZWDIIlJmozvKuz3Ry6hIBTEwjLOlYGk17Pj50iqCPvf5qIe0t6tDQAxiboy77BE4BHRw42/d
RskBMtPJLj98K85ADikViXnIyO+BBB+3B3OZgeEGwxk1PNM3WluAmnpCPlBjfW7qRIAsuQPx2Ufr
+C5wUCpa4GVAJnpB/P+6goiTz+06OgbkqpmxGBNykRlpDrUrO+kzUGQe25W0mr0X4A24KQHLit0e
ANa16VY5tRYKHC+VIoZhAnIIr+HIeVz0FdQBnM6oRSKq/Ww00qNGfB1tA8dchx/zQbzTvIBmoeNY
a2nporHd5s7gmeSL04D6iaqH5MZBkUj/pn533nzXEJTLaHvhvdo1EW75kkK89NvgrkkSoGiQ5Aal
LX8IxanXYwGMZTTeKXa8zpzBsRxsvQBHWvHi7+DZ2PcmBciRPX52tGvJ7YN35RacD4A7eJGlZ4qP
JmMW+rnCao6ItDO/293bl+lOm9EOtuNW/ZYdlaD2Kt8mzyqglqi4ObR4TvQJ0LqXRnRhnrAkzIlF
Jx/upSFyI0rTuUy6Hn5WqNDBQVu8kEIVD79nYtot6CLJ5MbkmDzDEwnolwjC1IURXLg/bAAMKxfA
dTiCP9HySTZINUchMTQMoI9wBZkOUO+C+4Es+h6Xeu9cEDfTSo3TVAbrJtWe0p0BugVSpaTcRuuM
vsqfsmtaxF+wbpcpGW5ynEFJshxgwzpk4gHiWdyIVP3VYT3/mHcRrZHRyz7yJZHX1hNANmhtgZfD
nKxzRWu0lVD2Ilxl/X28Q5NLhWcl2Pt+FXiGhffP2XEGe8Kpyuylw3RFr0qKhugETVFsM3XOtJh6
PUqR2aY0WcUdGZ9y16IouHMaQJ1SAc/C1p9Zp/M+cMeZNNulN8+ry30in48bxDgqFXWEfDA5PRhr
vYY5Ne2ZFt7grGdW+SfRp9tX+ooSPZszX3sSjX3chSoLTQqCmnqSbIw3sA1/JLT6HDF5O3RGx38t
90ue5WU/DO4sEIvgrKD9TIM6O9/pNpLRczIHeC/aKV+1O79lG3Wt7GuYNAd1KDnpVrfnekV/nknk
1zduG1wiVMNRcaLqe7Ea7fhu2geP/Sol2X6k0N40fxDd6AWMT8ZmkTLlIsNwPmN+rfNY8sVIh/xw
LdxZTwFi3+oY28nOfJ4CZ14ZCclp9SwfZmFBS12GpJxopl1O1NQohUniK2zqXr8T4xViNRr9mSzS
oXX9brDHjbxFFGErz7fX/AcS4txUAsYWgaGB53PQXfD3OfU7XZDTOqGqF72qsE2Y467YKwiVtoID
5pi1tRttFUob5R/2TPznNwAar8dN9Oy/VV/qwhm4cscwHgYTzMim4bNzKg1YOLOmpaib8x/UR8kt
NoHTW6iqkF34C25ilwOhS1HC5WulKsMrx6Mo8mF4pPhJSp+sfg1kQqm38oQqTwDNnjwNpR3qr8Kz
DkADj4/NDjB9C07aZaKbyZQBYoSEAEo5fq7ficzYDw2pGasEyqS3xZcxIj1RUdhiEhzwnXknQosK
29bFC/3SYbuMCiAaSHaMmoPRm3D+YZEnKgCJscbIrZBoFTjyL3/XuZaHVvpHdNnf3z5jF7UiePUH
oxeQW/FKi1015fPDrajpWA+JwHxh6BK3fmvXd+BXMqnuxfe6bdAQYfJbu9GJ5ZXfOS2p9QIqH1QY
RUuVbpcJCYwFbTfIezLA3wsstiZulEaKf8YiU/SDagHJV6hRB/PFXfRxe+KXbwycME6FFjWw7IsM
wkKUoa/qr2yTUIOqn6IdO6O3BGd89UjB54bjidQHXhi5u6OKVRX4ApSI/FDDA03XHxEN9ujJyhAG
yfe+26wBJWkegrul5ppLr4Ct6l/J3Imy6jkMfD1MaJ26wOz/DnbiZ32MPWMhpvjp6+fU1ZkgbkVz
K4n8OoQggE5YT8XRnT3k0OBfq0T/yvbaI2ILWh8Akqgf6pclqvMr1hjzRCkYaz8D9SaPeNkYQi2r
JTZ0Xzy2d+a9WiLjUVHFpxYNaPxe3E/bYa0jj/e6cJTYCl5M/EQyd4c0KyyskB2l9s3UyJ0wE8nT
bcUgxSeYOSa3JpHdbKOP2OtzuhhQsX/9lnSmUU6UVSSAmi7EawGtjih4DFZ3ElD+joNdbgQvchcd
rWsKCvUEiBfgYiLxzh2nXkmBc9VCN+oP2W/E84d5JaDyr3PR1tjR8vcSzuZVA3AqkDtWSaqZgZxB
4EAl0Ffez6v7fouuiXvFQ1JW3C2q4Mu4CPMCcLuKqAgvLyInME4zTe8zmF3/Ib5D1T/UUL8BzZjs
KF/+48LZYaEHv3s6oHlZ1QEoDHh9P+mFOsox9H1HwUYQZrQ75C7gAJ3K1u+6Nchwv6Pn7slcMnGX
IZEM8/ZXLjfJfjZCoYwgN0f52aG9x4vGuInJl7iTkQOSoOcXH4muXZMTkXybjD/4bRJaWNd0Pe+U
rWJX1DpYtHSidfMpfsrE2E0rDbf2cV6wctc8l9PZ8tgQcTOoDegaEpocrZ36MNqW68NfHn61W99N
N/3jRJZksgW83FiwEFisoErmFb7U6dGopV1C57fhUNFkl9zPG4VGS8qHGY4LOcxRQB0OY/TiYts+
NhItjCGnQXZ7fkIq34025WteOgFa0rbTunqKX8B+BI9tffvscgXIOK4woT/VXYaCIosLCK7Mt+Q5
b0f4KnTwosfU1lygKaz0owtyItrv9bfIDXGoTLfZvUykWdHbA7jmmZ8NgJv7qEVmoQcYwGjvUYD8
GW3r9Z9kp6/jg4KkrZ6TzRIA2KJMTv8pcjS2ejVA/+3DnuCJyrqLXd2LHvJXbY+8ouChjVxyItRq
LsyWvQbxO20wvGGQIjCiXe7KqnqgNQKbbWWwfKWj29lO+KNthuduu5gyuWZVkAaH4gVeOOJ67mkq
GRFiTtUMf2VT9xSo3Lb8VZu0h8cbtESK7dpdmN41TWgY4HeCNwruLt7RH+pSmmRDSehjahHtDvn3
Xw1p85W4VR4yu3bkRwhfLV3Tq24D6ttR+gU8HFBQcauaq0k4RwUzLw+Wq3rF47xiWKLr1tlNtgGv
mOyAk4PW5CV36cp8DQWleexFV4dPyGVryrHPEjHWEiSIOpp+lbvocdo8C3gVG1eaWyM7ZWwQ3t7J
JD8ErrB9YFHHku/yI+X8UCFVhAdlkPPBZ0LPGw7difegA2BBHHudZRJwjNfvMhL0duX47403OWhG
I8e9vFFczYG+nMlrhmPQbwK7xfOVEBMAp/32nYCG+8lbAri8Eg4A+pmddnCd6cAy4dwqMIsIQBQQ
oF6OpewEL8qH+GuyZX2vBogDF07fpbpGgbqJhwoQsiIVyT+uG5kw1X6hs3Rdc+x+A+D9Q7HDrwJ9
iKiWr1EW/QUU+td2b26XOPGuPISBUoshhwJWEKPQmYo/2QOkQK0KLVIJ3WITkLPDc4A3bep1g3y8
RYWXiCIvugO2+EF4r0nhlF68Q44cjZROsKBkLhoqMHcUKAJWEQ0V4NDjKzmkhmVafIxFuXuPqPLW
OE9IbXmd8/zJSjuix8+scZC8ZzlbgEepdrQrSbopngJ3dhTHuM8901nYm8ubcjomVGmer484ScEw
sNzPAEYdMjhA0HHaj1Qk95NdolI7wkpshdWSwpUvfSSkMxnmKcCXUFbMU0qOFXrcCitKaf2W/FZp
naMcqz+iidQNdsqBVANVSfh702Gtmg343r6/xffF/AdTA+cXFIMwwCaE4wnQSV5NTECgMscuTqkE
hhE0bnvmRvyN9HVyLLx0m4d03ozfY+PKZGHVLx19tGey12MoZeSy+ZLYOFciw2zxdF0cpG3mgUXL
FgWUpGnoWUc7zxyTcaE18kqS8Vwkb1slowOOCETKXr6OHp/zNVrTpVfWVVR+Y6+98CA9SO8KOopq
NB993Z7xdfEW63BiuGgXfId1blZqOg94H7gTQxo8MnhILPTBcuZDRKN18Gx5AMMabJbZ9Q/F+l9k
0bEAJyPgtLEhiJkwxiCEHl3J1Z7+D2fXtds40yyfiABzuGUWlS3nG8JpmXPm058aAz/WGhHm+RYL
+GYBNSf19HRXV4X3IWQwTNGrnHJbxUBpGIpnBC/sc61r6zfw7Z0PRkc86nDLCkAaKeQc/vBDUQj6
Qb7G+BnX3xdvTKOPd2JtQWTXlNAPrWereezb4BUWgaVioeSDjfZdNPthMeOmeWg4LDh7ls/cBgEV
f26+MmAUXPnSKibz4APvZoBM1lz1KksHC0cLQTMR9AF07Xq0YUZmQJRSBM75MzbcMext8IKYQWti
oU02hnCEUbyvPqAXx6xBiAevTMIiRwUcYjkJcyiQMWdbxe6fofOms1CtiPXplOvNSXLkS2e+ob17
LVxeWl90RsrkjsN4aThlLkWBWoSof0GbyRp1IdB95Otnp7OTT2QmktXlXTNIOW4Z0nIBm8NgvOv+
5Bvf67dtoEPSff7DQi1DX0t18UsGFXSZIWmOwPUGxi8WWldrFY86Jvi3bOWi6RHUV3Q51E87/elp
NnRA6y1Zd9e7MZcui5+mqWWNswEcryNMC8cuM5s7xmAOqHs5wZ685atNaVj6aAWXwcwfxF0ARMnv
3mshkEUY+XfstKx3roIke2a41FBfuUtwKB45Exd0fPliXpsTd/agV67X+7XC+kJiE1uYiJ0KwLOQ
Yu71MSqCwQ9yH6Vj5FErtFT9YY4RStmlnW95PHd3ijXA+mzJh9BbRe2QH6cvR7AwQ2cPdCF4AlOT
zg1Fo1ZNkBnoZuo1HWPeJXsIKCSbxIydLtB/n+OlGwKxKLqNZNCUQ+qMitQyOa17ZHIhb2bMNjIJ
RuAFX7UbPgXn8h1bW7hTS53/5OE74LcAnco3ydPv37CQy8CTQUQ3JXqdIPNJMygIkQROExXfMHns
l/hSkQIvutWM5F4yui2YKiwoUq41VS/tLgSFSC9A4o30MlKvlTBm2pzhARka7cni3/xX3poREWaF
HXzlB6AyjxpyrZv4vOZEbrNGoobSF24leGkIS1BLXPvBLFSksIuaBDvptaLLm2AHynZ1ZXEXhiih
di7LCLRQcULS5nont2nOVWlbIeCZdOkexT6Tfcw8f6fsQYmJTP0++8yNbJt6q4Hm7TaGZQQdBLGH
NzedceR8CHKJNQrJ8YZ/9d/QpLgDTvKioZjnm8Vzj4PrDgOQ/152FA/h16rfvJ1kiNIiiQR+eA0J
hpvUHJPhBSbi5q8OzZlF4/CDBoDS4Hyme8ncQ/4nNBXniXP1YAPGczRDlqhG5oaKAj/621czhbdX
M+JOBUkOhJ4IPGkG4RKirJpY4GqOO1iAK3GLHThqy63vBjwKUUgS5g6c3NrRug15EemjrK6RKifK
YtQOiLISSBnQ3Rj8uXvE5rYESPiZ7Gb2ChtSnux9464c5ttggChrQ+ASAHaAIGk4eT8MFWS3/NSY
HBS1U503ijtlmx79E6BZf/JATyKdB2yEMdcgzwt3JTFNuDrQ2ABWKGqwopC0fpLAcXMX6SJ6osVY
8bt4fpcOPRLeRrJBn3jnTpmOyFcwwBzmDGv+9BvgfO2/r7+BindjNgJvkoZvkD4EYIB8XNek0hrx
Ohta3bu8lvVe2OdXYyaX+I94M4zSsI9D3BfhptsX6KYx/R3E3RAseLnOnRlneuqAj3kU7tuXlZW+
jQ+uh0o5UAb6eKnIY6j1Myj2NpFq9k9oMwYHE1loo71L7LXNtXCMACxniXQHSqqo3V+PtoWYdj1F
2M41yBr8Tfk+oyOt0iEooAdHySj37N3IoENtZaQLp+jKLFmEH5McM0KMHlgVMCQH8a072oGu19vR
6J6rS7VdLTvexnyABfwdJe22OaYa54pHkNnogQMcHcaHss0B5ybWM8fHffwMTQgzvLsIXm2ksUno
4uO1y2NpZ/38CvKVPwZdjF3Z+iHmekbeRE/2kAQ1wotmffEbkA2hAaas9G67Hde21fJkA0Ink0eU
RpfjoCmgJjXElNFw0puS2x0yg3nL8GLzdZIuXQ2BFo8s0f/9n0HqPu7QMMo3HPGRDpfavjPeB2cA
+GeDQ+PLv8DosLqgOSGvJRYtEtQe7sAKG0w+HGRnjB8t1jHTFRubWOcvEXBd5Xk01jSsFiqO1zap
DazmoHyXAxzV0Rb/JNvBApDMKXbpodoAimBLm7ULj8wZ7QZ/DpKa01Rqa1npYZB1grvsIdolm9Eq
Dfbu95O5uEf/zuV3dPtjj0plFMpDDTO9rdhdrDe2hOH0K1tyzQp1r8R5OHFCRWbvYzaDs7/jC1xf
wub3saxM2fft9mMsKAn7bTrASrzzHRC9PDUmVPTsNe+ykIS+2gvfNbAfdjpObIN4hB3xzMGZtdva
Amv4M5A/598HtLDrvgNcgLGRhQeEkrogfE5ry7BXUTDk8IpSSyP7owGk2gikK0d5ZfbyJTEL93er
C1EArBJCNIQBKpIC1GqRvHMYVT6KSlZ+j9Szkdkxkm/aLt00MnD5uSvkj4pTGudB15Cd1narj7jb
pUTPPYasSVCbV9COe+062YbXIKqTIQjQs7vkkev1wIo5A4GAHnmR44MhRACAY99bgZ1dQLD4+xQs
PKiu7ZPv+7HEFQRrG00AUrfzZpszU1t84Q6Tzevpg7r/VJy3zxWDtz77yiB9Djt2rsF1B4P+q8Tp
Awi1H/stp2uWtO+Q+PuDusraGG/jTCLbjqcyi0IDQcdcjzFmJ6aWRixzbTKX+FQd+kusmPIO3Dq9
PjvaK2ckZuUbgrTqdRbS6OAYwfJCAR2pTeTTr233WVWFQdshrXjpEbjvngtDmQEaFUF/cOi3EWiR
JCSkKrM7Ze+hpWILIjckrE3BbRUBn0GeN+A8htanSmU3hcEfC7XFQ1LzbanT+f1kvGcG3pP8SctN
4Vxtoh3Sqps1r7uQIUGGEdcXQjANtId0eafXpDocSiR1O1ToFVe7fKHx5gNTUCMcA/jMYd1hq7nl
86CZazfL0uYG1Q6YFkEWBkFw2n/FVaZyjIbJj960eygQyPq8k008NQNkZhAl9ei0Ue01dN1tXy7J
yaApGLlG8manzcrdGIBXEklOtTcnS9yHJr8RzHw72alJYNmqGQI4qhc5BBzN3DHfPEO1VrrtFzDp
1x9BRfuRUkq1yE7kcYWHJE7Wu7b1zWYfoStZ26t69Zl87Xg9OZamunLVfg/w+kq/tk3vtqpWwfsK
29hwYAcUX19RXn35kDz1iNBQl8/obnvNzsV9e5jf5QjM8AZn+W8rnub20XH9FZRrheJKDlURfAUg
YS8VNPtGvXzPHnb9I/NHdcW7NkHF7neb/IKrQesu+uVx3BAnfgMofrhTIYqgnjqzSKNAReRYQcDb
aUEVpxzvY0X/YPXwj3z/VOuMZtQWeC9NFFiBkuuwB+VDt43X4NsLsERkgrHzgVfjgLxUKPcut5KS
hL6Y4VE/gNBTH3fqxkqcxEHPEVhV0P7JYD8M+tzpD4yz2gdyuwQwjxQpDgSUneB+rr2fGPWTnHEy
jry0TQYTCDa718dztJ/PbapXjP3Gr7ZuL6B6SfYbpQ0kRRewkHMpFa1USeAM0Bu981DFbWMdykV4
6HaAZB7BkgcAdekKIKOrJ5SZMwPoV4iqIx5c7SO/DQivP4a/noFkhsRn2uBj4HWB4It7vBICeLr2
FNtYf/ZZuQMWFrR8kXFYuWoXwptr29S916l5xCU5bPfPyZ/JM7nAqnTx1L18qJ+zM+KR1rrDTlb0
+Kw4BXmMrz6Hb1/h159AeaEO3UdlTdaisLSL8Nyje0DYSw6ay43RYvZn/lyuMQXcIhiRwwJiAjpt
SFMjs3c94x0ARENQF0jttM5EWg2bPVzvsWms5DSuGVsYH2AaUH7BDsc9T1/vvg/6oLxQIBV4aJzw
SQTX447vdPZySp5DK4hdxM7N2mW+sKeujFLulWfCLFczGAWRlhO4nK5CJNRtXsonZc+7/FECDTcY
GLItR1K2v3u4hXsF9Qb4E5X0O/EAY11Pr6LNY+lnaobGC9+p9vFG9QLIhb/zp8AYz/ljZEqb6CV5
ii6xs5ZHWtrRaPCCuhrKpRzA8tSDeETX5tCUFS5OI78HtzY6cSTO7FKkzpoYTbSkhzXZBY4KArvU
gpt/yp3VWOo2gsWljpILsI2AAqOf8noG+rZO85bBR1RWGlrxKXtQd+yGh86QRzoVOEjT/EMIe22T
vstQmygYCTbrnXIBhSDp8JLuRHTSZ2D1xPPPUI+Klxvsf08aXhumlhsM4ZE2hjXS3ef01JukwvYi
bXlkaNWNYqH9ydYeucd+7xuSubLTFg6ywsKHq8iXAURKN6KgVZlQkEAA139gvfIiE3O8XanoAJrW
dvWiLdxToLNFgQtI+us1jbJ+Ar3IhFQkNOdQk2betN4E6Ah5/tVxLfgMJNj/2qL2DzMnMQjLYQvo
4+yQ7dXP0CYYct7mjwaqDXv2nV0R2Ft4X5Ok/l+b1MHhimriBw42CytEdafAzRiahJZL2IeHVvfU
1ez22iipHcuwHOkQRBlQwb37wT4mAcpI0wZIWFMDwydnpF63WSsmLfQGXo2TFhousl6S2xHjhK5Q
Y6FkBrUKQ7zk29g8KecGVI+/b9LbNjUJDCak8wIt/vBJ9PumScU55rWoQIQt2czhfTSzt0avUeGu
Gt2ZPuqnO3I28+0uOYLm4/HC3Ide+QouU+f3L7ldYnwJAKRgswNiihRUrrdw0pdaVdYp0Mcu0zrq
mQU1Mf/SSrpsiuBw6Z3kYyXAuG0jgklkTTB6wtsJPOe1yVYbklEdIUI/H8PdaPcbiE0Y3GuxEz9A
frzmikiodPWqoKxR5wYEsz52MKy1NmJqF7Bjh9vW2/mAduYR0d3KfN5sYGJOk0kkCZo0QIOuB6fg
AdWxWVUYAgeCgBYEQLP+jQGTIZq7673ZeMPDcq3ie/tghlmko3C94aWO24VaRl+qeb8eBySfNvFR
3d/Ln/wG7X4eiwQYevAa08CZYqKVfXyL7P42C0ASqnHkxSxej3bKAyWsyx6754gKcG8GhJdCvUcs
kzjKvtjVj7JbbbXNGhPILTUAZZjaQ1LJDHmZddirzusIw/Mx3w3YvrZwKfTkq9xV8FQoyrUIbGK9
emI8qwNk+G0CIFjarMbr5D6jNxnRZvjfPFCbTIZeUMDK+Jy2sSRXuQDruZXBhcJfysJs7NFCx6Vb
7aJj8mRAVWxlzy1YB202CvAowYM7VqQi9jhUAjmD6rwhP6ivyo5QJDeGf9IiHTcEikjm7PGczuxV
G41kK7YX9vuVbWoHVHE9VV0F22AQ/5M91rv0JGyBRlMxbK00ZkOo9PKBfVoxS36WmnBwE8nAlGDj
IQdKHTOIXyH1W8Iss5XBesPtlO281SzmqzEnKAro7Ha17nw7UkB1CKIUhEyAHMjU1RRyQzQqfVGS
Ko7dedGhOBQPWFsXaSmEsgnaqzpXuV8ZKHnrXg+UWAXPNMfyyAnRIYYftimXQrjQKPHSQoHuJd8i
tb1Hn5oJJaTP363dPvyRgPppjXIjSTs2IEGqUEeZ3MwCodcj4TtSDr1Xu8lGewDZl9VbLdrkBKe+
i8xyNbNMTsrNeEk7A5GKR4sX9faX46KIxKwtkegFFTvJ98ibal+7AXCOG5j14lHnXuLN6vLeHiI8
S5DlxQKj+gtFbnzYjxxMn6LI0MOZGdNZAgf8GZwmhSfHwPtlm/wJZVIvdyYz2fiAbq/5j1uQFMGO
I4xE0ynSzcAKXRvPSzZj0ySDXt6xiNBXMG4SZzpVz6ItX2T9rfyDRJdVWEC3O+hLWisMfVcEqUlH
CRKDBwsFdIDpimjKpk0uCtjanUeYAqYzQnY9EaF1BOQIu/Hdycyt+EF9+u8IPAz8h2WVcl1zos1B
QCxLx+yQHlsb8EPrlNtjq89oqyCHqnnv93WlS2svsoUFx4OUB3oYbesAsVALnmZM3/BQdYaWHwTE
UQLP3wSrQ3JzNZ9FnBE1vQh3VDSuAO0HJgDyJT+2VhLJclqEXGmI+8kL7qZDhBCP2QSbDNa6tUfJ
rWuEssNfa3QwqxTQawoZtjTSXYiuh3IX2tEeb007cGZHcurV9/VCQAeLYA5G3xNKsmhEvx6fyszK
AJVJcnRmczqk6Fb+rK3J9p/CV8ZeJd8nP0dPpwoqBQwSYhHAnl2bC9o45Ye0K6GWY3Fo/MQbPnpg
T5JPHu+7co0j5jYvLQHfDuQgLleAQnjaHrSrmxySNdijtuCCdtYSDchJbZkHsD4NL+hrMPh7iKXt
S8e3klpP3rM/yeoeWljVnx9xg7Oq5THrZPjFMUDuMbJYgMrcHB1PYNQQeaM6Mvcj6ERac+VGWNi7
JK6AViarkgQ1ddGiBadKkxl2FVTb3CFDm9krf0KMeeIOlRk/sRvIEZCmFvQrosstr/Rqu4q1W/sI
KtoL/SLn4g4r0NrcjoNQHJDKvDX8yQxIQMkbgjTwUWXOH1n7HLw33uPKJJBrj9pxPyfhmwr4xwGe
BKWEYhzsxzuo/TjcXYSWmvGkJnqNej0ykzmSoE+87d/FT/ITqw8uf+gMzXwQnMzMVvfCwgFApIc0
NeD2AMXTjYaZnDfZmE0od981jw30SCActatODIrBJ/HQrD7KF+7kK3uUk8atmatDAXuMq54ni91H
nlCY6VOJ1ipuEzuxl5wkYw0/KywEXKiFQfgCNHhg3KBhrPMU95LQAXkG8i8RzC0c+K4QaFkfnIms
md2dA0vwFNCKIMGj6rEXbxDpW5kLKd3NuJ2s3IEkq3Xhd9UlR+fX73ti4eGMb/r7dQp1MMpsVuSs
wtfJ5zq0uC0PyEtvQI69sCc7P/gWa/753eRSlHBlkviIH9tQlAq5bAaYVC7PkTVvwGf7yhvhcccZ
pMXf17NQF3eRLaDq/7vp1dFSJ1CatbqpeJju/ij383N/fEcY5kCbxTtlzmgkazxnCw9aTC9Uyggz
F3r8bprqOII5FBOMNTDDe0DE41BP/0xWZR3Rd/80mMGFQ55mAzVByPCsJOi/O8CpA4/2SZT9camh
/E57W0Xzg7CWOyTorRQAEpAJWd84h13PAzou2c+DztnKMdK1A6M3TtcDaFwYL6ElgKNV1cctZ4Fh
+KCaQ6G77fOERekfZ8fXz6Xp70NrxUHdptcB9iYqOSpHunKRWrneGUkcRIDc4HuTR6SRZrN+R/8E
Hl9fnZOAi3MT7qQTYAJW58qH/54FhXFg3EEXS7pBET9eGxeSmKkzCTh39EC9QlFzfB9lU6ptXP25
Lpx+34m3yXxYQ/cvCL4JLQxK9NfWFFnOwzjoUQuqcdoVgs5U9P7luXAIb4r8WTiKgh40sCoxu9nw
pM/JXeviX4gcZQXSMyRyBNKOpkYQ+zHngx5y6/VzhnRHiFdZ7Pl3E5qDrJXRkrmjNqIKNABIB0Fo
BY4WKnSM0iTootpH54IhGv1lEEHJq08QaHuMtu1GsDMklPI7DXT3KIyetI3mdDn63GQdar4NAEC/
f86SG/j5OXTDjFz4SV4zWmbkO9WRUU0JrGTvu8gthFvBiy6rQJCFsOfKIBVaBsNUlUWM8Udg/wVf
HHrNzq2rwNT46IMVo3Q+V4Z4U6eREDv/nXGZ8uvzkPlCn8DiYLRQtNTBlODF9gmduiiU8E5i/m5v
yalf2aMu17AbBjWrYK81252wm3tD0xPU3POjaLBvBdhfoc5oHrDEIdI62Gv/4NqvPoA6UHlYF3JT
fH9As294G3tMtj8C7wmXqq/oLLSowdz1X0eNYFKDsyLuAs8imoIjijtI2SaIqCaDM+snlE7u3nGS
0byPB1EIb3ry0LNx6iA2t1aLvPUgRAQQZ0lBT5AGn0X5K05D1+qgtDU2Mf9KmDsj6+MlRn9+ZIEr
zwZtgp7DUz4MUB47/3dFEFgHpSpaV5D2xx8qxSKqTCjxQ1cbDa4vkA8dQM8Dsyg9BvveEB4FnGU0
7Wb3brLa7Hf7UkPtC3kkdEGhEYu07Fw7z2CQR0Yomtrg96AuA6uwukmMp+K52CT2mu9aNkZQJKCh
Qys2DWgaBb8ToxbzzCAfOruaQSKFbDNbqCe5q67p5o1AhvbDGrWNw1QJZlnD0CpL9gKP0cNjakaR
Lh9fxG0erxzbW5ArZY7aROh4qTgORV28eWuzBEIBChNKipYfZIyM3w/LbXmKsiVfr5rMxQAqdrA1
eJ31Pm4TB30BzwQ7ztjjcTUbdHPnUOaoHcqJHTisyNDa586a3pRtDzInwM5EEHsEl9apH86rZ/Km
kkrZpJKryD6pA1fApnrO3NAktbDJCHcQzBEy0BW0oOgcHcRXrJ07a8HTjccntkVQHJP6F8Q4KA88
oJOsmWrY5j60z+TN9vc8io6dPSJ97RWb1eW8eU1S9qidKkUdm5RkOcU9A2DRgFCF8KBV4G9HzovQ
Y7ZGuleN3Pl9H92ELZRdasu2w6RlTAW74Byz1Vh/v5Mc9v/Rf7A8PhK8o0sKCg3U/kkheRRyWg8P
5/FO95XtwQoCNFsGgqPa6t+izVvodVt0Sf0+vNvg5Ht8f+1Se0jLBSEWY7SqEO4Jmagy+rv6vbY4
gIbyVH84r/WlC4s+B7UATgZlFbYPtZL9DAxrHsGXk+hM2zXWkdtMxvHu2YdqAOmrUQ78Zh89fMn6
9AIGBD2wnXAbgX1Tu39YzaUSN3AVK2L8kFomeCIgiyRalJIpYq5IcrEGDTkaXSN3Rlwq6tIZrdzF
gBJgtWNBVDOfOnbNQS2dXnS3oE8MzABIBFI7KxRRAmomtkY5u1fd8oSo0LDkI4oU7Eq0sjjGH5bI
//94AkcsNDGyEZYqq4faOt5aubYymtuIjMwjQiIA6wnh2zdS8IeNRM3Exldk+L+PERqYeGI4CsAd
8kbdgdlzRvkj1A+DXoDxQdnwKyH2snUECBJ8Erqz6fQttK6yqhuxipPHZ2YvGCUecAbnYAffDQ54
NSQ9ZCyYt0LCdq6htdhc7c26LQSROQD0GgBMHo1iNMdRl0chlxRo4pX3zZt6F2QAvkfIcEwfio3m
7Tdh1oXX2gruWWDVyo/I1vqVZVi69aCACW10sqmIzuf1Upd8gLxkFzVGhvy8XR7R2GtLe/azRQWq
BH0Sr/3DnX5lkdpcCj91WpPD4verHxSjw0kDFrQFDVu9Vn24bQojCr8/hke97LJylEG8EEKF3ZHP
odlZscmkIBu/TI7yueIZF84n2LI4YHmRycaMUjfcnDUpW0OtETccxgNxlUzHXh7RYifv55cVYwtO
EU9VwIdhCmU8Gt4xRnJVBuA8xmNJO7LWDLpAMBZCkOct1mMHR3fFHnHrlNu7skddN4kv5rPAZ4Ds
ABh9Fh3CLG6jRwHpKbPT9NYSzuTiKfViF/2R7lesExf/m3Xq0hmDoZLnHNY7oyAPiMN7b7Movqsm
eyk+ayP8WjG4cIsjIwrGG/BNAXBAqzLwDF/NDF9AGXsP4PfgyY5kHU9H1ANKFyJnTqp7aAXukIr4
h0ZGIkP8wzZ1QOa6VvhWg+3i3OuoBxj+MXF660+n6Gsl0aVV/WmKWlWI3PPpEJYNmNPzXXhsXWbP
nNeKvktuDgOCsCyLDCNafikrrdLyADtXxMoMJpsWtDKo5YPpZVO7L6FdPGt7/j68m7YxgpnkPZlW
Nu8tj9n3jP79AMoL1NncjRpLPgCY2OksA5ukOiNEnthPgK/02gptQN+BT+U8UOLaCrSFQmc8avoj
CPutla1FRkvvZSSYFZQUQCKANNu1x03qqJojtgZ4BcEL/C4yat0hhOMNCJeB6EZmBzJB1llb66WX
ImgE/xqmDlHOQPyqGWEY3S/zhsXlzgI2RTiscICj8h/ULci0/zVIM7D0QRND8B0GXwOvqfSvXOex
7jNwlJPJIt8B5qaVuV1ywT8tEj/yI6iQxirrJA4W4x1rdF/+fbplXkGzcxDW6pW3oCxqcNQpTWX0
X0otmU073AD16+Vm5mjAQmFwCVqrIaXh8k/i3e8j/H7O3+4edEyBDw+1UrqUL6FO2MoKtrJ2kT1l
KzyBDQIN5if0IGJuWbs0nrCVjRTxOOuyJveyViZcjBiwdZHeQL4UKB3qmgu1MWU7FQOXHSQBjPgz
BK76EJ0YM7XQfbpZg3Eu3uE/DVKL2sUqeO9RGSFtmEjLDvrTC683l8ktQPb+L9P7Y3BUONRUCFlr
H7YKi/UtGX1xic6iEA3azSfC10SKPyf/9FHeBVaLl3qCujT730uBAKwiKgTgCiIawBpSJ3X0Qw4a
ODOiU8d3sj+z3W7fZ8SnigVc+SU4lY4YIKz4fey3HXmwKklkScH8CQQFnbbKldnnEqEGYrQApY2V
7QdnxIaW9BwCbOjcZ5HzxpldI/y4BcYQw2BVQREIfL03mC+hSsamz/EUUHhj3FYed8cYkSVvQOI5
n7tN72UQNBhfuM810aulQwwUqaqBV5NlUQIjUdYPfzHWBaE/mUgAPtoxtOYCN8UxFlvDd8ULIEle
KCKc6lZf0WQfUccYYGgN/CoAlGK+qX0m4n0VTTOHV7SpgL7SPDZOpFg6L1jl3rdUuGVCjLwaDi/E
UUBCIyMKGlvkJulHlyqPreqnMCtcQN6X2sqzoJn+pbFnY9ogcrObyVzZVQvXHRQcwFoIYVCi+U75
yWLm2ERjEJCyTnNHeHnQUYybN9dF19+hlGuyJrvFC2/FUS7uZkSswJOBVQ7wI8prTDOq+lk7kvzP
/Aycu/AeI5N3iLz2Sd605/JODnTuaxU2sxA4or0JmEmFl0gnCnW7Q5F3UKZSQRZxrx0GsOo/JW7p
RvvaSx84o4Gq1yY4+Zb/pXVu8r7qnG9ACzhKP81TnkNowobViPneLg7ovQE3Y/6OSxBAxsYNi7XA
ivj6620sQA8EYR1e0IR9jAqspoGbx6wXGjyjGcTlPP42CK6EA+9pNuK8wmkEXEoxcMKeskFKpjGQ
mFlzIN+F15vPAExJA0yVRQ6cmnS5Z9WWSfDjLLpXKwM5BFtwenwKuIrcDpCsEGTuiZPDYTNQ0ZA2
LLhgxf0/7Dng7IGTJXRk+BZavFucZn9gR7Uxgsf6Q7Y4dFccZQdlly/Fyt0YPNycN63QNS/cx9dG
qSWPJA2U2MRo+zGhSVDRZ7feRbixGhusvIfJXTnQt67ryh5N1tiVPBEKhL3HcqNCbj07MzqHBOfu
SUPBsN1z+/PvFm+P1LVByklPWQG90hQGlYvw1KJlAsTH9/m6TMht8HhthwpsRnZu426CnXhTAwa8
69EvYYN04R67yCo2k41qlWrl368/P7LXMosLr5Rr+5THCuTAFxuykIPlIysvHlo7fskseKztCDkr
Em4o2MXsJtoc/own/shDOC1697HEaznXhfzY9bdQ91PB5rHgt/iW4LGzkFkGBzc6oqCdBtLV+L15
Lh8ZJz5cwv1gxM4a98dCQHBtnbozNGmSpISsxOTJlu+oqa4BacShm5K0xasfyQtzVt3VzBTZSJQb
QbsoggG8+5GQ1ChvxmTjxPAt3Ij8mpstaDaO9RN3KK1sU3xWiOvXyrO3zhpstoizONxTKFLSYd6k
8RUjZRoJNsdnBTpKmbVtEVSLxgyaSkI/4dvgQniAO9WnQq+9fCUNujTRP74ANcTr+EcbKmFMZnwB
4wJkXln7zGrf0dXgpKBcLz78++Y0PNWvq400C/cG7KIoLQCZjCQs5bAlRezqnMECozb7Co00aA29
Qmcz2Fwq8K+6WWKs3oy3cQiZ7L8mKTcpBPM8JD6Gyhr9hnODzpRPfQukPWcwLzIoB2KPPzAn1l3l
8yW7ld5WoLLBP9KSig7d60nmpXIKhdZH9sEZd/wDcISxCfYYF9eRg+QyiAgutTNsH/+z18R4/1ql
TvCs9uMUB0yDrtQ81Ptt/Af9v2gW0bnP3w0t5BXIzP61RJ3WPJebJBIxvgyw3EP7nCOHzVgFmu4g
Ets6qzyjxA/+Np/UStaqXypcD3uQlztIeJ5V1nMPRYCNf2Htt8ZdVTJZuBiuBkj5BVEeo75XYFD4
AFNAtp9Zgx/07rm5D+ZVcb2Fmjd4D/H8Qp8Cwsibgj7wh6hEV1i4KTXb58bhXxA+7NWjBJTVysot
7UwFPZIIVAlWga5lQdes0uYsaME6GNwJl94EqLzdxc9Q270TRauDemD7BmqltRBizS61Y6JcFpIg
gV3uI7HCx9yMoLnMg9RbAaTN4A/iK5KurEPa5P9lxECzgwGEsNJp1Bs3lPlOnVIFd6xX7rjPBtKY
cEHsA+BlwdeO2c9vKRighTWuj6UgDThHLCu6B1FnoVG2eVwNLEiusYWOox0aFeB0B/YEKaWPytY2
nbsqYbtQp8U2An4ODdrQtwZ567XXYVKpF4cKGqfdm9pZVW+NHngzBSf1IlCWo5YFAhxwawsvKzO8
5Np/2qXWlsvrmJNrYtcbHOXI3OF62xed0e5bqzXalzUB0IU3PAZK+EQA1QYuk8ZpCzU3KGwXtYb2
MYm69hReuLtsnxCJvtEYwBfKoIzFbguTVfSVsS6EwoSNH80Y4JRBNyo1x2wcNkNdwXSjgL2H9fwc
MLbZmk7gJXPVS7oXSj07rj4zluIGkJIBlI60OtomKH8kFHmVSDOmuAVVJ/LIun8JNi/hXlsXoSG+
lPa1P0yJVIAQD6oW+DNGWAKlgoTfQXpPvor9dARX+mSLtnRKbPY1eAnXUVSLG+nvKG/WdRqEoiOj
JG1SyHJCVEI55O7Lg28U2/W1XPRJP8xRrwyun9sUioSYVHRHcZByM6I9ZJQM4Y6oTCu7dJ/9A+U+
0Z9HFhclcLQ7IktxfUj5egSmmI9blPRBUQ1hZFfSR3PcDhyISfGKl1476IeAYPk8nlb27lI89NM0
9dooRy3NIWrRIiqRPngrL5CFSoj0+BHdedoZUu9OABSZb+WrznDhAof3JRIeSH4hgUAdG44PB37k
YHryEDL4e85uQLSAm+6E8rvkiW56jp3fh/sNWKY2MmyicwpytcBt0Jg8jRsTro9gs70nReACPcsl
Ir8AIpeIPy3SQjJamY0qiCcf8B+7UB+2wmm9zYMczt8+hNpnVQII1pDiQ6Rjajwm2zTUM9ngW1OF
Xg2Qmu4b9GornbnPH4RNuMY8tuCxrqaBWvVirBNtKMg02BDmBdHBczMavRub2h1311qhriDlbPw+
97e4eRXwRIALgHYAUTrovK93eaSWCSS0Umw1L9/tcd/2p/gEIY177HFQf+lg47e7T8Y8x3ju/YNt
DmcMIkYgplcl6joa5Jzl4ylrjaqGlHvioo3gTwRhyGxXu7mbq8aJv6gk2woWPHe6+936d8mfXmxS
JfkO5NBnS3nqTJmCYApbvK9yPTRYT/ZkHHV5goAuIZRONtJ+sA+x93KCShx4iC8QIDfTreRUdg6u
RTCLr5IELQBzgU/4+020Sy/Zoa4FuUHh6vjMWIEngDu0OKdPaK0DX0P8BPZa65ywunSqtoEJuD06
3n6flqXY5Jtvkci3oZGePoxJXeZCpkG7DBxQoieAHDkkbGs98ixgCjoJOo/Y73ebSxmNK5vUuZtS
v69lFTbfA1AC78Yn9jSd2OfKfAENCmCQ8Lhm6IlbzLq7yiS6cLlcGadOwKAJsablPUlokD6XwvIn
I3EYCDYNkFXh9AgcvupqRmnx4BFey//NM3XaA7BY+GUCs4w7QztN0gsvSVDxbT521b14hFKaKe8V
ZOD51WrzosP9aZty8u2EiHcSMN/CkbNnVNIR+L7fyUB8yibnsSf2qBmCI4IpInm6QKRV/we6Dvid
n59Anf0+b+tB9vEJ/F7gsMVa627WR5sxvo9ebmfPpaN4Amgjft9ry/MOcSoIX8qQ6aZf/GMvTk3Q
Y95B34at1cCvdnr/LIAbRUFep9zGECnAyx+Eor7xb1cMhLFQgoBpghi89rdcng5xxI7f2RXOrNwJ
ru8ds779yB9L/QsViPtJB9G8kT6qq7XLpfsNmmBoOoBgkwaA0rVxua/rpJphXCDcQpqOsu0xe4Ne
gCGd/4+061iuW4eSX8QqEgwgtww3KFrZ8oZlSTYDmDP59dPUzHvmhTAXVX7lhVzSogng4AA4oRun
ewNeo8ErXxuod6+i6UfJ1IsOuC08Z/JjnSS5Na1jBwXJ+/SdXafoGq68CCoJEC5iP1eR+vz24zys
0KlSCEKsvCBrMSMXk6CJPoLAH4mQBhzrdwMilfS2AK1odWSHETQ/OlLkJoOHQxc1mmrSABwh8ZMh
JSn56mjAbAAmWagm6CDQ5HO4fVsSVFYilUrg0b7v1IcJwlUlLM7yHYYS7/F75PVvoEE7P/7Pg+z0
oDvF5byr1ibMni2sLnUf7YvsavnWBsvtsLsDlxR+10MWo8evKUjw3UczwJ3jpd0rKHU0gyboDumz
5qHSHmdgeVVin44vUtKN9QvOfSFnl3ZZNn2lr194G+/jR/DxQa7PBt8VvuCyQkkguBAubJfcQ8wk
BjHdIDv1PrNQ/BcgpIOLPoRMVpK+051hsLmvRoLCR3p7a72i8H7f+KDYcBtUQ3ndZWW6SLEfS+8d
l1D3N3Tk1B3zlV0G/yQrHxTYq4HE3Z9v4ew1iyIURWr4FuSfEdZHCcevHw6kCcIPuEn4Jtx+8dNy
m5V40zwq8gCFoKz75BP4du/SGuo0M/EJSAzn6AQiEGW3jm+Nn7+Zrv4xgxKlegmVtXMIeXjwoaCs
ZXzV79/Rh70rj5k3+syXNRx/bpAzi+Rwhmws2FhMxVeR6+Qenc0/QE7GLkL/vXCTPbktkcR8GZGv
nnd48sq2keCScjonnJHmcVs6w7os9v6thw0e4gfkkJc7VE69LugsTe8QsqFX9Da8oesiyViZvzpv
VAboINpDvp4itMGZ6KI5rK/HGFRhypXRzb4+s+/oB3pKleyHFmLiM7SndNJ0wNcAK2DxMlspNVbX
xV2TTdardWWhcrZqDqHuMm0/QPIWpF7EsxYUnMCbovLnvMv6elAAc03Rq0jWwlVyKQijn5WCrJXB
jn5vEr/JZ3hpyWkkxFjZMxDGxT+VW84prxenrDCuzIoua7InQ3Woql/nByKoj8JINijckZd2dpN1
I1CSlVh1Rh9Cye7rcLptDdvTwmZAYL7xjVUesjEf0ZcnK3r4Gko4/YB1GjZVNGGFEHOZw2o7Nn+3
0NAzLcm7olcHta/dpislKyc647bj5YzUzLVhHEKMt4j33fCcTC9d8jxI44pfQ1/rqFbpKQf9i8gL
cqPK41wre4Z3Us8+FtX+yMkcgLLZ1dvoajDeB7wokx41Sr2eXBgExd45SNOLuoUegRWn4L37qGzt
OkF3nNEVEkVSycfZXFyuoFaXRCGmfFzcOrlc7D1o0RwTuWsVCtiyYkexHaNaFR6BQnySs2PidG0Y
rVNR2LNbFeglVcqjURSSUgah98Gt9R8YzpAnQxtRKgWYdHjpqtt+weXZ2NmZ7c1oZVw8mrbB+b0j
GxhnuXOnhXU8AFHNF6+zoXNlz5pXdlMtsVkZEGezUWxVhtauM0ifmHmDgna3SmXlXcL5Q9YIzzpt
jSZyFmtQViVaiyr5EIzaLXsZ05toTv02/LkkexMZ7NaSkUgL9yK6eGzIFoDXiiclyqq+t8K1Tj4x
d3Zt78cWKvPXc6/t/mKhbKRt0AYGXmPKLRTrZrKUDDhmO3uLcYwXLegVFpxHETqyDQq3SrltNDRF
Hwco0aurop2zXdQpr7RDPR4h/V0ZpbL4lAyRO4VKPSTDVBUoOejDXdm/1iZq4FVceProgqTseH58
Qq+xGR9360PPdGr1NdCG+qhoT2lzYY7x3dKMfgmVV91O9ufxZKPjDLLIlyFNGuBl7bTLqf6tslrX
sLMg6dKbqSSZZJeJrfFfK+G9ot2RjNIEVjJoqOCcHpv2d00/JuX+/LDEJ+6feeSJS1BDmaRVAZzO
IT9aBtKUJi2US6iBX5E8R9PGNFlBAfZVT61ylFSQ4bfSVTJSA9loyekB1SbwVdo62kbZEduvUD3b
Z5ARoLJ4hnAZ0SyHfYfKYHA0nQI5xMqJM2MZ4+o6r3cTu9MqxG2blzg8nJ9ZoYFukLgTYFSoUywT
kBzy3KmYx12BKELRuD2zXdBU/I29rD2lK8cJ2jk5r2IoY9Ylw7qONZASzc8hbNgt5NrKRknmWbhY
GyjOtaQNq9QKpAAeahcebDK+pubsFaN1bExHMirhWbOB4nxKmyoFhMIwiUaEPI5joWm+fzNsqRrZ
1zQkLkgbHM6bpAbkdT+bhwpQRC1+gZcKiSu/gG3U2WMHuZzu22J7ZuefNxLZVHJehdF46ssGU1nr
htsRp3SzBlS40GsZC1PmUgR1xOso0Xy8tlmv/z01/jovKwhzAs1Mp18ZckYqiW7tKTp2efI9LHL0
krf97xR6ScxBD5UNHZG09dM69CHK+2IgFHN+9Cse/0DdfA9PDjMotKjGHi1bBUJIGuqqbQNUXLEV
mOVOsfzMCcBe9RczDsJBE3SAKPM1dM6ilDIz9alogKmixxnC2YFRzv5SgUqbGJJAvaD+xVC3YJxZ
ZYNSonYJHS55fakPl6rlGcnVmPslfQI9TYYEfyK7xQgCtqeY3CLjndZB4n5tENMuiuQ27zCRld+l
D0x3rd43yutIPbA0QO4q7K5n+6CNF3F3T5OgsS6TSBYHEO3gzRTwKRpFmfVYz/A5rRn9GFn7YRG2
r6ZQkg1cvSlvSggBgc8DGo1gaOHcn1ZFpZ6UgElpv5+s4lWzl7vz1io6OrYQnNtzIh0BeNQLe0ba
uq1x2eLwX5RvGnsO1Z//DYozUsvpbNpp2BhNq7lxftcq9a6il6ZSeG0pmTnxAv2ZOc5GuzYO8wwC
3x4ckaeCg0BBhaYheQ6JQVaJHogvo6WAGxCbHDtpFew61qJbMo29PAovK72QLJHozLVAEfQPDDeW
JsnKsF7WfGBxPTWPltJ+b4ubMut2FgSXY5D7SM4n4fVpi8jttkU3CjXtgNgXkxeXB+cXBqffzJV7
kSjeMnv9UOz+wjjQkYEKzP9tzj714h3uoV2/9j6qEQrc0LOr0DHIuhtHe+x0GRm+cF9twNa/b+Ih
VRYVEQKbeBRVejCNCaxR8cD/74XVbog0VxsCQ3sunbu6QYjkuQeHvey9JJ7jzTdwezsqlmxyGgzY
slwn/DEZ9zHDgRwYCk6wKgjHxrWN25a+np9nKS634StKYzq2wG0W5kJJUB3uSlDIkV0FlS8ly93K
QqLX8DXcDM5DC7fLZsTcdinyQUmLGchVH2QqNACsaT/IXjTipV11k3Bxgi75eifaLK0yLmqpRGtK
cVH9toOaj971388PRFAsiNMIchH/gHAX+9FpOupMqBrQnFvIBHfkxXH2jXKVGzdDAmmbF4fs2+7G
Lt87GS2H0BlsoLmrvlIzQxkQ7vF0lGv0puouyaMSo4ytUT0LUoAKNSXeQHSfQegAdeAoj6RfSiTM
qkjVaFlLJKrHebjuHJcmu7BCQYYOYeLuYJeBZHpF0eYNIn+6DjbJ2rkA4kD3HQms8tvMFjccoPcX
d66O10ZbuWomqwMX2icYflHcvrbu8o8NXXOQjzcB66jPRdIEiYrKl2g4SEYntNANDLcBp85ho1Ui
92wr713v1vQKLty1w9pTwL8Nfu+GPoDqTk0DEv+I6sk1Syo5HVeIL/eKzSdwO3HS4yxL4zX9Xee+
Gps7ZtzPxvSt6SVHl3hKHWi0GiB2/xLwShsbEmoTcnqlctVOdyy8LqLj+fkUT+e/EDwtddQXddn3
gKgL5Mxp5Y/Z38QGoWbyzyj4NvlcCyEXvI7CRIdiw0o/mi9jKaOF0OqhcACWGZCj2wa3s9VIyxLF
BkrG4lf8f6819qGhVZCGy3Vh6vvRuisgooO3RCk5EIVOZQPNnYcQlc2XZMBLKNOeqyl2nWxwx6Q/
9uGrPv5o60WyB4QuZYO3ms3GSdexZqbjsE6os+z1ZdqTUQ2qkri5M9xGtbVf8xJJpvnnTUU2TG7n
5dMw6eoKSxzlWQnfhqyO3U6fd6X+QxvyYCSVJKggfJxCDgW0tMgxIavMLWofG7nTLZjZhEAXmExP
2lJdJ1q1t22UcmlPiTYfpgifQWcQPITQVHYd5QUNua7dQp3aGnfnp0C4W6CwoKL6AAo5fAeVMSVz
n5o2WsjraZ+R/n6KZTm11Xl8cS7/QoCh9nRxhwpv/CUGBOpLRvMG78GU7W1jp09/48U2QPxR35s0
dyYU4YZW6CUhVIy62K3YcihiWdxZ6Mc2UNyBT+ysTNR1GYfuMFh39vjSabJzVvyu3oBwtlJY3aLO
HcZD8wgBUt0dUXnE0A4Qdl5aBB0NyBpRaGXpOikwt/2LEKz+sbb2JKvQAAwjd0GXu3EYUP/UTO5s
HfT6pqZ/czRsRsv5AHsomZ0qAC2ITxXDDaM9bQfJ3UW4bp9yjwiKokyeA9GLLJ/sdd0KZh+mBLQM
sxVQTffO7yqhyW9gOMdSE2u2UwswkIZw++qtKUG7t1I0pLswnCRgwsN7A8Yd3hB7p2UzA6yeC3fO
biowwM3Rz7ZcJO5SBrS6042XtiKtwbMTQEnxLR33YNVzKTJ9iSRTKluj9bDYwJgVDgCWwhBUdP3k
Uf4Qq/Mur9uH82skhgFlJ+jBkSDlS1rBnxzn6IoGvaUO2QJ9RmrgYSLaXxncHxTOURSsaiLkJUAB
2JkHzYkf5zrZp4UjiTwITzJQG/4zGM5V9AnNot524GMRSlnivREWgZkcOrzQ68hfZAEB2dxxDsJu
wtHoS8BF5U1MQMU3QHJXVtoiGxO3VxH/ih1rwtTlCPb6DUo/UIq35D+TzAbZoMoQn6rzUQ/0bOkf
z9uG+FGMowpdfRAkBKXIqQ0avRJ34xiC7aMLTKji9UEXo8apvKnKC6fzIT/do5ggmmRjXifuy1n5
B/ez3Ghj+0W01PPAMOZFQzczShXCSXYDEV4rNxDcKTkPSpdlGiAgaOwrGEVFDxYcLUk9NjFvRrkv
pNUjmYKVbGTcRqAFxJyyASZjKvQ4Vf3z0mT786smtMrNyLhNYFpJ36otFs0pr5u8QHXNI4V1ngcR
XlU3IJzpg87CVuYZ40BU3zWUYwsv2BDdbbFg1gQZ9ItFOZyHlE0dtxGyUc2LngCyCEME1bML6L78
OA8hdO2bUXEHlqWHSMPa8Lk1ynyL5roIy31vXSfQ7fgbIB0040Q3dXRXnm6s1IrH0NAVkLzQ8ZuW
p5FHCjQ3TtCJsI2X81jCUxg8Mv9gcUvV1G3WWQ7sITcvETaYtMbXO19HWwf4dM5Dia3iDxS3RG2G
MpiiApSm91d6NHupcT/lIGBQ++htaLIjutmDsQqJZDrFJv8Hl1s3Q2XQhWWYTgIf34Ogz4qeommU
ZHiEnngzkdwNQ0cHUqivo7MNv8vuKyNB1RpEHc1d1ThBFO/OT6bYGP8Mav2cjRNc+qF3tByDyqJg
QIZsqPZ6+8OwZKWjMhzOyWvZONi1imERVNpM69uvTpCVYw99mcq87upVvzr2f8YEBtDTMRW2koeJ
DSwnfkrGI8g4dQbOwt5bRijnsYfF+T2pj6XRSXyHgDACocl/1w7ttqfAk2Jl1pIDOGnBvZn+bkMn
2tmT6na4kNRM2efVwzDMrjNAlQVPzmoId2SAoqIOTYWB3k9G/W3OVVnK+7xJgU339LOKjhrtkGGN
u/SpGy5N+64r44s0e7asH6yxJNtEvD3BG6ZBaA7qs5zX0bW5gpgvzrwmU0Gc6A0l2tf1FgpRx6n4
OaP4yoklHkFoXBQdbFRDBAdPjdMBTiwkJGngtBG5dGkctN1rq/+qLcmbVxx63uCs37HZLEo/p2kb
Ymi0PlbFMU9AWfWeNYd8uJu1vUZw1n40/VOd3c1G6J/fqMJF3GBzfsGwa9JZ65mu14fMQi06ZHaQ
1O/tXR/5aj/+xynl/AJEnrRU6wAX5b/q5MaovBpa0KZkUMLTdjMoziu0TmpllQ6UgS1H0+w/tJ5I
buvnbQOZ3NM1y9TUqYoEEEmNFjb4NQVBXuVbVu/Or4/wdAB3ATirVWh6EM4GbWcgXZpHyH1M5bVi
6NdWrj5bDb0/DyO+LW9wOBvs4or1oQ4fo48vyA5qepBCbUsDEWEUqI2vQF4pdONelexqse1vcDn7
I7PStv0C3AZVas1QX4SL7uLx6IcFlAgZWGKdn20Rv1cpqJhqtE307RWlqLc+P37hcm4+g7NLPVwK
fexWX5b1F5VRXbaok8snNPIoiwRKeKXZQHHGmTtmNeL1Ba2C/MOE4TQpHnfVrh1fQNd4+E/D4hnX
WcvCQl/flFGzi+LEA5Yze6ohuXoKnQg0sixIFqP9z+YW0TAmK6UjjLSe90b7C8VPVZn7ieqb3VOj
tpLdLTwJNmjcWjk9ZR2dsFbq+IM0T9ZwSZznMYxR5ntZVLu56yV7UAbIrRhrQ8Uoy3V4RepG0IZS
rrWGuE15k+uBaQW6LBwk9F9/Rsh36ZhxjGJjgjYJpBTcGZGGJe0ez1uGuPpmg8FdKsIWFVTFhEGp
mXrnJCOaBrNycMucgPohm27qMb1Vu/a90UcUgRvLUxsuR2VNaTXJbdJosdc0WRqUmR56xYBsF1S6
czd1QkVyZIg94L/GxTcHhWBsNeMaH5qqy4WCLEZWGTdRDUml8zMiw+EuGGB1SauUwqwQUzzoYRnU
tHUhCCGBEe8VukZJkX4FfSJ3cFhGibo1DIdaT4O1uG3u9x04L0C1Nt2pllTFXHhrBQMAOB/ABADO
yFO8aKRTyAzYUsa8jM5u2V/lSPJO8eMEIrni4KAIWUG7SCFrvRMa8QZ4/fvmVhMljpKVa6vZTOu9
Mo37UdYCI3TaGwTubMzi3MTBjqmcQFZXLLvKCn1GD6Uh45wRuuzPJlNMoI1H7+lQaJo6UznCNIr4
3qyDBBUVKu5IRpAMsoNIaIUbKG7WwokMalGsUPUdWjNcq1XdPEolHk2Gws1cHsXgCFjfnEpy5SDz
n6Ccs5A1ewndJqqXwVQKFvgvhb7xiGIwtO2gokJD6Dy5mlOvBG2z3t46WZAy8KTqknNIQEtkgIoU
/WyrxAnYdrnNVWUDyxkFZFe47Nq8n79Zj+0N+RbuQHj7Hew5uGIco9+4Ypz3HaJNvcHlz1nSsCLV
PkMiy9EGYTQqY9NvJLrsNX9O785jCbslt2Cc5waRFxtwLVt7OB0XEvYR5IDAXuha3/KLfF9dOosL
od7sqd5FPoN+cQhilfOfINoP2y8gp/sBKU09sQyYzzLt+vRynhEjebQb39J+ngcSprG2SNzOA1Fj
QcYISCS9hEvu597X1UvTROmIfmisXQ0al1oWvPiq0IpzcYvKbULbHiIyKJjh1i2vF1w6H9TUnSIX
ofj4pXsK7y+7taM98X+GQSTLteoyY+I2J1lYog5guYJaYrwLH61v6Uvr0yABReW8j7Cgd6lv+4bX
HM372ld+oGX4uAc7KKy78toDDnEwhoNP9aC/Njv1TrlMZLd2kWun6OAEtQ/U0Q2ecjez5oWlOZoB
6XQTJpM3S48tkYOiUNla+x9MDcpLpxbWFHmXqTMOjyJ0zRlFbPk+lHYiCB8fWxRunRt0QqP3GCho
dFVBsk6za2i9GvGH3iOznyk7Rwtq9WlR96OzM2c1kFj3uk/4iNIWn1vpLFQ6NafAz3TUgLbRXkUB
mJmV1YGkKkqx2UU8dHujYl6FV6aSjkdUGv1Nemv7EespuzmnDWQ6UR+Jj9DKu1EBkTOqFPNClngU
PjC3MPwbocsVPWewajzJG3vXtlfL+GwpFtqbv7fpk1oezPpYL/fnp1h0Rdiicm8FpZpQVr52yRq1
csEWejlmvxUte2ln5eM8ksxiuaOnGdSyKGyMj87fTO1pHh668Pd/guCfBWmf9QWNMBjCFo8kxAv1
ZbdkhX8eRrZUPF/jYjux2Y/rpBk7BS9yXHd6+9iQ28EMRu0j1S5LzVet/HgeVzKD/EU/iqdBU2PA
Rub3BnmzQbszyct5DLFv/dev8Ldh007bKq+wSsmImtWhRrhD+W7b42VjkrfUfmjt5HAeUewr/yBy
PmZ2WJMZIRCb+jpUcdEGUYjspiXEQHEj+BhBgf6lIqlo7RZdvKth9PFN6YwIjzhG2b+fH4lw7rRP
NSHUeZn83KmoABqzlUqD1JY/K+6sXofZ7BNF92vrNkK27r/hcTOXR8vM0rXFntX3jXEbsh2br1L7
NQ/vJquR3OCExrcZHOeKqZqkTF3ZEOZhQf39sWGtGzNJTZ7QG21AOFfLomFEyhsg4VgH6Pr21MTB
+9u+RaGHxOxki8W5WysqUsJUQJWo8ndQshJ0y9s8PejkUukkuSXh3JGV542CYuVLaJ527VxlIa5L
ELQ35/FCA3tILeMnF197NyicORQGqRSUUaLG9jq+bQ7LAdmrY35dgaYjdZG4hUaZrx8LT7nOd2ru
QmY0IJL1EwgB4WK4+QbOSrreUIyGYQsM77c67t3PqOn7+P5ITJDa1P7gmXsKafr5BXL0nn6xmGD8
MyTfICw/3H4DZ0SIjU55G2EeevBZ+fnomffTZbsHn+Bb/R7f6QGrQH1Va8H53Si+FG/GzllUVpDZ
amvggjLTViDjPV12B/IRfoAzBbkldUfc+g1Z0luQmus0+AsW4dO5Xy1+c08JDYMxJwG++XDt5LiI
h1cj6qlTIM+ufd9fhvfkJlzc6O38wIWbdjNu7mBPrbYyrVU6MQVdGqI0kDZRglaWBJKgfD6ENqOj
DG0PqOHGwdS8peGlmXksHdyllryQ14/9cuP8M5jPo38DQ8w2BCveOolR7mUx/aXjJeNosavqv5dY
xeNKRdxWVjIrdEYb1PUevEGFimETDzNQ++pDCQ0/Y4cQeqOz/Wghbpi0u/MrJiRa2myRz3v/Bi+q
ckfp1/jp7NUepXgd0+/4gT5ZemO20E18Vd86T71Xrop992SkXnanXM37818h8YqffIybj+hAkweP
BbupNeyVUduVhgcppr85tzZTy3mkEsTXQ7zaTd0UbmjVngm5Dia7EsoWkPM5WVOsZQpAUdP3Vgva
3q/jd5MFM6vdVCpALgpZbpeP8zSmMjU5Xb2sMrTuTNHM/E2lfjL0ft/6MQJvZrWj3TNaQCU+TrZk
nIshfa1CGwLD7Po9Ag5T9gul1JIFk00l505Qml5CBhcYDnHH5fuYH/Nlb6PWDwKUu8WSRGok+50v
RjPnJumHdeFyO1D6IIHyU4EtmB4XMnizczkpEquXHdOff9+YfWXD5pMGi5cdUb5NLiBxW111l06Q
ucl1u0vdVvfu591Tth8uRteEbPP5bSe8C//ZEJ++YYOP7oMQuUyMWGFdEFGKUKDEvazm99WHmsQB
eT+IB3linqFXTN0guFrZ5XMfH6lz2dXPcRZQXTIUGRB34zEnpS7zlXOpmnd1DDqkC7RuZqPf/1UZ
DQgZ/h0S50WsYczjCd3Cnlq+o9kcN9MMudZS1sErXhubIkMIXmI0np2eA3Oqq1pmrVxDKHHNbYZi
pOP51Rfvrj8I3A6e1ZgstgXrW7TUnZMap0vphdS4GkrFzSLTb0cqOVI/o/9f7eEPJrej7TVdV6/s
dUlRvzBC8cTLCuh8Oll+oG1l4ICNcmKCa5XNr0lv5OgtRpu9lVEFJOOJor+Rfmnf+wkNVY1hT1fq
OFU/jC7O7tFdaYDMCvRDLioBkkO+tKhcrdBKVved/RtlheFzP6vzG7QrIbdVT6B2ZbrieHOHegRm
RdEh6mi4yztTx62tctg1HaLhms5zdEQvHEgxu+667RJzFbsxJr929OR9sGeoTDHHPCy0NX7Fap1C
e4PliA0pZpDq04Na0XzPavNBnxTnYJQEfI5K8q10EkWyoOJgBAzm/2yGp5eZw4WiNACzC8ILBcX+
0+LmaY9j7nsNaUTlaimfkDtzBhmBtvgs+IPLRdmLOdYIisjWCOQCThTFDTPLY393fP9B4W5GCs0K
UCxhR9SgOTN7Lxx2cfjr/J4QT6EO9jYVcgkrg87ptotqx2DFDJA+fYiWvTo+Leae4dKH/ow82Snt
W7NWtP3NQbdB5e4Mxqrk3ExADdufSf2caCno8C6V4aizB2bKQiDC5dqgca4lo4kJzmugKcpror8b
6LZaaPAfJ5L3LlOZRqEDkLS6C/tb4txMaun25cUc+y0i80Xpjci5VLIUuPAg0J2V0xB0IKAZO13A
KnaybOlAkUWbcL9Mk5cn8U0/RjcNnX/SNv+bA24Dx60cKBpp0xNw2UTaq1G7s5K4VHcNdjVJZ1RU
yY72439Hxi2b1YyOrSgYmZOSo6WkbmwfKudVwZ1co5csRk+wEWDjnV9I0a0IAaxVABV00eqnKNzm
jlCDQFApVs67ecrdps12c8G8sezBC1Ts4yg9zHmLRnP15TysaBntVZMbBYUgdeJLGAvoGUHqDvLx
YYsDlt4NZsrglFs8+JxrFUnS83CiLbGF464PYUxNRZ0Ax9S7MWuD1n5KO5mbFB24WxDONGljO0s5
ACQqf0HOImH+kIFiAewK5SUJLcmNSFv9IX/WotUHyV1LW5UFOLgkW8ZqcsA3YrHYzcKfo+2iftnX
Q1ARPfY481qoi6Fp2Jk7N9Te/mJCQa69ooMngA+AZopRpXaJZnJKPuBnvWR56WQPdOF8bjC4Ratz
U2/YypnBYoJWmf0YoZUuxa39lfQfhoxOSmgiNuglUdNgWChxPXUsts7KyByx0wsdQZwYFENvk1lK
3iCiWx8C0/+A8Cc4G0G/q6w0gnXZPseFuStQcf43K/MHgjusrWpRil7BONoqCWJEp+q586zh4zyK
cP86KtGgKAdSRN74HL1zkiTF2gzac8c8YqUwAeRiQSJNh0xi6kJD2IBxThhxmYWUDGDO8BBa3zQb
XfDmG5pWfZMe4+4vGvbghR1UmUMyBAI5p4YQ9kVFQ20VDiDVPqKNm05mUDDJBlq/md+9W5R1d2/8
LmhSzdJssYFK5yZEaYJF94x8SzMJjMi9b2G45HE/TstsrOwW0VIcss7YtwPKLHV7VzHi9uBwLqZb
VZMxpIn20haV27kOCyNn7FdU8ur0v0l3QZzH8wYomz/e+0HlpSUaIPpuQvjMQZ6nssnrVIDjSbs/
jyUcztpea9grf4HKncwFzfJuMMAnMcISVM2+GA3ztQGv7nkY4ZCQ6vh0P+A55GCqrkxnrQeMiacb
Crmcb31l/Najco/q2/15LMH+BY8pWW0cd0HoRJ+aX5MmRo2SYvSv2YdbAsWlcbjRExl53brOnJGf
oHAbt5iNElwILVpfmkO1dG4jOyIE5g0AyJ+pIAwnUNg5HcZszcnMQgCYrPVz9DEumgEa08elgS5j
qLzHbe62dihJ8gj8EThuiYPCMBA6qTwxlhPGlh41HdrLKDy4GrqTZdzRKnbT4qq7qkxZmZPAME7w
1u/Z+Io5QlkI6iNQojbswDqQtuUhy49LyyTj+ozDflmvzcC4M7CILStrYwBp6L4wjibxOmvP2oA5
z3TckbpAb89hSvfm0rtdb+NCKqsIF2y17VB5uhNc0syxIviCeb7OUExF7AMrDudtX1RJdQLCefh8
7S1e1vVjyhyEE8pcUsdNpvaqdRCQoClqq2I31saHEtcvySb/f8DR4wtKNWKi+P10MVF4scwj6dFd
gMe0iXZLxd5lyUthPLRK6Yb0CC0pF/KT58cs3Cgo2PwHlfMtSpWRUaUD+mr6nRb5BfFwUd2p9T4q
3SpHOlnGqS9eyD+AnM2iw67IlQXDbNpr9LU4k1dPksuUcCpRcwViTAu6tl9qr2aDhlVUjTBXNelu
JieefLWeIW6v6VBTc9DRCt79Hs1QyIyZxmKB96uUcSOIxqmtEvQmSDEtXIdOlzO3ullh44K2Aly1
w4igdfEmLn+eXz2Rt96CcDajZCgPW4Z5rYSNvIl9z8hehWAX9cZGci6IGuy0LRRnKJ0K0rYww3is
KUB9/1TdJeZLXD1M3d5Bf/hYBRm7jrM3Xd0v/WHMPBSQJolPZERuIp+3/Q7OfrrEVm3oIcLngS2k
0p8LdfYRc0BV/STZGsIVhKrGqgWNeln+KcOQNkJRPcGIdRNE77uZKF5V7s6voKgcF1Upf1C4K1Hs
VHFmZEBJzdzXWn+a32z1YlAv43ofmpcDhRQTuUrYtUa9qX812e9weWtl5ZzrrPEOfvsVnLXOlaqO
XY9+YT0JKGoJx9Lra9PtYgo6ZcQtO0l0QTi30PcF6wDUXtBec7o7LJuGmUKBtyxO5WetifwOJT/N
zpRFD3XRXQNas+aqNbuq3HJQWVrHrIoxwSaEJOtg8k0XGTOPQRKauUjyQF18hJZ9n7rZ7+Yw75Kr
9OUXtNVvyU3ia3scZi8ZVO/Vg4zcVTwH/34YXxCNuE7dTyM+rLYfWBi7+nJkuuTNInIQ6AWFgrJK
19cYt66LPs5ZVujoDW+eaxU+IgVZxoW5BBqR9YaI5nkLxfmiZIaU5aJjOF0bqMhbMLAFnN8rMgTO
BeV1l41sAUIJTZRWq10myyYJT47tIDjvkk5TnhgDIJL0CEKM2AjG/GesHlKITisXYXulydicRFYA
fYJP0WfLRtTmdCdAbj6fU221AmOn2kGNZgMZxGcGk9/dBEQEq0ABrsR8g2RoxHg5pLACCLletLt2
7zh++57sX2a/30EJ2A+9EBQcbk5d1EYHslJ4kcvewnOWoZS5mc3rEBNQjarw07gZU+MiWSTnvhAH
d33IPmi2Dns/nUrbGlHMlWCY83SbWL6RvlnlrUkezluhcME2KJzDVokyrlyucNhgxbOUgxWholzW
Ticqu8aVDNQRFOpDJkTzTscykqynQ4mYoWPnN4q6b9BnaT+H0XO/uLpZXjLnWw58w96hUcSR7TQR
PIG0jI04Hp5QYKY9hc9mK4q1ckYd46rWM/oTvaPxizm9k+JRqd148VHdY2NT6LdExssl2OZr+MhG
VTti+ZrJ7YiW4v0JdU5Ug6rKh13VftSaMoIsEcZKmg5lPLx18WA7HV/PhrabHQvxtmqoXG02dxDQ
uTtvKIIzlZA1ooerAyKhDjcOddQs1gwQbjZjG3SlwQLuisb+3SdBC5HqxN6dhxNY/wkc57qsGPQF
yaoTrYyg31Lsa12Z0MqDO705Hc5DfR5NnEOBgCUul5YOrWSEPk6nLwa1exM6KMQfL0o0YIweCFtc
E7Jffn9R7ocUnTZl8IZ6P9e8Hzyw/EFeMPof0r5rOW5Y2faLWEWCCXxlmCDNKFvBLyxbtsGc89ef
Rde9WxSEM6jtU36zqqbZQKPR6LCW/5776Un3VNfG0MXlLxKt9eaD+LtUcTJjXAx80NKj6/v3bEc+
XHYElJeBnatm/ocHMRbAQDsAxkvBC8Ydz4GZmKArIE9bKcDB2mv40Pq9fY0OTuq+jblb2m46e5e1
/MtR+XXdP8Ryvoc0A9KTgHvxnvMA2BYMQLR70Cu54dG4i0/LwdkN15k7uU7gfEfpMnd/OMcf7QHQ
drrLdu3PG4CldbvZC4PLHyaKYrEeNqAn8HTVwRv+2SBYFwM4O8SHhd+UXXVifvcOKEvqhycWaMBe
WqfKvPz4D2hLn8SSz2JDlinasiICsxZElvrg0pfLiom6WT9J4DZaV0dzqG1ImN4HXz9gnPGmvEle
22+xFz6ayAG77NF4rRBOoh3Bv4qC1P3zf/wEbtPzKjVZxsAUDcJWFwhdP7WT4Zff7vLz+1t1Nvfj
S+hhpxWfuqY/X8vgq0XdSp+WgIshHcIY6jxYAuVwnm7zP9TDHIp1oMf313KPoa+wcJXvxiN9dPb2
/ez+uqy+6OH5Sfzq9zZJrqlBH5ERQ33z9pZ61n74qfkTWmvZPQgXKzAz6x7QGmVANoJbHnRfmK1C
VwhuI97DOWCsqvIlBdZ0GLTVziQxsuOZN1k+ijRqd1bYFVoq1MSjaJL8HkfBJCsECO9g3TZQRyPg
nUAh9rPic2VXlg0iGG/p8LjWOzdVDRdOGXM6e10/ls4tbV0GkPa8uFnoTSV7/4ouFHTUGtDf1DHK
xp1pZQKzldFD/mhe08RnybFwGPLBz5c3WCaGO8OjhaHsVsX+hhi0XeryhInwd6WJHrROxishYjol
OjWoBYQcG134nEoRcLQ1c7Ul4Jd7nR/tw3saZMfpiT5pe/0wXE8Pyrn482j+QtSxw1Wya8EDPXnt
i+xUiT3m5lM4tZukBRqEgtVNwQfsD3gD42ma7HKvxhilN2Ga0x326m65so+X11v0xlljHg2NZAAJ
QvLis11NMyaINCPBInSgLLOnvUIcrwOh6jjlmOuI51skWH9gfjUgrQzbRhR3ITVuwK7wEv9SygAS
kl7XM44VYZj0+T2ED5eVEx1bC+SIQJ6yVDym+JhrNh1gbGBVSTTPk8uq0ma7SWMZ2MtyVgeXpa2/
xl/HW2lcyJWwup3rCdKyrjsWGLXtWj2Y6eClMTAporfL0oRrB9XQFagCQYSvNrU2aLz6sezgcmK0
sLWnSc0kLyhRoh8c0YCMRQfU3wzqZ9tgSTmDLbTqvLKcXTBQuQtoT52GBmlYXg9FcRWOoKgw4oPd
GO7S9l6pge+20T1imleX1SUix4AeSEDvwwUBcJC7esmQM33omw5YIjSops4znPA6n7P9FE4HLSO7
osh29violZaXq/o+6+cjgMLdmoIVwExOoOzzIvBB9kBo6sPvSfEjRVHL7Cug4mbnOaYjQB0yFFht
SZgmPGFAr0B8rJsGbhDuhKUGiRSm4su1+tUeT5rjku6tAhVmdGdW7lRcW6qUYHv1F7wtbmWuq7m5
Jq3QbFS1hUzWpm6M6nShKx4bg1xXdmp5OzlnLctcp0dHza7/h/Qh2Qrnjl2UhWRKZgjvR+Vb1yZX
Fn1qtS5IMBY5hbVrzD8vG4cwKthK5I9eQc126lZ1wepFkQuKircUiUvL8C1muWPt6+AwAbynDvys
tnMzdQ8KlyL7Pc7XtvNb8jWrKV5afO49hPpJxtQJXwMmUN+ZTn87S02fTMESpoEd3tXFq6rkAGt6
qbPfCn2UyBe0iBEbST4LDt1A0ZY7KmaqNXVEeqw/eWoQDRnRM17phBxNMGXbOydFf4yshit6cm1l
cmGpEWtaNRlD57XZYzTsaHw1K6B00XfgjXRLJvFMAlfrUBtPaRToNFTXuCNl2mpU2Cra0fI2czvF
eawbCm5P8KLG34dKVvBc94vbz0/SuMPUhFpjsXhtuSsYjOacA2w9tP3SekjH1k3bs6FLbmWxROS4
QWS2dqFy+qFVyyjSFrGlHWdg80JKznhJMHLf5/rj2P/B6CCA2mT9CyJ37+DJhmc8+lrQ5sfZTWIk
Q2eZ6AkCLWVr3hAArxNSuEYTqOORZIGyZJ6hoG/zh9mXoIA41vrhsukKLrVPX8BZUTSPusIcrLRu
l69FW1VHpyON5CoRGs9GTW5xjXhUWLm2cMUDOzIWe5Z531ixh0rSrjP+oakXKqHshzFjXFwG7wyS
zs6nBVvpxGpgk8Wj8YsWx09dSXdzAqvVKonxrN//xVw/JJoc0B7CNi0Z+rV7DL2FFckOYcu8VMoH
It4r9O9gvhlPo78+eXPFKJZBxzJBY6GCJ5lbKct3VcaVJnAqWLsPEZxbD4lejWTtg1OT4oDEKLCG
d2vbQcH8CdhsRHm9bH5Cy3AIGH4cwEzBdX6+NfUpRgPZyjSnFO6g6Ls2vG3iPc08vZj9y6LEh20j
izP1oXBAAjVClr2U6t3cVWcntu77xdlXAzo1daI8EiMGnhYyyu7UZvMdKNL1oDajqz7Lk9uO5vk3
yTet+n2xnM03cSfDGapxcGJ8U5gnz2AB/Z6r1U2Wpe/h+JyjAJgCinlUwr2ZJu5iANotZO/EAh31
5e8QhHoO3XwG52/L0uwTurasguBtcMwrDcRy4fRsy7jTxXJMtOaAmcem/FjS0hYl6lSQEzOPqnub
pccSc1fS7nBReAKFPgRxe22YwxTrPdZ1oO9q1O+tuUNKNLS/sag46Nmb5YCqEWgq+tz5efvSkuGu
N50XcE65WpHeJDNGTB0ZeITwcG0+itvsEgX8SY3wUarpEvtkIE5s6T63MXeASZVplmyq0CttxHGb
qihKrzQEi93PyH13/jT4Jfpp/sVysJsrNxgoQLnIc1RB/zklaPerKw8sSDtghrsmmq9STXKHiBfv
QxDnmcrECoc5AXdeWvwyzOXOju8BAGsWfj+/6+Eo8ehiQ/2Qxt0hzRi1MVpNcSB0HS9XV3XavaI1
N44q8UrrD311AP8RxF8dZQ4IPjNHC20Uv7XImmeqn3c5MK9f6si3aXoNULrLOyYazsfViHiVIvQA
4Ri3ZWmIzsW/jchLPh0mEH1paGcogMmcGeVNCqBIxap21PzV93/M4jfB+CxegiB3dXyrzyUfI7LR
7bdwu7qYpE6LHPdNOyaF26B/wB9rPfKNOEoPl/UWbelWFLellVlmNDEgKh3ZMRs0wL31R5C6AyBM
Bt4v0YqfaJ37aiITRos8U1POZY2Mv04Oli2pbwkvtI1G/BgrrCYr7RBiQiXb97HxopTo+Da7QGGA
/uqIl2roZBut/UpWNA9JYMeoGxqGG48yDjvR6YRXB1cfEDaQKuUSe1Qde6U2YcYtG70MxI5WZ3ut
Y57G7mesTY8jaCclnmc1U/7kAFgRnRUUmbQvxCojopQmWqlW9Vn/5jSgEGjLJIPQovZrncw+YzIi
L/G+fogkn6OVsAoxW7XS79q0tj2mLDRo4hFcqIMpK3CtC/ZFO81CfcvGQVX5mzLXRiW2dSwosKHO
MfvlAPOXqP1eBcdUkv6xzQRRICgRSX8s1UHi/dbb8YtwpH0tC03Pa/L5s55US3R9rCG8mpNdnJgP
6bBIEvzCpdyI4A4+SaZELRc42N5Kd2jrP6hZ5peRbFpelAoCnuiHKtyp1wvsUrY68iQ76dG3MYrQ
FHzfEj+tr6wIqArqq4KpuH9wNTpy9gQcbOsz5PP6FbWTO22LS9Hq8dbJw12R9HsbPHMKjSQNRkKv
thHFmWRvWhiTNSAqolYwIYZI5hFVZ+cWlN13l7USnnHUZHTc82hR50c0U/DGou6KpVQyD9EqZtYL
YB8gpmrynyZl/7SGH9K46KVhaWtka2ARameLooSZHJ0odlNZmlPoRjZacbYOSkTVzmZoNbN8P0XA
T6n+OGp7NUUvAyhxLy+heLc+lOKsvozKmmTrdJbSAaHVOaf2zy4cb1uZ2YuiCmejFGf1pIi7lICm
xhvm2PFrFqYoRnf3nT2+MjLe9PMYewzzJ9eZlRiynRMKR28HSmeOsU6Dfrb+Aa1IqpZDuAkoB6Xy
p+ldaY9OHrtl+5hVf6RIscJV/RDIM99XTMfAXQ2BpbYf6x995zvpS67KZhVFcNSOs5HDHWtUYetQ
bQHK1vk4AiyID6HfoxXXNVxz/0M5z357uwS5zx6VkxVcthyhv9zI5s754AzJbJerbDC+m1mys4lz
zHXZpSoODjdyuAf5YoKQsughJ/1hBNYVCQwamA9VMO+KhxrQorjs9gA3lUTBomrcp6Xl3mtsxGOO
VqvY5zLIIl85hIFxHp+N3/m+OMwZ+KK85g+ouEyJUxOu61+mTANtwF8arTBsFpdhCMGUnB0NA5m1
P9uNTL11d75cqBsp3O4ppIt1bbWcpNmb7a0J5p4cTeJL64O3oGJlwOZ9jbcZLiRneLpsOcLTsZHN
7WiR20NcKZDNOuN6ziBErU8AQNk3sXW4LEroSzeiuF0EpATwyRlEFcq4V4AZQ+YE5GloWLAydBya
3y6Lk+3d+vdNPmyqwqrPCojTnLdKuy/XvmmZM5Ot3vr3jQwzQ9IISVKsXhPjarjPuwOzr+g/jNeg
QQ2FP1VHPxdKXp/FtJ3eRTRVcQsV15niN9V7JAVlExQpMGhioh6Ghkb842TU3VDllCCqM7sXjfZX
41g1/ri8LUp7xiB6MCzVa6E9pUX5eHmfhIHDRjB368Vtgd9cA4cYCT6n9soFjqQL3RF9UVYComHL
/IdqxVZV7grKTRrPFl1DFRWDrxOxd8BknMLhXqvXXjFVgne32vWX4/2hIH8BRYUaRcMaqyQdRhR6
9mOYMYh1eRFlMrjLpwCTgQM4YwCeYtfwMghddVZlKSOhtW8U4fzUnHWm0bcQ0vcVwKxU0wsJDRZb
Q/hVyoIhUYMNDHKdukYXH5pdufNbt7U2kxnLVieHctnH5V0SvqHH22BPnY4E5PxCzGOf3FXRsZUV
80WAI5+Ecwd7HLuyiNdRWCMLUvPaIGdmvZiAVZjcDAW1+qSZLh0kt40wNAIetWYQlSCy5DRe6spu
yxhCCyV/mSJMNySxPxISVKbhtq0FksTEU3Nld9l2xMpu5HLKTm1EJ2uNOxe0+MwxyrQWc0M6B1P5
DGwOT5ufC5CElfTZTGUZLqlwzu/0babbwARC6JIO6F04l8WNbb6DT8qP7ave3tehz5pDKEuPCG15
ozPndRS2MAfQ1PABJGgTel/3lmuG9U6zny+vrvAa2gjinI1qqmPTRRAU2dFxxmOSKsVuBXe5LEai
z9+X7uYmSjozmSpzFTM5oVuP00ukL66C6r7W95J3imzP/v59IyxKDdT1awhLyB+tCibdC9kxRDm/
XoGbxp3a76YW6Mcy5hFxIIiJbhNzwxaAWjk3V+Y5wKAYYvmuGV0GxKR0YpgkUPZUz129KQ8km/H/
zdFQk8DAQiuL/ZhhAC5znmf9d5X3x8vL/r8sxccXcT6xajAuOTeY/h6qe6BPjMPtkGHeL7oyAbVv
63sFtRKrCxwmCaZETd6g8vgQzAVuLThkzIJiKZb6rWH6vrOIO03WrTUbmMCxg0phrpbcd/l8NdAJ
FTv1aEb5UVcf9Sy6cszwqbZ+jvStaImn9gRmEl0NNgpJI4n2Xan9brMmYCx161JT3aFF7WNFDBlr
GXGXMCzcKMKFhcRyUnM2oUg23A3dkSXvNdqEDNVn0yzZLbGD/VgzzsE2YTU44fr2rAm4OB/bcNqr
1b3W3Rp4Uyg2yi5Pl81DfPg/BHKelTVqZhkjrKMyQsAPOYdW1TCiOQWXxUitkHeiBSZkh2E9F/kt
2DtqCjCb3GUqmr+Oaerlfe8DFHrUpNWC1co+xzYm+IlNgHJhjA25XW5FKwfdfERFAFzFpzaM96Fx
ZcHi8Xzpk58p0lpT4g3Facr9ph9clC0lin9dYMjX1lFFtEuqNl9gUqxBb1GURgBeAzanRX5rl6rX
Rkz8sKZ+bs6eXd41KigXC29pH0wgfWfRrTr/94iKn7+Du04Ixvz7qMZ3RN1S7ZBcGYE/AjRao2hu
wzKJXSBSzbvLygt1B9k2cnWqiaCB8wDjQlKWmjrCMecmMw6sfkplkNXrZ3/ZXrTBUtPAC1vladGG
pUUZdMYgTmhVqBGA3sEEhQk1MJQTEd8JTy3mWiQ3mUgttJ/qK4s40vd8L5FCbBiUAbWm+cYCJGw+
79j0+/LSfQ2XcYNsZHDncrIchr55Aw+qyKMKzEbafyXTgjuR8Vxn4bRuTh55A3L0802dvV5WYv1I
fnO2SnA21yMz4CgKRNjFrWL3AJMKLHbq2v86h/x5rbgAZsR+aOsx86b6rE+/Sgw05PdUl5Q0xDuC
JgNkWQANYHFS8tka2ZxhR3oyuh3bpZ1ky8Wr9R8BPERFGM90VlMIqObHplnr6lH4SIZQYr1frxis
FujaAZBGge7F92wxG7RCzrpa4cAAWIl2dzjepQrNX1bSFy/MVNJfIEvsnpYwAZl7m6Wh5BUhVPTv
9JOm6pi64laySIxRLQ0oSliEMfFjrrqtnbq5DKhUaOEmBIAcCykDm4vFJrvO5xbwmhig+04HDPeE
APSx7i/b+NfgAMu5EcKFV1ZkK3W3CjGyPY3vlvExG55x6bh930p2TmiBG1GcOy1ZqGWLAVE0PFkY
2yz63LusjNA2NhLWL9iEzejCtSplgITReM3jwwQWwvlGq7611sFIXstRUkQTOW8NE8Xw3zhRXxAS
uqltQNTnILAqnwodiCUY+W6iX1H1btjf4+J4WTnh8m2k8cph4HBE+I+q1nyos59KJUnaCBcP03wr
iirE8PmpVE/ZyAYF5ja8dOykqzdphdDaebON1wQo6eP7ZX2E5r3SNCPjBrg8/jFeDOqc04V1XjIY
IFLU3LZK0K4tCxxkYribqLFzJx8riMnMo+FgElCHU5BdqUS4ORtluNtoSSxC51WZZlfeALniyL6b
zG1NDP0F2bPpFZ51c7380h9tf3ylGAdMvOYExNjLSypoScBpdgy6ooAiZOTnEPVaX9A9F2NWIPPJ
1eTH3603jLgfQjc/pSBwDJwnpZIIFav+IZPzIFQZjKh2MHiLCNUansh/383xWSfObTSdkmhJiN+P
9FNTHSznmyODkxfbyIcK3NHKY2dUDAoRFr1RzCOjqSvFURTeGg7FZW7paw6YuzUGGi8gj4GMvF5B
cX4g47TitrT//Ry0iYE5uCXAf1nrPfnZB6ppP+HiWyf3BgsufUmHxyykEWZAaE9+TmlU/vcD658l
cgaw1DpTWI6BqmJ8Gaor1fl22apFK7fViDOAJdWqfCD4fa09VMOfUQeP+7wfclmKV3QVEjxzIAu4
LF+6I2dNSzBVBQeoTr42Rq5JDoN6pGOLwO9wWSWRwW1FcQanRAUIn2q4i0pHGmdJfT16qWns/9+k
rF+xuQ6VwepY0kEKEHVybfBQlrWApfUvQoCtYq0gPuiX+Sxk6Yljdc6qCoheQKVhABwtkg06C00A
o3r/XwgXiTcMzTgsgpAYE0uLHvsWBlLTVAPd+NNldYSSbIxbYc5LtYB3+lkdUiGrl2g4Prax8mLe
JtMhVINBRlwlaIxB6Ir4dQX6BfHp3+T8Zm+mdI5JjLysN9iGV5v2cwJKWkNfGhcT7i4Y27w5x2xz
yHZWK+v6Xq2Lf9dsZXPWR+dOL0eU0j1SLF5vNneLo0leG6JgAsgPFFcicok2D3DEoiUqYC9rWwfD
fdsXg2+0wKlNegedUyXwSbsmTH1CGyC8jb2kICQ6XrgCYTAAfTHgcD9v4mCT0F5ihEo2CHIoA+R2
RU8h7f7hIaDjJbXO5wEDgYfG7TPFMRByIiILA4LpMjaUfgdULqfeXTZKoT4fgnh43Houx6iyIEhX
WxD+ak3YPRZ5Nap4zIEFU3Kixba5EcddIUhFlnNeIoy24skF06ibJeqBTohwMxtkLnHhdQ66Y6fb
vlpkjwRRTI2EC8ZHkHAB+Da3dXqhhdoUUzzvkG8ynIeqioDtWJ+ilPiG9qsDTM/ltRV5ffQeYAJI
xXNO5WfHbKefjK5Yvb45Nq7aRQzkgnFxIDVgZwdUierX/5tA/vRRK9W7BgKdrERS+A+zVDcpESTa
g2sa08tlaaKzjglMMLGCdw1wMlzYgea8etR7PFaNCXip1ELdQMYfLlxB4ICgJ81G7MmfdXtREz1f
rVMjk19YwWymboOxfEDsd4+XtfkbJfGuCzPAKN0hTgeuIGeaKt4IWdZ2CAaPzqF7JWcd6Hfu9Dre
pB4wxMg7PY675cZyvxVn63a+m2/f0Ht7cA42IEAw1htc/h7R6m4/hwt96nFRl6jC56ybOIUlisLP
lyUI4CdMtJ9+aMwdiLjMdQI25c7Td+ZNeAbkxF3n2wf7Jr/q3xR/uKrOlgumHGiZn4qgk4Uqogtx
K58z1460NRrKIN8AJmeWnWh8E5aKX6JUcVlTAXD7qikF5wvK0ev+fvbaSYZWznbERCWO6auCGzCd
C9+agJRlhfssxxu+70Djh6kyDJGiJ8RXy17WOir0fTaa8oGaC2Q+FFw+f0QWaktttHhBJWl/FZrx
MbeomzT9ridAQsiYO8x3SQSowujXZfVFPn4rmAtxUIyv8Z6D4IkVbh8fCkywdtPxshDRZtpwrpqF
9C/KCtwSq5XTpJaFUFqx90sI9JI9tX6ai8TDCToL1jsfUBPI0IECmofuSPvRMHog4ngau7NARIup
ei9Os8Ogtcch7Q6xOT9a1RvGdr2FFRgT165IEUkmVoS6OohK0S0LDC8+4akohChoPgZ+R5d56M5N
SubmTQDqwctrKrqx7A85fN5zKtSWosMGFlMkD3qcBLVWfV9C1R8Ic6v61xzL2vVEwRXFIVANjJGg
wZnz6caSY35iAkpBGOtgTNGX/NCUSA4mU3in6+V5GofII6USekQjMoImkbdHQ/xKirEmDvkLGnQY
bdLMgGHQzZ/JeDfkv5fRm9rd9N/Pka6jBTootGx0Aet8mhVjCwpLCRyPRV+q9pgkb238nlZvvfou
g80QlPcgywDWjYnmYDxROCebjEU/4/rHiiKl3A+7GTWtcadFt5q5o9qOEjAnkRciy1cK8zVbuZxz
nVIwManAYvNUY/dr8u6VQ9vs6PcH5Zk2QdwGzbPEywh3zwS+xTrviX+ce7OWDNWYdVKeZhjMNU+G
6uraDzX5FslQF0XHj24kcf4sM8eSxqskvH9cENlV6o8x9QwZ5rjQ12zlcIeBTbY+0VVO0aFTVjsM
buYWV/p9h/SbX9/VoWc+XT7wEs3+XiGbp1s4Jv9vDeN1Fh8Ts+VLmYJoKn+4LEcwRQmrRCoCbD7A
mCN8Nm9p7RLIzBOu3r3laQftaVd6oAqjt9p39rh4yb6+A5jH6C5vlwWLrqKtXC6q6VbS+ZKOsMr2
JxuOgJBjzu6yCLL+Bh/IbWVwJ25QM71MFcgYdhlxyTM4xP3pSI+tHz6WT9roF54OqDzTZz8y7xrz
B96/pHu2X8CdvSyxFV3JsLoLIXfpou4AeOVZaOhY6N1QN0eJwrJF5a7e2bS72ZqgsP1o7ctAe1dA
Vw3aUXaDsYp59DU/8+M98k29u8yu8cr2yxWGZ9+jZ7qTJYb+l9VfA3ZAbGJSn1v9LraZtURw4ure
3JX7cH/MPUtz7Z12U3stQN0Cw29P+m/tiFnnYp/srW/WP7zRAUT1n0/gln9aQhBPmrg2++QK3a/E
OlIZaLfwoIJHCW5dNUDDyDm7vDW0Wi1XLatfffPHMQbQ5Txaw5/LWyv0qRsxnKdLp7pCTzfEoLm7
HX4COiIszyWZwH4uDU/FsoAK6mB+G6hAnBWlSzotUQhZDHQDWY9Kp4VGmx8dMz1rRNOANXpIVOBd
mf7urNi35+HsmK2/NMZZSehOye4mlkr8oTBmhiX956PWfdg4RKPNw3BQa1wqIHXuwYug5J4zH2eQ
bVuvS32g6o0uy9Ot5vHFfwAKSkcvJxaDb15VG2cudYKbM6fqfZpbjzjP/xDYYUT3PyI4tfQoVaa5
RlBACj1oEm/U9mqKiRp2nJWrqJD5I6GD2IjjrLXtnU6JVgQjHRmXccA8d4ZEIMjV/sFaN2I4ax2t
Spv6EAtnpdqBtbsyUX1kRzxl8ivZIKNQJSRx4GUQaTp/8Tw3hsEQhyZDBcPQWkCh1pZrdMG/EMSB
5QCZeYCCGQRxMbdwVtFkHaJS1N60P5Hut8jE6cYuDj0FuLl54kUWUF0Ol1dRZH6OtpZzMI+nfemT
tJfJqqmJzapyYDA2+k02NhIHKfJeWxHcLazUANetY6ilxEiZRrdZ4haAdtKrb5dVEbmUrRzuLohr
4HWBYQ4BFJoYaHtbtMEyFW5UBp2MqVMmivP5NSm1tDUgKiWFD1TgqiEY4/Wa7pTF75e1ElZkt2px
nrIpUguIwHg+KId+djvi0nN3NALHI7fVNegR/cxNPS1Y9lf0Nnr4lnjfmC97qK1niXdS22/gPEje
9GOvdqtl9kWQF8G4lLuxd1xTu1YYGiJ/XdZZdNy24riDUAN0Yy4pxAFt/UlZkXeAHApkiFHmqoSm
CWBQ5IU0HAI+SaKN9aIrPWJuo94t+qkyzpT9WGTWIly9jRTOUzlOnOWkRz4ozvcjHQ6KAoLc8Hpq
86Cid0yKOb6+FL7s1kYe95IoaowHhAO0AvYf/WMjW/Cq++q9/gImUja4FfOU59lXD+Sm3nW78Mwe
/2H7kPay17YiYAxxFjvoYDWPZuiroGqRAqYpNjxLRucndFwbIZxJstmKlL+LGpaxr5KXGDjFl9UQ
5vFAcGPZmD5dW9c4h7Kk4CeZwvVFptzW5V3B0D6NPtX32PjVDLcW0PGqM1P2qfp0WbDQ/DdyOe8S
Em1Jo/XEtwsDlQgKuDYiItmrTGglGyncLinNkA8LErJeXdwY5W9jPpE+d8GHxKoC0GhZUFrfL+sl
PG0bidyWTWVVO0W12kV75SRv8XBm7Zspu6sFUoAair4EtLoC8Z6vgwxqpS4dgZQqVLzE1nfZWLop
vR20WPIUEgy5QsRGFLdRLAXpkl3gKTQBPfxRG9zlEJ+XvXI27prGzY/Mm6+dN01SrRO4k5VwBXN+
qO2v2GSfo9SqVXqdjUhKAnmKoowEhuylj1xDWxl5AzD0Xt41gTV+Escp2eljZo8pxFXklCsPWnLQ
lIfLIjSZSpwtotttpPWaZ23MhxGTNo2fD+c+84FUitxgoA1/OmPX0GuV3jfDtVnctfFty/weji2S
rK7oSQl9MU6GciiGG/nUstaqprKMKJxXPrvRb0Ev9Vj+MLyH+DScukP00O9yEGQf0lOB6sxV9K2V
MWsJgotPH8AdkyIEmZeZ4gOmcBdOuyryI+dtcG6qSFapkOrKXbRNrcZZbEKUznwMzwFPirnGr2j3
Oz29J7vkpdT8+MjuQN1+6t34qdr/kCVHZcpydyOlJdpDHex8n/uj4RusdZs8iNl3PXm+bGQySdyt
mNnl3BUWdDVmbwiv6+xqzh7a+TGMZRfHeiK4+3e7gfwYJxoJdCNpIKkhILn/3qWSgFqU5dXA5mzg
qWBSxO6cKq1RkdBYWRJAkGKGt5hmmLJdre+W4nqefCiHHhNvMUzJhWgIjikw1HEogOSroZ2XK1pG
rG2rDFVmIE7rfgP/BnpulF6SDsC4Y5DR0E1SjznWIa+u2XBWomugQs3mtaXfjOarNd7HReySGQjV
bJ+GflIOAeruo3qdLrux9O0FLx/dnY1jQsPrPgRyMZ2CAc2HqGt77fQ8ANel636Qfq2ieTbYg6r0
em5u7U7dTRHq0GhdAJOwzAMKLIcAO10Dsh1CAcLfKEjIlKWymIgD4AEZ2HcAuJF6Dsp3pmzCX7TC
W1Gcsy1HcLlmZBUVn0B900aePiZuDE4A5luVxLMLhWF61NIwQ0owIvb5ImHLCDxCHcKywXEBPrlT
Afzaaa/KeCr7m6TqdpdPoOBmXgX9Rx7n2Pp2LmK8QfFqUp5VG8i+5Im11m7pg8tyZHpxXg1cmnrV
WqteJvpFAQpIyXtp7vUl2lc2PVIphJRAoK5h7B4QS3i2fEGfVEhEQ8Bx954GwFVWHePl+wxqgaK+
jbVAxkIuWEV0p1GKopUJpE7++s8Lu14c5gDU3gy9ufo2hwsyA7uxkFiH4N7/JIczxUrTI6NV7d4r
nNspPWfaUyyjDBA4yk8iOAPUF92J9Rrr1oWGR/TRs/5h9EBHDAj4KWROUSzmTIEsusWKCItlRP1L
Vyz+UEUPRSKJGYR6bKSs9rFJDw0aVaxYhZQU/k3vQBojG68SbsZGAufxEyVySLVAQp3/rupAB66k
hjTp5XMjEcKT7xhmqTMckN6b0PjSmceRGvC8ku58yVrxjFQ0rwfbKKGJ2pu30UB8cAD4l/UQ1Zu2
u66Tz/vRNBg5RkWvBwrGco6tkzmn3ghAyW7W/SouTmurWRGNeIyrLmZGUOguPEzR+9EA0MlR3Yfj
Y5fK6gTrFnFRwaeP4sL2YkiKzlGwunn/jZaP9XzD2HXWXqMqpaXB0N9fXgShm/iwmL90ihubTEJ1
KBKy2mQ87ocY5EbxC2hFw1Qy9CXbT+4M94ND28pZz3Ca3PVNfZ0XT5c1kUngro2yZg6dVEjAMExY
7EmnSexelPf/tDWcl7DibAFXGdYqM9UnmiSJS5eRur0z302DEjgp3U1x6Xbtg4Mx58vaSYVzziNi
i2bSMcSBUJ/ysEEnsFf3t/lyB2a2KXG8UbkuFCKRKjRGZL1w9aPm8KXq0DbUYoYSDV4OjxUWQWxg
nBtNzxOGA39YD+o/zNTp4O0E8DsaTMkXdkQ6GW0F/t4BE6jDn7wpnybkwnqt8FU0Y0oWlAgO2lYW
t6BjR0lep/HgaacW08TMTU/VD/scPn4jD817KZmdEiANoMVroxrnmmkIeDmtgLjhXb2Jn+3H9Gb+
XTtudW3Pnh745vHZvGcyF6deVtJc/7453pVNMvCjQCpep8H4Z8hd82wco8yNALEiESZyJRsNv4By
alWpFhNkodDpF0ntLWhpSx6osb+8c6L7Zytn3diNTpGZZGmXQE7+P8x9yXLkuJbsr1yrPasJTiCf
dfWCZIxSaM7UsKFJSiUngMTAAeTXP2d23XelkCzjXetNb6osLUIBEiSAc/z4cXejXcC8swLycuN0
CiA6NczRRtyTQrm8W4bx7SQc9xXQtVOo/Vdsjvdvhb9sau/uBS2kdOqXQawtihEb9VDdNeckbc7a
B++2CuLyxDb85Zn3fvKO9mF0UtlDvTwk3XzPn2H3+9SlOrZWJRiVnR9bb+LMuRvAyr9m3/9nj+1o
f8a+yVSpMLLrvo7hd8fVsbS//X6Mk7d3tEUPU00se3k3goMLdtMTibuzcr/INo+4pfZh3purOoUr
i7MJT6XbJzYU/2hDwakdFEZibNTFJY/JpYdCfBws7hirRxu0AnoiRvqCTrXw0mDBh4ZCGKAed7Zn
Ezq5REdAdhYlcvtLzvZ1Be+w1OE6LavbSR6abNv3Gzmllryo6hMr8QuEYbkAyC6i6wCF6WNexWwg
esMasK0jcMnrgaVcwDsbHCtYLmdwTN1NRQBPlBU/pThJ6DKbH+Okj0MfrZw2zEG3ouiLroOznKIm
ySGTu63HHbyzreiSt+dKPrTuRtHvkR8P6J+x2pVrvxHyHCBH8WPb1Negh8ZRbq9c6GOOh1Bm23mo
EyrugJLAfIC3Ko1AoNRiiDv1BP2FpOsu8xmWGWLrOgUKlLvB02tYsEz6XM81CjVP4WytrM6D2sCa
ONtqXgm+8+W+tZqVHHeNtcmqXdDMccd3cwil+I0abmtzyFzo9DVxXuUpb37k5VkOBcsAUQVv02i+
YtVl46ANaA33dyG2prms4K84re0O8WrzHaJ3drat6DaMvrfiGvJusDQ4Y9M15GsoqdNQbam8Dbs1
r91YDOd+sK/y66A9t4ZvBb2PUPCfz2t11sL0TtY72t7wetPo52y8Q92kiW7psG2DmE4beFY3WD/2
ADG18lV7EKi4HOc1elBWJSRJ+IOtH1taQuY6g8XCqg4OBSzsyLemurXaZ3eCYU4GLQtYkAU5pmtC
Tc3bayuNylen9RMvf7SnC9gfWKJMehRSnKHa8nCN1y+p2m+Z3ELfdu5+djKponM7uwSMNehvYf0y
QsEHOlqDXCbkDJ7XTWSSeljn3krbemehqaKD7qHvXDJ3jO023IT1A9hCa16uoJ976rz/HDotLamL
tYtnoyx03O7L/TxTftEvZJyE7OhOrbu0X5UxO9dxZ8f2lXuAlO0Kb9itnaNB9sRG+MXwAbAoL4oI
bHXhhP7xYJHMb3u10ASrc7TGJmNSJ82lsuMsvr8NYNjZ7F9ROLrXK3nixr+w0ETV4d3IRwszaKeA
Khxqv+hBaBTay3i+h3UpR+ia3NAVPYiVPp+2xY6mIq02sK2FNE966iT4Yn/4cBlHB10x6LbLR1yG
k0BpDENnabDBZjyu24dv0H6Po5Se1/FD9OP3M/85Cvp4+0fHHMyJIAtBUS+DkFTBnwTUwISIe/fU
/S3Xf7T/fbi/o5POrjmUk3zUr3jML7zEPSvWNe5TpsOmW2VnetsnpyClLwpZH+/t6ITjhetEXYg5
5d/hwLVr1hIWxyvgj+lzd7hgGz85JTlw6i6PombmQmfnF3+XRnvX32TmwrW2v39gX52i72Yyso9i
5GISaFFSy1IJ8hfb3852sxPQftXjMypOacTMczc6Ma0LyBqHaK9BS9pYDtdLP+bvL+ULD7z3E/xJ
yTuKmCOipSSPYPA6gknMutlVaX2RpS/1xqTzDU61GGWWWK/DeEjGNdj+6d6v4tvfX8inlzhywQ4H
GddFNwHI70eLZ7SKidlOhjBqUmsnlInE5qrpwZlufj/Qp+eLgdAYCmpFAEk7NMB93KYiNjMRwLAJ
wBvkyoMGNkMr11n/fpDPT/holKM16QzuzIzGKBBVhbb3jPgsbiso/YJ7u3OTBv6yKF7xEzvhqXs7
WqGNGDnNZTWi//O6q+6Evx5PaVouP/FhEzi6saMFCcTS0naPG7Mq296xWvJ7x3KDCkKLU3ugfcV+
Wn1lTuCYX70daF2iaLeH3HZ4nOjVFWgyw8xGlAM3tkYTmPN9VGeO+3DisZ0aZwm43yVHs+dASnjC
BEaI61Ji1sEm3zuPkATMz8Pb5kac+Yd65yf6FBPyc1q2zKsDjzRUcfxF8uTjyDmdozEqa3hL7LDq
dtSO71U8rNwN+jJWS79ScuJWl+P404N8N+DRg+xz2Zeqx4DBoTsvgQxvosS/pk/j2myKfXhxEo74
BAwc3eHRxmr5UzPSAgNKf23SNhlih8CuPvHWDUw1Tuxrnwv3H0f7BW69e5J9w9oBYklonEnJZbgZ
XlsW62nlJEt+Nm+CS43AqEi6Z7xN0/bUufXlQkQuAMlXECc/dYFNpG0bZ+YjiFWgtA7bcUGx/ODU
TX75urpwAfWW1lDvuIgQdCEVEaYVwVb/E9YZSbCyzuVevGRXdKUAh1zwq3zdnfLY/fplhSMSShdL
qHds/9CHc58HIcZFYenVuwaxfp2l7MW5mxM/kZf9y4l3dVl2n97Vd+Mtn797mL7lsK4o2jGhDpgs
Hcw2YzcpN+hPTEc77pH9nZjZz/yD5fV5N+JRMEv7jAXcwh2GT/kUS+DUayhxDnG1DlIyxfpySunG
2qFBZPvTJPRJ7K3z6kSH/xK2frpraGUTCM5gpo85gIoJHbbushmxc4/8DPu330/r1zf5boCjLQDM
shFipNjLOxOA5d3G0quSyg5vmh701F5E4LuglK/Q9zZ5gKALWKahyD0W21xUCcQHYifI4miWl6MY
d3XoxmRUt6E/AOqzylMJxucwf3km7y73aAMZ6rCWtrOcbsEueBqf4XcWrItbsb0Rsd6Gr3w9j2m1
d/cmIUFqkim9/bcZMB8vIToK3FzLM4r5mDE+76T9ZPXXYZlE4X2DDpvfP5wvHz4AFphKYl1/8mKu
Bl+Wlcb+NaPW1cziwhh78/shPgPEy91AOQIyb2jE9cOjl9w0FOnpsiNDy9tHO/lFf7H2zyBDOz12
cX7n7ztI6CflWq1/P/CX29a7cY/ytSpTtQv/DrzYpbPzxHyOKjXUPqdVUbz+fqSvZ/Ffd3gU7MFS
wp+7HCOF0X1ZfvfK1e9/f1khx0sULBdQXkAeQNB6xDuhWhSQ9JJ4JXN/owF6ZFeRuRmbDWnYBT9F
9/jqbt6PdrQN8kDMhWYYbYru+3zddqc4T6cGOHohAlr6hiwDBOHtIgUxbH8/XV8Fj4tyFqo7Pog6
x3IexJmg9jeoEZIsL9pP226jyzW6WaI8+f1AX8bf70YKjxZqa9BWS2uMVLr2kDRFAcS5rg48/wGr
mHXuuCCXsi5thuh+LBv0wTXdd3tAN4MfthcZ0yfe+M+MXSw1iJx6cBcGz/STXgocjKQ7NLie+ieJ
SZR2IBXpuD2/AEkJgEhnn8gEvlpiUQgCEJyhIjBojsJJr3ShtiX1mORZD7+Pc+FydNesWp3+muj/
eDX/J39rr/77Xdf/9Z/492srUEbJofP98Z//dSnemn9csefXN/2fyx/+vy8efW/z1l48889f+vA3
+PG/B0cG//zhH6umK7vpun9T082b7ln36/dxmcs3/38//Mfbr1+5m8TbX3+8tn3TLb+Wl23zx98f
7X789QekCd69cMvv//3hcgN//XHXN6Uunz/9xduz7v76g5A/0fAXuXjkKGTCBhSTP74tn9A/fdDU
aAQZWogw/OrsblpIp//1h4uPPOLgqIdLyCILjr/REFdYPrL//MUZRrYaoVYCzZ8//nnjH57Pv57X
P6DreNWWTaf/+uMjSocjfSnFLNpL8O5yKPQePoZSlfFmA1lA0AmIzZ9YNRb72YOFUpH1w+1owaNs
Arf8ijb2eEYspTfv5unvy3k//MfAeBl+6YrGoQPWOmSLjisW3uR2smQe4CkZkIu2mfuXEhrWtx0t
Tp0yn4byYM8EfjxCJ5ixQnvm451yK/OMBgs6dpuK3ZmuCpKW9VkqCYtO3NWnSfWAd9pQmiJojgo/
hfuuagxM0SMW2z7Sio5YpRXX0cD9uJj9dj1jyLtgCDlZT3kRvcEnZzpl732042FmF/0ZvHMEbYt4
8Y6PIl32+WirmsdzNlTtdozg8Jn4Dev9NJxLOOkRKdRaTWLeazqxRz/HmRYPbi2+u8zrqrUl6fwj
GKV2Vs2oxCkBx49ny3J9kHiOIIqxaA4FsEP++DigXcvIHIg6bqDJdRDowNhbXPIT3LBfat3/OpF/
DQOrdry8qFIFkGQ/imllX0EcigA3q60G1YEA2s9+7A6LW7avHPuRmry85AAx0Cnf8HFGdiagWTlS
7v0YwXIorkvlFNdSNijLSDm01irMS8VA6a7s20q3FFkPfhr135bR9Tzn+oJHtHNjOnaW2qh6ctz1
VLgDrAQq4Z0IaD7u63ThKEK5BSJtMKpfALOjEzp0PD5hkfHY6et6HdR2uJZYbvE48XGlu2K8+v16
PYoRfw0YQYMCRsNLdyFaNT8+tjyq+jFsZxQXC3vj+ayOHTcAk7dPnax+CjN124b+ppI6jlrvcbSD
vR1maRN2myZoDvkyido6VSjHZvgu7Pr7ohBFoASIHTP8Val7lw9S3wIVfoBsd6H88lZgJ1vxbHqb
dR2eGW9wElhYshMhxfH76wB98kEQwRRg+/4ElM5D0Zjci6oYpJt2Vzh2vW6YHv6tnA93hlEgLImB
4BbmIEb6ON196Ye6cjK8O0ygP3/s4EsR6GD3+6f61b3gFECGS93QRXL5cZTJePAabpZRBpbvQHwN
0jai7ER5+otRfiEg3sJP9nDefRwFLTXcMgqaRnUpn7nnjk9EKu/HiVs5km/ClFFoGlFEVQSSulBM
WS7j3ctgSKBbMvivKPdjs7eL0a+3QTlH4i0gzIephZ3f69wwe5t7nuWkrJ6pv8rJkFupHAWDWyDU
+pwLv1y4Rr1d0/bC5fAh2eqgAiXczF0rd53X5WFSGdXBJB7Ibghra8r8az4Yyc6cgIXuOQTZ8bde
LyexLzIf3UqgQ5I5GXRW9VvtVk2dNqro4KpRNN7lLHOUNAFH2zzN+qLa5qB6RRsJ1542HvBAZAyF
wqEGU6gyL51P6ipV3dg08cxVlWNhiTG/FBDp3ppJGXZv+e6EunRLLX3OCt7PN70rZ/tb1ha5sxl6
1c2rMSLqNTKWla+V4jOKuF1Q8S0tmVundamKIW0miNfHkoKshDjVEXDrGvTE11L4Yb6BqaK6tyEC
zdPeznLUdzPhXzZS1fZqUiFst7JZDHNaNz6aNDqms+ngCQ2z59EBRpz6pUd16mWkuAuDGdhN5xcR
WVtTBBko4k0ZAMIKBQDQ6fqGplmrvD62XWnh+CbaJ6uRsD5P9EDcrY2eGLXOZ9a6O4BkmJ9a+/Mu
rKmFv9G5/bTI7KFGXnp9Bkq+b8Edx3QQl8rFMoM+46xbTYGfX3fG4MgrcWZfTE6J8nqOKc1jcM1D
6Ie2k1XHczUPj2YS9Zsa3UGvaF7V0arF1X9Tg8JLwDzvhnQTsS7xY6pI6owEfKXqgZuNI4yYVmWd
zfe1U072AdK0RbciEDeK1tFkmvXk8SbbORqb8B5Sx0juQuXW7MoatFRrUjt1mfrQnYVoFemtB6Ii
ZMyWkFzGgin+GLoDf8nKYlias2lZHiZp8jamVWCqC9LO8tE2A4OjRIjYdqvKsHJSbXP5Y3BlD1KC
Uw7bktQMvsIymNGypZnetVCZrDDxfmMSvEsTWOOeReAHEFIYZAySMZhnu1x1CBvBRkN3gHFf/LYN
rVXRdREk27hV9OuCIq88E6QeRlzQWO1Hq69f5IRTC2ZpOeli1GQgm4eWmw6NGq3VYt9rNA7psqX5
84ROHG8bSOapFZ8s5yU0tYEVM6QnTKy4sbw0t3l3wSUwjZ1w80btq0xOwxXs7XysFHtsnMSpnQzd
0FL98pJhxE3pENFsPYAyUgJjF86Y+D4ap2NnFlZ34UP53myaqZ/pVT9o5zGwpBBXmZ7y7BvptF/u
rUlAiJo7pE56MZQy4XpoikTXxgmScixQ/c21ZR6rUUOOsB4M9CszQ8kAmzjdPE1ROV67BSugYwVB
zbBbhaP0u1jXmV+t0cYdBCsxCBIkEt5/86aAXriCzhdaMTZOUfttWuYEjf/KHqi7DZt+hoPIFILn
n+u6OZ99CkoECAMkSsKw0F7c9rkbxGaOaL9yG/StSaEHJ3YYj2Au0g/NBdOsaFPltWDsmZF785UT
9lBrDh3p/YAMYUY2npnKYh3AHOSesLa10c9Yix+l26Fa18JtcuUKG+dwb6JqRZpIW0lTheIsIDK4
wyVlh6wCsBk3gMizWNVMQ2GQSbktmRqwbCvVsHjwm+C2dJW3s0IVjWlgM+9QC/Q0xjKjfIyDRtR5
WrJqmBO7FNHeKeDKfUDRD9FQVbjK3Tm2yG49CqY9/N1dOEznPbmwvJnCUCBsJ1QAQ6bt1PGift7U
LJpF6vpilFdD1s3Bzg+ElyeNP0ZBEgQTQ8dGoOWz8sPpzOaEl4teHyXJMBTsOzE8alcCu9VmLhvi
xawpXLkuwUHuE7/iPMndDD0sdCaXsylLEFEsH+l5MeNcQ2+Qz9Oi98gea5O70O63wK2VozNjIiJx
zbh06rVoVCDjnI8jS2bQLMfYqUheplVYdUGsjGP9xFrQDxP6DZ5b0Voo3EI62o8pLwIsWdOBBUIK
AZU2GmZyiEeTg38OEQ6kgyLIIzuxI1gLxUZQ/ynyauIksP0LoWBBB+gC+rroGiBd3LqahsWJ3R4t
y05mjPnqwaUyQ3G+LUlszQU40brkyl6NlRidVee6+UOFw6nZe7lTkMS3WunHqg2syzzjUZTyfmpv
s6AEw6kiZYEXh/XlXd2Z8FsEG8yfHKq2aL+U0rHPkU2ZMHbrqWw20IbMf+pwKLydX7v8+4QIDj1f
ufb7tDAN3DmDMnMpXL3yMIyzTKlDD22OcwuLWsZlTcVVIIIREWM2ON8YRNDhO2Tz8HHupLj2oZH4
ra2hcgM9hcLxE5jeCZn4bWMPqZ/BmXrl2Z4bXlOIZpot6Y1Xb6ZxUtZmmZALt4Gj7b7QMhogxoBq
G/YXqPzzwWvwJAJb1jg9LcHxDCREC0Tlz27MG7gMBR0q0xyN0CHGjLCNOKS3ra2LqB/HVI/X140z
i9ZgtzvLsorK5akOjQQzYwbpN4UllWkcyBwqD35/arLI2gib5ldu7jXm1iJexRRwctrRPborPLjL
TySfoMTYUFSUsCUEMDNJDYjX4U7q1l/cyx0XJssXk3Z/9oVHeGpkHjZ8pesyCHj6K7D7t5ClQ/mq
Wt3+7H6LKy34022n3t66w7M4/ub/QnCJLMYP//FPDOcTuHR4ZuV7ZOnX1/8bWfL+RP0bqXOIuhvw
ROBF/0SWLOL8iRgb4iwgQkGHiYRIfP/Glhz/T+A9i+sqEOpFNhJ/9Te2ROw/F7zAhlHk0mcH6OLf
wZbQiYxY+1/ZN/Ii0DKBfSEgx/+RYCzp67tYPCRWl0OeCEeXAa2lrSrdpMzYZffgjrgyhYZBFYLU
zyNEnmVkoEJm1bmUZ1Fk9dHGD6QYblwjHHqA3D2tdnaedcPPArom+oyO2QByIhX9TjOn1jun6mFm
gWiFmZ0X5qKIyWwX2Vr4rOm/09rSMjHuPJKtnBWCUcjyFNGDpDBERikL28d4G0ri1z/CEWIzMK4w
tAhSu+Fc/0CgBZzA1UqkRcvG8ofRTgdLiUCpCCxIb/QuC3CLV3NRo0cHUpwevS6L2RSxaWZWpdov
SHZn0zFSm77tYRQxWXfdGL220XgYaMZTV9XXCKbOlVu6WQKhtErEMLHqwg3vOwI9RLvrhD6EbRR+
t2311EeC5DvjZZAScoK6iGebfvPK4t6TXbSfJQKKlfANamBWNYdoYsh6cB1n4Q5k1eRAm60C2rDf
vVajlyNzLeOtmRBdfjZGtdzTsCz0d8+qLBTHNaCjuTTD+H2u1QxJVtyBana1ad3L1qLZeY+OQxwL
kG/asdZClNnAQWCnkQbBPkwqcqe1By4kTo+mTsI+C7Pd3FpRC81pj9y4HH1WCSlNG6KM2BbmpQpN
adbwqUaRy0yem1/NlszchOWRfnE0yS7crJrptRrnIsdZqtBQy4G0PDqyn55rHarrEa5FccWKw5j5
4IdB9hEpWiiDmwiE07npHKhlEfeNaVLMm6qYR4iwCRMUxboxgINfPdMjUvQKXVcb35tMfxCVqXhs
ddHwUKItHwzUSfNNXTDFnqrSyGmTSZJ1adUp4a0QsMvspuBVeGk6gkgpRYZZ07ey9xl5Q84ZmNt6
6kDInZSO1AUz3MYGPQjmOnliQxCfd+gEpXAYgY08hDbcLdQJKzHH1KlqeydsUzqvAc2ozBMLKVq1
svuOF/ei82f6SGGWW15x5Wf9W2lZS0QQuoVCAKGGthk2OoyyFnzaToZemzrMzQ/9jJhTrW2FRbma
GgfhWt1q3b6ALtvnOx+ZLb0VplPlNxcN1vYYl1XJZIEepFbD4cqRnb7SNkRkLrqQUSbTwrYZ2WZE
hWQF5MF3Y7/sSTSQxKVVHlrJULicOrugHduzugrCTe0PauOMurkIZcSR0rqHwh9Ad677arrt5hyl
9VrmZ1lFnHUO9uFT3UAHGwWP+oWPsLKFuFKYg97ag/M6z8gm9BitoVLSbK265psqyhqGBiYKyf+p
7tsmqSzhJNlo5jNnCJkBwbip70LqtAgbJ9gPFnXff5/6Xp1hj6u2AULBfVO1dZpF48+q8vILxCN3
TJHwpq3nfG8zinlvcyBgdR/BwXIYsR5UEAWXXBj3LmQORWLZKG9jYyfcj6Ffo7ieVeN6Aoa1zokJ
vtm+mq8jMek9s7ruXMGOM5m0ClJ0mFmbjrmFQQnTHe497olhNUg3gtJehM10Pc7K3khnBO6s3UWI
oofkxiAnaArWkPSZxdQ+OgiWExDSvVU4eGJNC1h6xXAYtGLhZmGKnBUcAMAQ4FVpa+ew0jog4bki
XYH56rW9zpuxhUvnDDglg7xxbFSAwMTxzB31RZ9CJqE/M0DAV2ysoZZJOKgow3SYjGVe/MEat4h7
1E2nTbm17BKcH49AD21wzNrxasiIIaeE42HY7adiLB4QlVJQ2EZk/3ag1ghBsl3J5W1NVbaGuDJc
0NEltpl9o+Kc9dVFyf32vLKUuilB4t4NZTA9IvrMujhwLetOFuIFEndqXZqxf8hD2l/LDil+n7eg
LMiJYUbGjVN7xZmN1sRVyO0oySw+7IKKPefzgBY7gi8vrzw55DPHV0LE5n6gy9SY3llzoUErB9a1
slAX2hZOMO56Q52DKSzvwamc4MwLB7EbVCn2XcbOBtiUp3MAKguOLB+c7L7ZesgJU+kP46EPcrAY
Bh8KSG2RbVwLRilGtOp5yga1ItqVu0BUWaod3m+juXuheIQrv3ScGzkOa85ZcV7nVbMlweSeeXMW
PjJ7wd5tQNVw7rVKDp3Yrk3QNG5fiYZVd2PgeI9OWRoWs1Dmmw7KkbsWuPYVKaYWUX8WQjkzd3sS
T/nYfPeAfbVWhRPRsp0bePu4qaULuQ5sgc4Ph7Prgdq3g/Lp1uVV8KRgZpjwcnTXpY20fqrdcD96
jXsfTdRPK0fB9NY3rxbrsbUg8XPwe11WZQlyISRwbPIG5JmVe2vXEIJ3AOsr/Nfubzqs3FUxQtYG
W1eYqIb0K5nlEi+QsA4A7fpYKhtxda7a7qIgyynu2T6ydKvKmFo3s0uvZR7Ic6c21c9xzl193ttF
BfkRvARuX5Ihpm1fYj2up1GQous3Y1Exd/HuCnHs5A99mCsIcZdq7AcRS60ztFEUuVVJRuPIL1GI
hocoUxmb8zgsKM36OXZDpKn28sBVYd/akPfTttmNfYCOy6G2i/4iDCzN3xarwezZCfoJErhh7ndP
nSbtTs4SOYRsorVhUKuseffEYGeX0GisthXAiatQWwUy14Ld1agDhRurnF17DZw2qFfRoPJ104wV
h2sRb286C0+hAWB1qGA2s1LKF/Dq5ugoARA6b+sZmjcAvSCQQcWUTLRmsTfoHgS60FU7UvbDzrIm
eG8XPv8O+hCHkr2g7evowIQn9tuiSNCoCvCjaejalexb4wdRXHoW3QMx4JDXQXXeAqL2DEDL/Wb1
YrSgqOH3a1WP3Z6Ncx2hC2UOsfSj6V7rqN0C2eMQxZ79t2oCPwmGNdYmn+nzmAlEcTkl1+HAon3I
g+6G9i22DfwgXpuqp/0uqsrCikG6ahCeOfAmr4Nb8K1CQGwVRCf8yQpfHVOirNGN9Jv0+UOWTfAE
QVyTx0hQ6bV2Bnctl03Lthw5xgKcsTXrRr87E61WUWpy5dyOXsbROIJEstrMbuMeejkXT8ZAlYkX
4RVADKyZAskfmYrqSlbW6McGgLFIgasCXHObvkoDFfAnM3j8UMIGbTu3vji4U94nFCyhDSso27bo
WAdjXIX9XVgG5rzMKSwcrNnxYwKVxl1Y9S3MZCX0GOb5xYpg3NgNxIn9xmseOjqVCZTZIoG0ujV+
PDst1MabkvjTtgPYXaAeEbnXwRzaD8CU4QepiegH7KBDcA+FJO915rb+hpMRPj6dgY6FP/X1RdEU
2MONS3ZVUJG7Ygqdg2+N+XfeZvDWVVNu0rxvzbfBseWWGr4c5XwsVg1AvsOUM30oAmMfgLZk+xo/
ESWeJezzmc/BXUM6eYaCcsngmlt7XkpmxDHCn4pvEMPID/AYMDPE86zudiCjs+l8BcO4ejYmTBBr
ZPopDwDZpbXTeuOb4U14gyu9VxZMJqo2G2s3UaIkABul7PyDklpNl1Nmm/xe1sjHLqueDAAVTBDO
JkZtduzvCG9LcbCsNnNgNRS6Oi3yXiOdLpHBAJhgbY26Z8QlzvNeGcs/kMGe9Srnrg2PYyYMAUKC
ovUa0GQNwr0T1vkWjDq2CjINM3TCGKTgy2yrCN+FrsSBjLwgqbS8x32JFQRBNS4bK6qwcADGiNfE
jrujPLdGazobe/+lztD7Nc1+dK3B9zvjNXTcOI/Aix0h3BD0wM849UzCCPtVy4Zoo6jOCn8CdFsw
se2Kku8CyBvvfJ8/DjW77p1BpszDoQ813MfMQYQusKpTUzMAIX6OntneKX5ggbq3ObbuxEN3w2M3
muIbkVG9j0aSbUoq4TEb5AFCbp/Ma8u1y2cNzPfMZIP7bAuPdhewBTWvRgd03nrKmgqkSmYku2FC
OpgSFqjqAlF88ASvYXvejwPhVgKgo5OXpAM1/Z6Xk3nLiYejr0TnPttyEgwS3ckZrqxB7/JWDiN9
6vMSWpKul0XZ2uNlb+9sl5kinSBBtIPVIebDKluksDMnAsoqaAWuElZXFsioWdDKLWqIwl2FtC17
5F4FXmHKEZnt+gpRxt4x/ggGaQiA/tnLvcxZFQClXstAuV1sZDuCYOri6IlDQXl43jcTLZ5pxz3r
kBUA3q8tOmDqwjyH4FHdu9jOfTSC7ucoaq0YdTJIDrWizGjqGeFCF9btc3rNMriDJkCiRX5N/i97
59UcN5Kl7T+06Eh44BaF8rQSjagbBClKQMIlTML++n1KmtlVc3a6Y+6+iy9iQjHBJgsFl3nO645b
gsM6Y9e4cT8m2YqgUU7u1uCkvo+eW6sb5tp13iYoyBfaDePaEyyWl4ETr4bB3Tb8zLnKFJcvMuE0
aVZ7q+0OrSkXje9qGQ5GPjy55LefCIQKt/YyJDuZh+K2yZTctWviHKA5u29E4mVfh9HOIn8tvWdD
X+yLIFj7xEiafV7XbJhMMykjwlpDMlOruXxbxiQlqtW2y4MjSusczHW4bYX3pezckSdf+NUp63rj
lEI5bd2iWlEDFH6c1/xZWrfqbbQqaJOSsuBbJUdQVcsqQ6iFioFBhSq7g0Hy7PtSruokJjd5a0BQ
WAPdxg7jQqzObjGbGhovEO1CLP6ardvUoQnMhd3sDbEuOw8cxIhEqsy9lVr6vkrM5AzCNu59I7Tu
FlHDxanV3PmpfiIBbNn5pWduRYIlclQXFclKqFOwFNZ1WuT+xRHaBV9CWZEdawn9ZitjOJeiy3az
5bN0FIH1bjS6O2dgNJ9SRAJOJNpg2iWLn9eRyW4TDe5Q5uSJwOVAPdO/88Lv3Mrjoqwi4Aon9/ZF
7VvNdnKenMWJaa+xZmZ2j8GrcMIrrZc8TtzE/ayWtHjUaVoc654LElfUNEcXzgWOwTKPy9Lmccmg
RKzyaootGJKDNnMSI1PdwGlIfS3KIEgOSdI2Lzlq0III3rEewlvRl7U+abJIXQpJN51P8JqNf9u0
WejumWjihPTEpQr1L6f6/0ccUaSBBv57xPGoX8vlT5Dj5ff/IWYL/kC4GDrgh7CGnushOv0lZvP+
QIXC6BkfOzYSEyb6/A/i6Ph/iNBFtMxThloFZdL/II62+we9AIMxmJ2JoIRg8f8EcfwgBBFEnxI1
hcKL70eCx8fcN+VW7arBNqNM6umc++LVYzPZlNqyD6sFY5C5ZvY3Eg0ml11UGP8Lc/5UziHNZvAe
WbbU5dYHkREinKJzTNiUJqE6fiQjMq+PlcFyjdU4D4d4HPvcu1LJ0jQ3eR4o/3adEtONKFPq9pzX
LC8nO7FoP+yxC+xt0vvmvKEUkOvRSSbKGK7tu5laJmF0BXDXRnVZqHZ56S/iJSiVsA9MGmqZBQrP
omLXzpt665NPHBdFkdjnpqhYQ/LGap7TdFjejTG38YP0QsZpIcI2Svx+/DIWeTbuJkeusKMhTdRd
vojms5fnhOCNUwP0YdIOEOHRs0MeyzV0vrhQJ+neCLxs4avRUKOIuYQFbHu0aTNUHyVT1BYeOyJG
J4OFPVwK2p/LPMaFGq2T/jkbRw9JlfZL3PBW1znTUSfVXH3qQ5lYsUrHcF+Zw3CfZ6Z5y5j7gA3G
c8RLVYlbo52zPjbWdLpuZF/vss4bPRr9yf9S1UwkoNvoHXWXTL6qdmWpZuNzb9uLvdWTPZRXgsFB
RFVDX+Z7MzOLl8msvedZGMm2tjrP2bgEjr8ETdDdijqY3obeoQuAF0bWlEjwua2ayEDYmP5iVW9C
9QivnNblpEFpGMsZGJYZbLQBKXwQlzox6uwsjAeDoALKQOQlTJ9ANL5JLPszaIrv7uyaZhKdT6q3
aUOA+zpMJdu2UYTtcCeXZRw/91XAMROvgsWnm9p4cOfog3rbKaJ09tcTS6i6KfrecE6BquQDUVam
3OVpP9XbBf3JN/jxlmJVtq7cFkZpefvZ1k23adfVEQ1KE4KG9utolSsJjcFqM3UlN8bpnf5uNu1T
GLY5EQIOO0VzWsRQqZ12euaLDxefwl0lVPMiRgD/u8JwuPcjJvt+p2VpSSZ6AbmrWw7NrrDrkqQG
J/HDpLsretMu7lp70MWebIkZzZM111m+19rm+TJduor7ue2MlEyLRdXDhIqEPLY70Q51/lg1sL5X
Lo89T6FXXH47UqIfbMaa/PphsJrIGuYQCBV0MuSTk3X2fTQ1ReD1AMxNGqwrvpUE1DGWYZ2yixWJ
7311GLm7xEsK6btrfDKdn7sWXAfGceRptuXavIyUDvbWaKeqY77IwFnXds9/TJsmuK+bWrLlIt7o
XxZ3duoYelPFvCnKjafA1/N2WFJo95q+rosM1Dlir9BJFI8gBbwqopkXoIpBlfmTr7OuuJs8p6ke
NP1yv+0qybqhe2Re2zwMJTSwl/cP0mkNeWyXPF/idkEK/A2lWe4z5A0Yb09CX/1d94b8AX4ZXqCT
xn3J6mClJ1am3lE2n/AYdzsjXYMnO3eKcDe5vfOQttK/UYMprkHLDkDwEQGt0YzE+AL357E1LoDv
pr9HFHXMR0t/Hfyl25vesFtT99FeivHgptwqDblJ+59u9Dj4d2GqyrvWFcZmQJUiIg/S4WwXZvI0
rsHQbQvLkP69Z9UMf69+tDRlOlJydvei1OZxWMc6pEkduPrSvslYjImSCJ3pc22yEJbSUu8WdVdU
zMK7L1V1IIYGODF1n8c8lFFdZ048rOZTE6jvFff5GvUJILZjHox56vdLi7jDr4e3Wle3xDYEW0tP
WSwS47ORIwSc0NHG4eXGhAuiHCNoT90Sxq0xP05S7xstsl2fyWwTyMm/pqfXPA7jfuiSCKjE3Ia9
Sd7GoG78umZhJQS+uWCS8ibMGUlT2WRfrSsUiKW3viLCtMhl88VMTXtTFE+1s5yZD+fBHKSn4RLr
IbL2pIlc7rzCOS5MSAVvulrJa4wcWuHIHtZzqvpyV7krMrcklDvRzkXU2vps65JFbCA5qfGnuFO8
sqlTnayGZRQuacdS5T6v/vJgl4i0dFWLQwb2GCXW2h0dYR9TdF7Em65XjCn52qyGAoej2W5bR+MR
8y7TUqYA1B6ULh3s/SA9LNFBbKshxovxzpTbI63toZYWWSF9tbxQBhMokjC4hzg8gU5Z1LvGNK6s
PH2ww3zHzr9GTCjJoxVJ3oJLvmqdeJHQdhs4omEnRmj5VoQk2tu6vXZS75QWdXgzJO69aEaUFxUP
UxIOz+Po34scMGjo5ZUO3cMY1MA+RXpjyYSFe4aXSJ18n2IM3tqFxdiVpbxzjcuIQrTSkK52egqN
wqXR6tmoDLIWj0YTvuVjD4jiaJnXG2f0xIq2BZM/79Z0T3AcPhDWnq07lfdmtxp5nGqBlIdhBuNm
Dpb6ddIrS5NBD2jEDdKtrVzdywy6dmy3jVcSnmfW7mGqvfxxEcmEHm9O0dWY3SRl5ABLhgtw4yLX
fgA4GCRMJqrhU5fMzUOtffM1bKv0a2g0DQIXvwuLrbk0V6wcy23XN3WsSjf44gc1kMRa1K9Z0nfm
rsqW9aKFLtDNNVyzuUtjeJnikHpFUkVdbjf5dmit4KFvBiOPMhwGTZSsjrGFmVHbhP3iOiOgnLUx
JUUeTVr/MmfaPHQig+zxrHarVCnvC6pHtoliHHfevHi38Eivwm3LbZAajOhqpSqLvWmmivGKRajN
q1DzZ1EwpKlAqUPBSHs2NvvGQ1Q06cHbpCszPloznX+ErbTiUKmiZRIB8YNu0KwoPBIsAi0gPvnd
ptuLqEhaS24hXL0x7r0kY/qpKKFKuI3BswBWuKkkgR+k72bosGtRiPu00jMErKg5aWtKjDjNe+Om
WjN6zKTp/D0aKzvqgXxvK8Ps9wk57W+hGIvDKiZxCgqYj9BPCcfptY7LFJx5483Autacz01Uguew
9DIZZcOTiuzERTSHQM2OmWFdtNeE6slNmY1oW5Ct0NwROPm5bZf1YPFTOKREmUchZytuzL5g10/T
8ZsZuMve7nPzS0u2Kkr3tWR0Xe0wmDfCP4DbU+XOl37wxm0BNQ0PNxphH1WtFE/w2/s2JA4CfkYf
EofsZVGJOY8YvyvhMRN346aTc23mrX9KrUp9Dmb/GaWXiPt+NHFMjP2hGJr6RjoBWUe1t4cFMfdu
ilov7mzDfOh6ABK22HrTJnUDCzVPe0Yb2/f4SOTBYQE96NbKj9JW2JCZlMNySNhSw3Z49lsk+fVg
hxQ75chE7AFNriy8+5Fa+35gegiBSi0Dnlz3xyzm8tiUl0W4DRC4R+XQqW1e+SpE256CjBeDOHn9
sN5kFoMzYgMMWWzRL1Xf2qBnZkaO+O8YhKjo1jncDapL9njQYMCzdbio9Gxd+CDtHRVW6uXJ3jRW
HQcqN96Wss++iK7vaFjCpjz6ph0mB3/EKTY3ZRCFRoXmq/PUuQdI2szNlH1nT+3NKNB62vvT3EGd
0VSgAQmRjaPfrRi3eM/Sg7CHTcjdZxAz1L1ZNxxWc2ScrbEOwabpZRdr2NmoAC49JWVh7HJr1Y9I
toyRMD1jgUwQ+fky535XWZP9EtLoMJVBJR46BO2Fw3n0Vn1b9OH01CDPdhjz5nldVALVjtHiM0k7
GNvg2u4QyzlDOX6ioxTIFwx/2osEvDILLkLVvhxYrJEXk4dain5+mIQ5Mlx8CLIfXkUsc5TjffgK
rk/+Quel6M+WEB+f0zXTbjBKU27GSYT7pr5wPt4Mlj+2Ff4De1zeUKE1+S4sMuZ2dp4133qTEdin
gkivDo7XRUw356nyz/3q3pcAOqDwRYiarxs7/5ThuHhAkEP0VFn1p6Gw51NdMS4Ixon0Mz//1rTa
bONVmwRdKdR74HJZe890K1L83BqTdGeXW0sSnVWIIjWiMp3M3er0SbGxRxZ1ZbSmihAG58tmSEYS
pEbKnfQ24/bjTmmgW5ecNj1y0X2i720rubcG30IfnZoH/BuvPSLlT9LTZbGbJvifmFKMSHndlCgi
auOoWamvhgzKZhjlU+Jl8syqbp6DanVvRtmRxcCquQ+D1tqNA9QjOnbr1p1qf2sF0qAGSOWjO7X1
hpjnbKsWK7seabHjPkc9EQxr84yxrb/CID3eG4kgzEsFj7ldtkex2MUVYHH92M1tv1ubWW61SPu9
4dTqkFgWXBRrUINmfGiBn6AqoyawputCI8nNllCorZKSQn/laR5w4NROO39ax9nbu7Wg0JCqzboY
GLcfzi4N5TZb2jG2HdMkQZEtfz9b7XgU9WjrKxRCxu6CdpyC2kNtzCtjHNpqUruLjwvVBIfnoJIK
sQkbJTf2oNwnr8eHndT03XnKWzu42mITB7qnqzRJ6Sk54UJDAiaz5+0qx7Kuy7b2n9JkWX/koYH2
SQux3laiu6WB7MNNy7fdhuVIZt9YwjEWrVFsZo0OCrUDtaLhaSXOQYD+WuSBw90in4w8w/WT7nI3
1jWV/b6cjOLOY4olMboOQCGioYYFLHXDFEeSbWangSkj86bz53VrtYwzmJJSvrdqXbbVgBZgyaTT
7SZU2npXt549bpRrXR5I2szz5E8+GgFayytDo6xG/5JEyK2gYhWvPF4Z581bBvczmsf1VPa9B8U8
9MSwycFZtmLJ4aRSGgyJUycYUyYEM98NuU36bKdF++KWqY5QRtifTCbQb12E1UfGGcpT3TAzLur6
snoYph7ax6tnpiOshQp/uCxFDyg6vlfpzK6L/cHbZFY/2hvuPMF7sCPW85IGJO9YeWN/64T2Y1uz
wVEGlPSfczbTn+qiOWerVRx7EiJ3RpcRoFiUQbptW4HABqnLhHZbK+RBDlJ+idzR0glTKLoBatod
+mc2NzRPE6PJhnXWh85ApB0xABp9yTzV5ecwT0knt0v5UHlLcYOmCK18o1eufnD2uS0nAPBi19rL
jKzeK1DeeqzxbBSiyN8RYve7ERWs/W0B4n8tK6O6uBL8N0yy86lxm5/wuDqKLpTu1g+73ITFLMhd
kFU63esOnTQRJ341H4fRdD+v/mSNh8bS9bMeuekbxTp2NRXCkBHdtKQJpJg6F0sryt1aIt6Ph0IW
e6vNWrlZdCHvc4ueCCTY8r6WJsqLDZhNlcXI5XuQ9SXX5cG3CkDtUvf+29SgZr8q3Gn1N8GyzvYx
67P6tayX9lUY1fo4i2EtohlhWMdrRF3K1YO2ukYXgO9mRL/jnItimXaIqrJnxPQXPlSDvx86Ks4f
FGeMh1V+ZikypA15DYGeDmi4ecVmuzJfQKcIutPulJ59NHbPbeU/sH/DtImpV+/T4AumDtchLNpa
LP0rCLd1mrKadjz5iW+55cj/r0RTf2NfGLMjgmf/PrDNsYlZLbtHiUwJBCuz82zTArkc1gyp4UbL
BndjsLbbzBTTg4RdR/PoolgQoZk9D01QnvLSrMxNl7jpq24UwIJrYBdRUTIaYA3z1NjlcbCD+nn0
rMrdIRQHXTO0DzJQLNmcbk2/75H7a7vM4lkG/NuyqANTZA4olq5M+XV2SjaYblAgEVlYg0UFVWaB
/neu2ZySPtTNRk1Z942/puiHZsSCU5TNi86M5Fz3DUKwyMiLBoYp7PiQxmWLio20FQyVbXx8vMnC
QCbmUzqPgdmvG3Ymfo13EnphDMeVdwj5R3XZsfg5NPjlRC/YiSUr+xgE6SlNaxJWQnjt8igTV1RM
jZs6duvIS6qBKMMK3GE9lL01F3IDNNio2yrNuRiWma9iwWLrrdW5DCHumIG8TMBOtt8Y685HIGBE
aq7S/s5bQ+CZBS35S42LMYthcviIKUj418wrqzpfhjmrR9si/S2g/bXLx85cuP2dbgIN6zmwCxl5
CUeEMaK1i+seu2v7xtgDIBhk3Bf45yeUA37FRUJnAhQ0VJ0sr7LcYER53fqJQsDK4IwD0nkxbzyX
qKz7+UKBwHHwAZaLLIGN+ILt2A318tkwMrffTb3gHnhNysl59szvhGpqi23vpqa3J+SiBfKaupAL
NRQdp4QWjM/X3CeQ16ap1a2BkxI9uC7M6tx2bdW/lL7JT9ImWdWjsIZyvme5TPM9kj6HRFOn415B
X3OmFY7BnJhVRATFjcnSU12NQzE8U/j3+qn25qR7xIq1NgxL8dVlQ0O2ux+E47ebLmj4tKrH6LDv
JnTkN/hN+VZBEA7eERjQaDd1pZFPtTMywLzrWVFGvsMMr5epEFzLBrYjOI5RDJPR1ERaeopTnEsM
9RB3wzRTIJHbKQcX4V3vVFeGBwuJI9t5kkyupksNSPR0zV2B97h6cJJx8qL/ElZWA7c5bqR0Auld
CwZWsNnlfXPrTDUSm0D17stvxMr/4X//6N/FOWpdYs150XEikCf7Z4F0PqVWKKTNU2vZ7W092/gl
dDV6FwGB38mdbQ6V/hvn6oeMP8Jj+FsGvHsuk9dhZbwPdAXFNEkDFE+R5xvNC+jdSDYlT8N3nDb4
eIfVPTlL37ZRMBrwreVQG8ZuAWpBElC09+VU5c0mHNGp5RZDWetZVLsF7cHXdgr0FLto9iBH14bN
ftF2XdO46ODR8Yzxs48XexearXnSyjDJtvXy7u+c5Zev/xsbczm9kKwPJyBUwUKU+eGarobVmGwf
S0QPLHm2VXdMMVTEve3Od93kTNe2PyFkRKP58B/ezdC0bUGiAnACURvuB7l7y6s2ynpBZJtbFJZF
6R1BjbPvmdvQQIQwUH8XQPQheutyLylag/DidPUYQPExJ7EjmGIYK2CkriqTm9XB8hG5Rkgg/+oi
PUvC4KoqWv8WzU9zqvFOReD3PQLjATnYjqnjkxllpGr+XZ7cx7QFbgFzWvl+EIIQbv6HS4H/0ypa
NvSoTKz5Lqiq+S7POsrFTuTUBn993S939M93HDenIETCxrbA2/ThjocLIgs00kM0hngmI1Qp9rAJ
sWcf//o4H0/KxFvsW755GWpjEZMEjfm7nWEZ1zznnVK8nD0rsgArKrcdUitm3FSKveGvD/fxQeZw
Fs8RanMSHHz7Y2hLvZgS6xiLWPNz45GzhHtYiIxg+UsKFv2yXy4gFBsDyPJKjRX/9RcwPwzSgq/l
mYLUtRwXStX79d+/vX6SdUqWiPlfcrLkXMALRdT37fBM3BDZ0rnjaNy3sDC31BzOuDX6lBlMLlr5
lwTzrQHG06I6HnyElriCUxATDal406eZSpji4KNM0lbhYbEIcmbtJtp21MZB2APIhv8Xy286SXqM
1VoPM5FnPg3xRXaasESX0SKUJQ7IbowsdgfN2v+LliGLlo0WIuFSgzo2FJMFNt1BCTgMk8Z83n8N
0sWR55pC1rqBiSBc1SixbR0YaCz0XTnN3MSwn031SG/BhgpzAzvY5jObrh4FHxzUgivfD0mN2FDI
y9Y74bKN1MUCh2A+cc8tNvj7NMQViUSEuX1RN9n+EDmseOZ+Eu5lJ84zqgFrrPjyJMLIvSYwm48K
7PQ1xRp8EceYwalCtZLHjvaHqzwowh/CztgqucaSGiCBZjgN2kuS5zpEuhp1WZY9rbi6731j0Wym
FnaQyC0TWCkL/L28kl3Dhl76I0WIDox5PaDjWobvbulQRaswG4zPM6ZOfVzUyHbfD24IONHYuRkj
BZLVTtkBn2NLkKSttbb1EjkhJRWpcNhWY1S8XChwGkmocs61TGBz1kPSp4Y+6mpmg64IFYLP+1mP
uG0RytOsHGPe4RcFSu1rcs1QhkyiOs/+VGFQkC3wNRNOmCaEcfpSs0iHgwwQNHmMvL/1IzI8ZHiA
2/t5EXxO2r/YDXloFF92pcZnlng1Zv2dnsPmpV9zDXnTzAlIM/YA6Yb+s2V3PDW5gOdYjKm9YeAo
VrakKTCKJ0bwelHJ9UzGYVup8+XG9BwayLLPmUz+q0qbp3xU3NjRiYwWN7wDsvnDVIV1jzQG9Q06
c8eNkwo70Im2qf67be+D9oEAHZYKSqiQZdclU+tDGljoYQW0TSwk2Lmp6VM4xXvOkXUqcBJ8mWab
3eTBwAX860Xi4+J7GTvLNutzfIty4mM1YU30h0kwwXeXqCijlHDGLFZ0t38TPfKxVCL0EJFIwL82
hwwuKUq/L75QUYyWAj2MaifIzzbhMSsv74X1LevuZUzlaP7N8ndZzn/fVtAyAKGZHDhgQrD18Ygg
uQ4+V9VFjm34T/j6q+8Iurr2kOUhE4qt2qdVLleBuzlZTfVF8xr++OuL+y87DrEfKBlCQUoO0pKL
Ve/3k554i9BOQ8iumWS6GWkIDPuc7e/h0vFS//Wx/uUB4lgu15g4XQQa5sd8jmxIa6dz/BU/uCre
XPcyb9LJSn4QjgpxGz7591+Kh//8uB4TzyDGLr7DnyXOb3vMGi6WUVcedNgUzHdqoTkCwPPvsTsi
NbHd5b1KF56svz4qL+SH24s510Gl5BKLRsnofJxiz16EdSgxJ0oSXd4K0fenxREdir+lrJut5Sjv
XfrF/MOVynx3DT2WGysP+tc+I65wa6DXfLdU3lnMlxDuuYDYW+ImCct7vxrtx6b2q6twBnRE1z7m
TyEc8WslEevFKsF+j6gY4QdZRAv4opQNqrh0HDGDBhclDWbIEyM1sfRbU7i82u6IeRE3XptfsWjC
/LSeept0YrT71bTmI5KJOribTZ9dZJFdKr/gE6w0mm+nxSnEHAe/svekCrN/kHbEDHhGc9KIixGl
3lEDVQ3fQwufYdQnwdqc0CI6PixXPRoHdDAsppmDqyfqBpSuMMiX9j3sGn5e/8R8DJtyH2E29PCd
My58QloywexGaJV8KvzUhF1dJy2qE4aGPNj2gW4Q9QxVRStq9RWfWWfKYj9j1ETa2ytqj8BBQ7I2
HKmE9rtux44xDHJ1WF9wKhi3PbT9Z+SLly+XYm0roVLfc11fgC+JtLR3K82JoJ4BCl7Yu0N8hXu3
KJ2W2RTIbcx6/FGWtlsjFhlT9uMlEMRI+KxDV72bAyS7haPjpmsG56CaegF4NNzkWWYX28KCCf3A
/BH7S9/I6YkcAEl5YHgu4a/Kds91lxIYgIw/kEyCCPp9l18ebY1I7gCLHJAIoRJ2piV3GNYRzNPY
nXuMgQz8mNzzr6XaBbTreDESo7j6hdUwYL7uX5psutyqMGCrblJJmfTr9yFogvQsJIlrV1J3gXPl
gyR+mZmYF/uBNyPXXtbQi0lZMF4MaJMH4uoKQB1HJOtX1CrFuTYNVQFMGi1gNtXn3l1CgsOXcNK7
MpyTaiNW5MnXOXEN5a6rdN9uEWdUmBGmfmH2zOw5Zuyiu0Frbbs8zL9UKWu38JXrWqfN3qsCgORy
YUcDlW4yEXW8I0h1f97cvJP2umm8ToVntczz/q/f/H9970lmIyZKoA/0TDSLf15Ta2RyoZ5zohNC
wI8IHLEw7pVu1vrt54H+IwHpg6r430cX+p9SEf+tq/3/Qa+6dVF1/nvl6OfmVf45OPHy+/80q9vW
pVWld7LZTilT/qkcNczgDyLOf7Oxs839w6zu2H+Al2H/o49kJzYvks4LPEEQouX/gb0c+IJyxyQH
kayyf5ro/4G8/Eqm/L+DEM0/7/Y0OdQxYMEBHTXFhf8x2WziGU5BtklC/Iny1qkxrQffqD2bLJcK
oVda9IIxQ4vZkaxgzEM8e+OKYKVYEvBq3D5YiRhOe0lCw1y4dUqAxu0AdtdtpZv5DtqCDh+PQo7O
TAdsLcGn3671P07p9zBF8xd0878ly2V8KBlhxM/So1qozT/mwTUL+s+iHH8M7PHjPQcdmw1ErBbx
rEOcdH61mllEx7Nu0WKiz5Huuqd4c74nIYPaXpI6QY/jdRUNtArWpXhOofdMnIU162exrMXGHG17
eB2YLstu0JoegLK9KA+dpN+hWS3dwduZKEi7z42RhFHulLa6w8pl2vu5kogGSMVwe6SFCREqM641
gt89akhSjSuvItwa69k296oxluRRtRtpNu0dk2vDAFrHWMxYtHk3RpnIZ7aUPBmcuE0a4zHzFshI
ZhYl3V4Hbv3DrtmosXxaeXsjTdm+BLSc5lnPS7hPMlCQjTfVYRX5ulQlRtacwIBhkEz5hSq1ypjE
FEH2YZ9dJazk1rasp+XTJBpKESIJlhfDUiKN536kaSK7SxW73B1D77TM07RssX/IB2l6eHC8ksmW
GbA2Tu6g4zp2aIKyuNdzO3/lr9kUBgQ90wOSXs+4D9u5wecG9i03IlPiU161pns9yrRadrZmjY7H
NTSQU/VJ+6IB7gak8v0F+FjG7r2tssT/zA5FKiDRlM16CAaB1iOf5unFrWVZ7rIA58GmmdNsvRts
k9iRALJxQiRppiSQSRPViKMhC91pZM8nd8u/SQVO9E/+2o4yTnLJWejcal7UgAz/WEyJdT8hHFEg
8pk+wWqt6dYhCmfeLdSqDg099vEbndkNHMHUOwuDotEbbSlsRHss0YSpyBbVevKtVhJ6ghvgC1Jb
K0Q77SQlLM4A5VNjd0dI0BTO1k2muj8a6UVTxcRShLCTrPIfqskgyFXtpOa7cjuSS3W2UvKMypgh
AGvn1aQe8k6B5U5Mre81c6s0O/ey7ekS27jjncq2Qrlp9ti4xfRGhTdYEYAD3AjoB4AGoV2N3rhJ
Mli3K7pJlGQEV+AMkqpfYCkXwJNti4m+wmrKiXF1x9VLzgqyW6BPmAJzV4fhfAfTJMy49afR+Ezk
ZuAcA8PkZdNmsI6Rqio+dFhMyh2zm+e7mYxBfI2/XkWtu5HCCHMiH9G4dT9/ncEenENmLKBUkcrs
WSGrtFVWvTuFXUK96HCYDaSlBepbwg7cLAyfgNS92YmxCHLg9cKHBD00+21ZVGOy+/W4rlabuF8G
oOgsroyCpeHXQ9dNWRXugmYk/cbq17q+Ijzc5u3wGI+IBy149Z10dGNHGsS9dWPqfrG6QHnH2ply
mIbFtzcNlME918Sm5s8W5wWTL9qA0te3njkZeHLyzHmbjQnhYJ2o97wgtw8VPgY0plttSeFyj0NP
mCf5T7qM0wBKM63qHylCtBjHjJfuPKMqbnxc94hnC7CbHR3dsESEOjEjDrP1tK2ZQfs8j+CH5Fla
23zNl5e5CVC4+qJ+DMegoMpNU/V1KkXISDMp7c1iIETcQHow3KkmvaNDpPYkkiY8tu6krt1hwR9X
4Qy7I7SxYcBvHtiHlDRo0ArsW4/l7H4OshmZhcqIf8KCPGp9j8hhwD7PJxDglPq5xfVBVcohsB1D
DxlcaFWGaYwGSiJRCyn9mFvftui3/OVTASYHiLGM7p2H9fDqv8k7j+W4lS7dPhE6kEAmzLQ8WSRF
L4kThCgD7z2evleSjG6x9F8yenxHiiPxsFAAMnOb71tbIFv/4dpGf0+8Wa/boFXns0u328MXSlkR
c+omVE18O1dRSvup8OYvC5qLi3CklkWeOLMddw+p2yVQ8OY/ZjI2Xz2GWagt0kMjWZNLIiUZsG9+
ndLkrl+akFyiby749tlmgD3wffLHbBUPcXCW+mO6rrK+3Fe6eDl0FX5Il0ISxGEWdDxEMO6MyROY
1fzKXgv0FMwfEEM9biE4aJpuFv3pQfjdsWPnIXUZHypSUrX13mTeLX9B5e/L6OMh3I41kDwVtjkm
S+ksNUPioGyukzpPLrAthKhwo7b/6UVZjGbUjaEa+vUQ/CgX3z6IvLCeaNWV0Uoabv0cx4ZjboPA
nO/qsXb2ZhzWhK/K8tONO3cwonwJJ6AMHecKsVx6ZqLP37OT9Bf5iIIPlzBjY6RXHzI6Tk/DXHTr
sLd6GIpR5WBFN5PymaMxYYRh3cWHpEw67MxVswmXCFFc5xXSOo8JX9xDlicGOMieJ7aaunT4ZZST
/O1Ew5/AXJrLMCvDTUc09TBLP/ju4S94Msgt4o1sq+euGLGpJXMcrHGDevkqRFO2iXkv+KjUd49J
UiX+0cyG+lbCXtx4AhLLBuJa9Xs2u/aPh7P0mh1eN4dYezDxnO6nEJ1711MF3zSjMGjBB4uLS1EC
UGsyK1vjbPFuKmt2f+TNXN8kzCC/ZcMEFBWH4A8F2U7nRYLdpgouPXicP+kdiq/4StKdRVP7RgER
Xldzh7rbnLEt0/gcvneBBrVXCB0g7lrRcr/k1CnXTD/T4RignuGQYkbyv5cElfD0MiOJtgl0nnQl
4oYhTGYCkoKCtPM9Jeu6Kq0F1cxCNjhuDVqJzRpAXPaHjpZEyz5W7aOH7Roti5d6GQn7snCe0CvV
XiNrV0S57gJ0ksM4GXmJVvBubXc3xsk0YQs30q+p0w3OrkuX4ShVMTB7zvSzfUt2pMUCEO7WZV12
5s1ceu2h63L1O0eBcQ5xsZ3wbNoM5ciEk4H9Ey7IxcWa43yLKrYHiDnxDLyHwRdzu4L7l5vUJoEU
AFFIEO0idvLQEpmktHi+yc8QWckwg9BATXRLEJRSsNNdcCGKyqc8URi/LbePzN0I7DjYhNnsD0Da
LGa7+VO3G6cgXNYRtj2f4w5v70rQuB3Q+li5SVji9xcV0//iTRo0bb9pa8sxbkc3Fu0GZZIbbj3O
TRSjAFnFUxlL8dTbLgVDqrzmOp+lrBAFaBgccT8tgWIc6ojxkEPVXztESvGFCPBFsP5nqzsPVe9P
PIkOURk1lvZbPMvqhhPZG86Z61VCTyPqSFZGFnNyzU1V/epnFH57s6RLuk8nLBUwRdC8bzL6ewfa
DXm4TwbsXDLy3WqN90BGq3FUjrGibE3UKlEGi5uslhm1HX8AKwkvul6lkaj29Mf9Y171vrYHcOJv
+mI0D7POO9hMYuc4BxXjfGPgEgcb3+qtBR0h2uAWVX8Ijq6cPBFoerHPuufCbgE2us6CS8Kv6Evw
SsZGvjOCKTmOaWkf85Z2+t6E7ZTiDMD2fixzuu9bw/QGGJ7GiOopIs747lYQO1ZyobKdcobiE5/K
GxnAJ9qYPUaYlV2ZBB3TYE/dBq8x8JfCwE2P43dmsWd0HrfkMwTrC2HAj6YIu7ssWTiWl7ZJLxvR
OxipgUDNNGrWgSLa2k6JY1ylWV494b/3yY6ijP8/qHsQh76sRjA43YBeJp0LtE4t8wYslOHAWlZR
i83vUBQlTIFxiG1vpfKxgI5nLjUkWBeTwIo2tXEBn8VDZ9krQ5yT+NCWovUXP1LlatUaN433DaUw
XEglAT2MUew9ooyIgKK37D1r1KoV9pTIxtoA0GkNTIzl2zjg/FYRDOBHr0qKC7+YuP+Q6gGAMNDM
vXCAMDbb0OzlA/Kj8rvMqgGxn588MWeBYB4K5vSLWlp949VlihmhjgJ51huOfUbVqR3PzMxEBaz6
3nyiNYJVYnxJAqJMTNbFjJsjCW0v2DaM0mGu6TKW3qHzUADxAskIalIQQIXAJP/HVmNMtQdOCOe/
d0ZHtruA+1Um6xpyCsyIyEYL3vsI0HX0h7R2sezla4TB4LEXcy+3wumXOxdRa7uNkKIcM5XGv+D6
ld2qhiBwPXq8Yci+QR6aerNQorGtdSmRaTdW2NwRfg+4CQx35c1jfKjQLKFvLmnxcuPTS98Cjt1G
GsTgutFZVEW/lEM7EWfjdMai0+ZML0Ts2ABZXKnOcA5RzEQOvJPRjYxV8rsBcfSnH5Rxm/tx8+RP
kX8XzkG4xZbJmGHXwNKvisVLVmZTuNcOy/c3OCcDcRIpy7eOqjaipmiJ7E0Rj1m9r5vZ/S6a0h4Q
yaMXMnT+5Y0Y/zdO6dXzlwHr49qKym4HOLiQKx+Q6CqbBuSYADuGw2DJ4nzu4mnPYTmuZnJKcFeI
awM7NCAmmNM1GtQW1lTzNXbd8EEY8H4sHKKr2LTBdeTTgeht/iKN2vqmKnyViOfH6CjKdrG3BCfN
3pmt4ppBehhkeNvTcD/BIzub0IXvolkMD1OGucoNCeBr096VYKG/tJ1FzzVobf9iydxf5YScHMtC
ZLJEfRRRXhEnh25YWCMBZvRET9vxzuNyss44fX5HYxj+gmg7HGbkzVT0/KnAE2E4F2biNvbGd7Gr
rTuV+GLdMX7rll0yu8y9Pt+OVYyDNKt4Oznr8cytbCr9lAwT51sZ++G6Rw64sStBaAsJYZ2T+AF1
HprrPI6LbWSPw+W4ZL9Vx/81zJ1xRnMjO8rEsA5DQJmUA01ua2Hkvz0kSdvYbesvftY6CxFe2agd
GpIBRXtadFfg7NqbIgjSvYs/6JwedZhhRWXgr9G7kbsiCzFpyELzRNjiL/YuM3BTgABl+FuC9v7c
7ILhxmqLHwt92HPCi+6Qzk5zkfUuuB0QwF8YbZ09DnmE7WZCVcrZzEH/dUymeR+poCW8sKi7N54f
jzvUnrxLvJ9nuD1iwNzF6D/LIi5vscl3PHw7GFawobPuKMYsMBjriUmJ5nhCZbqpSVwEUQ37JPrx
FfiRdD8iZnp2R5l9aauq6s+Vo4br1jVYRBH2K4ZML0nzC+QDxn0z7RaC2c7+2nTkhEhVASmkrjs9
B2nhiVVC1MHqnQEsr1Dx2wde44WYvJF4ZsYp7u+klxtnBONtAkZBgSWsQsauDZpRVdn45bZtL4dd
HVjfZV2LI2C0eJ1DYtmpekycHVzxJyhn7t4a3AJdXTIdUVtDLST/oNNvVFtiFM7WJulQ9mP0w6qI
Q24luoKePHrlhwmFY4Z91lHo3TqueaKk+7XyiqADLANTUABGuQ6nsn5SYeFkZOdteT9PwX3Tht0X
itFuczY2BgvHTbG03TeFnsPh+r3ZrXsnGa8pPBvBl1mBVh2awX8szKzZAk0Y93MbpstuCkcJMbgz
cVBOSXZLPLjsxGhb9QrrQfMMTKn50WPKpmJWDz+nsUubTW8v2zk2sFXkmdwTeUIf9PxRQvFCMdvm
g3HFAVg/9wK9doRcAuXngC7bWUYLajJdkb1BtfBszLIR7Fac3OQYn1w385aNC4j1eYk7wEscvf6Z
iPIjjfcZp1cQHYTM2Sj6JTq4JTWUkWAdR5LTe7+bEWDhGue+h1rcRaa9HhwGuu0n00ExsAz9Nwy5
8wFeQ9tdz00678qoe+I4zu8Sr5i2Xppn1/kcnfV8231v9JrFgUz5txydUZ3TVF/M89D12nFbw+B+
WhpVf6MHdVUlVr4tqd9C33Tjb3FYmLdNA2pKLZh6Jkzo333cSQcjhHuUuMZdGQCpTSiVzXgxBn+m
jGEQbZMno+wdHa02XNIz0slibzeB82TksdikoR1dJjylrhycZIMuYpj0vBUsOJbqNmOLUw9MrXHb
JpxExDyKpYDS3O37c4p+IXRKg4EohiEvA9nNF2XsGhEahw5Fld8yPWq1eAI+sqv6+AqRtfge9ER2
KIebYAvcozz65TBRm6uKJxAZxHDZ/Efk07irIeg9gljsCayCeINTKzmfMIpepuHiXFlu9rAYRP/F
UPzC2Gneq7ZlBbV5W3zJfByD49Q+drTHUMR4zKVqpTLOa0ZqfEeLEsSkBmlpXSfEEdNTobyQIqzb
m9jpaS71G/Ihh3LXCBkcNSPMGNy86VjU1/GSU0wF04iHNTLr9t6lB4sbtyF9Wb0oYwMZm/U+okOJ
v84OiVLx1JkGECHDfJhr2W/qIaoyFP2DPBqFVseQ2DvXsxzze07cBqteERNLgXcMkVVmIeWBgWQE
p2RFF+bY0RxEKxARVK0iLx3jrZrEVF0QmfjJpu4atplJuiRdPFOP4lOUp8MnfeD3IqvXirmi701A
CVONJsD7blBdwlewbP+357gzbLAeTu28SGyjcwlOR5Z9QAs2aOYr+LHVt48L9v+0HGzmBGHKVb5w
kK/RwHjX3fccmrqQ+H8gLC0uY9/u9+Esks1C0XUTi7o/lHbW3xqgVnK4i4a5+/jj/215MCrF1gpU
0FOedPSQqb/VBZGrImNyqCQvpoiiLQBSlwIi5vH5J9oHNdxXngTMGIEBp1RvmOZzAvGy3TWuRoSO
TU99hpgftMus0ImdBb0xZ8e+DANrryILn6pM25qe/iI8wEBzYhsXn3yF9808Hh9xh2QcDfJgxR/y
ZKgIDFtBMVtmK9AYKfrkJqIObhSFZQJipzq3ReAsMkKlVHeJC49mTAjJimQET/ejbNM83y+NMQ0b
8dK1MRgskX2iXBH/4SI9yImKqId3jOt8f5+hTUDRCrAyOYyZGPbAdnHu5UPIdXFw3zCmJ/7tpx29
miRduMkvXSS/hIiARye0nG2UhDHlHreJZsqHivHRn9xG/aT/7hsh1lS4GTzlCUQRADreXyGFbezy
dUp3ukc5f/u66FqrTaa9qKhRXbFvILpyYur1G7dsZpStU7sg3i6iCUZkPTPlatVOKeEDPidelxbl
Q7sL6knMxzyu7VGrhzvH+4S+Yr9XyDD/Ew8rhS9WkR4/y6zw91euGemZH9W4LmTG2wsGPvOesrAG
i2rMLOwfec3z3jBQHNl5aFkh/v/SipKrcHbK6Ai1OlSHLGNmwbqxohjLaEFOttGYA4ieTcSmmehu
EJWAiOny3Ww9Io3Bz+g3Gb40xvOkclcTN0+bPCfVIJauYSsC3cD0zhL4Q8aU3KIaptYa1/RMGCDj
GT9o4HvjzdhGzj0aEcWMjg7bxyer40TprW8OjB50EqZG9kDrOVngC42JHMk1xA0eU3RlxB6pTd/F
S7COiZnKLUNZpH3ZNjiZtk0cW/MRdUCYnitYxPNRkrR9ofrfxnvcIiaFTKFkdWATTZOj6cye3OWO
qYwVgHILVmmKOwlLScj/ak1eiX6IuXFMa/CaPvF+VE6eLmdUXZJvFPjN+f7jd/j9ZopS1rGoRiKh
52Uw2ZZOXmEEEVAfU4YY5R6MEyLoEJfWlJ3lZl6dO3FDPcAsHWIJ2Vnb2fDz9pNFZL1f5lwBN9lR
vIa2DxgJIdX7V3GJJjUXCbJAxFptCfJLSILIxaOm8NrS4Ta78swPZPQtNsoOEP+LJHoC7PNTIRIv
4I8wD2djUZwN1lZGrXKHPaR/KhIOQbLPIDiDwRJgjUPLtVc93pxNTbILFkEtAGpXuRUYWyUpVO4/
vrvW6e2lw25Dkdd6CRuliG29/3IqckKTMQS/yEzqSyotYJTxiLDQqRD4l2SRTNSJEZWdB24a/ajM
gnKi6zZpsDXhetnb0S86gY3Q8b/MVEY3A0ySO2uaupmeklB3fj8nR6dHHXllBgqTI92botmY5igu
cW24qE4EZXNvtkG3VEUB4JkRM+0296vmVgYkQ5/YJMQJ1Ynhi0z2YltxJTpohWzh/TfOjJKBTmX2
q7N1Xw05MRugW7a6doYqoVh7lJ6GHe9YeZkN4RTvVUndlZictKar7Wj6RJ/38v787ybNRZhMe8W0
YdHeRxV+qqnPpYwJItCM4TGlWVj2lXGXJH7hAtEQQb2ZbGd+GOoBSZvqsiDejmr2ggvf1+PpEErD
fRhpVCeAJpT/p4iYE4Kf3XSuXDu1xa4HEvWniRWtSgV1FeRzUWd3phblvTY4XwRZVtWqe4UJG/Cv
aVK9e/lbY1AVxXpzMFzE2IBwNqHhpdmuBZscYKgB+moOLembassUDHilfYJzLtpqPdLGhn60oCne
5+XU8kYPBdW6jKA84lcCnlvn7CLdN78o+WXZSwfSysFsHAq3rw9YQcTOo+1PIgnuPNiWHhktbc6g
nLZ2ktXlBimeL88Y/6Fb7YaVXsxZJR5af6YirEpyH2AqDcryIfcvM7NyBAwHxkJu7S4nfGXWBUa8
irtrMBSjp930srb+f9YJ2Wwf/2+Z0PpH8ePXj78Jc/rnX2VChrL+y8FCw1xcm7COjeYvnZBW/7wJ
gzybURVsHVo0CnqN3f9/hEFS/BdqHpw4yKD1P/yfhlg477cBpmFILB0C+SjhG3LR041P69UrJMfh
V+GAPWcqy9IOdAPRCwMLXqdFjWOR4hK78rMxqWWS6ziysmLapZRn4kfg42Np8WYyfKDbYMPEOLDp
Oysoym0IuyKZzwamZFAeb+xF5RKCQ+/5zZo2lh1aB85MStV76dAPyBjslY+gwcLQLU1Oj7Cva0zU
0ZhxXdS1LK4L2RJamT0VN5uXlkpbYA3n9ASqtARAyhl2Y1O5Yz9NqSO6v8CbYHaQItBXVxim/oUI
70w+eopCqhfUN7uMH8evH3bWgUGZqEsMO8X5sXHrACXAcbFpGrv7NDDoIu2IhFnel5Rdk+pXg2+7
H3dLh+kc4CZj11wXbgfeb+tQ0xUbhgtvQsQ9n6UdhbfhQtL75NNqJQu+NgASbQBt6nqSxj6bYoE7
0MFRwo/EfR/ztaPEUvXzX2/jfxBSvT/r9CPXG6wkDJYENLZ7ctY1eFAcRuE2jwtmqdA9I3YOlvGc
9jcs1E2NZKKjMhBiEqY405dLtdwZzC/vEoptTJtIDx9fjo4b/nff53LIGNDOAFXyqOaRr70/iBCP
dZY/TcFDa/oOr8aUmCH0WeGMs5GD/pn0rRoQY1AzR30P4eaC2l0Rxp+diO+zBH0hLEtcQA6DjLk7
p5zDhSpC0let++CWKcSlq6FpiyHZNw0Df+SNzwNhplXY8z5mywrjd03hnMhY8Gox71WO8y5Yev3H
oOWk5PN9pTrxxaURaxtfQLkO3nNpU7JPGYcXYDT18lQ4Nx/fTZ1Uv7ubTBxGbchyZsoDoczJsa6E
L+tOVfMDDIgEWx4iPpvbKPux9Kng2i2AkHPfKNpyKlcffzQRxOmHu6gWiCl4tQTerpcQ8i+te94I
2UeLHT44OQD34L4f8tStd13r6CA7gI7Bh7vxoNeALJucdMGkS+vXl8UC28e+qqxlYkVEKBBYqcPA
9JJxhQJG6PciNCIm7zX0hxP/S9nnlqX2hFR6OxmHqOR3Ok09Y4u2BOBC7Vmi5f09yFNYQrcY3yGh
7yWFY7wpvuoN6VO/5r32Vy3TBZwaDyi6KBZu22Zc5oyQhd/s21XPvoP0rOeKaEjqVWnEsd6TAsoL
PHzEoJKfbCiPde2aICZq3HVV93ptYyqZ+Tfv9bcM0CT41WaXxHyviRmAXNJURTl/6QH/1V8PICD/
hkKedT+Vbc2HAzcUMvoZxFk/zsfWnvBJrEr6ePUzmyiYu12BPonLW8w2sqpNgO+c+T9VbEZzATcs
T2xo8EyWZVoEMEbhuHifqSTHeyDQ4RDcVGlfOMYPFIH6tmduWPPwprrLEEwNosv4S5uRKZb6aqZe
l4iLLLHKND0kAfoxxlIsBquBDZbSDj/KlFF91fhyKr4XXAgEYFhN9K6GMVpfJ9S+0bgrqpZ3dVMq
F8/f2prR4TMyOhvNllZS72RKCyICSH7bqh3t+tlJKJTXu7dfFerx6c4X9bqjTl1YTrc5SETKs0hZ
h3Cv4mzqrPu+rPXDJfATILG7YfSY75e6o0iArEeF/sJjxyiT/mhRQGaPKWC/cEs/Xhvqn02XQg5r
TydyEjzmP/mbE5jtsnjdY9njFWTWwrL4CDrf9jyjbiZumTOkCy/NiMafP0pm4nF1bz9CAIlpeWMn
eYeI0vL0YU0Tt+EpwuxvxruhCcychjyUUd4qP8LMwWvYODjRFVILkEx4HRsl76AJqDiMV6bfVqW6
60CgdMstGKs2vB2nBAXFBcOxZ2a5wt+parfHjvRygNLdVeklCt+QD3j9D2GDJQKu8fq2iwH5sMCH
leg9W9F6QCamYvwiw3mDkKs1ritR6hB0VUDw6aKvb6cdnWFNGgB8mfSwYgzfHPGDVHPB8+B4TPiu
VOWw2a9h04WmuSuSqLfci7D3mvYnOTpO84PolMUZi3eK1AHzVFe3zjkWhzDwt3kulmLaY4svbGdH
K0YvagU3wfrMrSv0DvvXDuyR43Gomux/tu2wE59k6hShbfYkld6hbJClycy7YYblgMTYbJFoKVff
IjDheRLrHk9WQ1GFFS3UEWzryK68lOAm5f/xdEOA4XOoMWgZby+V4NNAb4krS8V4Zx5UZ418+WUo
9R9ZW0PGuOwqUpxbNl+vZL/uTBrfP/2MqtAMTMgbI+MnAikzyS99MfW2s7dQnoBlK4Js4HTJp6JL
AIk1QSLdS8NLHHnGGF/A3sePl9HJEU01jMoDtWTbxxTumKeraFJMUq2s2roTc1Pj8okHHCpI3FJi
W2CrDHlWtX1mGWM3VvtmxiJlfVKHOYlWuALWsdBwAaA7LGb9738dcUvTCBAv9XgXlgU026+jOVEX
2Rm+AEGsWy7pgMDDaTqeNbmjfrou3qT5s3T53+vwLar6XMCLefn0TqS1JXOnrivGeOi90dKZZwpb
DoFxsuuY28BjGTML+c6FzaonHGEQsI57P34gJ+EGWYyJf5uiKoUhJa3Tlx1IXNdEjt3yQFqMNZhS
BRNsUGyVfWF5f5wuydv0mMgJpcAntdF/7gAfTKSjgdw09aBTnzyJuWxSZlJVdxG6o6q4ZrOAaMqw
dhgb3eZt82GgSDOXZxiLh/mRkQAqKz+5A4TOJwte0OBQrCpKGJY2F54s+DGjwZFSqLmj1YPk9cp+
XWBRUvD0DhlO20TsPdSrLLe3ICbPmTo5MFKAwViYwilv2QlDjyO9ZaeGSWwYU2ysnyOmnbEvykq9
fKfXXwzbD3UnzdOZUu56pC7XeKuoZojvdB8zjaNPvsCX7kpja7qp41tnCLxkikaD3jAb8RhIp35W
NNs45Rp3ZnLqJkMwFze3IaY63uLKpKI5n5MhZQNYMAM8kLlLIpM5R8iYX9Kxzm9yHQg546hPqtft
Pxl4+55bZujxMfgy6qS9GBTUjwCQPbAidy/gI9sORnCTrtHOGlpgLMW0NJwxolgkZ/zrCViazdy5
1QoLNe7wY1pkFHp3slSkWsdl0WnizhT0G8VXwPlZeoV6Gqf8ZaBVqxCJkpDvuFM2VJrhAh+fVg50
MxLXeMd0Pka/rEaZVkx2kLR+E5rzWQ9EZb0g6aoeuC8lJy1YRR72jnwy5RIWhcml3pWvMcvY5BaF
4XjpXPRgbPjM89gtVseOtx9Lqc8rpoKbXErcL5ILyzw4tPOZ4zURv0xNM87slfWaqhqsLn7y7X8Q
LGtelIIzl2SSmE3f4ID5N/xqKpcxMWIeCUKqoZNg9jboPOWUHzjodWTFHFb9qU01gTBiBvTLG9UW
jg60usnJOE8pwupYQ6iALXRLQKDPaoGWgY+DgglPbrfE3KtoZ+eQqVS6KnKJ6+bbBO1qDo89gCWa
7laW0PTZMr2deMSk67ukO4iQ3fiHkcUv0bvoZu6RkSDHH1cekHXTXofF0JFMGWHBO+7YMYbTtfu6
NJDuLOxPHbMAgQkja8wHz7jIl7CJAa2F7VwjxI8N4Fh/cvIBC2ON79h+eyMhGE7uOdPkddyWoMx1
w0PuFVnZQowaYvaORxyAy1CfGwnHkmBcsZkQZGOSsc0em0QeLkenDNO4usqDefLnO1bMwhBxxhIx
FiWCwOzEOny1ZL3EGyMglc3P8Ffq9WS6Xcf9RA2PTmmTDHbJ9yRMsy0HRK+d8kFuCOgMp+VrdvP2
vAWUbcKj4jWcksrVv+XtVDZ6Q+/cvjsb3JLXEPrjjfuf3RMoj2UC1jQJVUA3nWxadVYLwGNldPt6
flAxILSz+UbTjRqh1Fpr6Yw6E5FGGpFHMhSZtf3xNfxzeOBt49jwiUwwpdh6iOvfZymU7RKZlDHc
vPKYIhoY6eVckEw8GoVNroORJMo41j7+WHkaoWHTg5/DkFjfc32lTr87+FuT6vcY3kElWZb5uY0Y
3STBMBVD3T3kHh4vxgtTvQKolZU9w0/QH0Q+TzBLQu7XbsB5RGbVWRoBzzCZvB3lmUaou+aet9hO
fpBY6r2AMTP0vb74g2x4jrZZCZ+Nmyo0kZQdBqlHnX1x4YTdOBYAijuTZq8+vFJGrS93QdHrJmPT
WzqoHkm9scS8xo8h3iOCyrfLaucWYP1OJsgX0fkaIOaaO282LAtddN3XZbYRRYt6ZNUwoVyKYsV8
Fi9xMYN4i4DoEBdmE3xyPp80jDiceaZAXnTbmsl6jnVSisDkNqrY75pbNI++F+4FEkembloh3AZj
O8ppjNpLuA0to7iFiGoXXjJ23Vkd/ZSZ5MuDj2SlDw8oCFlUWzqdkFV2IhzJDw7I823uFO4nwX3g
8AiYdAdVux5uw1kBTAVrwli7cW9VsknFLozcCjcyk3VrGuYxJ0RlbzI7sJGBf/J6ve/ZatoVhSrK
MPRUqMDI03hAOPU44orrb/1icUTzI5lkQzgdIxZnWdml4EPpK4wQuPdFzDAnnmMpF3hRMduad9+B
9uHvKJbpgoBggODySEfB5AfKahpdNM1zUMPyjN1e13aAiOlfLI0oSZrzrheTHLe+0fCy4fw22caO
jAhz8ngbdSFh4pmj2SrJLkefwc3uCkMf+sLGOSV/167hTOooFuST9yF0TUijbUwlazyfqnFOs61p
pI2EnAeArg7WVWShaYGQH5h+H99MlU199EAhxR+MHQPsB1zRNZJ55jcxqoLAgnGg0zzrp1x1wfLy
3btYMHSTrh5+l4+fxWm+QJ7tEJ3yLtJcotl9EiMmjOD0A+Q2N7aMh6H6RuEknW5Qy4ZsaTo05JCM
kkFxNybme3I1H3/+6Q5HwRk7MBVFdGfsN6dRellzpM1p7t2w2LLlUb1uqbOdubwCVpQNfCJ5Elvv
//lz6RMLBsPStFXQ197vrKhunRghn7wxpcHnyqrV5fLRKvUx9KpdoPunAYwff+4LzeLv5NfS3QSG
5AD10E2O0/Qoi+JiYmzxcjNgTqdlZXV1bgMyfM0KOAfAV56XOQ5lYztT9KjUdZ2RGsew1KM5b6kk
SAS5Z4xJrsW8slrCzW9Ucrxx7D9pOJ7oVlintBzpGeAgdXQv9HR/8gG7AduxI5CEXk8y7qWRfhFo
L7feE6FWEvogc/KgeYBtT2lsjcd1Sn6SZvekFG8ZX1CN/gJBNwa2WmxsG7AAMwUqV9/oj+/tSQWJ
yyXd1N13V3qIAU7znbaGizsVubpGxjix3p040m/RJO2Z/6pezud4rJGWKQunyrxn1DHw/VWK3p30
7+OL+efFtkDhIK3z9Vttuqc9BB2NdYAEhxu0lzFrCbeAjmFt/Hx8VuuhAr9hEmC8PH78uSeiLv3Q
JEZ2FpWrWFr/VFf8cArJwSU7jVtDXSqaQVe5i2KqkbhYndJV2qXEWeHpED8q05u30Bbqhj4w8IkH
RF2jN+v8RWHl5rLfCp95VTtzTzVm0vVma2DmZHwlsBF3yFKnvCQ+k+WYqvjPx19K6WDr3apBocZB
ybMVOiw7Xa6+nFFyDgmW9tfCNyBmBir3op69CD344lTVYaBmvBRMLXVqhiTGBTLWau2YmQ5LmHtT
8226hk6/sRpID7OS95iq4O3CJMEAQHfSO7YBL7mlQrCy5eRbsHidycyMFbZClfZnbied1N7LziDH
eBhsYZqMdX2JyaxR6Vp4LCPdoGmonb38Qc2h/R4tnqMoAbttEk5bBjYx4nvvGLFUWEMKxxwKzOIR
My/O+3ro8JKXHW7g57fHscyDLvwtzNDTpU7MHTZZohRlyJd7kbLthtfyP4XMnLf5rWTPfEKOQMDU
VV56pKhMj5kvsOLr66vRr8zjnnQa2ne3QiIqsXGGgG1LQbIxkXSsMQbG0WdEu39OG9qxNk01h7D2
P6AZHRWFYGXS7oapB3qFMjiclDaLAl8HblWs76ErMqAmYAzUp5vvvx+vF4VW4umKBCWRk00fhndC
N6W6easYS4shDfE67T2Yokwz151EqVKbq8jChIf+yeZv/XMBiOxsBx0WHUYfidLJBUSdBCC41MN1
6IQ6eU0y4jdK0XaIVHeNI32ZGCjYE/H2x5rKDg/QWiTvyNbw65Lc7S0FNvAJ85c9GzJ/Cf1Ad0uK
19bLW9Y0MxDPuAtwdpruqivCgZFIhnr51Lc3K5fMnKe5GvZ4DQ+zOxQIiHyTwZjOphMzbFCwxwG7
BpCrGH+j8ckO+c927VBytW3qUrpNj6zl/dOYMie1kO30129bFFmf5JG/Be42VYH6GbQxe5iDYIi3
ZXYYVXiDr+jTPOs0IJUAxXgf6My58CNhSL6/lEBMmUJVP93nRWcgVWYv4zPGtEfE9ArZ+Xg/+6cE
DlWHb+MqqZuRPpXS9x84GsoJgf+E95EMYhuvs0kTlOHjM0VCQsYy8ocf46vyue0QUQJhFXU2rYFd
s2mtIrC3/PHxRf2T9dHg5RboeJAWzL9HVjtl3VyWeXQf+qHeScD02xz3Ka1Kwt/XAG2kFzfdVEbP
Gs0nUwdIy8s5w7GGwBLcD0J7nOqRy210FrTpl21s6Kf3ulHmoZ0vj27SwmLfLy7P4rZmFJ6ZA1cA
4B5tXgPQmtiZVdgCSp9u3tqHsd3q19zJc16JTDDDC3hPO8yoHHKHYwH7txm4FzVCM3Neh4arh5li
UGZp127ck17ios9JloexfiknNb6OZzFMMLdn7fWGzumn1xrpx3f2NBZg0dO7R/eAgM7xlXnyevWd
iLFY9tbdWwKfN2437Eqk8cGOCgBKOBRRLO/PAqL3p6bS3TRJ187k7SYQ+CcGsao59gK3nK5nA35y
9bsIaHLhXZpFniLP+R8Bz/XrUfyOPWO/rxlojjDIGQA0rCNYhP/U/eW04PXjSL2OyhK1yiqlwAyF
Gllj1RRAgSWO00NudbosmCqT9ycMKwFGOlC9/qPKgpIfDGgf88Rsk3HIGpmv63jCnvXPvfyHCtDM
MEVGmOTwPGXpOE+O1dv8XcIuQ7ZH1Vfnj//N2Xktx21E6/qJUIUcbidymCRKMmXrBkXaMnIGGuHp
99fTrXMsqora51y5JIscDNDoXutff5hGBPDpnUsxmju3UOYW0z5MqEn4lxyNqEdRr/TskdbA/KtH
nTRN4nm2snxbjiLfWsIRKlyvMbTI1IUa6SS/WLDY8ofjxAzKR/wDcM65VHMPAH5oN5RRfD1gocXc
LYszRHymmq/WzI/6+OT1qPbIO1c3YqYrWtavFXZgGATZ1jiZzgcG5CJbb3H19QlMG6PFc7s7f0EQ
sj0loMp8AQIvusGFqVOk3LOMiCy+eBrRMJHtSh53tiA5zuVBJqjf/erGg1jnpgz0iMHBbYLSpcww
X1kEV50Syj4V9wnDVB7YJjFU84IhBDThj5gnZBb5WgLr+A2nlE0CemmJ+DR4ihms+N/iMpSXkjm1
x5isAI3iSNLPoNgKAMQdJVZXx5/0exyZhQ/2XBewn9tj5yBRJTLBHMMWfXNlJwBAZL5hC3g2+kRe
3wYYCt3JinCejiloR/nIyVKRnT1qo7zboUveTOeAAa0MmGSrl4VE4zXM0NUSMqiUeDB2bUWTcYzH
1V2rQ8MMsk+PbeN23ETXagdW6DCVTmXcFPGa8Jd6TrT0pmXGt5lJ2b3cwJdgcEZSuREMyYMpbJlK
3McJ0PqZVEsxBY+tiXo2/ZLGiAX7Z5ssQj69BQ3nbrTB5M3rhWEtK/OStZ1c70Qpy/8nnJVUGfIC
CLDSRQrECkqmh2XMO48UZWyNj4ntDn72Ie9S4oQOU4aM0PzNYcAD5wj6vyU373PAlsVb7bgYStHH
vDme+XTYQEvZfBRUAi5uKhCUyKDuK9Rq9a6rm4XS0Rl9hhh7RcbQrA3shiSTYU0ny6uAhBtb8kps
TBu64JlgDYCOP+eYpUM2meMb8MM1MA05hFF8Z67QivcIrKDgHOhwDAiupQs1H11bO5jcXcHcT46R
hk4eCJr/Fpkp4OjixRxDaGkkeW5TjD2PX8G/S8UAfXxnxdlikcTgIvWqdi0D8eScEJsiLRExrKL1
oW9wGEWEMYHPmLgYQqLmRFjI8YEe4BN+WTJs3zXS/wdIPavbODgypJ7b8a60yAeKfvzgapedEeJx
zIpF9tqJYO0O4bi5/MdzsP1BjW5hSP5Vl3GJ04qqPSEKqBCwEYZxJdKoEi+1kYzNOzUJ0sQbO4wl
ucbb+rj/sLV4XsAhjIsWgkqdR0jPeUpqytEQ/NRUd73ciVOqqVUWj7qGHLYkNrJxb1STxNTYO6sm
+eD7Y0Vc6a6NxMiMRtePmhSSS4lE9zF3N8/qEMkOckhld6scxNHkoMw7eAJEKzsDEaz8uOa2kHEm
i9cOt3seoh7gaYaR3VIuce6bjEjavZPGkPMIyun8/K/BApHEdHhA8NFc6oICJtjruQFqTumuRdIg
vIXb9082sLC3bwJIDe+Hg9ZIIpdvizU3HYmdhz/zoU4apohHTqawbk6cStyB4wAawS1iqCg3nQ3F
afmo3+aoSVtk7evAZlZd7LArSEZrzWma7okYMOpT7Hs5P8udW0CaHZESR4aEaXseYGNQegHIgnxN
JcGihISuvfwEOT1cngIXAhB8GCwL+LsIJwe5LuJcTm3aZswqjKIMqsj1iFWMPAewt5O/BP8MmlTS
vVKLXgd/7O25Ir5YPg/2EZCJOgxkZ5bT94LqQyqU7D2YUQ6lEppeCV4YswkQRBd9JZ/RaHGNucnb
/oE3hTk7Dr1+sd4T0A4h9i40DIIZz6UorxS3JUENtR+SJc6QAC+CEvs02a3E+UxvoAEz55Rm/8lh
GFt8bvHGohm8loFLVcjRfSYJKg0jN7g62wnTvqrBBkXND9BQyZJuxeGUqfHCY2jvVN3aYrDE1/cW
Q9IgwqpHzX4rZra+5tCLir6iMYowJTvC3MAzprtkq2RxO2D1y93zC59txTVbREM7HxsLvpFGwzRW
2XcE1BQ3g1UmPpmnfieL2XGxTU6pYOnwewPCLqMbPIKtaL3Nrf4KPakLRqMTclljH0oa7gBXks80
TTLUuHH2gGpkV9Vl2VPCps1K8IWXFvDYd03uEOf8AbUOXF18/AghtE8E9LiAx3OBbXEFOLIkXNeq
bt5UR4KTmxyfJZn2ARxEorxIr1sl0t4EK7DdOPH/bGKtpjlKnjIxt0l/sfPGx74BZjJnfLtNEx/A
oly4pabh5vw0m39HabBGBrNz0TKkNZt9ZiZG3z/3fisROH2ghQ7CguKOJLiaC7Ma9lf7Rt9MiCnu
hvyakdI2Es3ah7zrpGHKakD/uG1OAya9Dv/TRWzOwLX5EAc9o/2oJFaefK7Ab7muBekxy3pEGu5v
BGn5QfsJx5zF9w+qiQnqWHJA2C9ZYvoPTbkN/Cztrnzqo7tkC3S3K4VHD1IKC4dV84aMgA0BD/Zs
bZueBPpK83MLmIagOfXsXs6myKllto4HeVc7dwSz1Om4L9SUTL+MZlYHIti1XWIZGEOupnxfEvXA
Ft+Vi0x1ohEOC3lx00+lxC13g1prk9jcCy4LmE3d2e7mCwKKSau8Hkz6MCnFLCcI1gh7lPQokw3p
BNCbebiBpRi9f2aAgdn6bQfCvPpHo4WugFxCfWNv7tt63C3TAvvxsWlquSXRDOIPt2/8aapfiSlk
G5l5LdkPOAZabOo4k4NgKnds11sc3pUtB9hyDtKEcRsGGFVa3La24XbtgdjyRESPI/0Ia3IUnnxe
eeh3zOBnBRAZ5LbxjHBEi2RbHjJyhEo085iezXGzCp/oazWrEcKUoLOe/tnb6rGxAiVKmNliQ2HM
hA+O3KlX5ko8Y81BLvpJ7j1GwbwTTjXfkYvQd28bDcStp6TtzOmytQMGy4jaiaLCMonLsXL89TFi
uZYcVQw2Ck4TzBP6mzSoO9s8NlYJxxN+biychIKgz3CfwtUQG4vPQcIjM4+FZcMcPRbTlAS4OWjk
GnSQ645DQ76RuCi18oVWw4kuTuXGREi4tZ6yyl+iF7cgbePBtQv0absRH0zMIPJhwCwRbDcVMntd
v2azgZWwQ/D43G/ATYQc9plVfmz5Z7Sk2Dhd32URZj7z16wp5Ap2QPu94IIIS35B6LMmpNceM0L+
pN/JYGOGbhcoZdKev20F3hcs/dzkJDoFGe1uEqH9ytIJe7wJVm5YLBIhxVuoYitI+LZsIaqzJ34t
aos7AhmLrv4YRxiFBk+d1eJW/bDQO/H/dGWmhzZ4sxV4BxNYkJfh8xoE4YjRjBHzhPT14DYszzT7
OihcYsNtnU/6eU0lHBuIaFPu0iLRERpyw06ZSErZRA5dHbsrdOf1+KDJYmXidHKbVAwy0aZygc51
T8XzqYm6zvBOWQd59Xsym4BIcSaHV6lwADJIl+BvUnxm5bJRKMQAN5o1zfZ8vcls/fwpxPhLzPdV
haNeftMutDzmUQT+OGA8OSBNmM8+1k38Fjy4bFYDunEJpNIadq9rtDUhkX3qNdFfcAyZN10tNq9U
y7KW28JwTazSWwwANi+AE+USANPHZVzO8pOhDLncfb1jV9Ps85UVJYEQQlmAdC1+U1A4M8Pk8gkA
JcL1o3DrnENQNJV87Sw1bMFvW35Ou9Syf5vUAdnXjXwKkJ1k/aIn11kfy3kEFniSFqqbx67A1qU6
4p8mhxQJ8gH+1PgUDrzmeSVP/ykc5DGgR4mF2gG3K3bYXwuJVU03N3e6rroA67GeyDsHoP5kG+HI
5uBNs+Qn6gFobicp67NYXLAvW5E/qgULMubS3Shf0bJEJB1cArIQeVPRzsuf9pnub0ROxSQDXqSr
prncEjwfw1vR31svIn0z9JvtuY2ceA9qRBYuQc3K0l9fb8IRIXetgw6Ql5CgaKyEK8oYC9JygEku
RLKLLUru32lWxV89eRsH9+qBmTV3y9gaAeHrfVXME0z/Lp6/g8ayWR7KOB6pae2hC4i85y+pZRWc
gjkiIW7HAnEMHqz16EmgI3En2Ql7HB6AEqhHZSuLLDTkx2K8TSq4DICu3wY53ul2W9V7/EeEwcyH
sKp7+lYXu7kxesD4JpdQRu04/MbeK+V/IhwoLNwfBjdeXhwBifWbpJbyxZxwkS9q74VcIpMqLnd0
JnotzHWpNO2dn9tF+wd5iRKycfpQQjbDhttBdVQIAgXEwB80ZpAoRAird3nwT0ih+fejG0v08P1+
4m03wUiVKQB4M/5UNi/3GzAwLfseE/TGeZwzjpmG2AwcOceDU3BrXlGhyJUz2POGk86Wi9zJ79S6
e/8qfp5EMPmGfG2HdE9wsTGLdiRk+R+Wbi/x7iKJtkcMIyUvVk1HzZLij1E8JxMVtpr+B6n5+7H/
z9g/H29DNaAJDyzYDiRrvAEXBP7ZTUVCyiOOvHI+N3VuwJ3WIwBAKuquJEObCriLA7e8miq47g3/
i5GpLT/tv1AHMAOcZRjLrsMid97isxBMAgozL6cZZUFXDyURbMvcHTDHggi1n6oBV7EjSYMNCABK
VLmJZ63syxnfSOqR7sHhD8ZB/pGpM+XvLuXnqGyjuJDExvxKWk2CKx10Mmi2X6YmTCrxqShq2aBp
3mgGrOhXxwQ4ah0v7z/0X+66pBwxJffBv3gVr4kY/3noxFsavmsM9kPoVOwRer8sUrYAes3rfDxf
hCw7a7VLV2oyDvlLvhXvX8zPoDhLgCE9swbTN7Gmozp48x7k8FG7wYvFQ+otkme/CEprjpVrE7jN
2XX/rWcpwnn/g395AT2TeBxpkw4sTqTKm7VnjyEStcidHjxVZQU9cFpxp0e4k9vBZ9AFILm1Uepi
bHht1t6/jLffX3IrONID5HSg87+wFabZEkNSzeUD6iOFWqY+jwEIO6Mk4gVBVHDQq/79T36jbJdB
MpLVge0L1CtQkreABhbeCZze2LhPq0HiBmUQ0+wew7xr+3E3dpy7r3A95VhkUaDDFHbyEOallUe5
GwdJ/MVq8xw++/vX9naJIrzgXni80hFZet7bjcEfNmgAQUz+hoJVPEWuHPEwJOniukTnOmGT0tMg
osVl5eD9bzap60r4775gMyqGrEJsAcNauHpvN0lfKjJdu78vROFucHPVPYFyKcxPazJ27nSYML81
X8oCcXh1tIiMtl66CeVDso86hDDA0Al5IvkNYaqpY/+GofN2KZPy5HqhjUcBSwn/ojdjRI4ZknwR
oTz8EMWphdoalE5AUmFOnxRmHs0BIlWYktZWeVzm+4/M+1nUyPjWdrhRYcCrDCPqF0oTpYCQaO76
kPdNydksOnLQ+4dIRGX8nCyL4ae70ViR8T1hjCuhDS1uzny44+S7MgF0H8eAyO/i3G6d2fzbxmNS
vKSGhZqJ8JrBElAtwokSHS003tvsF00SMhuaLTthHwbaZJLjQtnit+vqHRMyqQ5DBiqJphotbZJF
jPDmazDe7hUeBASxH3wNvad3iJL4ldOMUhPbwFB4+FaHYYOG+dARh47vd2EiyN5YDyGulzu9Wfgl
uNPnBGUTnn8I+4JeHMGYnSGsd4wMpDRTFKuUnpmiM9qEb5BOU3UunEZSHZJwkCu5tElxM4+BRy3b
HvAUGsbxtu9S2GpHUJDUfH7/6Vm/rCGkQrxzEHJBsix6z58rgQBLGHdmUvigUeJWfX1KPxpiuNs+
RtHoQOcyYorXMxRCsKao2Prg6hRpu8gneYyZWHVz93CGldRBpYHTX7tiLEW07GIn5nzoutCPfzeE
fDuzQPYPvYPdAwUSJKG374OD5BwA2OzvaQYxxf8bbX7q1CeEQHRHWoOp1XJbbUgRAlJO2lG15aUi
kAym39zft5WWHzlcCXJjH7Yht/rNJmLGuGkbrKn7uQrDLf3qeCQIFxd4Fa7xOaTOptDEBSqo/rTZ
xFiwC7FGNJ9jssxG9LgEbjXjUU+lQIagvvi5bGTDA903DL/RQzvDZWNDZRWhrIyN8fT+d/iZHkF9
BlPFl/m0iMQCSqU3tBUSqrw+YNR2H2zG2EMMGOLKSQ64ZsnT4P+rOghMyKgeljMIBJFrv7VGY2bS
0ZN71b0eKOoKvlP1OT4CGc1C50N0tn9TJL19XmxjRMwRX+rBOHN+qc8L0UnixtzeZ2mOu+yxovn2
v/34/DKAKPoxiAY5eYstPBt/J5f65fOhhIeOdy1HpZnRm/VSl2s6rqGV3mlpxMymJnvqn1RbleVB
fLh0mMMCArz/tH+5AGldxGEH146ejyPm5w3BBz72sTQYbmHSXXdA99pk68OPJEeJrLH+qg4Fa58N
wdf3P19+wf+eungMwQmHucDBEv16qJHS7iJFTdY7EnqxdQ/DaQhP6YCfY7XnonsDHzIbsfBvXlT7
Z6MPz6YS5CyIYCJRGbLm3nzvwnOEs1VNf4eyKO2mx8Btm/U5qvp8u+hheo1ZhvN1tHo51ea9ke0u
fHnZumSxnUv8u8snGtchgKi37ZHKAPmd8AGTaJee1tMJyFOK2WTFGkKIZVJwCyJloNvhrofgi6mq
ZES8f1vfVlYQQ1nYkEzh3lH9v21yYi9ul8a28rsxEs711LWzAt9FjuqiO051Ibz8h/bLWxmTvGLy
MwhT9tgQGn/zkN9uKSH3msccyquiCXzbiszlGCUkfuZ3wZXOkyWQ0QB9ZWWnYMD3v/yvH8fOxfQO
ISSkWEq6n9d0nnkeM0yCrbElCQDKcluive416Wl0u983uJ4MuvppGVM40NywiWHdQdrY248chnjp
ImrEW00Azq96xSWp2u15GmY5a5M6elHepZhJe9a+J47QbR/tadza8oRIOjZ7LNjgSYh7jVZqQZWX
wFoHW4l6ANUFp6ftWTOLmnjGLtVtUHZ99LYJF6idz2+VB8MKLwNlXLzKEVY7D7LnoFKRa7ckbQnQ
C2teiZZrvdOVj18qipc3YXCFn1dGeik5MqTt8c9DxZhq6lkigDmMQaDZJi7ByDJVh9ZF1zDLFJWU
cVXCphoNrEyWpiwo+UZgEZpt5r6MO0Z8e2RUsILwJZUHmagNKdDbglpeKMoWCUv2aOP4EN0UNEnt
AUsSCyC/knSJWJ7UfRhyXwL0GkmLvU2+cKQubhRYPblTXI7qKErZAr6uSUWyctgbbjLuMAvuV6Jv
KxQ50SXvNgTnCpzBi2zme+fMSDCOxm44Tz+qm6WbFb0d50pjrIEzPSxoFqfenjXaAq4puzv7ivko
bBhwTeLEVw6qWXvmmp9j1IGrtVeUOd0J4hAmb2bQCSlV1rPQxp2lx0d2BZn/y7PTbYFbu5n7VOKw
KtA4gHC6VGbAmO2/VMg4p/cbDiAvI6k86MrICc5GYlwTD2FRlfItwUaz63KtLZsbaEy2FETCD+jr
U8trRQJSZbdzdJdNwTB9yfGIgP/BfMHbooMqrZAD1RRiZlwNFfNQ7AESZ5/3rgtQ2KH0f4H4lAX7
kYGLT86v2UqEPMnQpT4T1pAysWbqgVVm7UPMFDvf8gA2j01ZIMnB9E4imGORm965T2o5V62BFKJy
B59k8f7c1FSj9I3R+ZAUPrrggwbhNdRFFKYElzQMTaSYbb9i3IzrPA6GDFIfe7ObC2I6tqnY/pj7
letyOsOavxN9A4MCF6It9Z4Xfs/2zGx9mv4GzLDcZ4biYvqAPU7V2ifDaI31OXC3xRg/oN5r2Pc9
sm+A3wok8wN0xnyzhvIwqDmwnhDgLiD5l0iKrtOmMJOdZgBezWKlV/YtysI2b5jmBMwdt5MmA7Ab
shectyrye/EUhMVoMHtSCDs7r8RaerUL6AIuWn03+1qFrpU/qWU9+QuvbHF9cYUJxp4cNhHaQ3PE
DlsuQ0VWIIQ03m5awzZEQTjBldmjWvUCUSgLU3E6c9vOPeJBAnwttkNLphQzAlR1cn6hFV1+XsxJ
fzS7yiN0yy9TcnqcHGts3HedZIbopfmc9ZJy2OpvqpZYuPrIwMySWTZSr8XZ8H5RaKp61QuiCY2v
wusFHvtq69KzP1Jiarn9XZn845XHagJiL0/6NmnPgD4vpUyk4Kjis9XUBKgXXEID92VoshNr6qoL
exgUHzubxHwmqMdzmJ1p14Mk6cbPbWUH6ZGgUEEGhx5yqAmVHy5yNU544vMAQWvkHdpwiUxhJ3Bn
yH9SU7TNNhvGDa4STVXdJPlKEQMM/r2kCeJ6oIx+xpnJrnfo4Tmxwa/XZRoAtcO2SC05ZOms1Esf
ZOjKdo2nlRtlVschm2i1NHhTYpqamoQG1GRJZGQiEETBV1Uv26x+33Xa0TvrGv6BRxhPdxfna9x4
OyTTlskqUBwm9Wh+rO3rrjdwF9jkA7jx3DK1UyLU4PKssJd0JA5ZeQrkYypnXmp8r0kFiiLj1r08
NPA0ZcGKyb8ebgo60rN259oD6u1BgYxTbslX0MUqgufqK2pID/bLuqxxJSxLQvJakn6eo84IcgST
NU08bupGLzUxFoQP7rfaxNFCu1TpOB3IFjJVvfwP7eV1+v5/FttVADSv28B7L+pC/ntHARfYxskb
UKuKMilN1pZ+QKa5SNDD3sp0yz7lw5rDFdLHnBuM1DRzuMlzTWM/RTNe4XKFq6/bNQBOuAkDoAeH
MoNhVaEsika1r7RWCZPvNMkJtHGEk+iZDSyHUc46qdMZ6P3ZxpPE6olSQ9tE0vH1T5YC8Bf16ap2
g08kGwcN4BcYQ7COcI+Xos14qtkj0aRKQlGg1Dl0nJX1QHTtat53/nXU1o5t+K1HXZV+TRgu17sJ
mMT4XuZ+qJXWZSnkqa6Hki0zCw5EDWnPpBsxqbuKtet8ks4AwhasWC2/ipjQGcjAEOIB1MVJVBfO
yfDhADZ7V1HYBxcLMMCmdpbnCZixWxIQQA51Uh98AMCJbE/8L6foOCriulq2kfIh0JWAPu4xTGIH
uGSdPcEExCduq6N90jWoyxmZVpjbn8q+kc+XJ8SF6w1ZF456oQMGSMy+WCUJSs9n656D+0l3iKVX
rXJ2rER6kYGpAXKsFh2UDZPlWuNOqqjSHC8kOpJuFM2J3DLRHMoVw8SM986rbQw97/Dwk/usk48T
CwZqTLp8Hpk/j80hU6KdXlnSxTbdXLPLLQaf2GNczeI19wQSmKwqXf0bqQ/5jZzoEhut0lHS/TQ3
rO0EXUeoWDwmRwFXNTCj5s1X51Fkk8XzZMAJZgCjdidVPPWqPIQdIncLPflN1Jwd6ya4L2ryq5fn
ll05jt0sLRZUQaqAqkFVtvCOfdzzRGpVNqw6GEncSTZ5cK9LXvG9IF4YoXQFUqt5SizZjefqncsl
wbnbMdpw4Hb2A9yx4BISI9BkpwwPXfeVZLkrgunDNX8ec1wRcDJI4Rg+Ob4pB+6OSJJBfIkTgUEz
mgQp+MeEUdLBaAEk4UAxeoz8CtJ7aiQNQlOVEAm5pzYmIy7V9F7P4NeBVFu4czH6LxygB1dOfLTY
JVccNIvyguffDaXXNR/NOXPQvROsIJ+rX8CoZbJ73a31OwZtfuunQxhmW+lfNFhhJPNYWPsEY4rU
35HxckWyOCWLej8KNqN5v5oMcpnSK1KjQ+AQWzqfgxHELliTshx3+qJ19VoshlyLFkcyK0ffZC1B
5IRGD7uXdLN0eRwUhQhBaj2GR5qQpWlJnyQYK//r/X7yLUaB+WGAMoOpFcbArvsWaNw8f2nIsShv
q7KFnA0RW9Xzm5wXr2qSpWUm/08fjFKIFh54BtjfY3j1FoorC2fswmZLb/My7cLXlU4hgOTf4sCC
E0VnLFV9JK9K0nfe/+C3wxAgfhra0GVuxtTD/YUFaxghZphVnd4Qg0suwAVgdfST2wiPGSjcUBym
IDxvtttb8Giw7h3Keu9mq4Objc+Z2tv30h4crJWkp7r4ACNwmtuP71/k20ku41uCACzaB5gr5q+W
RytslyBohXPWxCRFR1y0XRwB7EC+Zri0pXHCdqZNg3wXL6QkfF5G0bbtuSkxeSPXr+qB8vsGl+5k
D2kOrvEO+2XbwSdS+fR1aVWW+A6RhVGXu8nrywWLISpV0mMr7FzAcdXb4l2nAu9/TesKf/4HI2N2
bpEYgegAf1LkjG/hExMGHGtT2KfRSzeyZahOahfPvCiyOmzsRiwNOpymMmr//TZH5PVhGR6mzQdb
+cj5DhU3/WPQW8arRSyQwJjqOlDRtniajw2+CQV3VwXwwNODiQ+IMRKUsjX9Q88sW8b1BWnq5uhm
SZpE1DGTk4QnCG43dHYzOd5YFNK5rGyE3dWlDvqUHJy7ohUIDCMUDDaHuzwjXrUvUFO2dWfs4dht
lji3WOoMGTOdwWsfGsrAojoD+g72CwajcBeOq1c5wXOxxR4i28A1pqE4xgQkk0nSkc+YmudtwuPg
ETbWWtHAwNQhs6Qm56zJzwQb1vGDJbtueLeeDMwjtFC00fq49kPotMihM1kMe0ZIHOXNKjA8XWW+
52IuB2eOCXY86lrLG4ZwMb6uK/ZBzX5wepxZSXctG+OLO5smHv90fP1angr8b+zgnIVeyV4/r4gB
EFpv41ompKAOA2OBK8egUhOVGKVT8Dd2O2l+TmhBOkC7okacd+i7cWbZbcqIU0/TZjjOOUpvY+Ud
PohlCDqZA7zSye/ZGWF9XggqWKf+C7yhDWmU2UWYWTzRGeZZh1tSE5jEBNFgFy9TuszmK9WvHV6m
trdIjS6WuJyYb0F5YHKm3TtV05SF6cQDwfN9Wot7EbbSPklpFbSlqa4FDB4pZYLq28RGoisZp0Ur
q2mBEIgwwNaYvana2VR4gjg6CY0kec28Lw38GZmBv+J61h9mpxHY2OWhkT//5hXDBuJnAA8MGBCY
rR0bahfKwNvBGJK9Gh5B610EEb2O2MFkTZr8iwWtEl9MdsL4huh6plEAaE1dRn2Lb4cdBzdziRXq
YbGWDDxsRN14aLFHup/nkcgmd7KSL2U5YYsTuVUyP9hBNRDMt7j+rck9mHiZOS/JYIDsCo5HrmM0
DuZh6vl/6bmySRr6kBfY6twaLa5X5wlZRHZIm0y8xEOx5ifHy2ZUcLbVf8IGIWuOXTsSr95vobei
DfDt+eLD4SxPDWFtuK3HCdl12bhASD1YY7FYdzjGt49GsAZEeqL2CXZEPs4HskC9bYdtfHsAnWki
kjdR1OCpUwf3mAbU0XGGTRzyZYvgc1lP1sPUu2JGmeLY3yw/ym4JPR78HShR/thXEXGxY2Y9L9WS
kAXWv/hp2j0bll08lq6xWLttdCGB7JgWxpXA7ivFmPQeuIpZ+GHx3C2L9rnTV4N5jwbH+CcSiXPG
37A6rIghjvCaE7KahvCG72odTWIpK7D6rfniY6qyGyCAYNQVbffjFrsJIX/B+odZEu3FVN9t9sIq
hw8i69qPsdP2D0TwbaeC2NBPY2g45zgym2OTt9LJEPDgjmFefTbpHA4W2K20lgkecB5KbloMTb+Y
ref9tdph+kc8jP3TynT+PsF+7FIO/VjsYCG6hyZrLOqleTv6S+7Cetry5WI643TXwIX60NiDddzI
STsWuQuTtRDk10HsWv9pw7n43E3u/LFyzfEWk7L0cQ7MqoCblHfHsuq3OxRV0Wdct8pbK4m9jyHs
aCJtcXPdwRYP70zIr3+U3tT/EWFrd4ZxQ8ak18c3Xj+1nCaAbnvgIsMFNA3dG1f49ed2nOtmLzn4
J2cVxktiZ8191LQgHjSNn2Fm29Dse+c8B439YJOMeJg3sX0v+rh5TfwMb541Ng6NIFt72GLr1cJB
jciytbhxMo8YatsYH/xkaM9WKsQlnXNkTPG2wifPwnyf9Y37EaficCFBrqr5FCs+GvSud23rrmSH
hX1wIko4/hem8XPkN9OrxfF2hqcY7QqMHhB5EblVZYX5xWUDPhpLEX7wkiC4cbaswZ5s4AsAC3tf
Qop5pPMzOttDEzb1y1TlXrZDGd3cszRpE6J25j2xa8RdmJJRXxTWfYLBzMuSuSR12T3qL9qdi8d2
8tRcY1Hw03omH2fbNZvIX9K6IORutmvY895cg5TEJKRWWMHBEhYOOtS5rF/ZUCtnZ/MfwjVj7iAG
wLazW22j+3M1gunkoVm9FFMrs2DTrXjConB8mjlsmMYP9XnC5moXAkN/9iFbErVaNVZR7A2Ct+mQ
wc8XcSqTavjLCsb6MaVYOxozU+dDLAIz2yVAcwT3Vs8zofOIApqvhImOFxzt/xaD8+yD++P9XSwn
YwqK/RbZ3YnGpzUu1tgV0T1YXXXDFyudPeVR+0hFkUYnRpuxgAtgcySnBvgO0rWW7bWGA7tjWGW+
wKBY9nPkzd9BLYy/jGS0aQf7zK13XFX5D+G43g35eiTfbmv3DdmacVvQ0vByuctD4jrz7ZQNOYwP
36sOOFt0f82cHXfW6vl/YFPXPVVxZ7qHOi3Gk7/O/rNtDVV/iGOjvw1GL8Ctn4L4u5FWhC8ROzLi
72FjJHZMvSF76BZi3RyH/BGS1ryg3kUBquPwT4b24d4e+hVzQO7w7SQq+2A2M9T0zR8+NZi4HSc7
T7MTKIb5KWESIHZ1WMV8oYa9BDLvJ+T4xpOFB9z3xlnZfqLMuUeZkWc7brx5O+OHdgydqfqCPBOU
jVyhl9hpkj8KKA3DrpEUlR13of1sRTkhmYuFKzsxGeU5acLsm+tPw01grOmrO8AfcOMxwBFlpjv0
N7vcLeQg8WoiuT1h8NfdZnZWHzDZAgUjZeeQZ232T9im3Z7CN3zqQdKwh3OTGxIKFxr6YURYYyd3
FanNd122PnLhf+eDX/3dkePC8BOXQJJA2Ls7ZzxCz834KWZ0t4U7Ro+IllzyE73+5HRzUu2IuW0P
uWd49267+LugNb/hrePeLcWCBrB0xvMcWZLyzrt7yPq2/HNz7RTvb68hZroYo5vWFf0XHw8inNSK
Ins0EsPecwgTxNkv4saPDKKJ2M3O87rGNy6fnR8CQVpgGgqBuR+4Z3la8iIjQDMJ0/y7YteDEkpG
8ZaFOEUUmyU9Q7Ktk0Cckoy1G4Vats9wGKeKtMlvRq+l20XlLKFQD207olltwyz5SZ80k71gQ6Gf
U7BnOBYpwCG6PAxSjyPuf2W0X8pk3rLnAOEsdWxOBgT/xFOeVhRXsikNrvO8jeizqd6Z7YRwageI
wHxuycak+0r6WbWQRYqmG14UidOhQ9mPKu0S1V7t/q2xV0YXWIHuhwpX28M6CbE9wK5J+ps+ZryB
O1XSru2Ot86vH/NqGsW0SyJvzI8TZn7p0Rh6pz8YRg2gYcT1Gn43sYiMb7GstypETAUlnkG+AaGJ
jN/rJ3fu4vzPkZjXscW+ZGiyT5h5xpYFMFuUtnnH0Hfx/DP2B0lHtguWspgdzxjor8cRhmOI5U1X
NDuMHxJ0WvGcc3DtMN+QcqhhoazUE848KpHoTRaVzkEhRtHVCa3btnaNYLxk1fgdw+FigiCJIMH7
54cJHdHRxcPMfDm5XU3i2Xdh0LTnuIgZsoO7FZv/QkEWZMcpnyfjDK+lqD9qV/5qYzTe8DgSZoNq
ShJBgAvpQVJuY5AKa/iXnlXSbMx1lu3C4lUSikF3gfb4UZXGmWlIGE2PF2D1IwfdoVLrhidtIacV
XURPlb5/jMmyrvtHainQ8lmLmdTgxJnsrSJ8KTSGNTnj8NXymWqwaGxYCF4UPiiHIPhXXWclmisM
DUnyV1nnkiIGd1xKS9VIIlV/p8cxWnjVzLb0JE/NWQ6EFfNc9RFaDqGErkIJwbqslhAbXZCErs0Z
tQpWQUoDo2dI6mpIQuXZkrMtZzUaPdSTHWHJyRmC0bgu5eYTLtYlDYQnjAuzPifD/Sbg1jRnuu+1
tz+QyNo3/44REbL5HX0xUrSdYAJstrdbQgSHQFHE4Y+KBR96XnKVWVFj1T7AMEyVXipsGIsjczRd
ObqIAxgogNaxZWAH3tsCRgaO5wWS0LNWjTRdKNWYXToD9+oRqMLrfDPkpmsJ4WhXRLodEpvuYDyG
GRaO3zFwl1G+QRzWXsDq8SW8eGXOSiZCGl5o1rEa3TUkhmBLsM0bxitnq+mnFaN9hbR2rr0skD4C
Q9jY4l3RY6GUvsK2N9jQRlMA3+5qh5oIvZ4SwGgQ2VFzmLpp5QzqB4dXPaYfsCzDagDUKm42RlIi
jeQDjSlYSu+eLL0W/E+jjsGVpa6ltHQWEjb0l9Ra8nM1o7em9omLfqUaxBaSS3Ft9F7I8mpGgcy5
B4MBGNpSuRw7yX54XZWD4bQxMGlQFM1pUknDmc79AytA6Rs5wp8x032W0zmgNvMWcor1dE/PobXo
z++EoEdZ3Cg1212Jr9ryTA5bP7xqGWcTZSiGNbNiAJXKuIp56Ijg1XyEKFuj9YDz47p8y9kWzC8m
Dr4tu3OU5tUJaakQ3/6HtPNqjhtJ0/Vfmeh7zIE3GztzUZZFsoqUaUqtGwQlseGR8O7XnycL0KxY
VJBHezY2QqMWWVkJpPnMa8jaosdcqgz39Ms9LXmvhmmL5PBgVBzUdVXG5kM4BXF6G9mIu+8q8jH7
3XyWNDadfRpq57p6E2RwDhQL0mi4on/7n0r6vOmWNuNCxOhmWlzWRfKJ6mnDQbEQnReOdXdGiePQ
xJLMi1b265FxgNMGWCKzEeWZcccVu9b60juD5n0TIaH018RqZKJfzdC1ZdOeyRFzFaj2VYnqgHIv
G0FNAUn9fTYKP3ssdCTK2hUFtWFUV6OJoHK0ns+jRYpoxtggYSy/DgT2btqPmQsixndysyAfPOs6
FRgxQ8w7n+9VkhSZLNa7o89aIH0cPs+dUa0WAU/KnLXhp7NM5Nw/mG/sBKAVB1c+mPK2190zQ96g
oMJ/7H1Vdo1mPNN8Ri/X/OjQsCm8ZDSearwX+wyaN84A7xbuMswgiXOZ20D66EhDgRRlVn3YBICr
rY/zUYYwsWTWLd3wue9czwUUFXlE4AX9jNvPGiw8udfOrQ4f0x5QXTPZnrqX/IraMMqdWnSoy7V3
i/hOlUGYEVRGz/hOCj+SMzgvE8pm8voRZSEnP0sR43ggr5+FsyFyHWfJQ9zp2YDjyXwQ28AF2O1Q
hCXsB7y9ZMZEHVIcmAqDauZ1zeulmdtucdRL8IKB+db0YHfjxNk/jLS7UANNKABnxPMiiW1nu3S9
sOaGbHHo7FSeBJQGZcwzd1DHwpM8ohwwgChXWioiTvqFNzDrMP7QWR192dftYNFykfUz0GJ+bwsJ
annZM7FPIHbP55aVdBJd2b0vr+doZlQ4wjk3BM4dSNQTWk68HJE/BTl6CK0ewe9Z2qE6izmYU9K1
1ZUf5bXRbhGNEWl6TfnTLau9VqOmQj/aswcM5lU7Y/HvUe9KVFirDtWc7jrBix4YQIe0KBD7FkQC
ckKrBO95eAdLT2yBBxtmJfs54KJlVApF3wiLdZqnRfOtTjWsvz8YlZmZ0cZSu9Hpd5o2SgkwFWlI
nszcQxedJ7kgPzB0BPCye54SPr6zz1cOZuvyogXSBZovIAGVlMgzznrhNBISy09FjVA+QMQRZARQ
nLthPjBEnpU6q2XOlxddMhv6tCH5tDQSZ9G+Tky5A2MM4Q5RXIHnQEzuWqDsy1ebzpA4s1EnyXXO
aDynm04hpdwAO8CD6YQnBqnpJsCk0Uk2iy/CwuXyXHQr9D9jtI5SD9jteScvy3je0HnY4Ql5DCJl
mMAEIcmJ+3ytgaXaCsxgOoziZ1LvEukY8/uPMsUxmq84npyX1xmuFgRCsLQTD6hRtrWdOuJZqWYl
T92Fw7wIAcycuGhGQCCPIgFZywNMqlhC5aw+lQAh0VZyh8Z+KBtr0eDIa7aoziqgNd0THmGlxEjl
oERZx+AD0UBiuYRnkd3W9Hro1gtMYulDLzAhGp+y4b4w9hb1h0XwTanRHYWuNGudLricAuYAr9kw
VVKXd0mCZJVxEgR9mOPlMcwISMFcwfxeIDLs49dJnLaU6Ac8CWRooPoBDb8GwCSPKLcRZMLApCE6
Qq1tgGqsrKcEUBcVZ1CJGTZT5zB6gRZC8sRN6NApRuTUmx+Kdphhsbq02V6qJGjhi800mflG7DyI
V9aNAu2Cb7CQpq06k83qES8g+pDxaCZ69Zgk1llvYA5tKcJUvMAZkSmqsWaRLWumKnTZ7AXMI+Vu
Gr9CPX/vej49hn0EPetMDs8Jx4jK5LaZQWRuqspNtjxXpL/lTgFcILfh4Ddy96o9x4mFNz0yHupm
qIo+y9bz3UYpXWItRoqR/dYx1CkXwBZxTiU/nzfdknkg9n9OQGpUIA/LsR/NcpgLyBJfCUm0XdKk
ERnfWtvkkIvpf8wZaSBqiU9r4rDhmc2X/LKn8YOb505OHO/KWXBv1BzsZ7jjfFRfdrMqwHJgKzPf
nMlL/YDFPSybQQgLWgd3Wdm7xgdWnrpLj9UcsfWpoM3yiQiAnKUj4djKK2c5skEiybO9VdFwA8I5
k8LTGFkTazPrSgJoMIs9oCuj1w7YM/NAFnSgUhg4J92EkcbJt21RLOMLzA96XnIeCEWe0fyf9BkW
NGu+6Gom784fb3NGTgZVLV++ag7Um1YAwAmhphrlCOj3rSSiAkTkqh6p4rWKvRonD+TmSkXHLS9W
AZ0tyviUnFREx2YY7fwejMaVL33GNlVuIDm8M7o6mEPu5SL3yJ0YypslGJa/UT6Qr2jBaAGelRe0
Vluhi+WCawYW0hbzpihrmFPx7odE+IzgQMhHLtd8JsWHM/y3Qk2dCArcpsJ4P1B081duCrzCHxbA
5QwjDBHG4RUtWK8ZwoPLgVzq8z1gzwUNapRnT69pkoCl2ijls1fHQcpFyIcpASszOxwcoTxqPWgO
PO9AFzITW0zsOs2RdRT0vqS2xlQhqoC8KuUNJIS7dpAvY+SI5sMEFWw+ZREjX7QklqR3skBL8CVm
rf12Ztu3GI3wmTJdk9/lHMMs0WLn9YD1NlLUF2Bc4/dBDeRmBlmTf4FrwVBGHv7NOWKbizaB4VLB
XFtUBx1sF7hueDcko1J/YJE3yBSWLaoKZ13OftAlkmcOdperG29Ookxz5m+VIf5RhGEzsBQsOdF9
SVWDBWOfSyMzDnERUZmjqPqMDs7mSD8wC5lex/NJkcRtV1AbJbzxlWtttvFC+I78Z0HGLPcCrbZz
tWxe68uzU0JjkGfbORxfdtwcaw5AQpjHItewoEFAfEjo6hw++XCry6/AzEn5HQ4y+XrncpcaFecy
2awDsvgAqEXS5QR4Sa1MNYKjYZuckKpRp35dqoOnEfXIdEbElQSszaE2PQUJu1mYb8bkFqOU5VKR
IAL6K29TKN0yjNWAt8ubaa7PWUYsY+LE11jmM0aRi3yUus4BnkwPi87GIusALlSe73Mq4M6n/PKo
4VHI6zykisVbd+wzmN8Z/FAfji7lRNtc27ODpaYTy1ubRSRnQUQuENHlAMLqwOT+m+tfcwKkDAAH
jnjcaBY14tbohbtcIlmtSybyD1WKn80WAK2dN90MSgRnJB9RbSQQMHP6e8BW8y0y4pLC/YOnOwOJ
yMVkrL8k+JIVzY/8wPnMeES2KVnivByWEiZ2jiMyUtgEwGHNzpi3peRSBHHj6LtBH9RdaCvyPlzw
e/NCnsWkMXJreHgIMMl3MrMBiRMtIPOGUteLyFIF47o+ZhzfAg5Kl413aYmyu7uaEatTVUnw7EL3
WW7H2Q9mMUhYRNuikjRF24JjnKruWisyYpUdbLeqwxFHCSTsczn3nF5IjOGiVFXOEmU/cK3nGA1b
8TMidK6nCJI6Xl9XdXKrLqmSYfcybBCzEcxyWC1yVgvXIZ8jN2G5UhEsBNxCQKWrjdS/wJfLcGsu
UvhlxR7IgvxGCK1JegGu6GEzoKTiJ9SYlm9bexFc7LsFLktnWU4osMdBrfZo+7vauKFGJ3W1U6BE
7MsZ1WvL5J/HNwtsYbvFqqM2xqs2UO1jVmxi6bkxg+vnssCC1pw3kRNT+icpLU0ZZlSqLQV+4NjL
T3WynPbOZoE5lyVHGRd1fSbZLLw16qUT07WmSi6FJTDpZqmYaY6kAOFKELGUB5Gfqbotv1DPYc1C
v1BwDnXoiDUxmsXrmRbiTyhv6Ve91TiEjksuuWDK5/hAO6f4bQucMNiGpWY2yQeOOxmYo7ksH7ir
mvKVaiONEYqhmIi6PigPB5bsco6HKeQcfrCBukdVYpYuWLjdpimD6CLBhU6sgLvJw32BoS+bwgnQ
8fvqUdNl9y2AZ38W1qhnaGiVh6PDzkyMmnr5UoCYVbQWfLk31EG7zdwGzh99p3MoupScF9S9JOfy
CsM56nNn5Zp+Lh7mM+hyURDoYS+Y6lr0eT12D0pIkZeM0s01bbieNGxdiJnsLG2nYwHsf7BO0MWQ
npO10skv0vBpqFRiqJ2T5Hr8vklA19j7ULc7y4XipAUtNkMOksoriypy265juxnLp0AvRDdsYDBO
yYlUW0s3doHFcPupRq7EdDc6hBfkZK1pMpxt4VMc2k+dU9gbWY3SjnWMrNdNVwKKCvdeSiZ+P4Zd
a+Asn4v0IWcZ/W0ptHUfUrv1uh1auxN9zTgbbcrxQKeuRV+2n9WirMQJVpyf7f2O7weKygDRLdh3
KH5ZW0QQzD01v7C9HyrW1i7T/VHdF0LtpxsdVZhNImIdRL3QHeKCgOMXuInpiXHVwPJuN2o/gP8y
6rC/rqzOFlRqyO+023zK8x6CVxHbO8RtPNR/9KkXN26UTmq1M2uvaWiWuPifRTsz7RW8mCKhtEfF
SYZ0JI7VQfSvIlqAg7Kycr9PDHzO1Nxw6NYqaASu26nqR6BOblx3mJIBLDOHtYhw+olXEb5S4LdD
zgd7o7INDAj1pmrd+sCMdbFSwqRzvGuUoqLGXhmdpg7TpqNn1d+lws6qR2HloFq8LrT6G1ikrdgh
5KvnONGl6lWEHAXKzrBd7goEaItDScXTPHppLZQbS6CD+c3lUC6+Faptx9RAFTjqX7IJvFOyDduh
M7tVDcy8oDKM2sFXO+3pOVHD+AQNhfbVylokt87oZpaIZFtYXNxhQ63RnqJV3zqG+GJNhFeS4jZQ
bVtMc+bCoaMFgXILMka37wHJ8GRWlemNwsCfIqEXhdQ/TahozCzzKpBqp+Mqg02KesN8LCuAWDhX
F/D3EijPIf7MQojguHWfXCrtJAdziCQCSQncz/Iz+mytNOuyz2jqAfZ6cpzhxPOHxHP/ktOv43Ke
P0XTJoc54alEV2fpZcSZ0bvsMPaBP25mkPJy4cwlz7lF6qP8dD6b0ddisTog6dV1Kyhlg/9H+gSj
GH2arD/9rqxU924wp1xxt0mj0byIIkemSJMG0u+pxiVKACM+B6L/ydlkcDRoJadbDfdCfGwK18+/
Rk1i+997HOIhSKqdmr1r0sZEV+Lc3pxnOy51p/N/mtH10dhHVJitVG10mkF1+uBwk41bQXWxdZF5
VILB2CBLK+sTyayRE52jkoBJ6mA48KaO8lurjQt3Pw4N0Exf1XHcuyu1Nkjh+dKNxg2ntUgnauyJ
tb4mpIB9e2cbuT99bgk88CSzAVJ2a5hh1Au2RpPADHnUUz3WlL2o0wh1uPdOzcc75RVQH83rbsKq
5fhT4FKOofAQw46iANNKlNk61KmHTLWKbVuVVbkCNKUrUNmwIz0Vg1cCfhr7ICYEsNxkh/BVtbOa
Pkz3XjMCT0IPwPEArof6h0RVSvVUw7DadFY50DJK078SyKsPiHcnV0J3229cPk2xcSZ13Pqe5cPd
GUMGTZ2wuaGIiOJ91RX9UxdRg7sirxPvQ6qYpyzujGs37rpt23tsxIb6svm9wL0439QYU1b7sEuH
b5UJpGzlTnofrfu6Lb6WQYE+ywgGaAOr2/lQQVa+QQfVvEXEw8hXUx+H4063svJkW0P8Fbh4ecfp
lvKWYzNEQDEz/gyLSrlyfM55GKNjd6WnWg8XmyRb/QIsmlMtLUTziVg+uK55+Wm18kVrOJsArOdB
p/r9HebFcI0Yawjqo/Lgq9CC4OElRa1/pQWRWEedNC9H/LuPtXVIQ7tcVVVEhVyzO3sfOER6q4i2
ln2wrClKILm4QQwYTK+/TnkGAinQbQO1NPp34ChSREhGHSKWHqvlEesEusW5k+rJJiZBom9XioOT
RcYm1oz+NvYD7bOrCucLqkPRtyhM2muQj8ZdP2isMs/2d16hq+CXUvNa7+vEXTfU7YeVrvrVNVIb
4i/uNm6GDtLSX4pm5rswYN+R6v3Zgrz/7JMP4Ubdx/e56mW7Rm+8vWWpw85Adf+Lnunhgx9Z9try
kmjXK5P/PozB7ji9ntKJbfVhjaRLecpNgyM1UsJuA8IuK/dG5kTfB6FoH2q3Dodt0qnVN7Cvg7MB
2UgB0AyVrlgVScDJ4qNiuS4reJB4L6GdlSpJcXKboaq3aqtn2abzcgOgqRp1e2ji/WPskYtt8qBW
17rpdwBDBvMmRpj5aHHH30xBC24wHK0PWl6muzb2MY5Hqf+A3F0AJrLpe/8AdrMNtpxL4oPbjsEt
Yq+1uy2I4N71QdR/14smIHvrXDryRlzU1YaJGB8M6Xp6rw7YEtGJjl11XaCIfGRYSKuBP+3Krsm+
pQoS0x9jt8Pxm9/YubI/8HfEnfmYK2ruX6lKZ7d/eiNgJuvo9oMDo5D0e/Lsj5bLGxqStfyRKNgj
oA6gF8A6DVRITkob6i31GuFrxnYaKQXDs2yy4Q4+VNIc9R4KyQF4TqEdqKMl2tdxxIcgXrte71oP
ATyLuF05GruNs0WnZNxsBuyzsztV1TPUkkCMItmfbZJRsb3JgAKIhV58F2EIAJKogeNGPHiN+A/3
e1qN/SbL/dY5Dmqs0okWqqre9mNAazfv4LHu9TGa7gXSI85KTaz6Poo9OO7YGOihVwFQBJK2ilUa
7FcjdDqBlwS9og1eJw2EmTYo1QPLIDXu4za1pjftDJ/jhFFUQaXDoLzgAFJRnUuzTERIRs0CyXVl
nCmLS4LYcMMtdqD/59vwX8GTuJ8B/vW//5u/fxMFdaEgbC7++u+PIuP//1v+zn9+5vlv/PsYfatE
DTLh1Z/aP4nTY/ZUX/7Qs09m9OXbbR6bx2d/2eZN1Izv2qdqfP+EK0Jz/hbMQ/7k/+s//uPp/Ckf
x+LpX398w/K6kZ8WRCL/Y/mnw/d//YGRyU/obfn5yz/KCfzrj/vHon38x+mp/8e+jfInRIPmT/3P
rz491g2fYnn/NFG+QF7F1NDckm6qoAblv5jqPz0UZ1ST65yDT3qq5aJqwn/9oaj/hOeDpzr/p/Nb
UuXqj3/UAuYC/6hp/+T2A+SNYYaJQryn/fHjKTx7m//zdn/2UHkOOKetxCLCgEflD6kP6V2oeUmH
EgVYsHNbwz6KV43RKH/nKDZd/fRwlmF/Hua5EMh5GAtBe41p0vi0LnVOMn8SdOgK91ZpivRPA6Pf
jVk14oTYc/4p4HT/hGGxfkDDUP1Uhrb9lp7+s+0ih/dsuCa6rZooUHqOVBP7SYRQgQNRW7kVHHN1
avAgc7MNQl3vX5/jy0fp2TavRWq3uRQw5DP4aRAIO00qIEwfdWKQtTKWkAz1Kn5DUuW5qsg8FQd5
D+nsI/+U3+KnUZRpxMNjjMKjOiAcr+Q5SEAQshvFzdTN708IGw7qTWjUuFjzPh8qaUuWddWGx3iM
22+ecJWdijVDuvr9YTzXQ+fJtFQUtC5eDhgha8SlNDwOXdZswz5TVxD0mtvXR7kQIDw/OAShef+8
HddGNu75bCC5cKd3angMgIwfa0MAhDZUGAm+/tTjQ7WBNelujZaYuyechcUy0eWjC/f7a5E029Qd
nWQJ1tiF9lkHksBXejc8hjXi26joWhvAQemX16f7nCw4zxZpUSbKSYIZhPz3n5YJxdDMHww9PJaJ
+r1HsmHl2cU7q3AjwNuD/fsrBYYe64SjihvHuVgpLc+8ijw7PEat2cIOMUDA1kO5f31Ov1j6SCWp
JtQYFBuZ3PM5+ah027Dk4qMxDf5+8NJyU2bjU6/6/Rub7MVWBkOEZh7weig61MEulmSWVFpqF+Bg
mhxm1oqB6yvfq7U3TowXL8lkIUCqlPUGdpl5oRDk48OSUDTgxJiyaGMHWfLdDopmZbeY0wpZc3n9
Ab6clgYS0ZEvCKkv83K8UTPqvqrD6OgT7W+ozjQrBb7w9ndH0W0bdVVNiloh8nex9Mq0lQIvJsrp
uqUdACd1a5pgxhujvNzPphyGiiiiwhqt6Is1JyxmWCEieixscPnVYKqbWC+H71EuvB1dQP1unLp3
sM3rv4uuwq9B7/K1gPi1+93pWjTJHF1HeEmeXhdrJYJsKTRQC0fc6UdqOsp3dHaH335zTFCVcmHI
STHhi5WS1rpoy4gN5vlNu/XzKtqM1LH/P0e5mIogC6hTcudjg6w/ot7UioLerd4Y5cU25kqRm4u4
A5kxwtjn29gbBzpDmsiOmaKbm4BWwpc0VNqtqxru/evv5tdDeWwtVyNm0uW//3QKqsLtqferyMij
7/QBlFznr/Sybx5giWDL9Ppg8vj5H34sR67JLcYJiA4ksouudTHYVNXBCPBWHLMqvR8s1z6UKPqv
/GbEarFb09gBp425wRuh1ctNzbAIErCp5SliSU2wn+ZoJCPqooiQHF0tUFZGFslcNEl++6UxCuxE
iG4ciCz356O4YR4XimaJI8RNt1h3utJmN9Rz/GA9Nk0UHH77WcI2Zgtb5Dm6Zlw8Syc2prqbkuKI
9KHmbhFKTx/S0G79XeZO7ilwJvf7qLT2cSiUqH7jRb48lglGiLlpDSOhxjX9fK5BhUGPMTjlUTSN
lm+oQtMCT/Mq/isMU+NLmKqUU16fr/zIZ2uHyAe9S44zE+NG5HWfDwkUZagpHdfHALriKlXT4H7y
YllgwOHo9aFerBeGIgAh/zANqmiXcRBSOrFjU1o6Ysem/232kXYqVIyu3niIv5gR8Q1HFqqOhMTu
xS3Qj+0I6SbtjlOrdTfYPWW7rK2DQ6D4/ufXZ/TifRF5kJ0Q0rHHHfdybQovqUwF3uCxcrN6k/KS
rulFgNRylebK1Br3jQjuF1OTKt6qScCq2bohn/BPO07yQqzQq+lQ6EwIXA2Q0yrv17DZnDc294sz
RU4NyWysWyHgkr48H4qlVw1q0rZHoiHtsVfTeK0EXXY7WE5/yifUAlbC6+ytkwXWG+IL5oU3Kwea
HJziHvtPl/f4xT6wCsVMTUr1d+A+BhNv70HBesylZPsO9Zpq2MnsVAdLSa38NvBgqF2jLimEShnT
G7Id0t5Zt860rO63k08bplnp0CcFrScfeMKpbkFhbAyI6soBCdjKQBwnDpGRMpAK36D/5z8odq4Q
H4+GmV4lhV/g0tApot5nGkJw9GWLst60Q6QNGwB/brT2PBFbX1DPzMZ14WfTpzRHcfIeFQiyMT0q
avsm9+soTpFtSgrxQUNsPYEL0xmg2LusjR8j0C3Nzuiozt2HZOTeXRJb9d/09LRuFXqpEt7mwi3M
g557bfOuTYOiBGMcZA1SGLh0XRlNplISNdv6M462NG4zV3WDW5qrqQdhzsjilV0bIcJrqe12t1jh
FLcq1OiHpnEqYxuTGkQf7dGKDhp1JeNxMMZUP4VJXUR3CFwM4zbKJ/dLTTz/iS6Gk+4nL2nCXW33
IthPSe+3n9KkTJTbIR5i5zC4PhJDWyhmvvYu7jWrXKGo7rh3k9kpPdrvnvNomKPmbuCXu8kBeIAo
N/6AI/RV6RT9hBBiJAJojJ3urDrhmc2hM+Moo2ndx+7O15XhgwIxIYWFXcafEbMqwpXXOpnYQgS0
3bXRGmYGHNKPHotQhWJfqlYeog/gegcFze14o9W1CgF/yJSYbrBfA5TX7fcIDZCRsX+76Falk4Jt
ZmF6T10D328NUraD49ZwRO/90Mdac7LxjDwqeJ72u2Ryeo1vUbMxtyERonOH5JHdrEsFsYivoZWa
8GsRMKEHkQOnonzqTAa0BcUTX+3Jrb/alSjAQjZJ2tKj7IPkXVJF+oDsXqbqXwbyoPBpAtSmXymR
5Yp9iuZyjY5yWCCVENhhu5sGM7F2jhWn6sHXKRnskBToNeqZiWPhFRuDNCLoCUscWsCk2IekMSzc
Lq3Ubc1VhP1hv8mb0lA39JoVFPqmvhzXeLokzQ1C2R5wRnw92i/jqJX1zut7A62fxKjwWNWNor+u
PaWs69WI42p+41q9zYNXqIav4q7OopuqzlNAOAgUat97v57yAh+sOCyOLcbU/VrUbhdss7r09UNj
qXa0tyhGK492lwnZUvDSbiPQgkv3XR15DbTs1H5H+SZ0obKQaasr2y8D64D2jx7sHJoZ1X7Cwbk4
oACLTOIY0wDegoxoETyj9aNeewQDdL1xUqF1zDXlb/tWLe6lnyb0SzhQzl1dSfI6sim6+xnVngTz
cOo9Vf6Aage9t0nDdPzzSPWUVgr8xKHY5CruX+2hmCBgUy6Bilw/FmlpNe8Tdvt4i0YdCo6JQ4vs
Fvpj0/h4ew5+gfdo2Ivv3ZiUzVcVRW9Ny3fOELWVylrsLdgwUZuo2UlRO2PaU1+30k+k3JCbrZ4N
0NWA9N02826GoTak5kfaHSobUkm0osjWiw8U6Utl0yJzJe77LPamqyZNzPSdaVeWt1bKSFOu2Vpe
e22nQRddwSEzLPR8Q1fc4cfX59+GKZ/wWa5yRzriVcIdsFCM8v5prEbR/Z1Eo96998BwNacYqTIy
ZSIZY0/jKdSfMh2YaMPRB/Dg45hPyJesVJBC3TWsILf6lgrANfeqyPJoA/Rbj7d1AcjqOhtbujAo
4aTvlRqc8z4FvUrFO26zDCk0FJOOHWGdtUOzKxB/Z2WGKc865HiOgUmMRLLt2uwHWMWBY36jxRt5
jz77OtjatVq2WzuPAzpRuav1iIQmUWNcxbjrjZskBy1erAus7lLgyE5nQ4AZ7M9dqrT9LQee468g
yYbJRtGD5CTqwau2BJKuuXHqznvIQmAkgFhq8V1qTegrt1Gm4cbDIdReDbT6ezhqdBq2hA6ZeRVK
4C3Qhqnw1l5IT2jV6GoYrZJcNf/OaZFOqz6zSm3VGolIt30aR1+4BYxq5WFtkuPr2obXYYWgDl4D
RhRt9NFNs13Zp+r90DaGt3ZRUGCmrVDMj2YTht/KrE+mNbbCRnRbal7Oyelytm9QZmnVE/TJNF27
OYSNDc9FqJvRHcxijR9w8b3payQ/BN5dCIIEIzWsQUFS+z4fsqm6gvWFaut6UEr45tDe6M1XQJPD
22qACknXvtKM4RZUW0ACK5zM3mQ4zCgHdyA7W6uVYdQ0RZCSRh+jpKe9QvLLqzcEqFqAH2EZc+bZ
mWW9K6shDtaB1ubvC4+wjMOcVvZdmHHTbwSISfM9aPiguq/KNGaLoTLp0D3sR+jlVVOLk1cYPRu8
6j1ng16YXV5FGr7PUtGh16+dCuOzd5lRDOkqg7b2hYvEvg9TaqKrnB6iB7B5aKNtSuj2xSY6za7L
FKrnqtbpNH1vQ7W8NYegc8pVFKb6tOd8sWKQvkmC7S2g37ZZ+4j65Puh1Bt7LTrw2Xu0SKt03XVC
1eljJ9gMcpiDijaG2g+vFDeuwh2yGL2NNn4HoxerRPTUbihj9aMUrdTtXeW48d8jZnER+O4q+hCY
dfNQV5isdasOyIa7DauhwPGhSBQfIVEx6Jskslg1llllyntUM0tvi1VmYX0oA5rB7qoGKO2tUccr
6psBMs13S8Ymh67LEQSI0ZGnKDIEhdVvdLZpvy+FZoxH0C2B2BVTzpnlU2lt93rWIXMBt6vJ1llM
mL6pevSOD16jhA+Rk1UmiAHhfMgnNXJXJa1ssXdb3/sega6MsZGlLc6y8CkLowQbPCa2VuZXYJNE
vktjCDIrNGPjtyxbfhmCI5hOxRhNMsO9qCEYuVFMus9Z07sJKyVSPmMHWW0VHLTfKO/8ciRXx5ca
hXTqTBdVffQMgs5onPYI6XZaCyNiNaH+tGaeb1WSfjkUKTYy1Kjx41H0PNjPezF0o2u3x6nvBNGf
qn7GyWG6jmozP72eMl0oq51je+opYOM8HNJIZi4SixrcBr1ivTu6COlGEKHc+DShRnkNORx/8XbQ
86uhcBAdgXznm6siyPQnB8/yO5Cm2ruKCEp/Iwf+RWKKIwgVcUiMZ5Gx59MvMKIAUd91x7EXMPv8
3rw2u8h/o7Lwq1EMymgyU3SdF+8TygFw+4ZRpg6hcqVsh11CJXH7+vP9RUpKa4Y+Fx06agnuRXEy
CocGYzirp6tNtQQ2kIG8RlwewAaXn9u6jn87JSVMB88LioyGICXl58+uH72wVuCeHVHgxUiZF8W9
oJTrSdOLze9OjUWDyw/1Xcq7/PF8qLF2cBlITRX75YrMEzCCrsENoSW1UQCA+pD0cE1+Y228zINJ
NBECZBva+Jpc9rtxKvFLXQu8o9kO3nhE8xMAq9LkaXWYDORbtnXX5N196nEZH1N6Z84bX+C5sr7c
LxTq8Q3g5uDiwCLk+ayBLqigqSLlaLuVe907hXY3ZgqJaK11GcanJMibuPYj841xXy5XEnC6EA6t
Ynj69kV1DxVknNZ14R8nVtk2T6p6VQmundff6ctRLPo2NKVQraJNenkaqEA9wTm7/tEHKQa+UQ+3
jowwXh/lxfmGUDwCMBS6KAt4tnmxctKOAonqdc6xFUii+LSu1oQ65YrX+JZJ1YsJXQx1UU9T6xTJ
onF0jtIa91iquXtHmSh/o8b1chSDAINWrNwR7D7j+aJwgyIrzbzHnTpWnEOJYcHKJxd648R6+dgo
+FOJZAnSwdYvC7w4WpkmEirBqegkAktkGE4CoFaGVVp6b2nQ/WJKEGKoC9IlAmBwuc4doC8JWUtw
UtJAre5yuvbZkUKr+ca1+mIcWVvixMJoR9Pk4nv+6KZJT8ChaFzgBNS7EgnQL6itTW9ccy937fNR
LpYB4HUY5h5hgpGpf7VmPmx1M/KuMkX4H+M47bll4n7/+ip/MSYNqZ+f4MWOnWzU70EehadG71xp
KbHV6ifFEWCXEGHY1W7QvDHirxYILSgq8x6VQjbW82eZDI0byQTi5I4mOjl60mfXiLrqEfyAMfz2
+vRevDjKkbT92b9UdjHTvLhpRr2PFcSewlOUORqA8iZBpjQZir9fH+YXTxHAjDwl0BNDd/3iAgV4
F7kaKmGnPLSDUywKQfKo5XftlPnbTMcAd2W2vfHGhv7Fk5QwHYIvk8Yi1fjnT5JCX1KJsQ1PcFny
Q2Xl0RYlPGdTCuWtCPZFhCCfo4tWJcehKdUVnw9FB0PTimYKTx5Z0apS1OQ4Ii6Ls8TkQ0/SRXTz
+hP91Ysj7IFToGNVAdTn+YBOoBFNCz08DWiXfg5cS/sL726x/V+MQtvcVumbMMGL1a+WQ1sMBnqA
2qSX9RUqyrZ/542TGv7uAcLzkzV4nHWoDdObej6dDqv6Kima6FSi2X/Q03raGmNc/f7WYhTyC853
Fenli4dWNHWojFj5nQAQBVcemJAVWon50Untt0KcXy0IlgN8KIkJoBH0fEISkUie1kcnS63eN6lH
Hpgn0rm9/Yte++fXX9OvFrpsK9jnvUUG9XywWIRO5VpjdMrr1LxTg778NtUDRFgkI98ITX+17ojb
OO81+bou+005Sg/CaFLSC80IqKJUnV8/oC4bdh9fn9MvByJ9ogXLsUG/5PmcUjOKcgP9zpOPuTPl
R8WxHwz8SJr/xRKXwA0uYxJC96zh+lP7JyXtNzHyi0+ZSNpPzmgDqMbqMs1/NyhzwawRj7GN+AM8
4PP5TFAF9KllQTgh9Jog1PTd6Ljhh999atLA0GHvA0LhLV2MUjfhSLmkTE5uNQy3admpt5mdpG+g
r16uN8JT0EiGNPPD//Zit9K+QYOF4smpDtL4rynqyp2FFXEEiWXq1q/P6K2xZC7x0/uJ3dRVXBu2
FSYm0zvgiCid1mq/pV4cvHE8vFxyuBpTeAb5oYIwOPtc/jRUS7/Cx2w0OjUIyj2kiq/taMk5b+yg
X01IVgVIi7kQXyQ/mV0goYKa3wmhgdrZanbvte8rgFDd2ksm13gj3vzlpHhVoEItoAyXZ4MKlc2x
WoMzr+8pUFO/Xjdaa79x1cqT81nHG89WtMTpQcv/wcX0/C3pMr+wWo4FH1oGtUlQByXRs9VdwcgR
t63bx7exEionlHGHejdoGezE314oLg8VFKUh41DvYqFYdVwKE/7nyalp+lFBnFBWbUUsPmmBCjPv
9dHkp72YsMfjJMviOlEvYlEzwNYjRB/3ZLYwVCnKUVSxi2b9fzk7ryW5jSxMPxEi4M0tynU32aAT
nW4QkkjC+4R9+v2yZ2OXhUIUojk3jJFmmJWJNMf8xjSz9MlOe/EmKjv9oUVxc2eeGx/UVbkYQX1R
8eA/10udDGiV5ZAMg3SG+uA1WnLqR33e2aVbo+DwDgwK+Ate13IX/3YWLHeiHdKINEiAy321QcYX
R/5hEu0c79t30qYWBwNIwkJ4lVezCam8h9bEOirGuHyyhVl/SrGGPtghMWJNB8vbGXDj+Llc95w9
j8gJlMb1xApnHhdMjJKg7sBqzq6CZG2neE+C+uTOZSx/+3qPgJojpyTd825iNAgKKdpqYRJkUdef
ORMRsMPnetDVL1XqDMd0GfYKDJuzkx+MN8CWQMTr2UG8EXmiJGlgDZqJPUdYPjkKRMvWcLrL608A
1RMVvyxuXcdenYAWzc8eXEAa9GiifrIxH3nTCKV4GkWJaDx8BkRIkKh56jJnON0fenOWaKPJiVKd
d1bp5kRjz7S8MA0mze7+hi6WAjbvFgQ+ZwNi9c5R2NyieELgb8z9wg13vaZxXDSzyxgBBD4NZWUk
/dFGzk7loJVIdCzm9/uz29w2v423ilKLuqXPQhsmKMbZpPqX/4x6jNeKKU2faL0Xb7UsL3ZS660V
1fmaHr4QFMZgIVwdd6OEDuYpstEWhvMbyLQuQvpxX34PYwMz0vsT1GTitT4Yv4+22jp0QejPp3oa
YINamxA/m94HvhDCrkmnS5mWMagI+pKzcHvHh1ldfoVxsBdZaMbWz4AsIQvnAO7WWSkqy4s3JkjJ
DyMSY0gSOeWPJotpbwiEI1mAKhryQ2kDe6AJX40fWksP3/dJHT0UtZE+wiBfcGQrrXrnit/aAbpB
FEJLBG6Qt7qjXLcbUWJU02DW+hhziHREj1TL6FdSN+2zy1g6//LY1zs55eYmMImg+P/KTsxq41EK
DcO+B8rTW12AhrTxZUlDbItQyNq5O7ZeFzJloiyJzAaUd73dGhcBe1dwdxjTUvhDWKZHex72aFVb
bzSpOMCTl9BkDbMVVZeVXT+nQUWhPlBju/uU08p/qyOa+BEFT++NEZriQcO/YAeVt7mSEJH5di4J
urdaSbPN1LortTTIvMxCx2RpTpEOPZUad7OzV+RftT5LFLB1w7YkW2WNv+UBQ5w8yrNgmdqfBVKo
J9E1y8+uMfTvVCrmSxy783dk54ufoDa6HVjZ5hlCfk2HdQQG2NLlVv4tTsjVqOHfhFnQkhNcFKUQ
sCCWFIsofarbT4gMi69OYSFq3Izaj6nAxqAczHPt9sanVlXAr8TWuHy/f8FsfXgIDBayTPSF7DWk
L5vnlk4mIRLqhJR6Wrjn6FIt4h99nAcKC3n5N03u7qMCjX5nQTaHpkPE22sDGl5HZ6ORDV6l0n5z
MNJ1MJ2Rrn9VCmzj2BbqWB7REwS6okHer4554Xn9ztHaujuwDIHKCxkM9PJq6ykGRgHIsaSBvmTa
uwZw2GeoKemzNinRsVNj6+LFgzHvRFVbbyTwb2gPFDzkmb7eBmh2TNQK6jTIpUqqjy4pZhRAS5R3
A3W9R6PUlPP9b7x1xEwqX9S2CftvvFWiGWoqAAt8QAwNe5qxQBDgmGP0hYlpkud70c7WsuLZStIm
MdNEHtcTHJYQ06nc48mKW5dxRtQC4Azn+A8l8XlEa/RXTKb15f4kN5cVoh2FHaqYiIxdjwrRorcT
+HVBP0zAe5YoL3of8S5xkdy6/owASff5/pBb60pmijwFSREc3VW0M4m0mvG2Zkh8Ht45iCvOaD9G
Qwx62cw+/MFgFqQmWaAFPLPaNknkLmIuBck99ldfrJ5u5Lmakvzf1kHF7nR/sNsuObkpg6k2fReP
/t9qNScPW0zPZTURgY8OWByNB4W++QmA0HKwMXsZclP7kKgdSgCpjnrb4lCsjjoHXZEJa/X7P0fO
bX1x0zHhhQD3SbFhtaNk16HHDjsDCtRn38NCiACHVLpoxDtuYGRT867vsxAVE2BAbxEl6KKdX3BL
upELwl0FGJiXijv8ens1ME8aS+EntFlnHjyEYqe3y2DNx7RJlne16ynJAeDce6EJ862SOJqPl2gP
jn0c9/LArXsTRAZVa1IyOoryJPz2jgxRGjdG1GYBkgou8posxQE/zuZNX7vzue9j7z9zKvLnGnfU
vX2xFY5KQiniETrmdOs4sGuh3UP1zwMkmkqsurEC+SbctP+GzE/aHmyspi7G0Mf4ZI21kGq36AkB
NoCEu3Opbd0yZFNUMSAPsFFXeyKFzo4jLJpymtTu9pOWajgWeIgu+SiYZv1ZZFH4S1EQnNuJ/bZG
hoas6xIYc1sGFcyrVLjPgoX/ieOjHKPGp14R5se8Bynnt+An0RwR815vd+u+gYwqGzSwp2/sCM0J
zSFzVHg5rCp/q03NeDDVsvk46Imzk3dszRH6H1uMwIyp6td7DIGdOAFZSHEUMM05nER5oKhlP4Iz
UN50RfwFfzB1Z123p/f/x1xFup3lAmyuyyxQqYy9QZHgI9C28k1Y1cXj/ftk662gakmHzaHjAG/z
enYoJ/UNzmdZECIhPPkjrnfLpSn73js4ehn1aAsp7U60szkmPDao0vCkgOBcjxl6BoyWuc6CsQQd
5pti6RWfEw7ZJjO8UzU4e8/+1j1BQCmDK5cds67RIpDfN5mBw9eUICgaFrWZoCccNg+6ntlvMMlA
Sgkxk/6oeO1eq2Bz/xBRUVaR0bYh//1vd1SMiVE06OwfJWqfKjUM7HQCRGb3H5Qk7I4zHmP3P+lm
oozUwP8bcbW+pefkGlbeGUrAMABMQq9jh+35CQBL++R0YjguTvm90Cfvoguk6pO413eupK1UzQWn
QHQvYTPrdjQ1W60DK5wFelFal8TDq8C1w2GnxrL5WW3PJMz5H/nyemlztGCXpuiyIC6d7GxR2/e7
zHaPkTLEbwcgMudBzK4U04I9cH+RN0/ob0OvvqoduyRQCPMEHb0sxffwjP/cuAnQX9WRNIj7o20u
pySsy0NDu3P1RaOkQ84M0aNgRsPG8d1hILKqmxErkPsDbU0L3DZwNY+eKsIi1yuK1g79gEQmZm6t
4atsW5M4E94WFBRaFVbPHwxHNC75YTbF6dXtU+v1kqSRy0616Tj4SZk3X4Hxd78UO+zzP9iT5Hay
kSY7NcYqbMRhNVbKReGq6/P62ME4OizVFO/syc0VdLnd2PW0T9b8arhN+Dd4SR4IehoqQkGi1C8G
EqCfxs5xu53vtXWVEgpCogYziRDMKjhVOnp6Xt/mQV8Z2SeB7sz31vDibyh6mO6ho4TwB1UmEjbZ
dwdoSK66CjbCUisRRVjywHIUhxi/qC+DJ4DG46+tHKp4Nt83YTc/vHqjeNAiSWYowLs8HNf7Ulhh
7holwZa5YLCD1ZGR0zwELu1jGKTv5BdbES6cyJdk3OXRN1c7hRsbNT+d6k+blzDPBrt7Ssw8f2zm
cr5gOoX9rR4Wb1OA0LVvtWpzRHzR+ZZrXbmzmza+r0fbhp1kwf4jD7met92FSs4NmgfpYE71Y99i
/o2Bngp1AYcK4y9Rtt3f95d6471CqkaW50GRsq1WZxILa66VZSSmo876r1ZFsO7aRD0VkFzeATEN
z1B4cOi8P+rGDUfZUlIcOZvILK2WvItrr+onlQ9cLrNybGNHALIedTc73R9oq/bEDQf9lSKPVGhZ
xVaAnh2lKtsimFoU9U9a69GAs7G++Lyg3C4kKSl9SIfmkA5WeiJsKI5xg09hjmDHc5h3zYNdTsr7
+79q6zvLrhl6TmTtMB6uv/PSemFDBl0EwKC0k8AUB1M5rWouUAHVR8Dv9ff7A24FCR7xLMU/k0T6
Bvyth6MYCvQrAyKg8CBK4R2WWp8f2Rej5IWpB4wGDIQ6e0gaKiv2l6pgIHb/V2ztNa5KQk/6MTwC
q3eN/hJgBo9jTVl1+Stpln9cJZ8fFHNwPtVWYp/ZbnsUfbmTVhm0h/k3dXKHuejmaqmnDJfXka5z
4BbG/LGPVHt5U1O+bw8eNYUj2jZf4XspSJqWfTT7CCMZy5f709762oSDlLLBMdPUX92h9Qg1zpo4
1ZM2t7Zfj6VpHS3Sw59OWw7ijbf0VrXzUmwttUlljzwN9O2N/FHbIuOfmXYedEo+fEaoXXkskCt8
duYBs+lcVR5i4Mfn+xPdHJRyPaVmGs9I71xv62myZgPd4yJw9KE6QUFVLuqcwGvI1eZB0yfxfcwU
sbOpXpDK6y8MTotiJuUQIOryrvkt4lZyEeZCsYrASJPqq7TAgr/kjF/apRovqhE1Byx2TjDJFl8x
w+hoIwZ0oKVTP2qLiE8uHq+XqoZ+fH8xNm8eC28edgzQSzj+178rrJSEOxu+YOnCaBsU4R0BEaEo
6YIJOCgazNUQA0N/SOboaGIrQycCs8Q+CQ9VM7eUf+N0513d2omkJWTShBBomKx+0pzO9ajHTRHQ
ZnZGHy1azWZ1ekmjTtSWV2aYS21nIbZOoGw7yGyaP9f1Ck1UqOV6OrzJudbOVtvojx6QmUdwuc15
Qu326LmKfRgK7OPx3BznvQ2ytS0tnlOa84QTNylZnoyxNLwqAttEn+CIKDQiwINhwGqDXrVcEIu3
ntlchwaOOvInFL5t6OM+lwomrErWPKVdO/+KJzCw/tS61Y9QYIbtq/qY/7i/aeRevd7LnDqZ4chu
o07D8XrPoCmDsVoIoK2v1bE/QN7TPht5i1/0/XFuw1bpAEg/k5uRIue6A5GlExIcsrcmGqp2M/8V
d9uh7qsnLXcgXN8fbWNWcJ1Bs8ttx2CrbdcsvQd7zgZ6mJt2dGziqlkuZpQ046vDCtYNNIXKLUDw
uMZtGHVZmGVCV9zNIBkYYVUcIXPtqZfJZ2r1kXRVA9VD15Cg4qZEpBsds6W8QAO8SoB/udiRAyNJ
er9MjPhLoZQFkt8dYBW/Ub1s+Of+ct4eKF4zm+qNhArqEKiuN4lLXAE0LMkCkFbOew8i7XIq9UGN
vtVKW1OLRDzhP8wvEp4WIbruNCrV/Gp2DKIb1CAlEUKTgEX5I3+7dfH20LQEA9jASeb8lGc2hqcd
CK+ME6PNIJ4al8PS5Pr3+5O/vcJ40AAfSMgnZ2QdOjk421aEKqR1LRZGB6S0lug0dW6BeUbB8Md4
MOs96sLtDcKgUDJMci4++xr5UKIkWOsTX7w18+UH5cDl4AzWcMEFpnlLYp58a7zB2/nMGzMFqkuD
jkaL1E9ahQ24TNh131P0tM0Rv++E8B0OYl7iE2tMXgIzN1fdnbBh416Q8SiRosaTCgfy+qumcR4X
Geq7waIiKHFEJtrJHvLGaAzfLZT+r1d/S9nUkGhKLjzTUK9Ha6gGoCRekFzao4HYQanq/uJOyme3
E2NAtV0oOxfExvzoQCKPZ1pcr4C7rkesgFLYtRfmgaYL1X5chNrgbkz7pf4Cv6x99XPrkFBBaoIY
SLl13eFfzLS3Zt0oAzTcq6MKpysYiha2NKWsi0mX4vOr1xNsMl4UKFnRqFnj5FDZykrXzcsgTO38
YREG3sqePv8s7a6bDmii7go5bhwMcBOAiCW6Sye+vl5PBbuCNFn6MgAGrivHegrfhRAF8T2c8wdr
6L03Xq5pe/C8jfeE8gAXMBUJqBvrXgy1ihjw7FIGXED6ZwX+9r+YccyP91dzcxSUk9COhPJ1I8SD
uZTZp/DIggqjyVNsdMPBVca9MHHjlLN2EA1YPwnHW+1IBD/LxmymCmgG+fDZTMAb4Sxtpfp50d1Y
P3f6rGU7x+B2UPCvENSR+yExATl//dmMGOeLvvPKIEZV/aMTL+YnLHXLn0scWp/yqkd2/rVrCZ+C
jA+QqGQtrUkVKS4TSG0bVdDbNo70tdmfw0EoO32UrWlJgV1ISgbRxhptWEYm7se2yyiFA1FezzFO
KKoQMYiWUvGiG+c/mJWEcQABkQHH6tth9uYIF52TwFZG4zkWkDSNat55Bm6PGH8/KunAbOk7emvR
Q6EodNnarAnGvEyfEO/PT2E0DLyzhQ7ctkumb2HkhtrOFrm9KeWwlE4QCYbCue611iFYzcnw6gAJ
qOGdFaXaE63xCSUj28uU128PYEbw0vGroUG0HgwrJxHqUdwErT3819dFf5mj1/NqER9k58mT5kGY
Xu+OBqWS2RvGNkj7pjR8St/Nt7mj8ne6vys2diGhNd4dcM7ZFWtWzxyWZpRT0Ap0HfLLUDvRk+bq
v/S8LoMJk7+dD3U7HDcwNXwdmC1gsvUFMlcmskEYmAVxFX2fGtc5KGr3wbYG1PXzeY+ydBv7vtz3
LzEYdeE1ibMQTamizjMFWqXY4NVCtT6Eaioy3GRK7y1GtLGHckBTNCcM38e9NvztYeCyhFJMb4+H
lYrO9cUlDcc1fNhmTjiawaXbfhXa8iUCT3VorPFdWavNzhm/WV4eNaCOEudCgYHE7HrE3sKLzWg8
5TluMfhsJ/Ok6HijxKXL+7Zor40YXkZzOHagHFjf1XuqqR1k6VpTnpNcVx9I0ARc6UQsDzz4do2v
u2fvjHhzzik4E/C9JII6zabViiZTr1Z5Q8aJdMRiH3FBUIQfhbrzo1Xjydo5GzdvKqPxbsukickR
S1+vJk1YAxSFZM/gTIjjWa98MPt5D3C4NSdiAzQyOVgcermJf8tNprGNDG6BJBinZTxm7qwd3cJV
npS8HF8bJDAhSQvjvEst9fWlgodiWiKvmwbSrekJJE9+mrVR32mhy49wlXEyCtqMMp8j8Lkh1HHb
h4OFmlzQU175qwIwiuxnklJMFEWED81YJpmKpYMSadGbHksNLDmzVvf2lDS2FpY4lmYXy4csyGph
YwWv3GwCU0/JMaxOvd5U3RHVIWt4Tj27/4PNAjyTeJZ7lLKi/DW/fUavG6zesQay+RKgtY4Dc3IU
VSnEzuuzNSteBAmgIxKjJXE9jrSCm8HZAKjJnRTB1j5xfySuvhy0MFHMPxoM7AgFOFK7NX46FKEG
o4PBAIEOVA28NDrBbW4/LkUx78ma3h43LhFP57aE+AnkcnW4PTWaijii4D7MtXlK0JZCBH/xXtu1
elk7nm7ggPJNWKVxYxJ5wh4VeqBF48HoslqRoIhkpP9BpE3e6XaRvvrU8bV47uiTUQHR1oFXUaPg
RX2sCOhWSB7Q6JTKWRQVKoavfMuZGo1WZMEJGuAcywX+bQsOaRnGVkvtss3F0CCdphWKj/BcNR+d
oU4iv8E6L9550W8eOQbljPG9SFSZ5uqU2QtZatIUURBVphIkqqKeFVQC0eVpi4el7r7raM/tRJm3
zxzBCrx7rjEq1TdtspQWSZqA/A3MdEpOoq3N75XXjB95OdKjEqI0szPJ20PHjpQ2FDRcQUCv1epr
t/KmaaRBkU3UPo5e5XT/KWo0/9UqM2Jlr/2M9ELowLhA94C/O6tz0FSqGdvg5oJiUrCl0fVWrY84
8ioNknBOjGUczk17tg23nxGyNYgYCfMmz1rT/fGOyW27EHngLVb4hNwvIof5bIqPOuGjL9IpQs6x
T7Sdt+L2zJvIbHDeafQRIa3BT+gw9ogk0nbwxgVMqpcCz5yc9tVhEexMGGTkWrKzulbjskvgeItD
BzNzlp/CiJNfeVn2X1yzbKSlHiyK+19wtV3oEZPSGTSVQAEjjbI+8QtoyE7Rq+mZOzU8aLJ/5yL0
d4yFsyfMvFpAORQ7Uqd9BezVgWFzfeZVwFNq7drzc4mg96c2qWwqqkuyE3dtjUIjBvsVfjHlttUh
FwuyhaWYp2fV7KiX8P6cUtPIdzb+WtBXTkYeaKrEYFMgg67eUCscp7aKrflZ8nmyg6GljX4qvRYx
2qThrBy9oXOmg9M4869IYFzpA3Wx30Ykh0Ywoiz7XYsq52OlimY6dWVh6H5i5CEKhUmXs/xIuSh+
BCIMU8MCOOzjqKJ4+WRWqSKeu4ETgvtmga8V3WdzvOizUcVnNQ8L+50yGbN99Ba1fsS/G8hRg1Uw
0PXZdKLobWo7Xfyc1W6Hxy8mRuMhUluVlTJJ3h5UYDfzY+k1xecsi53FD9vamF63x1/WDig/UT8V
Lo7U6hMtulajGeiqz01fdo9hXnsnrcjxJPfS5tQWjf46QpAcj6I58B5aMuT666qMVmQKdsej9myM
jXnQjNo6SXCj3y9Gurcv2MO/BZT/G0on3OHVpkm8DnnoTAw2VvXas5oJ4fcRqIeli/ZeT7lA61EA
jUuzKs4umf31STKdOEe+ajKecb1Q0Ihtp/A8Op12irRMOehz/0ukWOGe5wEK3f37YuN4sZAywHIA
L920/Q1lHIpkyqfnBhu1Y6mU0QdVz52dHbK64llGyppgrijc0QyhFHk9QQ6Cak/INDx75viXnaDp
OLmq35TxzwgRDH8O9zKb22mZOiePFqEEUNDCvR5QKfvRbktFe07tsn7o0vLzbNZ7lLjNQV6UpyiS
yLDuehAPo0iR2o3+HAkg/Hirx2fui+V4/wvd3ujUxnUquFSYPDppq6hR5LUwFHrnz4Agwuo81Etn
+YCrqY+jp73LJtz4VBTRIMWjdgYwdz0pxxFNOIeD+TzFnva9R0j30YAW/wRiIXpuoOafp2xOd97i
jTmCh2VYqCuArNbiQoqldTO6seYzSbHyw3Tb8PMyJhC8sNxoXheFsxcBdXPaTGn0Qqdq1S6yxllL
2tQ1n5E0QktRsbKjWcewy1CkPYY05XZO2Cpi/N94sgEntRSoi8hd9FtonBX2GIUUZJ7TMBuPU2gV
B2fqkDTGAtdH6Xj6cH+/3H5AGRG/WETQeqTxeD1eUmHEWKCV8Uws7AyHcDZq8egobtk+al7nNG86
eDqA9fMis3Zi1dt7zELsmWeAIBII+xp2KVRCvBG/6OekmatDOKnhvwChAUuBk7pMbTR/NGEzHiZt
2JM82lhkiSoFmksFAJaocT3plI52NLuI2tFPxVE5DfFHp+zsgzZ1/bKc7Fd/VKom3NQWjQj5Oqw2
ETqBDXbW1J9iJyp9KOTZJVuS+GAkeTb4zTAPv+5/1du7hvHQWCQRBkBLKnA9wdlbYjNPhPLM6pu+
ECW6IG6z135YQzzZrAwDhUpOjL7HjaDetJgZZvBYbioW/p/ZcuyG+p/RUn9Zwoh8NxGfktjtjo46
vxs168FNp2lnE8n9ef0Y8hOgrnBImS333vVMwY0D+CSyCXrT7uOjPYX2+CnDWttDydhzRerX6AoU
F9wJ4vBnr2mIGDsq2r479+7tOSK7oxFDzkVaSxf9+ncspt7EWZJFgdeEnj+3fa3Rp+/qf+waAm6d
wlw04wln+vsf+nb60iSP5ItKJUnRWs5zcLyJRmmRBJU92w+QA7r5ZNZFrfpdrNszYsuq/Y+h4zDq
14shPpdaY/68/xNu9xqtDAqrhmxE8VivXhzHaVUnGYGnxWjBPXeZlp6sshl3dvTtkaWWJEv/OPOw
4dYYq3RywiwHLxyUiq76Yzo+0TtyfW9QnsAR7NUKNubElUgllXjAJJdYHVguK9GkkSgC3FfK75lR
mifXS8eH+yv3ko1cb14mBX4SmTcNOcp13T3GDcFcdJyck9RdbN1vWL0MZ2EKo5e+15KfVWmqy9Er
xxo1bAVbh/EpQhFjPLol2np2rQ7OwS4w2fmEKJX3I6JLovmaB/z4kHZqUx1nzYuMR24cJ93hbmwt
EdVmXl/aBrJ1cL3hi7R3qrL3iiDVevtA8185OBWC8/eX6PapB+AkzfcgHIE3vilWTshOzl5YBg4W
V1hBuvZxDHP7UAODPt8f6mZCFPVAb0ndZLbXDSOzDxe7Lp2wCoTm4U89xMrBRbd8p5l6c08wCmeF
PUUORP9vdV9VYdqXGt70HNgiOTetQSjRzrbihyEKmj5g+OHc2/ordWmlQJTUsyBegq7NNFcb2jDG
3EbJpAmELZZDp/Swbk1tOr16CcmvyIexVKVquS5Z5sWUZDM2LsEYYk0tOhGRdtbJ8f4oN3uCuchb
lk4g7yk6zdc7D38KK2mSkbmgSP+wzHb6nBPaHKn87DUdb4dCIOkl1oSnC+1ttWzTgvT04C11sIyd
fel60zkOkQ1tUYlf/YAQAEE9gZ5B9U4i4K5nRSUmMxCbb4Jem/SvfJsMFRTc6k5pM0+J34x9iOzN
or82vpXDYvmEBeALknA1Q1WkpR7XbROkugGhTszpaRjD5XuYxcXZK3LllWwldiIDAloglCbXuime
J6KRlYiyCVQ3rx9cUNqXOMvEqc+cV7b9XoZiMSX2k44xVcPrJZ0srTfzVmOoRKsf1BRhwS4x+1NG
behNivDkh/sb8/YGQVOFYIjKHRkectPX45lOnXpKaDQB8GT7VBVWeS405ZUg0//NigohRwDIPyWU
61GspjeTfPCaAMFE9Ri5WuHno72cLX2ud+LWzQlRhqRNhvMpZLbroRwts0exuE2wWFr4D0ir8X0n
5mXnjr+9Elm230ZZfSZaXlGoIL0UQBOxDontiAk/c73F2Qdc6w/FGv/r7SH9/AcfC5MUeVfxydaJ
XeOUlgaxuw2WyI2eRmkAYmDJ8/oVZLsDYiGPRGNh7fxrmSJU4tZugx4hUo5yiiFUnMyvvhGJSCS0
WUqPQTtcvcUh3jBN67LRuzDNDiZil4HbRNOTo/XG+/vLtnEjYj5NA03yjnkiVnsc4GIEcW1pgmjw
ok95u6iPsxa/ieZk2ImONkeipgAcVmJv16XchLKdVQqnQYxZ7Y9u5ya+FqfuYU7oL9yf1MY+lxr8
3LugZSR8+3qfE8YIYyjSNhBTpByKWi/PemR8/INBqETKagLd13UEW6h2b3dx2QaazOxFsYy+mLW9
w3QTJ7/sBEJfyRahCLm6z9sB25e6H9hwnNTHpsZ2ppkxYSJYax6jotwzLN76SroEysgoFmtVebh/
q1c4CVUtr5+ZVRJOKXHg3CvnUknEu36wqn5nT2x9KJCDoNGkiAgFu+vRDKimYTEvLfRvo74kkYpf
rYV72f0vtT2n/zfKGhsWelDT0Fhtgy5J2iNl/vLQpLhrVXH08/5IW/Ohg0AQQ2BmgAG4ng8cRLFQ
mGyDVkmGx3RczEPUTeHpD0YhQ+Qjsf1uIM+RXlYIEXptUCNtd2y1+T+twOToDwaRYjl0Q4jY15F6
0jajEo1ZF4R6jBntKMZLPFuvD9IJnnn5+DggBG+wvygPul7vVl0AYML9WzMGy3s08XbUL38wGwiw
kuPGW75OajHTE/YSFh1Kse2y+F42qbbflmWzJ526uQOA1b5wymiGyL342/kRniUgdCUsWzHPR1ID
x8di8dX5LHe2hCwAskccizfvepS8t6ZkMJGWw63POIV1h/2dAxTj1YtGjiZFdZCigsegr0YZwEZb
rY2AXT5ohzRNlKNR96+/4QhGwJNINw/552qUaEhtLIssWAM4I73Xk0T9Dyac8SFaRPY4cQn9c39W
Mp66StIpKzEf+nyUu6iqrx5XtxwqZ3IBYy9OrfYPVSwa5dMYz/3yHI5z1TyXUxja58TB4PmBRrSI
Xh2iUzmkEozDPSkI0OnrZR0LlnwyhzrI2o4SbRxF2s86x8XmADtM+YbAUL93A96+ImQ9jOjyB3tm
HVCYXorb32xyzIhg+kNZKmZxBsewXHDng7bs6EWxVw6+HVPqXknQNpUbIqXVSVB7iKIpMLkgmtUx
Pnpq3thf88UYos+K2SrGP3WWRjtFDPl3Xn/b6zHlb/rt9EXdOEzUfEUgelV/m1EcO9pxIb7NGTHo
/W10e9DldcJVT8dduvmuvqLrLp2poPEYwNhSjlMLijpvonrngdxaRLYqpiPUyqj5rCaUDJoY1K7p
g9nIvhRm1/tLmr7tF/2xT6u94HZr9aS7Fj1u6Mf6Ot2vKm3JKOn2AVaZ3ROCYv+CbJ4v7oKX9f3F
uxlJ3l7saDgItLV4Yq6/k2JQ+avFJAK3qpVjiloohCSj85NlbneGuvlO3Fu8yKClTcKZG+5FMTdV
YmMNHIQlql9Z6vXHVNR7B2xjQkSBAMCBWUn09OpC7ppp0BK9HFA+SRrdj0TyY8rCAo9sC8fqVy8e
1XEbwAJnmUbnak+YmCw3o6sPgJDsCpZ6DVcVRz5Pqw8N3rt7U7u5L18Q9aDjyEbk/bG6L4mbrLYr
zDHQ3ZFnoAdqWB7Q9rfbB8wxLdrGc4etI6264UtDytfvBCK3S0sgKtU4eYcodt1gR2e8BvjEamDn
eXIaKLUcOi3sL+Ni7ekt3GSuVIjZmBD1ONv0XVfBNuCmJW7GwgDli02yRpxFduKmZ6zgzEDPW+ff
3AiT13Y/aZhxN/MmSelnUufrs+BGU0Mnt3WC3oUbcaEDFFkXNNk1bMMGZd5TXro9D1RdkV9m79At
owd6Pdw09kMWicqF3DyoBxFrtq/qu7fj7UeTFg004eHIcfbWaYtioG/mGekS5DHU8mPrCnanIzq3
xLsW4bCdQy6P19W9jzAsfSuacVAKJFn3elK1lkq/ndkIsD40j3EF5Mme3fasW5OKi12jH7o+oZ9M
Efiha/S9t+Bm38DPe9HPphnILbOWt7FjMBxF7ywBIm9tdHbHliE6oxP5G9pcrYU1Mp66GOfijnG+
fxncnE6GBjQCNoXaM2mUcT1zU4txCA4rDZVyt67P6WDE2tmr41g/cVKH6ciza7kHK57y5VQrnflK
sR2JmAJJx+qDu5YWZquEsbGJoiptMIN0wQzVyjz3vRYTS8Vjp33CTXqvyXLzqYGdaZCjXKJe+oTr
m1b0hZcsi23BkVLaB10JM/vRqqycNiVv5CkrE3xkx8YBGmEKHSNOk0zZON1f9ZtDJH+ENDGUbC2H
0Ph61RVQEsWcZxYFBoR3uJLyp6W09J3ews0hggKAfDT5CjVWHVjm9ShFVy/u4CKONsZa9TTOTnas
qfsfe2vX9nJzKNluBTrPJeutDhCdEpIWzQ0DyxPmfBaYnRWHCCfc5WD26MH6r10/aRoEZJhX7IWH
fj0zx2icYhqEE0xeHfl2hNRykyT1TtJ3EzxJcTuSPZClVFFupLFr3aPZlLlOMFCne+e4rf6fA5Dl
sR7xQvSKUv37/qxuF5FNQbYM7pKF5MNdzyofFGMRvesF8exm0FCQQzjQ0M0/2MiuvfbG43Wi6C67
9ZLLv/YiaXUrx3W6CwO49CUq68rcHpW6rU9qZ1q4V2NSDlRScQv9pCmxnSN+by4767sxX5pPdDyl
7Lts3lzPN60tl34Km6ZC8/2h0vr+mBSVexqcft4pxb9wx69ueIPol5o1rzNtZzDR12PZRi7ZFmP2
rg21RvgxDu71JeXDG+8ytenbk51w4R5x98UzpSVSEGe1bVvzUg/zrDxwI+bkAlbUwcQYpV11asTp
/BmNl7I9K2kyhr5eCjt70y5GO4Db9KxfbddYlV9ZgzaP0MiLYfDtpkaEOs48o//SzonJKAiit8e0
z3txnPO0QqBp5jSZfha10CpheZXhX5lphuODmlVu5LdcKIo/anZ3mSlQhwdkhUzjkplieqcVwh4/
hJ4dho9pD1zurTYqTfusRU3bHjuvRk9jKhPTeCx1q0oxvTZFAYAuN4uv8Nvm5dyabTgd5nSZir96
B3LupY3UKDqluuiWo2qRF/lubk//oO9SpgfV4ECckqJAILBOIe6e3CKaXH90F6P5kHX6gFF9a1vK
A6rC4XDgnI3RmXVVzdOSIdfzoS9p3XW+Ns+jd1YxdG2/xvi/u6mfk40ZSIg0jTDftcrYYDSoasPn
dGjd4u9J7/vivZK01IGjOsrCv6YGP6fhgFd8HD65RlL278NJV+ePnlF1M5iURIsel7HVar9Gnqq+
AHCyiH+JPO0PAGfd6uH+eb695f+vESOBGdXJtZ/V4CRcMJVRv4sRhT91mF75tR51p9eOAtMeth61
ADQFCM2ud3ZhdUWd9/n4jkS8/1AX5nBKY/3/cHZmzXEjSbb+K231jr7Yl7HpNhskMpOkRCJFbSW9
wCSVFNj3/dffD5y+00pkWmJ4X8qqjCUFIxCL+/Hj52xVmS5DFKpL5FwaLbKLJsRqlEDTm6mXlgve
TFUPK6PiQy2jvrvPOwlfHb3JHQNQOe7/fO3swMZZOyS12BvaunEODYioxugo9qUqHsZdPA26G9qV
mW9kCZd3PZUF5FqRqKdSR4n3fBWrItHljlfLH5KWQ9YXavorpSH4E7sfHlGdKka58eGWv/L8SmJI
ZsT0gC5hp58PqYUqVqOVlvhSMhfqQW2qIN3ntAT3b9GFmO1X70bSHCQh2SQvfN3V6xIVgDS2jDhC
hnz1Pu0n5RBkr+15J5yjzg9LZgkp+RdnFXPk4yBmuh2Dp0TT22MJN/K56Ob+Tkbzbo8fNHy+124Q
BuSDLYohSyVgFT+qeqzHuMIET7TNqUcnxr8CN6hXWsYt06KdEpYGr9WL9Nb5t8qAoHLTjGLfGXTd
1+bQ3FmSsDY+0eUmpBgE+E+jB0wGkp/zUSCrNxghZolPfqp9Hapq/hRquLJopZ0dJLnMN1JH+2IH
AndREWdfUMxFNPh8vHxUZpTb+tIvhtR4oxDi916AH8JnqlXhAzOVH7kU+p/NqIwbSNu1oZcSBHtl
4ayvEZwkFdlY93rl53Tj9ndlniKoiyDJjGHRpFnFcUK0pH0YFBrpjjOVso0ugMu7mbookkw4QkE9
oN3zfOqpUGdQA3PwdTWfHtC6DtwMYGbjg14bBXH7Jb1aBllTWoMEEN800tF/oXdWmRT9HMty3pJK
urxJwBy4SggZOQLIlZ9PJocyRkdQP/pxnb8JA8naJa2Isc6hqeb2aXuxKT6/tBZqNxk5qQvs4DWa
M0d6pdVaPPl4Ts45THwRPlfm1LU7K53V3OvVYbZPZSNqeU/8YVSnMTFbxR1oVRm+iUwCP6uGORdu
bHSSvTcCa3hrDEIy/nJCzGBefceizEdXj7kYKPD7ri49yUqFQtQz+QRACxKZynej0na+bRHN3F6a
y8OL/h/xJWeJXU0h4vwjCE3uu5m2Op+Itq/dhr7huzwc+r8Kyq8fJHOom8PtEa98do4fjHf6rxfW
9gpu0oKkHhIjnv0+6foH2hWz3QS+6NmzpWys45WN7JBFLr35yOzAoDmfXFAnktDbJPPlSVbuWjGH
Oxpek40lvAwyCDC4YlG+Bwkl9TofxYpkbZZopvW7qu/u1FgvP9ExaewlcEHXQc3SS7tu2iinXJsa
FOxFMh25oovUdVGEF6PTMmhJI34Z5dlOBSPdOjhXPhY3DogWwim89etARtR9F0txnvtRCZzgUMg4
wkXKd4OsJSd9msuvHUIAmUvT2HAM6uFhlPXhqx6L9CHFp/EN1fN6LwpobqaebalbXKwBYOUirrxw
RmjGexFZ/L3u4USTOlmd4vdZDkhg2I0rS5Z6f3u/Xo6yQOhQQ2H3gFmuTwhVORrMBI7x4QRnd44S
ZW/Du9/YqmulSo4eEDpR6tKPtDBRV7soJuctErXtnlI1m0zX0QlcfyLx0DVvxWxU8mPekdLeUZKe
aMmbLbs8ppI92w+VyIW6C7o4bvf4Rs+jO5pDD3wyT9mWsNvFdlhUlXhG2eWAjrA/z7e6qVAk7Oq6
e1IltXLjSINnh6iPK6mJurH1Lpd9aTMAYoP7D1a8xlJhEZCA0cf9RCWl3vVWWBy1OHG8137c5cgy
wjLIImZzPqEUsWFclqv+adQbOCaOGh5BT7PXRntLh/HCy4FpDFz48jz9tlFlPWkUuPTy0yyZykPR
J5knd5O0sYUurvKXUegGASfEnXLNZa7oaYMnXzMKOY7bxcb3TpvvigrjGTMQW4atl1sBEIuNQH1i
KdKtYTpjiEk+U00B63aCyNUS2kGMphIg3an2+fZXujrWUitffKmwNVmdjSJoaOFE7vJJymPUxetQ
3xUS74ZjAvjeHupy2zGtxVIH1TJorOvWc/zy0g4RBuVpaIW5U2QReNFcbVWJL54MPhXcXxqIUSDh
El+9unOSDq06s3h4yhXe0OUT+EwnvW81WndqrSgPihltNYFdnRrIrbwkipfJ8GjaYQN0qDzN09Qc
tBxMMEy6LYju6iiEFPSQwG/mnT8/UUrXiiYsdOUp1Mxs1zV59UbrxJaxxfVRoNAgTr40bawqj2Y7
TmMFnxNfq9bYBXFc3UtSs9VhdXUU+ry5hWiguGBXJkaIROdks+9qC/3+mHu5aqUtKsjVzUD/1tL6
Qka9JiNmU5KbPcnGEy5S807NIt+Ugw+4pH+Ii/Kxz4PXWXXy0rD5/j3eGsYP5djAH4cvFJft11xg
ddI5ovSMvNtig19ULZaR4AlQ8yYxvLDmaZBP7vRJUp60ATPOXrXvIpHfWSFCIFo1f6zm4mvQBe/w
e3ilgsTLHFlNOmGBD6hqLl/2txu3SWujjSP2B0IIwVHt+gmOsZPfpaSMr41nmeRCr4JcQ3oBAH4+
VNKyLeaZTRJ2jrrDKNt2C0cDjRzarTzm2n7kwoUIzjNCRLK6B2UA54ZyrYqtp4MroZNJDyZd1Mfb
V+C129Yks15ocGTza2pSNOqdMdWV+lQHlr3HhudnAD3Cs0WyVWRfG6rxmWAEAWxT14VSQtHifO1o
5mjKoCvmp1xLQvRLR7hHU6nu0sLKjwN2Fn43h+Nj1yv9oVTa4ADeWd7lrRiAQa0tJaXL5YUkThyJ
HAfRGE1a579NlmuToc/6/DQaYtrlqYPY9pxrrw5sSEThYC2cHeq3axMgaj+1QGZUfcpZVk+0/Vdj
rLbkCS6nwrXIfkR0hwLChQomJd8EUEabnoRUSgdF9Pig2a2+sVMuIg6kS+BiUO5eGs55nM8XLAjC
Tgmd0HqKKvPtZBuPPa2cboh8F+Xnrc1yMSWDaguy1HRIwgmCknE+mDMiJ9rHjfGEpJbuDZmO7U2m
bUluXhuFtsqFYkh1h290PgrE3z52xt54Mmqjck21dw560m31R18dBdCWvlXoCDA8zkex7RoyDn0C
T7S5RzQNSxoO9yJ4f/sgXxll0aZYHklkASiYnY9SQrvQZ5pEn4RWzB5G8Mq+b6XRuz3KxXVBSY5e
GGR6F772RQg9Tk7bjFJso5DVtO+rlKpRpCXtD3RRuo2jc20otJ1o0OTzLBTN8wnZEYLONb/IU9b1
uVvMan+0dIqMkRPXr61CMysITYsDKjER2e/5UMCmKUpSGZVGKQk9/FfRHpHRJ2+yeYsWduUzYXi0
dIVSX2fbrYaKiqLNpIaippAxfO0CpXtU7HZ67au/TIjuIfoCSHSo1J5PqA7B+yItYkKO/iXCFvpe
6xxkB+zxtejhItwAMwkLOWJNBA7OB8pbdFwikQlfQ21ob5fqjwJRutdmVAQUvH88H4so1UXq31Ui
ArdQwJyH/BkjxfCjhKjd8+2dffFhOCDgUwq5m0WFal1tprLTRX0y534vU8SpG0SMLVUaNjY1PYWs
yBk6SVJDzYE0FGjysplMzgkLVbOzn4a6ngqvVG1xqrDcG3cdZT8dxrZaWD4LUqVeOCWD+BRNxWi/
s7C7VB8E+lnD5zSSk3w/5RU6cSaRcLmjXqo+lXXSB5+VYShnN9RaarmFIvWGq8a9qd2XhmTXLp4H
dN24rdmMeD8jn5wf8XBNGi9zpil1C1sWkqdi9zPuEpPg/hC0aWO6ihoP+r6Qx0E7ZM7QVgdHaYbs
KDB6HB+63jaro2MF2SFCGc2aXCpFo/o8ZcU8/Alvj1qxWY32g0hCvbpDT9YJ7wcnKX6lXCc/icU1
5TAPsS3eOnmoR4dFK79r3VGf5cgbSqg5z+NICvIuSPQwPE6DUgM3SdFUv1UH28C5AYAZx1slT0dX
awLna5F1nF1ibUdGvQAzCzcq8uy9GcJl3Y2lriZuge5x/paoZKwPlR7Pz3LaWF8SZUgLftu0DL1x
lvSvtg4OsrenfFbfm71mtHcR3r7qji42SXURuqjQabaC0lT3JmSM8q8m65J3kF4UBUUToshD3hq4
/mY1ZmB+rCDZ9jDV5TAcxwbnqEMS0+F+F5DoomWBxlv/boiU/osEYA3th2fdSHdOKAX6T5BUIe/M
eUynX3jOWeouxlWl3eVjVja71IwD63kmWnQOVa+X/S7P+rk/GkpuxHetaY0oC2TFNEiPvO60Zuq1
Lk4FSxR9d6whSPYyAGB4qOxE+zM0cl3b0aeYlntnSDLrnZxMKY3rfRA+i0Fy0l1pNqWEgpRcVV5v
xYPMxuh61RvGMMQWlTZ0/U2S9InykA3BFJHzTk58amm4nu70Ok9ml48hwShorMreZWgVTDt4C3H4
a55Ea+8cUWc/AtHkz6bAQM01CBubXSmG+LmbtFH+kM6d9jjJY4qJMztNcZBWM+V4N+WGVHg4wxbz
fdvKWYsDA1jPO2PW09hrQ12KfEVPpfgYkyaLI4QXM9zPUmGr+ylsOwgmy2f4XJVKox7AOlRjJ8fx
UB7GIi7lI3SXTt0piRVWLrV7ZzxSHoonN4zS+St6hGa/uJdwnly9CvTUi5DM+dorGC95DfSO0kV/
YFQ9W6sUwytxtzf2ddvI5k9FqTJ5F2q1mkA1cdRTpcmReVLkoikSl+ay5s+Ec6vsTCMRKkS4VGkP
RaPLP25fhRcvrwmitKji06oMV3QNWCiDPAypVNS+AMI6tE4Z3RmRpH6qWyR9bw915dZdGEzwQtGM
xyl7FefhPGKEatPUvlG25l3YD9lO6xXNuz3KRei6hERLjYs+b67ddSUtbyl7YYBd+xV50AOM9pqO
Q7IcqOcHhM//uj3a5ZwgLYFhsnLE40R8529iJTmBnA5x5zvFMKFHZhauLORqf3uUSwx5QXfQ2KTb
cBF8WLMSaSKzOsGn8icpywdXkXJMg6pS0FwbxIrauYmt2eG+SbIu+0txpkW7MpECaETJUDRv8zQp
xkNa0Sz7mFip0bm4WAevrlxA+6AqTTcpSfPCXj1fCwQXAgoxfesnTm8bXjYM8htjdMZXGq7Tu0UP
OvUB3nDq04DV5+OojTZOJR12yHPSRFomYZ+5UEPjj1Rw9P0ID+ogzC4XGxvrokSM6ijUfg2i5mKi
tO5zSaNwDNqBnKiy+uDesr7HyoB3m2hoPU5yqBJha7pq3Umv7o6CmUkTPKwCJKJRQVrNV8iIVc2l
aT7lpTIe9cWsDsWn97e32OXsiIeBBF6SIwN+5vmi1tqsZYtW2pNmB9LBlHTtTUwV1DNKWz+kifom
jZDMcZpBe3VUSSROUo7eJ/EMEeb5wFpX8RBqrfM0VKyfgOv2psGKbiPqv7gV0KED+iBXWsz3LjwW
yf6qajAl56nugvidk1jxQdFL6XMbQoBCnWH+eHs5L69VDiwwOs/JwpxY92gqJYcsDJzB5/aVeerr
2IuJH92wG7d8Y68MRYJHdYnon3toXXYVgnULR7nzM2PqPXTpko+oZmpvykLqNmqTV4cCYYa1SMWQ
Vv/zbyWF1eQMod75dSRGa8dxA9IxhOgIsOS6Mg+3F3FtpsZLAY5OcW4xiiH50Jff5zewbyrTVlYn
a/BbbrTMp3VTwh5rTg0UIW2s3XZNxx+7z43aUt1C6+Xqo63j2Qu7sYwt5L+VSNzhiE7FZFDCaAuL
uQjv+fUgbXMbcSUvdrPnv549SG0LL7/3LUmJdtoQE+xRRnsbqQ4lJ6OiPXOUtioMV14cAEm6gGg5
B1hTl1/qtzUJNVQ+JgqvPtdUF7o43hingDXZWPvLT728a+yopY3xMiOfUnQ3k2wefbWjJLzTpGL2
sWF1Iq+bZl1shAZXRvvvrhdroRtfwIVTFs0K2Nns0yA53UVRB4k1iKK39AJ9v72nLr/Z0ikJzLpk
y4hSre45p8DYNpuC0efllt6h1SiMezBz1cszW8sOyMFU0y5NhjrcvXpgiu2gyDzjL3q2598ttQSU
E5iqPvBD6QGpS26oSIPXyU7hK1WV3g1LEHx70ItrDwlwwiFUKnlA+Ofy8982izUjyl30YvLzdHKe
o34Wb3LJcJDri/q3TZagKH97wCsfEnCSrJYrAp/XtXqqoncN6VTOgCz+o7BiNE3QBP8YBG10vD3U
5UHg2QCn5EOC9TvrOqWZB4o2W9nkN7IdvlHjBBXCLNpySri2grxL9AujZnoJtRW6JhRSmsnXg3D6
ZBlR4wnFSI9yFwdeh0L2BhHsygJiH4mGmMpJYKeunsN2NhtkJHLZV1LHxJO17IhaMbOL63HLOOfK
AjIUMjeLnvrCKDzfHFjx9EXUVLKviSHYI2mu3+la/GpEFPSD0wZUSc2Qu3I1IS1L0zBH8No3hla/
TwZnegQA2dJ5uDIXNP7AW7mIYQatq7tD3jSUp2vFbyzYEknajnSWjpl3e8u9OKGdATpMZkF3EYDl
4qd4eL5kgxUJybYC2e+pGWpeUGqQ5wrQCkQEi1H+Lo02lPYWUvK7qQ4r5wD1vxECqKWUnLupltVk
pwbO+Gmyxmn+pg55au1z2eqMHfagg+3Xai6nO9mEMv2QBHX9wwois30oqqi3PwKYlTLaYhGVSs0I
w/gwhb30Snt4Hl2qF4tNM2w6lnPNnGhRZ0v7vFJ8PYusJ3IbdP2TMlpYiYry+faCXjldS7MjR5i8
EChstTnGOuMSiWXFTwuZvm3FgDTr0lunnQCK62Zfp7FqboSCl1uFN5HCMhDS4kG3rpLaLfJl45jj
GyMl6lG1I3hMs95sbJXlNz/fKaDZtFGzjEu7rrqaWaIqfZ4g0uA7ZtF/T42mP7Bxted8Bgyaxtr8
rOPrfa9Msr5BZb28QciPIJKSaKNDwT1yvke7QIMyFLJHEdEo36b1pHzqEgi7wwTyd/vzXVlKhqIO
DJBK+9OazsiD00pNwVCBlg6PGlvlIVI76/72KJdPNhHBwpsk4CS5XOtWWS2a1djAaz5oae3lxmAc
sjG3H0e1Fu+TyEz/cvCOP9we9HJqKHKjqgaHlc5PWhnOVxGl5bQuclXzqcI4O7NOok+2ExqvDqgX
JhRfCUl4yuhrh7SpjPWpwDrKx9QxeoszL0fdHsxHs7K2uL+X2wLYBdIplyRBNf9+PqFstJxSogjq
O3L4vZ6d9l7uyukwhM1WPe/KLYkaHQ0g1KeQK+TCPB8qNEFl9UozfNjriYSnMQ1+8T6JEX66V3T8
Hr1IH0q6jzBVUh7McJ4brzKrwpedyq73ajSW0+coGh2USnt9qXCNuhzfCauPTtWUiMmbaqn6C89n
Eb2z4ImIOxWJjWxv5nIU0qJkY/isdFnkuHBWqoD2p7SZtkKdZcHOTzgHnD48NOLYA4BN57NEnz0P
BrvQ/LqJfhVtpe0svbsvAxqA1Kj5NvXh/ZTUeJpJGyHsla25kPJJZQlJFkLY+cBm2swDULHqa05h
vp11SfqWGrWycQBeeHir+VFp5xFAk4Vx1nBdjyJLPdu14dMSZe8AzY2n1DY7T8Rt+06xmsaXUfE9
TkZX7MZpKE/YDkReYbZbPnGXO3exLeZNJ6ikHKks98NvQSxJXBchQ2D7FrYTLmiltKvHqgDynpP9
a0/90vm3HEYewEVt63yo1ixEFlBL83XJjvYa5haUEqgn3B7lyoSgFJMzAmBh2LHm3k5zUpaSnRqE
RADHmRGJY6/OOGKH7J3bQ10+Q9ZSxSdwXXC5i3o04m6J05WN4SvCkrxJdO1HU0n6nahtUEDFDukI
HJUp9kYtLTfaOS73KWNTyePiZrcCy54v5pDKZSSrjB1HkePNOEiQ7KiRd3uGVxcTPwMab6nboVV9
PorVpzjWNL3hR3PZHQWmvW9DErEDZvRbucDliWdC1kIEX6waYI6dD1XV0oilqmz4E5RMtEN5I56d
KGs+h2xbL9G07K+0jrs/A5A24QphOlsKptcmuxj0smuojV68F3qkhz17x/BLOh3ej1LYP6K1KD6b
mbGFmF05/zy5iPWxQWFiX3iVFLWOVEWgmj6CPr11F8y9ZLlJZTp0R1pxbO0KJxw+FU1UZwSvY9of
ZaeJqkezVnCcqiBk5RsZ37X1J2DmFSODX8Ch8/XXk8lCAbQ2fV00Ezh7mlGrnD6UTbXXC9Nwm0D5
3jjioBTpq4V+4crTBgVtRAGGgpl/PvSM5cmwONT4hM72ro/kAEa6qI9R3XYbs7z2jRfdFd5Qlp8u
gPOhGgongJSh5ff5qLpwmjBNaU00SpJAf759di5pWkwL4Ro2FBEIaM9qrHbAk70Sg8V+anvJozNu
+BmnFSqNmZTN7walmSbXmrvUn4YkGj26bIPk0BZt99zEmTketUQNt5CSZdDzh2dJ6Qm8QBGAENc8
qj4XbVMVoe0Pcq0/FX3WP46wyT7cnvuVUchxEHBED3WxiFp9UTMSJT0kneNbQzfCOcmb4mtvmNPG
BXzlay59DDRCkWXzsVa0I7MIrW6WMpsXJUugHU3T82Aow0EJTX1jRkvAsVo3rsFlyYiREVJevZNW
rM9W18u2n9pt/7E3wuAN9DpqnlYqu7IedJ9evYII2UAHpn0ESoa+unlzqahUMC3bN60gdcs2pVHP
brcM0a8t4EsxDyh9eZdXC9j1jSYcO3H8JMu7fWB33U4prAxBXnnL3urKlnjpWIMUtEiLrTVXDUNY
wqpSx2/GavKGtix3KN5tyQxcG2VxW4DHx6qhhXV+vsO6HscO9Mc3WrxPWsT1vBiY5+7VH4d6B3LX
C0eWOsTqrhyVMKdymYgTr6JxzIuhc2Ut2GpuuTIXyFTsAvYb98c6NDPRE0ZmA0moctDSXRdZyX3C
DbmFiV1EMZzTF5FfysYEZ2uDVDseFCvDUvekZ3Y3exOX1vxRSZocXKwdJRsrKbzPPPq1S2VXNapM
b6/ZwuxOR1tv3qFiro7PmGbCWAAYqNMdwTnu24vMhBS7Btfcl0hGdMWt8LB1POyeHP496XLpLg0A
qx5teyhgQchWTl0lMozsY42Qyanlbokw3DVb2XW6ARku1BWm9HuBY2f9WFhIKriKEOnzPEYGXkFS
35axSx0qwHmpQmDmTVkHEGk0IUUoLODn6biJasQ/hgR/0ecoNtrirlYL1djrKBsNb0Y0rSxXVkCK
vwy1HM1oVimT+UbSI8XyIyctqvsII4WANpQBZalcnRxKd3MzTy5uGH3pSkiUJrUn4Avq35UWL56f
r9x4hEY0HFIipYhIJ8QqLeq1GiY2+Zmvqll7aBuaLTIBa/qVo1gQmF9gfK7WSxWvnkADTZLJ9jvC
DM/UMuG1GWL1t0e5uFGXUWgfog9vCYPWAV8jSYpK45Xt20UXn0xMkdysF/qbVBvHfTCkzZ+3x7s4
Touyv0GdF/iGRVw/Fo5eOQU/Vfy4i4pDpSKMG9a68epZLV2NhLKgGwDo5uoCMmgNkZG3UP1aWLVX
WHF5oO9NemOUo3RvqNWWVsPlKpKpLpoQcLAVnvbldP+ev8Wy1Jl1o/m4POknXPac0A1hhH8SgSYJ
V+6wjb69jssMzl5CQDeo0Yt2wkL3XUNgU+O0ZaL1BIp1llmeYZXVT32YwvJo5lzyx8qQRuOAtcNo
bgA6L6KCq6Fp/oE3C3t6AfBXjyJEv8X5znH8rBm76akcnfRHYuXJn7U1JOJgJWr3FVMj6oVpMooR
HUkHDZfOCbqfZZs10r2TYlDlamYqOR570obSp8H3+BiadqMeSUvr2Ysi3aJVsxrb8otmZQK5ui6e
jF2Z1F20L8CUaq+LjKJ97wSm+StQe+szLaxa70YTOoiuDEnwW99QID7cXviX13g1feiK1NXoCiHp
W+stK5IydSbSIz66AaVbUdXzY2cwdDeeHOO71k+fcrv3JtT7f9RF33zRa7Pcei3WH3+BCYkcQZWg
kxM/nm+3OoRrhbyD40txEh2HtlZqqtOqSHZTmyQbYOvFy2QTb4EOLiL0S7/16nMHg9bmTd04viNg
GQ6kZi49sl/NMdPdXKqOea6+EzZPze11vrgobOAQuEDgoST35sUcayuTjSSKT0NUdH8OUpG6qBmr
n26PchF6LaPQM6FAPeIiX8O7RjVj65Xk8anppeRoZYr8Nh/n5ADEtZVfXdwRJO4MBFQAZACctr4j
nKHJkFkDeEkd3CTM8cuYCGsX0JLfdn24cT9cTowu1wXc4gVREV1YjSbCfCxEWYpTPfTlDgSBSnNa
ak9K1r3akhD4A342ADmTAlVSz3djNo6o5OFhcYrHgiJPVWeHPkU05vaXutwPzAIRRcAJ0EiyxvNR
JMC6Qs0r3qg6SHfEHeF9EQvneHuUK8u2ZEw8HtSxgatXwGMVWoWVDGHCsiWa8MrCKb/aM+28btzk
oezdHu3iEqdowhvIjCw0gqlonM/JCKLBzAbeXdkQs2tkKKs5lfSjLvs3UtwXR2iYW7qLVybIGwVV
G1ma5W1cDdlxV5hz0iYnaO7lfWC0lL6mVko5XW3Qf7k9vyvfzFmqJzzESyfiC3n8t2cxtEahy6JE
NKpoxKODOPWHWM+K/etHofiq8v4uKi7rVQQjCaVWsrLTrMzQ5DJJ2qPOUWx8q2tzWcqv6FZyrMCk
z79VKGIlR7ggO6mdHRzoTzG/idCIv752LmjD6NCkFiFyoODVKJJTJiI2Alas1OESI4jnir7aMsK8
vNIZxeCj0CyGnOX6xM6WPKtFk+enItXmY0ZX196ZkvmA4FR7r0vq6Fboh79pq8zcosFcbnlt0SPg
QiIjWRo6zpcxGJQS0nGYnQrF6odntc7M+IneGHU81aSS+YdJLbvvZhkY8auF3l8cGTRUVKgagnAt
v9pvu7Ep00aJh6Y4paE52LuidDCiw2T39UeM6jlFIYIWviACRufjpNEUWLMtilPQo9cCxT7bGRni
Z05qWq++FBfJBd4vXi50W9dRoBZnBbTttjjl5dwdQEfMUxG3xUbEd4mTLsoOtEghdUNcAc/mfEZR
E2udJKXFqY+T4c5M9OQQWlJwJBeL9upQml6WwUsFH7d3I8ZT+94e9KecO2/jer58Q+na56hT114q
GOvdM6HPCk5pFacSq53jUOWmmw1hvtekOvCUhDraq48j2l18QtBoWrXX+H4mdGMs67g8VXVfeJAP
3+V4X/x/TIqclvd6UQS5qMPmaqqndtaVJzpixG7WnHiXOwEtpWpQ7rNZbu5uT+rKEaRLEF4x+QMc
x3WyQk4x11NtlSdOirbjddL2EdXtg5NCcrRnkAV4quLb7UEvr0/kIwh/yJEgXwDinW8hru0AkcVF
nChQnV2AGKaxUwkt7Y0vdmWHgGyBYNPEhUPTmm6hQBsejUmuTkWby78iMy+es8TMPzUY/O3VMno1
NZVOMVqceEohNKGbtwpLbLUeDG2wyxN0de1hkdQ+pMNoe7K5hUVelAYYiWsFOJLbi4B1FYfXdQXv
UzAzUBht34i06nekIXQnVWqCjkmUZvJHc6Jx2+nD9p5dW/x5+xte2TiAyTR5QUXjAl3Dek2nVv08
x82JK67Q9lzXtbrXlKHLHpxCKat7pA2k57yQjWIjn39pXz5LuhbqDAVS3o4lAlwrqIdhFMMJ6oxT
WuGjYfE+GSUiqogflOIB/c8qundKiFFvQwTO61+lNc7WUR6yuHmfWzNtZ25SmLP5SzGbonqDQ7sz
HdtRrZqlp0fO728v1HoT0hrAVuAbLfyKJXc63+zdQOtBPyvpqbfyxuvn5EFIwSnXxWdqx6/FiZbB
IOAA4ixp2oXOqqoUnWLNcX4Ki0bB8TXt8WCVX5u9MArSzVxSC5WJVGk1pSYt1TbL2/qEe6G5MwzJ
ObLVPhpOWexgSrQbT856sy/DwdgjwSaxoEa3rPBvb3Wpw9y07ak5RaVkHVudJyZ1emVPR1W/G+wx
PTbTYO/r2hQ7darCjVtkfVsxPP1sxEhERzzja9Gbvq+UZG7K9hT2QQDcSsNDHcj94fY2uRyFc/yi
9MCtyJW8ujvMBvlfbRbdCZUa+7GiWSy7G7Nq2AqQX8oiv58elVZ3DCLwvFhKquY6TDCbVMqdrhtO
4Da46KhaPNrHxpnlB/Rm5/yQ2nP8RTekSnkX1ghOzB7tS8jHwgxo0Uqy5a6pgBZUWnzTUkQf4l6T
5yN9bfG4s/sBiZmpR22GFksnjt0uMe35KILM/J5YcvYhCgAN3KwOY5yWbeH8OaEFS5uPLH3UzMaM
XxkTMVlQA9JeCFuL7+CqmqIltPqNVT6eCkf6qvZ6eAyL2Nw44RftSssoNrcgEgIMxTE/36BaJVQ7
i8oJyLRXlH09Gq3uVpDeJm+WclSfnHEErpLG1kGtV4wiP6Uap/8YG8JuDvhcxwiy1KB87oi2jeRR
aNKGV2ZGi/cCO5ljS2EXEGWV7JWVPYDGzeWpd2xi7UyxnqSso3D/so//z4/xP8TPgiQAsn3e/PM/
+e8fRTnR+RC2q//852MEmtUUv9r/XP7Y//xv53/on375M3/f1j9/to/fyvX/efYH+fv/Nb73rf12
9h/7vI3a6V33s56efzZd2r4Mwm+6/J//2x/+7efL3/JhKn/+448fRcfVxd8m6Jr9418/uv/rH39A
x/ntSC9//79++PQt48+9L7o2/Nt//aqjH4RD//03/s8f+/mtaf/xh2b/ncAAdjBaU0TO3NN//G34
ufxEMf9O0/RC9iMRW5LWvKDj8B9/SKr6d1AiwkGI9Eht0Fb/x9+aZSR+ppt/BwJBAmlxyiUo56/7
f7M/+07//m5/yxFlLqK8bRiS24x9+u+rAVyNp5ybAcLFoqNIe+T5PtajBn30XiV8MJVM9YQ8VK6h
0jlcurrVdl/UUadg3Et5Y70NOfVJtdOq0QrdQBhN+aQps6m/NbOuyry6rMdixzNCxWmnpeH8pOtx
Z78bKs0RjmvMrQieE12v+7d5jMnBnlqWU9/NZIDHxNCFeCCVUNrUVbBWdrzI1If+vTnLOM+4U57j
VYAF8Qw7q6VR/FuKNNWgummmCsX2xkAS7/KumUfPcOrJ/Co3SVs6O7BnVRwT7jv8t+cqmEYoZdpY
Fu6c60G/H+osaT8OVmlauwp+/IhL+zSnflZkaX1M8sqO38uqZCTPKuSb7HsjNdY7Q+Sm/M7oAIgf
zKJqRk8bEX3xVGXM+kPWl1Vxl/Z1b3/ooHMYjQezuUg8p4cL/T0TFMjuWtvBas5T26DI7mMz6p3H
vmhrinf9bFnTIzQNZCYp+MBqMFxkYgfxpNhVZ0c7pldMX4zWkeaHAT/z8id9kU6VunDdm+hbGhZJ
5TlzNlSFq8/K/6XuzJbjRrYs+0OFbMzDK4CYOJMiRVIvMI2AwzG7Y/z6XqG8VVdipl1WvnU/pllS
iEAA7sfP2XvtKOti8vOUfZQFu9p9h/Z++FR45AbeELMTGjTiu9k41Z1Thj/CUenxaIG1Ud9X8mDb
PF4cKVzSzKfZMewUFadV5SnzwMbpCU5e8AymiIDb7Vjm/CQ/FrPyvVQwtDP2pFy0/Gx9TV27nEXP
UX7bzOfQq2R1St/nC06ZsRRxyIcV3AhRZeP5/x8qdVuNU+vcTFETbS8G+ZDCSZZFjEt2mirfUp/c
xVLZy4bSuf/YI/No74KerBK0UodNiUeILxi2Z0KYcvBrp3yOSHuUwYu7+t03q5Uw141pejFD8FFZ
DpDl/ODeE4TbJq6/5ESSzPMW132OurPOWcDjZVmquzJvA+fZydEavFJ3V/OlZw865qQlZjNVOK3L
OBw7dwxTlAqNR6pIFdWP1QK7PQac3OJz3rb7zNAdiIDcmGKjMBczDgz0l6kTFVWsPKgAyWKRZZ9E
bBOvfeZY5SnyxBA1CbgCYd7IRQ7mHcb1jG03DwnW4MQhhC9joAsr/qyVVLYDLudl+4J5L9PZzluk
Z98Qp4TNqbI7aT8HSA1eZbXaux4T+XjOHq6dQxtV0543LHvlf7UPZTc6XaxdmwgYZsd5fx1B6fYv
TEu0UWJistcPRrdJn4mXLuyqjGFB8uJq2RKNJqZVTV/WOormb8ypo/Bk+rXhHY2umsU1uZit/WMw
wezvLWMU2YU/92W5K8x1JDdrcVj80Z52rT5uhqofOB2h29Frn1k8eiQXJduqygRHDuxbcwrcJXGD
qZYJgML21WACXqSldBhIFyNLx02X8c7QW2ASvUXc1HgOjZABlZThMWg2shI5TxkoreqeU1Sg22iX
Y8JL7Gis+gTfa3klV7NsYwbz0rnMNjJEj9pq3SLOs5aAeBNhrk1HpK1fpnqcVbwOkbw0nGG6a9fa
qFKnLP0x9jq3UnHleM3LaNfb96x1/UuoeVsyjWL+1trhdAaP+g91Eb5woFkfMsUc6CT40lYs4Q3v
Z1vJQy0Nf5eZ22QnS8/6yQcxwpj2XnsKemEdtnaad8IXfLIzpeUVpzIaMgEU+WuezcZz4075rebf
TDHii121OuuD14TVoeNYc+izcb2iO1E/5mU936tGOvZFFqgfaDD1EGeicfe9sXWv3Ra1TyXpe2ti
asv+MdlW1cUDA+CYvPggHjYRzLuaRKHH3AE3Bvtgyn+Y2glegsom6WIZXZ2IFYTHoOuyumCWymBE
hN5H158XKs0MxkdRV0sZoxSQV3qqgyKd7Ky/LSIj2PlzFsqdZTIZiBvlLN/HYXrSgz8VcTBPzQuC
7P6RFcBGqE0E3LCra0OeRsq7byHiwhuh3DwNPfzUDnKC62pQ2ae5KDbrqmr1vJuw3UxxaM/lbdCX
wT23eTn5dSQ/qQ6IVGy14bifiCnM4yY3XaQHTU4k6kKBmuAyIfm6s/3heWazZ6Sw2MBFgsl1H2Cg
+qyKQfGCP2a6zqfQOMD5dx/9Qg2vAwDRPZpsfz8vgXjoXEftQI2YxykwLtawEEBRukdTLoS9u9Gc
3a7KkMehXK3E6eqZY9LgrZeaExb/DeXDpn6PzWzoj+PamBfObHpPgyW+uH3XYHzJr2QReRZJ1p7+
aHWdy1NvutDIx1u5htVjt23IUqxpAOyywRKB/INIMLvSrc15kLnCPfTJ9pI0cUoBp7PrV5Gp4AI2
vvEwq1WmummRv5NqntqgjV8jMQ2Hvg6mXW96xo9qs80liUh5RWdF+/5+MdtenjpgMfHKINZP1DLl
INlLcQUp40d+JsMHAmNjn71mln3H7Fl9cPve2JXkFzz3hmBkLLqboNLXg9WPp7LohIE4pDZ/ZBI/
/TAUl+6gzMTq3eKj8dOWk6t0aWr3FOUT5YJSF31E/HptTiwsaI3ahArfLuJomwm/iFpvz873zSZh
bEr8oF3jrh4PkSzby25u9k0zEDY9KVoVp84eJHqbzpwIF9W3jXKXS4qc8MiCGl3VW2kc6jr3PlIG
Gf6nvh2m/Nvir1YUnyMfHiTaf1T/Vb+lkYCMABIh08+laB3nYtDt8uiFrarTiXhDnJewdSIdw5GR
/bHOKUoerM2cg9cqsqYvRVj7XarWAhNqOTZowMgwNzrrR5ePYt2zyNXfJVv+TTgS/tga5SsnN5Zn
ZJSJ4DgH5EnlcDG7SRwzHVnphEZHxotXsL6MpR03gdlfV4shE88X3T6INOSbdZFXNWKWF94MYyXm
xvEOfPgRT3NR5fuWUvMj+lphnADVsGqPiLn9ZEQXr/fM+tavC75oUM0TJ9Jboln6Qz50/Vdvaexd
K0jt2eDcfJqysq4SbfpA9f0p4jc27GhfqkDtytXtiF3tbu0SLs8OOFOWgFTJUwPq1xoDtqmvMHDy
eRD/J+28XaH17/N93QHVWTNviaNmbQ4tmusu8Y3A2hvWPO0yaUDNoXKu+nMih4vjY87n/bLZ406R
BH2FIG1IOuweoJByOX+LStl8aKRoXkPpyZfVmNyXJSv0wxJ5rRXnwdbvJ3MNn8NB6ePEbHq/jO23
rQ7MY18OFd4EM7zurKa+bv1Z7QMI69/q2XYOI3kax0LOHCujcWChdOrbYTKL1PPLMVW5Eg/T7DaJ
KgxyKOa6foKMu12c/ZOou7snKEwVJXJoHtpym77bXt8lSxV8b3kaDlNUqQTmmBF3RUBYh5weKBMU
m6lw66TvIy/xVR/e2U1WnMotyK8HtAQUdkwA483MrmWrvovKKw0kdDpKaRD3DwO/pnOhlF+nimiZ
Z9epjbTFHXiY2qr4MlNJHglm4oVTNpZ/dO/VgcZQQ3rR6H6a26Z6RKLrLjEnkaWKSVimVbR0lKdB
sxa37jyMcWWVso2zQHsyabT06KqbUUNttkxz4pX2j0Z446naqC9itZjBbg5qe0ikCKw89iSAVlvO
1UjrePZPnYR7GzdDQ81g2O5pcOqh3GGrthS6uiEzLggZLTugeOF4UDqzn+qS5CEezk6nJAmNWUz7
230x7MH7gRC3+mL343wtItrgweYOn1a7sdOtVlmbDCUWyVirpvsM67K+sBolYhKRR+icm2vucifr
0t4Y+um+roKiSGd/yynp6M7aDF8mwh4OBEtEu7qq9QO9WoB9psWzrZrVi/OqhULnMoCOR3vst7jC
AnPhE9EwxPjieRKdIWiCFMjSKK/Bdo7J2NUqsRY6CslAzGEcFrX0UteuqjQLiu2K7mFgXrc82xUB
k/bAV1ppWcZm73AS5Imdb6IxkI/LNptZaqxF1l0uXhkciz50HnrDXI/nTJjyYhpEkKXac9XT3OEw
iecSSNCqXPopY2AVdqwKaS3PIxFDmEnbDFiMrAoKbbM4rohCd5Qw3p2TTcahz13/q2fj748BxIx3
IcvwyV1lebUAw/sSqDpUJwJn7GAnW3Dvs+utRSxXn0VLitY+4/kW0A9lNWyXhNYJ6K9KTPsoGOUr
4ECKwMofHnNcE/ugpW6MC1qKP9xQY9XKsvJksMo956Mnvkx0sHetLqcXGinN7eiyPln+AHQJ2DBL
lS4MiKFjfjvrycySzm6rj5lTDrBnnWxNhn4tblysLruiDLxd6RVtSPHgmDcQC4MbmGTzZ4uScrf2
vvt1aluBfQhabhZXZTbgvvOn05D17hVD7uaxASj7GoQ55TSDZkKvFuKZHrouMvd9A59kNbX5yZeQ
Q5oy80+mHoyOtNwt++Z2uk9JL58/hM4w32/NiJoFKDOgmLYoGXx42jpIX3yNzCX/KCcyr1bDKa41
nYg2HuqsRNzqqAdccttxEsNYcrincd+LMLzQqp0PnbG68Ww23kVPI3FNGWA/F5aVnQY9rR/WzCi/
+7pE4Uqk12Xf8iiOps6+ermvYu2p4savF/lgsSiy8YhxPmeHy/vCjioesEV9RtMR3YvMzPb2Eimm
luHJ883xqvLr/IJQJUkXna9P5nLVfwjdOvukmYRf293AgXsexVVRC/Zxo5DrDQr0zrC9s4Y2YwEB
Kr8kovacTx6i10tgdt1Vib1+1zvtB7VRtGBFsto9QZvC37N+r2HclysarioTF1aONgdunwfUaB6q
j+4Gi4ZMPzbooKnaFHmSkKzftXWPFks9N32g/MSHgUYBP+bSTSzwRPzF7Ef3eHPajo2224LYaQoO
13RPKKppgdFxNP2jpmpqYo3ALEoheE2f+6F1X8ZFzU8dQgovYZDm2bu8t8KPVoOylsdpiU569Lro
ct16UX7ZWpQmx7Knxp+jWjon15XgYE3OeOpAqfytUlOQZqaa76bG9eZ46sMfBI1Nr4rMR3W5bOFY
3rbkNp5bAMtmxrqC2lcO8ovy0JDTaJa8uIstGmw5c/4cZat/VIurPtD4yA69WHwjme3c9E6O18sg
MYd8Pc7LgBzPxHVmJDXD3Tq189XfheU6NBeGR7xkPPfRfNWMjVnuNjpw8kCInLOPMhWmou29bz6D
tkMm23LeVQXVeBJQTSVzkBmpNCrzu0/zO8XRbe+WKKjnRFmTlHuOp9u84xm33FPnz5NOl9Ber2js
aGTJCK8fW7bLKmm8CVUouR5uPJld/7QMLuTlRjd0vaK8jYNa1F9HbXkXCthUPAb+B5GNUzqMs/EV
jHLBudehFbA5y4eiFO4VBaqT0p8KkqW2zRvS8cp7ZP3NgRGrE4dDE1yPhrt8CHQjb/imHMTwarz6
LPUq7XIinAdVY97AJCVv1tAodvWwdTv2VbLzQALnu81b1+te920QM6BkfWqxvO1JyCgfiDQuEoFS
PdoVK+3yhCNXdecbAr7dkrWeeW0FGZ1BadWrQzGwOMEFaOTNfBiY6dB36/VaXdLtyMNUCrsoE+Ks
sO5RQBjOh6FTbX5nZN3IuY0na64xn8Jd9L+79TY2X8a8Lj2QvUOvq1SHA3CCwYfO/VGQWRYeRymL
cozDTC7Zi/bGcDB5Cv3MONj1BPUaiVdT5IeqDKR3pziMu6csKKVOSuYadaqjOcouC3tat11oCq5a
oIi/QhUQ/phLXUafllBlyOpNzeK0a5XjD1dTVgd3nBzc8klGs69jdy2FOrltWIb7Ymyz8DrjXJvd
exjZ233FqWEmJo+lcr9pyVXRZnnfGs7KfbqFTFRarDAbZNqmLgn0CzjZLjG+6jxKUURm1i5DsbTF
KE1M576oy646ltZkjDuurfd+sEXWLh8nfenO4OH2MyzJ8aGfg2nbC2nX2cHkbfKuJxXq7XKQcnWP
nsyc4kh/qA4uK4j448FZNjqS8TZuVvZghB4XV4xwwjTki+LAafN1OuWRqvXdauh6jZ1QFuuhxG9m
7GVhNvVRQyE17krRRfVho35xYn9VdnuM3MXPripzaSiSOUYxxsajxrLblKNDuVW6c8wkyTPuom3h
upveaNT+lwrWsDeXIIsZF6xXBhlHVMfu56iwugtlZtGWrEWUb2mYqfYqsLJlS2oAz+HetzlbQWcE
2RDnXu3fqaWerzIyr5Igs+n99byenE6q4+ZmB382Bgok7VexVFt9YERvJ1pG1B2kMH4RSue7aTCz
J9oYdWybQ3Aa6R6eaggJlz56kROgeJlmNqd4OXnGrrCHr762RYLT5yVvozEehN0DFwiDR68Oh9up
oryIpwyFVFxxdLtddPOtz5anJaw11wpfhrVe4nKLLkSnLmyts3jyJZ37aGp3VF1VPBVNFPemtONN
2mVSaDpaRVU8DxsVx1R2QVz2hkpmbQx77W71ri9yJmWLMo7BNECocCnBGo1ZQ84HhdBip8O+Tjpv
mwmxM9fYivS4ozFu3Xn4z5PJznGni6krshMkiD6PhW1Kmios4CsS9l3YWOKzcopw7y2sspJYkTVK
AkLkzett2MpjUQWXxqTyY+m09c41ihV7QPWgQu8zAISgiWuWeJTGmXVg2ChP/uyqU4FE7lFLv/ux
Qr28URzKhpiFsLojzo+9q/dYv7oWKvE49q+uaenEVHZ1osY3y7jjcp9mPMxHAKFOWvNOXeaiX36E
TdTGjad4sX0hp0PWWf4X5pdXE7TSj9Wk8+epM/yU00bw1cnK4ItZC1qW3NiXQFF3TIC+P6xrjjlm
saYby6rW3cCIKKFf1uxqZ6LVNE1REuKw3JstADqzK579NlrLg7Z6k0Wsn6mcCMR9wFrQHZUvvruE
LZyAN906NBRjOQVPVlN06J4MlupekPIwTlMcLdkPd5rLk1XU4ZfWC8ukpjne2/W3tXN8esxul26b
94yKvcTn6lppMVOtnyOSL6dg6O5I+v1MSW+AkZ9oefDiEamKz0qEKyndFu3YNAjGe2qwLzUvbdxl
EbvPUt5VjG9iihS8fyRnv2ytHJpd5VqakKeu/yC1mAHXlgtuoXa9txBDc2gbTWClc3eqR1C9btUs
MbgNi2RWYSUwUj+URW3EWR8Rp5rxyh5kobrPkzQfkJM+rHp9WqU8+o3FtEO3L0YwtJf4No+C/JNj
L3muSmd+bUi1uxYkWWXLtO2I6c1it+jcQ2Y1+nJahva6bsLl4kxniWfq2lNvG5x78CDHlvCsQ0R+
2o2Y9T7vQ+t7H2nKOYTe5xYwFGK/98dT4Axf8crS5aHJdRH0QZ+gij8isewTW0fV3uypt0o3OnBs
dFN1hjxMfj4ntvJfWEOn17GbL9wK8qKQA9qesfSn3djjkIBlqY46ai/WCo6zV3QV3cX6nCKcWd6c
aHtyyFcLJEHqjvZqTlBuc8HJrSlSEqKt+VBlvrh0ssy/cXwe247AyGPk1Myqp+q5Q3fA85ZZT2YF
bZP+TJ0yXmouiEinSqlJQ++95mnI/ZccQxbnIr2kFRksMea/59re3IQf63xiKxeFDGmlGyYUcAFO
sM9WZX1t/aJPZe1zRHP9+kAtUO8m0XhXLlGm3yIQ8rFltyLp5qBNtqJ96iQ/6TIy7kos+niofZR9
4U9lSI+lz5+JoKH2W0a1FwFxtZss+0QUfv06MT/cEQhHNMFUh0lXMmzj4Fh69w7wpIMW54Xcybvz
RrDm3ziIUmvYlRUvkrWRdbDjOUY2fzHT+42zEJyyzPqP1oDnLshpXJfZwksZ9gSBwN1jjwiMZWfm
nn8c8/HAaUZwLNbaTRkQrvOumcXVWPvjBc1B1vBiTJamUvdrWXqX/IbNd3crMxoMDYcUsB5P7khi
1lxW8rFoKTZio1oavlpZM1+gOfzD0JTTrRrbJ3uFJD26MqRpwugIP18xJ5vpkAq4glxzrwdQc80J
6einhR7yCWFx60K4KJTe4bAr46hoNgrD0YYhHfVpbS1fCtsg721ESlnusmkWTjpKIjBJWXb99jBD
7bxYykE/Z3RSL9uVzVKERXfPdLtJpCHOznlaaYkp5ih2CmF8poFBEY2vgiOPdW07unraMtClztbw
0PbiW7h6eUpT6t5qonttyJDlKFv8xN3klpb9BuKEMMxklm6E56TQU4wsv6EG6QnE7cKvotQISxhH
ZDsl/D6nWhoAEveAkZ3E7jodD7BJdqXvFYnHJI2qtrZvJ2avNIBctZ/ESFdowTSkW99nygzHer8S
qsjeWtnEdqzrui9MIgwbN2SSF1nV93FrLspgqei8m+ulUJYB2s70D+vK1kyxaqRDmJmPGFp0HKzz
9A5x4izZ+HVeD24dJAoREggccSi8VcD2NbRqpyHMR9rTkRPaXq6jxYB3/YfSYsiLkNmAv0A++lOC
9bswIJu9WUJAL5PBadz+ovaFvVyu3ma9Z4I4q5z+/Y1wu6KCAGxBapyF3grqy5sLhetcdnUDi4Rp
arBrpwCwN9OV7HVqqR3TiJu6UaZFxaOV+970jvr2LYHzfH0AAfCyztGkeD/OKq1fpGZzH0ZZ60di
JxrDreKMNqwbewLhglsETrMPDbBCL+gnyunaHCvrztxghQPD9rKUgbpRXOVRZ0bXlh7Vv3yM/0hZ
89hyLKzfimV+E9n878Q3h+/tWbai3v5T/w/qbn7SZP/Pfytb/qK7uf48DkKLUf0quvn5N3+Kbnzn
D4+nFycP9poADg2/6Z+iG8//Az0L2ho0jBDg4HT/W3djmX+g0zlD4ZDYYL2I0L/+t+7GNv+gEQ6K
GYc+9gV8j/9Id3PW6v7yzNvnhDsP6isCHi5EsMzvz9xWApCUMliSBo3FBRkQy5NPd79Im3Gpk00z
+VOq91kDNWnxut3KzzMTnB99X6zvKNnevH7nj2KhXuZbnZ1wmIJ+/yhNxNgwDMSa2G2ujqjBYVEh
BjgGHTzPhKQafS+Jd/nak17wp26MR/Pv5UdvZLIYFn7Cb2F2YUNBsv3GC8KCbczK2Vqa6cVHpsNb
jBP9O1qd/ZD3/zBw83wxcJP8cJzOmNVFby6GrM332GG6tDJc6FrF+Nnp2Jp+kX/d/fkL/iqoeqPo
/NdFfmL+gJFClPr9ZhZTM+SVZ3QpSWgWvd9ySjfktB/+81XOT8evTw92X0iQuKjPX+UcDfz7VTo1
6bYhrC6lu3rvGZuIl7x/jILte25tr3LrTuFU31VDtPvP1/3pC3pzYUygjBsiTkqET57FZL8slayS
g5FrAFmV1xpRMvaiWfdyDvtn5u+u3mf2tpiJaM3PTrZt14vRRo+Fm3EE7KcWIMBY1mWacVSpyFCb
w6d1NSInIVtgeRbORMyHixe9iI3aAv9Y94g308jfdBKqxXnUKuRfG5h7zyhUGZBIX2anHkPGzbog
gTzZ41bZsW3TUohbJn9BPI0Ep50iNQSUfYMLgjKqhfGxKZ2PA7csPzrDeJbMaMYKO6/0Niq6TnFw
Xn0PvOY7d+8vvxp9NUTsKFJxPrGxvrl5HrRqOeVjWjdKXhtmNu4GEb23bf/lnQqA9WEiwWxB7EX0
9p3SYlG1pS2dziZ9+ghJ2Xn8xvh6mcz9RGmT/Odv9cYTcFaDwyxh70aSiCbtbRC2b9QdjOZBp6T9
8suNnApmv3fTvCtN+BKtl1prH75zK//mS3JEA8nChJKI1r9ABIjtQgOccQyV450iXvOoKWw5uEV3
zSr+ob/1/BXhTKLdxHgBK+Gt1Hfj4ZgGKxzTgE5iUg9028doGd75Tm/rEN7kMwCE9QmmMJvWW/QT
6jhbzCxc6ezJ5lOItNdLm7CDl4E2LnwMp+7KGNG7pxs+bHKn+6DeN8JlxomYNHj01zMgTOFV+fMX
/kc1yP+uwPj/Td0L1+eXh/0vVcZNO8yf199KjPMf/EvXa/1BmxvhLCXDTyDR/5QY7h/sZGeeuM3o
BMm9wyr5L2lvwB+x3J/XTp9CA0Xh/1QYXvAH/eyzsNdHgMaLFP6TAuP3txJezVn4DlGUWTYC17/4
FzL0ke1M2ZDaizS/+obV3fmtFwyxYXcoGXWt66t+AeH+y/15d/s7X5by/Uz+PjO9kMq9qSU2J1hN
e9h82jjgHDrKjkNhN+qdiuXnGeff29Cfl4m4VZRwbEI0D39fSSO6Bj1Ney9ds3p8tpRrfPBWY7ht
RYV6KBKe/ejomeqlN3Wok6LW7odKw1Cj869qYqQKE1R33bO4pI7yoy22kI+C4kUa/9X8eYf8oVp1
Wi2LthMlBmBrnFDQITdmbV2Ltdp0ytSk3Xa1IkVqj8qseJSMaMvYrTQBVpY9WXnSImzE101fWCZB
VLHtTQwDs5ulVOM3U4hapGgFR5V6orU+l8VWPkZjYZMQrEqZX86qmT+w40093VlhftQh6pcYvWHD
iMgn74mW6EyHl/NtPV1kTOY/OBUgoZhwHqYGujYjpOGrU9Fupxkf0M22TISNTM8vBkW7KOlXQpt2
NVO2LbFElZ/WvhPtzurm4cZY8wLdDFt9Bd5G527yX03VeRzMBqjdVe/eMer3bfbpub2U20JgfKkL
7pRAo1WmCGKhqf3n5+v3df/nD09thfuI55u53Vv0OrqY1sEG5qSMU53dmBlWjE2lT3u3kYkwxXtY
3p98rzdPGi8Q2nCqZF7Xtz6gIoQFxx6D7Jm2rU6bsq2Cq/OwtNh5yEpvVW7b/U4DKH2IwA31tGmk
KA56zGh2jY4LqpUZZU4/SK7li8dO+QXDD+0X0x/n+chebv1AXcdQxujXaj8YYTchIp3sB4Yxw/mn
yoO4kUoxN1vm4URba8iS2cqqPDGysnVirD0wuLOyK05VICJG1wEt6tiJUPXFjtUaH9WEOoZRRRSN
KaO24UISw9okXrAiR2mrXHzamrZ8DwD6Nz8VEEMIrlQH9LXf9imiFVFk7QUWGTk0XIuKEZFAFLa3
CbA6MgGy3umL2L8fqX4+G9TD8JjOZt2/cobJrxq9ysytFORO8KVGuJYWntMmdL7mGzXgBI0r5A67
EBPl45l5T6hvBZYnFFH3Mcc1RDHhDU+bN8wLbVV/GBB1m3N1qKyqf6GeDQqqx9bczyF/Fble887D
bbP4/1LWn7/BuYTiMOb9NNq9jezLG/QYzZYxh2iYFP5UbF3WiDHqGLFSJGMFJRrrZT35O0+YGyLA
bWvCnZA172mNMGpJm2Kpu7TMLIROoE3oXrftiAIrR1SXxU2vRoLHumm89HM3ZBxPgK2OIxK6bglg
p/LWoRrBMJ5THN45O5yX/t/fpACQMPUhvmPsUt6b6tdXbmO5Q0VCGM6Xa52ZzU56Y3PcZPNeQ+kN
oed8I/GIgsbBJMHZH5Xq7/sDeLFgGAm7SzlNGGNayIVBw4ZtvEw8jtW8mcYyf/OQz37qNyEuibeh
ZSmdRr6XDPDXfRjjFXsw5lW2xOht6dhOW9gPEKB2QW/1u1zZZxMKgsG6D2067dIFrdZV79XkPzfA
3282yTWkysD4gPHA6fr3G6CbnClyoIudO62g4HQNLmlf6g6/TmYMHXCkWcqUUSMUhECGKpnQ/g7Y
Izz3quoZoSejPRqSDCZFH3xjModCMqIzh3ou924BAtGKb85RIPFoNDJD++UgmlN25ooUHQjTsR5N
T1yYdnlJoGaFBiGTdOSxqk63Yyinfk8MI5OKoXXEM1KmKo87uhzbLjBX5C6MSkcW0whVLmIVx/0Y
0GRuQVMA42MiGpjivlxHcUSH5C54PvLuBMIVYG1dlvUtRxJ0e6yoGybHxh1jn3rdjYtuRNPwD3ck
jIZ0TuB4kiNAE/O8DP5yItbFlmfRUFQ71ATRd6H78ggRSlwu4On3pnTfs3L+ZVn9eT1OjyEVIvxU
astfr7ewLaCorqudUB2orQGzEtOnyEgmT7vILyqvf6em+8uLi20UFC0qKAA1YBfeFFvrYue+lbfV
znGXmte1sA6rKlZ4fHJ+/M838w1nghf3fC2yJ86eN4g4b+vH2qpIBqQO2VnzMl8tWH4OIykUbSzH
UT930WSOqTC85apssu7DVsALi3UxF0YsptH+8c6n+ct6zKc5p+tRrQfgNd6yoXThZ8i2u2rHu2rp
UxXZ683M2AZnwySvutxoEcHI7RtiT9wL3qAQ1PrhbtO+SJ3Vyq9akN6HJuvfO5D+JDT89n7zyWBg
8NmQVLLSvVlMDeusTUY+vHMWkcmDkq11H4K4LoGfMYWLMwl2P+5n9odk7kW2JZ1V1Z82YxBMXJkM
+Um2ZhYces8IyqSfoM6bhehwwXjgwZm3GZW+rNbAeI918TdPEz+vT+MKxtL5/PT785st/cY4Fla2
NFBydYHoL3mHzQfT6N8D9vx1GwDq5XNzXGYZwKmiN9fytfLxFDBUrmylngxzaI5oZurPTOWtm9DV
+acCJMAJ9c22n5QdfhFN+15Sxd+8r+fzIQ8RPxc15Ju3Z8OSNOW+n6UlO67YL6bbPo5+XR48X2FI
20DVvZelZ53/zTdPB18a7zO8Y4Atb1ODStPpUQTUWUqeX+cdtKrNEt+e2zdxE4r6qXFqfZtnVXXu
45E2Fqmu75MRGPj/5ezMluNUoiz6RUQwD68MVZIsyZZHyS+EJzGPCSTJ1/fC0Q9WlVoVtx33zTcM
BUkO5+y9dhARKguRWSLLcuNsHjorlrUaDmo2WaV6q/C+lCiAODjQNP6ytFgJDhe+OuuVu+cgzLab
fI89mf3lCOnQ8uwzDn3OKU3XsCDLqoncFOlbKFOU7NE29p4MWV/sJbanIiWOUrcWsJXczS+MPFpz
8HR6+GEfSHp4b9/eX87BycOllsj0tLt6ISftA/yfCd9GLFeMPW1Y1sctvQGGqJAE9ql8L8kGMEPM
dv4HwiCcHmOE1N7J2bdr9mIWOQlr6eOPyKWGDBRlkrhdy0UAZ10wPMaO8Ms61oyckOZiGvv7WokC
gU7Vjn+01ZhYIDWrw2tpbgCFSMQCswNYEXCXCPp2/mJlCCbjec7zz66e9+BjuMLyJLNize+KzeWQ
UDhldZ+6tfw8i8n8BWm2fqZ1lVOoYx8/sxUx7SJE522Zh1oP6i0kErdiwc0c/z1elO0TmMX1D07c
Qtw5Wc65Bi/SxHhZSp21F+mMG4I0aJlvrGL8YFdT+rSV3gJJe8jdCIfdciXIHaFnn2YYhJDQ/K6s
VfwxnDbFwafnwvvL4v6RA5zoQkUtVqPzbgEpS8emZjBPPr1PSyst7eil+fqYFZX90bVn9FJvv+lX
vlxUZpS7mT3Idjr1zmcZNBuqJVrMNCbuAORokaPBG0J+0l4rV5rx29d7bbpidWWXjA+bFfc083Pq
l7ItMAnGS+qMn0ap7HjuCxJd4dsettFe2MYrzzpwBBW/nMkjNcsYLoFTX5k7aAVRqwWyB8/b3J/K
P8Ob3Yxdau6oxZQRCMXsm5EE78W5NleroJIb/F5VkX80hAN1RmA6ePsZnG2XKT/sCy0bgR2c9ZcC
88/V/XbDVGf6aTyi8oxKw+/itDW2X5PTHW0jU9eWVsgLeEu+jPMZB44nNGyojPTkTudLZ9S0gFlD
i/MsmJbItBcPE/DcDjibx63myMTRavZx9tRyuTIQFzVYwuzx81KCXsXiknq0/1tde1f5Jf5dHHEm
RCzXX+1E3wr7s5bPFUnN9EZ+dlVNXbzVlKDXhpmDJQAPWoleotTzCDN6sIZI3xA5g7xBru0EaAaH
MssjswxaDWu0L+wwqPWGg1yzDS3ciGpDoJMb4rPhUHAKyQyHK59p4ktH3tmfqZqah4nQhg+iQvQe
Zn4JLGhChGUc+7FLH3CC9PnR07bt9+4+q4G7yOreJuT151xbqkyMas3RghglO2k54WSOZFqafbjS
b7kzpM66Bi1zmCP2db4Z25u2lKEXbKgTF5nL76PnaLjMG1v/TppMqceFWdGbGNBI/tQxmdK+UqP/
Ual2nQkgL8kbm9x+/rgJA9rAanXDxw7NURCagyi+967d4QYpcdiFs+UWd96KsTJ08fkOoQe5+j0C
maGMXF3fcGKuwDgJVMGlEDZqXj18UZpWRMNERghdqdTWIne26lu/G8c5qhwPz3Ja5L8Hx8NH7NJB
vq9U2z86i5SSA003/UFsDfp0dtf+CiiM82xUft5GgW03H8jbdr/0cxd8oNs0fBKaJ79iU4ATa0+p
zCLcQGhLWPltP5SmhsKvAdH/DcUmspZy0QLk/c6E+LSm1EW5sujGb6SmuSidJmCO0RTgU8LW2Pqf
y9bFmILbSLuznRn7v7Gx60K93unHvimD6sZ1FcrGsmvK95XnSPRxeWtc237XdTib9lplJmU2/3j7
Gz6fN+lqI09Bm8LOFNreyxnEL6hsGQHWIbWUecLK6IZq7nanBOY4PZCXGCfnX69BP5JmPucwioKn
sXhN3sGw0EAgz03vMmdY2weortaDMIzxwlHo/KcBsWRTQnmGnRxlwZc/rVnqyumKiumpGn305XV1
70vNIGlmgTmwUkN4+1Ge/zTaC5Qf/Z0htZe2Xl7PWCwCpx0RxKAK3chvcC+0oNbZ6bja4e1Lvbb6
sM6xZ4Tw5NDZPTlYmkWm0awrg3hKx5TPsA6cu3b1tWuJoTjxisn+spFJUh3RtMl37GrFg6xmZL5v
38crKwDB1zxcnSYJZ86T3Z/V2cTal0sQ++aqgisxGnJL8AsLijbov9KEXi0Gr2ZQ2fL/uPSeJUAF
cdclnGaw+SPiR3JJ0jhXVXMjke0dBLW/63VY2putUcMVETCXBAMv1Rd/T7w+ZEXyKekvQnU+OaNo
o5BOt9YMqdW05DGnh8DCR64jCr3BYTGAzem+b5Y5iBBcFxfWvlcGNOOZ38oNcBOnASFm5xpjV3Va
nHmevYtXJQfFaY58gEkSw5/on95+vZw/zhdbOlM6lQRSxQB9nIxpU1dNUQFiibvMrYqDMW76j6ya
BT5EpOnqagkU9DzXqbM2DlbEq8SIABV8WEYrn+LA7ijcVarzkEbP3Y+NI5eIclfXgoOv7xN4qxWs
gZXasiaqscUWUUZi+wcvHcufLfJoIxwpkd7VFstUXPhT9kiUMWUaaWcjIZZY7cdDFwzuI038bQ1N
f2WlQycqLOaWwL1r2KWvYYa0+VsXoNOJmQHRMGj5VKpQ9rbjhwrZKUJqKjKJS44s/rMinW6MwVJZ
KOasZmaWpX6lNANvO5wW6nQF5Z5frVAoL5fClN9l6/r0z9J6iiQ/Hy+iylnvQAl1PzxvWQUWhtlo
Yg1z+YgxZGZ5W7OqSrGY+6KL3cyXX7ZcDe/bPK/3O/BTOBnWVs1hppna5zqogA0DiUY622ClopEw
59oPVpCpw+KrUJwKTMz4MeDCTmGvj65GEyOf/nRycT6OAEme2cjiJcMknWWfilKfyljihnv2VZHC
CRP1rHBIWfKTOxWVlqwk3g2RFIY9hE1ezWvYTHluhWj/sGmVQo7ZbS91/aFJg36OcbKLK0mNkFIF
pUKOgyMa3eO2eOJPUBhDEeqkkX5raZlQvrQVfs2O3cVNOpB5FqL26zFQbOnODhqsfvi21oP8xcxT
2jBfa0EfP1/7a6tnz8LBSqELNthpjKG5dvZvZh0yWCq7XeVRx9VZv7cUqVQJPUT67ykAHztsinS0
b+n/bMa1kZUY8SZYLOahMbtNhnYAhSfRp4xqK+1H34k6E3ZN6GTD8l1iyW2PwivQqubr7D2uhYa5
pC60gDWfLThGDtsCkGnorf1A3MS2XrlSW38WeIzX2NeM9Zeer86vLOBrCntbC57ZnDnejV9ZXXcs
/NkrrmqlO8NNQZlHC93O755Bb6wEsVB9uEUhly+RM+47/bFNF7AZm62eFlOs73pHb4u7vLDw/Ha5
XX6b/Nb+ZWwpOCU8I8xEhbvS5gugFMxXZjE400H5yt51Y7PCOIxHJEtWtWjJ4IxEyNrpqPO7hESM
Tbuz26LBNTSHVPVUinis88UBwdK2n7kTXI5mkdfYIDXwL9eGPtnFu7Gkcn7oqdj89wMH6TQGLQmO
9D5BsCezkSpJSql9FPHF2FIeGSZD4XGhz4oQSFfltci6/Ih1/dJy+9osaKENoKZKHQ8ly8uVPas9
B87UXppiB0W3DtNwCBJkPXZTR2fPoVngQYh/0BsyjkKMY/8r6vg/pXevbC32YEW0SJQ42WGc3IA3
6UinRcU3XTjtjbOgz87SzQ6LIL9AtD5f0TnUoaBhTeU4CRH55U+devJRvNX246DJ94MHubsJDpHs
t+ZA0nV6xzosKrsUIX/++9iFEqODfJn3a3gnvw8oV2frs+fF0k+3a5YGcJ/T2j1svn4J93y+hHOp
feuEFA/1xmnbThErqA8LBStz07u7yiXxwmyp9kyTVb3HyUkUiJ2786Mo6wur6Ss/EvEVfm0H6ZDn
nirK4JxkRjnqPFpXGvd6JzgP5Lb/deOBXjiZn/AO940KIm12iIFJ825Xlbx8jTuxR59tyA3aVGfL
U68KPcZSmCl61PX0x8OkVxyL1nO3iHQcGbOtSGXCfU955G+9NkZWn+EmUrmNbavK2/HCueOVh0HN
E0EYDVTQj/5JTRzzPfMIVI9YVqW8gxdBcFCtTbEdDJf6a68MaVjbwDRR2ewRmidDOiezCIgXBjlv
hJ9gasBtYAt04TBI7b7FjZPwF9MlAev5nGGgW9XpkBBzCfHmZEgr8lI2paEPs+h3ZcfGN6ln16ox
OE/j7YUCpnXXtHuxuJnmpD94eHX6Cyeg1x4yxx96TIyG4GzDSLMAo0gPvkEvh+a5pZjyRM4OuoeG
RuHD23vFV54yjfBdlU96MIP75PeOlP1st+p8SGxqEId8DQYV5kzW5cGw15pfnetfnSkdLmyKX7ku
5WXmKijDzB3+3hb6pwjVZ449rMr04zEou2Ry9fK54+jTUgXCmk2U4HREm77998Me65DOGXZvj6NM
Ozk344DV3IH+KYsmJLijpxi27LXaLkFBPl1QS7wyZ/ELKbaxZd2J6icXAzcFmYAPJQENMWPN1JFc
awBPkyVT9W+liLG3HOnZ4a74LZK3X+wrgwiCJdBJpmYe8mlT3KuWHGSalSeZ8rNP7SLma6r7+p1W
i0uK5VfeJcd01jk4rZw2TtuzIIQr9E+odYxNdcatZfdaktY+58iGQjJGTL3yErsU6X/+TsydHkz1
GAWCztrwcgxhl6t9x6JNawjLewaI1H3TfR9LZro4V28/zX04vmxIvLzUyau05DCV0qRnChvcNKO6
KTXKO4ivLnwW52dFk6YSMXgICnxmoZP5lTLlbOrkkSRlm7e3vu+L9y0dr1utBYzgITI7vP27jPN3
Z+IJQNJDIh4ZKaeKkZmTVrlTs5JgGRaELGUTFHi7WGj6BFhOf58Wo/w0BHmwHggvw6ZA1RBTazMe
Uxo/0Hs0QysPLTWjHMFY2TpkBaRd3Ku6vHaMlPbt23d8glne10jkFqyPHOUdhInOyczBkQf6/A5P
yEHYQCnCC/All+SOvoddAedkZzgUEXCIYEokO8vn2WsmL9bGBjYkhKW2OmZm7j3qCHimeAI+QdkX
4sL3keQejSBSkX5aGiv/rptieFjRCpXhWLWNPCASWr40m297JDHYezy37TQm9cNAmWGP+/SSmP38
G6ZEhNiTX0yaDAK5lwPc8BqE8m5eJDZwDrxojX+/+tWPNLXNz28/1Vd2Hgh5WHR2NTt61tP9VQlD
tfG0KkssCsbAC4RxqKzF/zD5pXVPLXv70OmD/DhzZLq3O2QslQN5jvNdryKvMlp4OS0+1in1aOa8
fW+vDFEb6QeCXmRblAlOnsLWk6vUFwUv3Bjb45g32yHoNyg3S7m9NyZ2noWz5ReG2V/R4ckXv4cA
0IMM2P4hhnz57P1iUeXaB1psLMp2aAZU5h3sLmARfStXnZBFiHbgTCvDOtSVQhvuZJn4berzENyl
i1jraAwkJZRUSQxvyNm8R2KyiubYzO7FRKXzbcvOMiZLif2/jmDlpLCIRCvL5o4ah/CobtggRmu8
7SuQLn0B8XjjWGDBIf5CN7TboLznbPjf8hr/fpfcAnVFtNj893eE/bOis8T7lW9kaDa3vDmMrbb8
gby8fXt7MLwyQQLjRZW6R2ug8j6ZICGmoinY0jzpsg0aXC0NLdkqVcR45bGpDhmn/beveP5p7BI3
IrcopaHN+Wtz+3er0gA/6IaxcBJ9VqDszKKvPzubN9yhkE4PWpcbH3LUQUdH9SNMQ7ciMSFzwLyJ
yhs/yTzTb6etqI6FQR/r7Xs7e+1Y2yhnIpGkmYnD0no5SOE46sswuk7ib4LS0cze/3Fr1ZglurAG
49itg5/DlLez51WzZYpjykW/8vZNnH2f3ARSYRP7Bp8nh92XN6GySWuabvGTbt0dx02zXSOnRqwz
aWnYLIpchnIpk7cvar3y0+H1s3ghY6CseqrOmUwsul1RpsksbEEdzbZh+rFvxXBtWkvVJUHrltYh
q1Pro1ml+R/UluKXmzfypxQppuXe8odntW4D07sF4jcsfJ+C16bq9IfZ6T0UiWFzh3CdavnsgTW1
me/r0T9kZbo8yMUeH9jEFkjFSyXxFJLNY0Quc/TRL9ayAahkrT+hAnZ6ArvE+FAveu3hHpfZdr3Y
pWdGdgYjzqhcB4Ym95l/YKe8ODe1l1qXEudfeUf4mdEE8RXuW9LTd2Rry9BbI5B8UjoBxzXj+8m1
sgP+53ec3/IDJ+rg0sA42zSxkaH2jONxP9eyupwMDEFGzND1AFWNXFx1VI1l2K8eupK3x8J5W2Xf
MWH62m3ObO7/jpV/pp5Zun0PTYtfRzjV3cyiSiSAkx3tcrSTwW+HuAyEugp2B1XmwPajrmd8ffsm
XnvCbICp7/MFMAme/FgkYhaELntMRgNoQFsUKmE+kNGqhEWIsA0kdGH0XfjpZ0cMvjyd1hw1A6Z+
+gcvH7GBTgjR5iqSFSLvdQsgPG50rbh287ROcuwLRzWKH2Mr9AvRIec/d9eVIdigCxngszlZHnMN
zMZcGSJB/h08mXSTomoGOReqoGy2OBXgcEaj1OwL6/LZ/M8P3gcUEzJ/iMp8+YNB2DSekw5IsY2x
ul9xGR8Xq9Kvl6kx3pFEM/98+7WeqyX3C7L/4PG61H9O1RIjJGP404VIigAUQTyWjRNj2E+HXTTh
P3vQ5mK3HIGCgQkcRFR7k7of5Ep3vjBHfb7wws9tOfv9AFugsImjHy/9ywfQaV6+sqaIRFOqa4t4
TEfQJyiRZ2A3pVYSMbiNKGgmXCRBIvNy12ND2zUjuInpEIE8EO9gTy71jT9YVpXgUREy9FgdXLbU
xMXCYAU/cxxrSTfb1Lb8z1ajJ7pB7F2+l+wUv2s2Un+22KZG7amG9TVmVHPjYdXZDlfQ17ZbMRN2
os0oMUJZeMuy46HEl8qUIBRKGL9lVM+F+z6f6/Qzw8Z6tKy1gvAuh/yrrlUrHESxLQbtAQM0+Aoo
7lp0SAyPfTbkjzgunPtNNkrFBu2rK0JWrAqJLnrNBEuGlcbOUHfr73SkRphIpLxHk95EW+xJsnT9
ymoIis9jIIqjVxcDCJxC5t1VWhAtdc3uODsYBbSqa4vjwZdWGtT/MQFt1hWuAsRBizUN5rFaZu+K
hq7uoyBp1LMCnjMkNsi++cKg3z+mF3tR3jlhK+Ra7LVBNDsv33mf0U2SRd/t1JXlCtESCD4geFcO
1foL6yq1gfOLUeGjUM/xk4bYaQLWAMKE9BSzSSrOjNPjotntUw1XyqC5sGvlNKl5PzmipniD1mJ9
YndkmZ9aodXqwNZI/1U6QKTROwLui7ptGZ8NAhi02Ne1Tb2b02z6UlFQ9a7HXZt4U2v6at7KtoWF
qI3EaeEC8pbPeGo7Ix5d5dpxqW86C+VUtZ/KHdEc9XCnJUkBHEvjBUXel0AABMaKZSv/w9gjeU9W
x7WaOEXwM8aDbmHTmT3cO8sMTDxadAxYUQAUWYQ09xBA2XJ2nFtnBP1+xYE3eL+21fAbeMy2osaf
Kz2skTs+GErpXhzUZpYB9bKRHzrBrH3CJ+7riZfl3S19TnBUnAHEAJ1oayYyOigvRSvjzonAoHXf
KwAzKFsmF/6rT1gtYG/pelcB6Z3LoVrpRDPnOMAAUYGDg0RlaEcj/VYJrQlRSOw2nAsP6dywuG3b
4FEcbmV7VRAjaUYYf4zfBXGFzaOdwaqDLatTFqacrF+7izsj6gEH24dIFRHDwNXQfrOd6c3EUVl2
t9ST/02S6ebzbxqFTbYIbzciqqGfQw1qa/qgsqEH6U/IgxGhcZie0N/bCz0cq/gjzGrwP61VOq3H
XJXCRcoj0wns7WjjraIP5tz0lkyDqM64o8OYi7QK52yS9WeGtqhAKU/yoc48o05Uir0hBv630SRc
e/sgykIS+WwITd4FRlZ9Xa2ssI9IFXonBrikYk+OrR2xBxQy0lMbirpZUZ0Ljdqlbh44Gmg9pYMq
OooULmGU9ipl68gf5zgGtKKOJIOC2WanPldxg+33mZ4jOEFsmMMYdbUDJa2C70/lG3wJ0kiguxk5
lB/FoOuPOxVeRND+S9zzZlA8OrAJshgSm/hcGSvmIqOauSmR0muK8Lype+Qt2U8X90QWBnMKba4T
MMkzbykDWlXIr0Ko9wVcHteYugfi6Mb6wZrdzQydckFLPY2VFZe1VI9zMTuf3177XpkJdoML9hZk
MeyxzZfTjjWQhOGaYk6oMMqPIBrza5W2JEwU+QM1hEsao1f2Mnspb28S0uphsX15ucyBMlDn1py0
qVkB+fdcznKrNlTUH6o5QVQDtNvI6usWxdqFrO9XtjMUawJUkd5eyLT2e/tnB6nMadUZN02ytW1O
oSvfol0XcNUOJsojMuwegR39NzIHJ2ZEMAwUzFo8Xr6kk4s6A+eQZVi7RPMbdHdd7yQVCsqDT7nn
az5I5/j2+3zlR3I99uFYLVhOTmNv59le5zZjGWnbbDv2rsWZx1VzYpViuvbSxaW411zS3ry2gQKW
YCF+oYOH9Gc/yP3zaDUCI3RrokKkTdrkJezt5LOyiRbECii1CnlcW90ogg+QmFsL9Crfy9vhCt2X
+ygqG9Lg20/hlVHNiZFKCUAUA37IyVMXeuNCdirGxNOC/OuwCRQfqH/jqRBbMnbrpa/olcV7LyHh
E6d5ScvsZFhXYmm1koCHxOy78uMwIIhAfBPcorgpLrzg82ounbm9zU6zgW031u2Xz5qEX09CtJMJ
x1frClVCfd3z/0IDsd1kIR83qYdCO0xTadCPyEhKqQ0ElAK8HSdSCCJd6wKEdE0JTMQD4+IqcsZ1
c3L8+O238MqZzdmVz6iKTI8+zF9/xT/DYnZ16p2zvSS5EPVXfHTZezx66rPdF7CUNfj+TwMW8iQn
xOBTQBP0qprT6dIDO68iEJtIBWGXQdMDOx0MWPgDt/UKIqrsuqqO9uRmzecmQ5aQ1Gg8RTxUaviU
G2J2Y8LkDB3XdtV8ma3N+JaxbO4m6aa/lwi2f5V9od9sYFQJzjRqilOd7JZvKKLTT3ZqbBcm51c+
ZiTsnASQslMAOi2EdSCmW1dsU9IFq/duRsmaEHe3vNP7FiA1mv6bbauaC7vD/Th5shGlNMxpiHO2
Q1Pp5NvRMuSR/kQzy/NLEZtOO37t+ozkov8+OJiDTQ55lPosTvcvxzG6iRK0wy7t6mZLHYAVtU+j
MLN7X0gbna2nxqtm6KdDndtDf9g36Lepkbb/j2dMNxgdE3PmHgj38jaChiOu4/dzAhdTHW2pG+9I
ZRljKpTlbSu23wYr94W9/vn0xOGO9jqlLaonVPdeXhORRhBkNdcs2rK+rudc/SywK/sRp70cTHZq
vbvwsPd/8eVL5VzLtIttmCoiaaAvr1jWrjs3+sYyvxa1EdtqsI/E8nRzzCPNPxi5j+INvi0SvW5y
YPOvdm7cD1Sav2vVbPy5cDv7fHh6OwFHblbE3cV8OjFQRWjSQRGp5Gd5jo2MKcKSU3OlSR+BlgAT
0Lb6cldWgG/hJBSYl+zs6e2bOPe54zRlK7InqNNeC06VLUGwjEJpjkxmwxJG0kOMpuHftDDZA7cC
Ajlq3IiPz1nj6DyOD8MGmjDslG8/eJljqtCcsiUN9XEcn1J3HeqkNHptjVfqFk9KSzHGu0s1XlfF
XMurZaxgzhNIZl7CeJz3MZhjaesBD9obAziqXr7dhUJEkS2DTDAcNXT5N3HV+DTn2F9ZPDtlrEyx
Y3ldUbVMOq0wLLSLaPFD/FLUOnVwGv1UEHUl+uamyPWeCDCrv3r7eZ9Pwy5ah70DuU8rf+Mb/90j
9NMKz6OZ18Rh706Lp8Yk33ZI25DNfsQpsEK2n/XrBv1jYi7leOE7f/XylAZ1cycCGe7JN0edrFyR
hKnEBQS/whe2RvKQvNlLbxuv0/xIjLS20bjWjgxbeJDjLj9NtQub0L/N1pOhzy6UTh/MpR1jdbLh
3hy/ptiHsoVVqPfvRLuV+W0BVNl4jxoVG1JGd+xDSjH3qdfyXLsnc4PE9KlogpsAsD2E3tyyQDIQ
3aLCyvaBQtTGBoBlUCQ6h4vBqTYMiKkdo5UWq3ltpQgQcB/m1oDvG5poS2bCBIBlYEe6tjaEcbq5
FLYNqWG6birfDmuCrxNznVH5qtHJ32UktzjwanGZx+XO+zI3T6SHVoLciLwgK6/Hui0pzubQwsOu
yjdxs0yu+OEDdv46pov9MXOJBPwiU7sCCRz4Q+gqtsU+me39UcFJu/UWtyUHD7vJBeHc+e4MfQ1+
JJ2jByKJ0x3ToiYqWIvNh+6q4ra1ObrVnWCQm117eHuQ/z0vnbzeHRuGwxs9CIvKvrr+s+WRwRbo
hI4g2ApMILGhbnAUjXskWzNRU7Y5Esln5c29QYgBB/AMzg6mRzK2fxliHPTr1p1F/pmhSMvi7Vt7
ZdGhZ4gxi20jpevTMvKezjMIYU7JvBXaE3EbbYwrYfgpF/ENUMwWv325V/apcGwJN0fiRtEaAMvL
J7EMqT5P7V5jyiw8ySH+SQZsKnWvRLK+1PPBq3VSi9Jp6ps4YD0Y46XpauOwSrE0SYBFZImaZUEJ
S4If1vR+s7CKVaNYPizpmn5YUHzbF277fKx4bBNZK2kFUm8/pb55QUHkR71VtBlS+kXlNC+HeZTy
XS/y1P3vF+NSTEomx0SfDcjLRyRYWzJlbmCCjMG7CTY1Jr7XdJDTp0sN9lf24ixybIL3CZCy3ykc
Nhg5ueHE2pLOyZfbjSy9bxpV6INduxmplFz2SrLNPLBoZjheYSgjlryEmzvf0FKsRyy1t9w5Kfn7
3//zdXhpYNIZD7bEYXf9CxGJt4e/gfEY895LNNS5C+Jvp/MurD1/P/EXnyUMXiqe5ACDneM4crJC
5tCOlnSAijGuOMtu5kzX70exVdWd06x6f8hHAjqOOeWYpxKQ/lO7tOVnZw+nPOq19P/Q4M0/kPTJ
A3MqGsOs8egxw3LuhzWsx0JArPeUQq6eMpFr2LsxJg8iS0GBKCJLFDEwaTSTTgkHP52dX7Y2+Y8d
UOU57lHebTcFAPiPhMCS3ee7ZM+FA3f2x6VyvxB1tcxLSHESWL8QXv7lwqd6th3bT0ZARjgvY7Jw
T/sNmK5WDHK+nSw5h9YxC8ydPdWPxjtR5kWawDdvr4irHVki7P6mLGadxD8EOY9v38jZ8OAt8YJo
w2MIJ7D7pAaOAjO3zazYgGYPLVlRXdMTVSSMLqnkbHjhJLXs4C8aXJO3L7yfaU6HB/pwEycyT4Lv
4OW4VK2TcnInC2w1Zd7eEC02sqzhnEHUPzvVlz53ywwyiG9IJOaruvC7zyYdfjcSN5SZ9G8djvcv
L19l2NLzSnDwrEGoK98hr6ctjcPmUwn7z7+UAhjfOh8DPr8ziy7h0CaS4Y04ViqQYT7SCw8zd5VJ
Pkr3VtmcShSJrtRL0uz49rX/ivFPHjOyWzB65n6q9U97HEWhc6DLIMtDTsJYijmkozgf1MNtR3yA
H6+0j9tY81NioIql0SJbkoLHLrYs8ysWGodCcqPr6/WSZljndEWmFQV+k5zblQzqENac/Unj9n2w
tFs5Qb8p00ND+LIeT3pnqsTvpNmDBe7695upnO8EumLUr4whe+7ThYC5geeC/mNsxKWP7JWXTDgz
wvZdg2tSgHz5kh1p9NacOkYS+LPsb3TNMH4T4JOP93Oe0dkAidVlh9Txtp8LSc2gnTDOyyjQvbVP
xkF5x0aMdrZbyrarlf1pGo0w8C/hxl75BnfprI6gPPB8lHgvbxOjfJsqa28WCCJuQugD287I8f31
juKsK48ZFjpCpswtLS58heebJz5714GQw/PxbPdvxPo/y4NcvZZZejKh1rQamTOq8L8sy6SeZ2Nm
XqwKauA+SPsQiZB3TzFX9JFDXMuTjQsqwu5bXPhazldN7gihJgVrCImM2JOJwbeyrvR1RqxFM/Fj
1y7qemOlMIkRK4MrDo7dDVEcbry1ffUQQIWNN8Eu78LW7VyehPAVdwt6yL3I6JyqjA1csjwMpScV
Il/tptfBLkZIqJY+ppOe/uo9KCSR7SDVB5zsVFf5hAI11DEedqFGKOYHpjSIEBYB4no00h+2L9zi
2e7S4mwHddOyMDd4Z4V9c3YLv+k8OzFgdd53WHIiPlvjI4mI7Ze67uufb88lr1wPxKLHjoZdGhvM
k68JA/6MqnOxEn+w0zbKbJG+KzWtevKyJVeh11LduvATzxcJZLsUrPb3AFb2dOqUZBbm2VrZyTgb
aSREUFSh3lTg7SyFWaMsSfsgTXY7EMu2bf+1ZMSEyVtBCLKf793TPsJQzb3jF46d9DNWyQkT/A/B
GbpmZ1ET7LAW5mZdGPznExZGeIoKdEy8PR/hZFVatkBa9pA5yUrT64ZSHhm3XT1q70Ziv6sLB6dX
3iclTmcnQ+6yh1MSd9WZNObXhov5JFVhOtKACtbZnSqa3whC+guy/dPLeTzMvf7GIujvLKn9Xf8z
0wRethIPSCpt6VgQJ+FA3uAIUSI2ZOrc5KjaLo2e03n17xVB1+FJ2Jd4qLQvrth2GbOno2sJU7Z7
izt+gkQwdA86xBds6WYXCX8OLqy4VNr5Z/9dcvfLujT4aczsoPO/AKx/fuhCjKy3lpmfQM8079nF
Bv2hXof10ZgRwYV9MFm/bZ0kSEBEHcUZCH/GDRk6OGVFmhIOlnGu/gDvAyPf4gpLp6ndVdetWeYP
IP9XjvGt5fRkw6js45Bb7ScXfQBYTr2af0sYiIRckQODhbTNxY+p0OdvzTpBztWdzfVC5s45i0Bs
6KRQTgWGkI4q5P3md8OfjTTWNszm3DtINCb6jSjX+cYkqxFIxVLk3/MCQQHN035RoS46r48CJanR
d9rI1sEXWRn6pDYuCEIcHBi+JpYfGYL+cW+YZ0u87zb4p5C9/2GUzCkxgGyuoa7TelcdprMoJwjp
T5WPqFZKZtGBbB+1lglBePzwcdRSO0anRJoajd88SRXpm8pZsi2SRTtdBzrvOinJXIG7pFnlLw4I
sDIIx1DE1wbu+CVl19cl6WACKzUcZcykrI/U7eRs7WDzAmsHvt8cE29N/EBYiAY1oTDGzIToo4nt
HvpPuUWzORBXtdqWNpJ7bI+3I3/3kDYZJNnAJCGRtJx23+01ZF5xwBqsh00iTjgQwbz8cYXPZmwt
bfHY0Y/9M5EWUmIih0Z/1UxZ92g2owKBKtXwDldlSnIycQNQXEojf+ZQYbRxubq9Gc3zGkCxJ6hZ
EHZkb6TqcmaeoxIhwTdv1g0SyciJvCK/TcLGNFCxETic9yhIR31Hz9mwXSOHPPR2D65ZVUh/Nr+h
M5KRkFTSMgzBumjOV0VHHLHHQm8Gry9JQGGQBfQW/4ez89pxG4nW9RMRYA63okR17rbb+YZw22Pm
zGJ6+v1V7wMcixJEeGMwMxfGTKmKFVb4Q6qLPro1hGZHKG8prQPMaZgcH63d+Tfi7fDSR/js5q4s
kvxRANVGQkwsf9IwtH67gERyHwoFJTcI9RgT4wEXP1DFzX6kVsbJ1YoRsztBcmzvdDQyflUz8qGH
WR+ch6by0jcWDt6xpSTcy9efu7MSLyJ+VE1dOsnwIXiEVqUCIRsYKdagAWT9CaAMpkHgWGPM6e6S
Qa9xN4fQTE/QwsANqbYp5imai18QPiJnb3Zj8ZI0Cazfua7cm7qW0NQYi2UkRYZSVzZ+7fldB2aN
XFgmU+T76ya0lXVFgqlyHdAA1PyqAaObAAn9KfLk6xCb35ik+un6Ar2zuk4vOq5x9J5QRJC2Iu+a
sH9ddJWLXIGo2zpQbYEmjFGF1c2UNWp1qNOOJL2NNbv0dVI9aYlXYgZqKcU070u9x2ymm/Wm3aER
nH8Ca1KiPjb2dvhsN4N9HLHVSn287/CgD53c/ZyAES729qQ1NXmGTQfRBYr2gnFW0z8as7fQx5iq
dt8hfrJ8FFVsJM96bGCsWJoOaNE4gWJT4NcGUjjMkD8xo/8iEVlfLaA5CXQ8b5rvMj2vfy60o5Bd
jXoq9I6Lo+VOHWL6N24alU+JMvVvxTJESkBhgUK/mmr9J4DgZn4sWeKPdi7rFZ6WFd1t2JXOVx77
cbjD4khFk4L263eBs6q5d9IxefRMUI0cx6L808Yx5mQDMs4o4EZzue+asqJuCNPnWAAcUsCHLTFV
PCcXlZ83gHt8TvHwrZ5wtcY5LRPtrdbaIgYPnyPpEDVe/rlfUMg4joDIml2v4Xy4kT2cb7p3JwOK
UnCIpe7W6QNrzeZcjnRqZadQDRYNqaCqoyVu9To+22grHfPJbP8xRuJ5ZRlkr1S2l4EanA5qdtDS
dLQAA9Wo6qPb0VlwZ2WGDKBO36/vcHnCTzc4GpVUcOkYErmggns6VBtFWR7FKjDuplVo2JjW8KDU
dvN0fZjzZTRpS6KyC9lOFutWgbVLs2ix8z4KDFAM2kGJsvAZxAMefHYOdmaYm+S51ewtCMmFOAUK
PzkESSdw/3XaiX6NQu8mwTpuiEqM4BbtBpUp44lCTPekhzH+kRvzlMWk1Xoire+4FhBb+pBrjplj
NHMZmUYIvFV3ujexTP13qm91e/ASJfXu3SaKb7AGRI+vRfThG5o50MJVDcUOH4PHMP/idDaARvxp
xFNWQi29sdA7aXyksDwLo+ROqf2u17TPmlfouMXTT/yVALiogrKegD3NQBAQr0og7u/CBPVf7Lsz
417haAw79KvnZ8rDZrvzQl2aZ82W+hBn9SBlUXKz3ylwtRRwj0UZEPsv6a4owqECwwiCjedX1Wzf
SHPjs1B0Mmao5eKrnc0TSuWN4uB9aLg1DUN16PHYhFKjH3Lk1Rs/nev6VVjzIo4TUmEY2+ICi2bO
XGtvdeW0MYpGOlFSOqcOEMPQSLo9ipjaSAJUOoQCEZotOMrgX5l1MVrhdaWXT6EWTcNe5RpBv6Ms
lvRA62Ocj9L2+nfr0RnZLRZdEH+JvOzXrOblY157qri5/tHPiIU8o+8yEbyk1GJIVU8PkdNYU6ip
QxYsRqxbPjcGRgEu1tdFZCFLklu57rfI4Qf4zmq33SIU38O5cPTzykUO1m5HdWEBk/6/sjRmuMX1
iBg9dYeiT+ZXIzSde89tZ0pRapXspxmnQ6+NDB+1qdJvbXN6QgKynPeIz8PWqURwfX7viJDTTc0r
SE8BYA0tL/LE0/m1GFm7/eClgZHqiApmkW6QYahmtwvtBvDkMDUOSjlDfsN9aeg7bbKtzxUQWAyu
Y3sy/AbQ/48+x+ThYTBavXia5JMAaoswn4xsqKxHOKFZ67PxiHWMGVljXKQLqJN8r4FwWg3L6tkb
ov4Re4R53Lu1kc5+MaHJzrlWnP/6NldeCq+1fxt2gTbl9SU4v0hQFUVdh0uScom7riFN0Dqd0pwz
zHGr8m5ekHZLIyrIpWp7R+p60cYLcH4tM55kuMNYgCSxLusNY94OQ91kgV7EsYaqkVZ2j16eLxup
3DobZ+dyLVKiZjAqQGu9akuLcGVmDwYD6kmPKeasKIu23fPc6vPGS3phKLrThkSM0CmCLHq6iYC2
Up6zpjzoAHEeEVcE8d7Z7gt1GGWDYnJWEmZa0C5kIYeaPw3x1XODRzSkVBcD9NCMRX1fCju+i+j+
e0/jMNF3sblTSSywYPXdVNhkcXlSo3KkWjP8zMVObzzewPwpTF1MLlWrN168LBfcwgIo3J6d0sZ3
fd9gy9sqWnRr2oP1Z9A9AYFPE2gAUccRXxrLlMTWYqGzM9OQxtvY6trPc9UZNiQvCp8PIb7BW64Y
53vV5uC8N2VBa9IAPF3oBlevMK77IkBdfyr9YfSE9xo6inKv5C0ZuOIOo7Xxcc8krynOyX7ju2IN
aJE14Ckpck3txrEMUiXzvF3XW/qxSzvrvhCKegc12ropkqrcISsm/jOVCCPS1k1a3zNK68ZDx21n
oer52JaLLlDclcrhXpGDjNZUUe70zog2Lu3ziATCKxKqhHcOocE6xoox/7CXwc0Dvp1zHHsDyai+
3NcNbsq10xb3vRP3Gxfp+RHwEIfgZBMK8dc6gwlrNysIcdsAHkab7pArtD6XTg4irKYVdv3Gkm/O
6Z0NoRLSEUgwl0t7LU5owhlENqirgmWpvQMR5cGr8gDSvkW0VXhPVaTOPlQMdSOgPJsjfWBmhqWC
pRFbrSUdZptbq57GJmhn9zP1hZSqvpmZwTwYzcfrUzzb6AxFtxdTUtTKuWhXp1xxJ2hik1YHKKll
/xlFZx4pJhVv9P6pzmAIvIV3W3c0gXUhK0efSUetwiMxPD1ZJley23ZVHfSof77GYdFJKDKEwLpr
xmNhaVJtJ+75cx6MO1qOZYB4mrtxu521D/gZFiE0DhoAzUjgV82UIh9qlAniNojTRPmVaoPrg7mw
D7MFwYsa2Wjem1WqGDAI3XwnVOBQs1vWG0f+fPXp9HFugP65dBHW8LCZZo+6WIsIcKWeH0WLNzGL
595qeTSq/ArEmTce4bMtzXYmKZDKDbyIbO7T5dcGWDFhknRBiG3TTa5T2IQskx6LCPNwyyvwVxFo
W9OiyzfENc43NapFNFKB+lADAH18OvIgDLNdUMoKEltkGgw5XdxVFsk1AVAabkzz7GZimlIfnrPD
l6asezoYZ1aZ4Q93gdsZxk/gBdpN16nVvjH1ce/ByLydoEZvDHpxhgA5kboDYEOkdzpoOxi0yPHG
ClwKOHtVh43f1J5+k9dZvxHbXBqK18mjV0J5EZzu6VBlhvZjpHtdYKixvRNi+In03vDV7Jzo5V8v
CCrUDupbyEwSvK01UaCh5EU96gSRseLczePUf4D3/hansduD0qPwcX288w0KNkk+gty4BiqlqwsJ
frACh7MH2qCM+S8nzGLfWULX3rkWrd+djid8CzOtRUd+ttzX64Ofn0eIvBDfVIIeqVu3iq/itMP1
XnEJUbXcPcYc+y/o0Rd3CjfFC5TI/8NwnHoNKq0Efq2xLyRC2GxpRR4s3WI+mks376aG3pUVOdn3
EW2Bw/XpnZ8KygF8RkBw7yHratfIiG6Ia5vpdfBsbGFPd2opsHgWot5p2HzfYxS+BaWSH+zkEUUY
j8RHgkcAAkAtOt2qBdHHBOyQd1PMdhAVEx7kowJptm1qn2ochqWCFmlnVvmDXQ/RxpzPTwrDs5no
DkoVubWfWu3MnlubXQ46SM+eldpFE4QNtvdoomzc5peWF9ESkjybHB1o3elMo9bRR+p2eTBO2vBQ
ZuRfYV6gpxoX7htqSSNAyk0B5bPWPAA+wACEX/Rb6YevkVuAcJxFWaw8sKOx+hBJzezjUtAFAQyl
31qLgZ8CoqU0MFAUe0zyVOzqwrPeXGyO/AWt8p/XN9n5AQbLRrFXisfBIZDWkH838IBzRaVA/jPw
CrXCqxTyqTBICTSzQIzK7eKD0xlYnlet+8+fWhYRUMmGs8AW91bbO1bK0p2xAgnUOsu+DB0VXUuv
xG2SuFuOQWe8KgTJ+MiAgujlv++r01laPR59JJQOllOOd2Mh4PNE72h5kULdN/lgGe0urYQbjKkB
ScQKoTllWv4lL9Ut+MrZncUvYQ94UiKFoGb9oiP/49SFNTigxcHiVPr0iS538mHuIvyrCtPaeMbP
Pq8HgU3yEoGgEC+ucRd5WhpjZNgTHnFT8xGExsM8aOa3bMyKG1QJwhezEu2bcHTl5vq+Op8n+GJK
KDr5GF1aS/6wv9oILDY+SemiBo2oLOBvJEImcs7PThb9zEp9CyV7aTgNBAMhC9cXR+x0uAS5V71K
ay3oUZHbVbCOj9hz0JYaafIMolZ+XZ/eeURKNRMCMS8BcuhgsFb3ZOKV6mwrixaoFGBeTG9Mn0Vk
J8cqJh7ezfnQ7ELPJk9Os+LbHBeT36kman3Xf8YZ90LaQOF8TcP/PQFZX9dRrVgFvoxq0OE1WH7u
UIC2n9Q61b5BCwGC5o1WPO7JuHoTIebSDXBmmusHGoE9cXJuLF90h0N/aEJDW3ZKo46Wj2tMA+B6
hnCz68rG7v0Scd4C3ecQq6kygqqF00KK9vv1yZzvVQrEksnEopJprPUy0YDpc6sbtaACXz6DWnKc
zzMQr+dMscMbQ8nTA0bezT63py1UiIwU/n71cBaBdU6MTTsAbMqad9iDGBC4VS1+Nhq6H1WufZfW
Q7UBlli/OHIUKR7HFwOFBFHqdJNi/KSbbawufqnpy6/USX6Uk50/9YmnPFJsplkbt1vaP2cPzv8O
SrcTLhQ8sbV+/eiaUBAGc/Ej4viGPgSo3Cp0m/1kRvonDffyQ17DgPQBhSWvVQ9WefHm8snEQfjY
JkOzcTFcXASCJyJv3lxUok4XwZzsLMZDRAUnUXLPOu9+uKzXDE7CRVaiGIxjA4hl46S81w9Xn5gu
HTLvRKvksu9SDn9dSFYRtlUZ9ouv4Cu5C43COypt5n0qzSr6nTZANtIacYNuUKcjTN+SBmAT3eY6
+SWiQ/MTkK8m8EKQw6ZTFjfoJoLMKvr82xRhoBHlbrzxPq7st6UtO5xPafTGtczzvHYLS6tuQuUd
vF5r9s6DbdAMj1DnQytNiSCZ2K0D/yL3VGQZ4jFozczeY+fqHBw9VT4BniSg6dOtQuMZHUH+Kokp
BEHHtcMFePr9NKWiaBTpEibYjz/0vBvwYJkH78u4VO5dlYSKukd6VYv2sSIoJZoouyi7olbF7UTd
k5YKiTp2S6qiPisIDH6p7cR4oTSYDLvSAu4RXL9V1hGl/L0cbbI80mdi99WhG4D6lP2QzcDoku4F
xe/kTuCOshe2vRW8nj0K72PByEIJQJIR1k5hY24TpeVAQ9Dd6z/pilN+UhTAV1E+iLcmUs0d0KyU
7V0nh1lxumAR9pYgrpzPep+TaEqYkgwx1sQZO+q4uHrUdytj+a1oCQ2/Fm9kvwX7+90qM3Vrm8oa
xGpAGVVR+pJvEJyA0w3RkjlDeebuNBZBe7+bY1+hrHBD3xOnLmyKME+oMueWI6cfCwC3u2ya5mZX
G+H44fq3vjB3qXMmSXGA7c6igMFDarKKmsUvaLww437ZR6lZ3qlqNyNquRgbKcQ7yWw9d9TKCQU0
uBDQME/nriAiFjLe4veIHN3qI5jqJ6uaOvr9EEHFzu1CUIa50hHgi1Kkth8BXf8pLGiEOxNXI+Su
jLRFaCRU5rchVdBDKUWMuKhjLMpx4rpRjgiCtD8wwDY/RPlUsGmiur+17N4aN67mS8sHbpDNSyGT
u3kVREVz51koAc0gK0pl14129jS7TrcbwcD7Sxaa/9gi57hAGKZDDpeRCGodIzYCKx4Uyme/cbKf
whvVAFdLCyBEUyC+l3NJ5M1ye32LnF0H1F8IR226lkTfaAWdfrFmicCFIdODl6Dp3g9LAQPQzSIU
ZfQtJ9azl04OJYvCFl0Z8r1VCNxEy7iEistQeqc84NsxIkdezhDXLBuRtco+LFXXb6zpxfmRTEn1
ReldJv/8r2cuxDzaNDKv3ANkaX7Smo73Xasijyulzq8v5VnQxPwQypNoUzDufMbTodqU7T+hjrV3
Krv6lqIz69sJoLitl/viOED+0YXmbNO+OB2nxtkH8Vy4m0UYLncUQ6i7eCzsPluS8JMRZqWPCkr9
wx6K4TnWZpBr2KP5pV2gjxL2jvWrbwYzyFBm2ViBswODCTt8KJDM1A94qlexTKs3ox6iK0/10PBe
SfqmA1SXGarnjNQaSkcb5fgLHxcgsWujhWLSV1zzegbMl+ykAkjUVI6DIpAGDg0PHj9avK2Pe2lq
bNr36XFE17d6lqQzoCnOCX7cgNFTMJtdFNd+X3X5sZ41ZWMpL02N/FyKf0BlB9x++pH1UM1yC97C
XtCWfI0LXOtKp27uheNuFX7XJS6eBguRFeYExp4e8Kqo7tKgV00kVPbQkBBDHRGOR3V8Mt44LMZD
hwvLEypWgxI0ipUe1Kzv99cPzjrRkT+AaXLlQSIE3Le6GKpeDZ2wxBbddprpEVyH8ly2RXMjTTuf
lnlK7kZk3WLagVMRXB/6PHyTYxMCyzIUx2ktHEQuW/WaDWd1TPuqOtimSIcjfA3Msom8w5tGJfe6
oxJBYzdG58k5hmYxYrMM/Nb8ky1lEzgaqvuPzZKbn5uZ0uyuW5T4R4TkIjqmUG42XqUL1+jJL159
rqgolaglt99jKtO9OvY83MItS2G9mgAGkZh+HUxC8+vrdGlQGk0cNFIGNqU8Hn9do7aD3xW5cLUf
vDD5M7ct2ltaht5O0Y3P4HlEEIFYOFwf9IyeIjcG25K2MpcqNJnVfYKaA6VApaj2caN58ffEQ5DV
V7s+TO+tEk1QsKiAufZ1O5i3edxlP7rF6pMDJPdpehnRy0dYsm/w8DPmEpy5Czns9fpPvLR1WQ9C
HbJ/TunqY1R5CqotJr4ZxsIJcO6bDu6A3qBG+/vPIIDGq41ZBG6db9nwXrqQAEZIFUcpRWStXgEt
TVQzn/MaZzCjR79QRWWGD2F9camE4wXb/PznmUoDdb6/i7LKGU6kwcgrjwFD77us0feda6b4B1ah
j/2meiim+HelGuk31Bi3HAIuTJSOBio/lCGkzsjqJkRjJ0ktirH7IsJjTzP74lbkmdjrimIeI83c
Ek6/8LzavOQyXICPw1+nW310zCaswoiFJeDTA+FaZXyL3sqmdor8QifBMoRJwnMScFpUAEtXA9XI
w4TuSFc2NCTSdZlT+ziIsHsY225Et2ZSjo1SZ34Y01DdjaXoH+1JwP0vo8LeUamId6Ompx+uf+cL
Jx1AhEwR+RdbepW+pLOHpJ7QkDUE/P8k9D7zFaCxN2Ubdh/B+RoPbVp9vj7mpSUnGoDBJdssPHer
JV+yXC/xQsHTtiv3eZTbj44SNxv1tLONBIibTBShAnmhkAGfjpLWpjYWSJX6IkrTJ03bp2hFpRKS
rA+a2LgYLgyG/AzafuAh+cTvFfi/LswkpSyo0Nnhs5aJDywce9mwgoo6CfVOAE/aeEMvjccNJOX+
IXRRVTudnFPrna4OjutXGLWDIx28I31R+1F1y8ZvknET8Xi2ewFWSWYeGxgsPnin0wEXGhSOPukM
qCvQeZQ8dn4BNJmiQ4eZLFbEY1vFe2upUW/WI+TBYlgYuq/BM/AO1KOpL1V6axwUjGmBAHOXBVYi
4jLA1TX+MwHp9PAii5pDYyBqvauTOnsYk6Qejrijdt5OiZx6S2XjbO8zJxIhREHAXGvmujtgIMJf
lnXh+q6lQH7Tgewj1wPT8FDOtX7UkLUMDGtTW+8s1mNYgh8qFLScuCBXN1xuCNtVBBgObTY6EJCT
jaVZXxrAKfTR20j4zs6aHAxJPYv4A7zw+norZhUBcYvBTOlcduOmDh4WXTlFW8ralwZCDoQCI5Zi
vOOrx7tWSN4bpfD8oQTnavb2+LGqrOLL9avj0r6nkyPNoblHWcbTbTjalaHm8wyQWHf6j9qID1sl
8spfEFS77Ru0r66Pd+FbQZaE4Uf1mLtqnS+3sRhgnxVwusqMeqMou+qhR/pY21V61b5dH+zCfuT+
YO3e96S31vEYYQAlKTZd6Elq3aNmzH8WY0x3Zp2JW6/Mi4ecLbsRXl5YUKmEji8osB4SudVdPCOQ
RnJjeX7lDhDmJgzjM8CuvoJT59sy6FvQ4vOCPP1OEAv0f2l3SFbo6RecrAxDDoq+/oKCFKSYosD2
guS8EQUBXoYEfpTj2NK3NASm1mlg5i7e0R7b4QYpxC1R9IvTJ5iTP4eLe42CQcAorIQehxK2IY7F
UEGak4XdIna+EcsnwfUvfBY/MnkZw1H4Ifmg0HQ6eQfHj3yJuUWVMrT0O+Js5ynzxuEhRU7jbTEX
9abpDBeXEk0YG2Nf2l0QLE3MZWW4s45dTQRT+sEBg5+GWCRb6C8/NAksvLJou1dRpONHjISnLUL3
e1fnJOxhyjBG2WGAqOm0r267jg4Czmh56JdtZM33SNJk4jvUIQS2RaVMXeXDnZ3RCXC9/IPbATv3
x0HrfylLh/NuZyrOBKkQiubRdRDe8vUpdD+GoT62fkL2Ux6TmPb2zuujvvExYfGKPWsLx68Jp1h/
Wwo1/pQOfUl5HQjJ4JuDjdyuiSrQobYrlIABdHjlfaZMbb5LF4iFQa+7XfIB0bPhpkzUaty1XVF8
tkML9e/ZcMN8ozF28UwQYksVP3IKXqPTbTGrYdJV6YRqVTvbaGag1vjHDqvirgHKu+/0pfiBvg2a
XsKrb7Ul7XZp7Y2vuUJrZpdHc71lFnLhWIAZgK9NeIGiyBnWR7hzKrpJ95OwFF+XZrTlk5gO9ynC
xlJiOYo2ajtnVQmqW/8PxEwoCrP5dAmasm6q0Ut1v5860xeLPfkAxrXjXAC13A1KT5U5rRs4mgQh
LfW9BF7t9cN5YdKkHETBROdYP6+N0jOkpdshanS/YFVuaiOaGbLLVe+AJLV4EsUMreb6kOfPC9B4
zFg4dnQngUaczrrCf4Xmcm34VVotD6PZFDv8L3I4o2Kr8ns+O4DxlJoZBK+3MzcEPdYFmQ2Nzjwd
yavUcg4ckb6lbpocdC39VwEsLlTo99x1mH6axKira95WRtVI+NsHNoq6wjTEx9rNqy+zRsH73xdR
xqb/C47Fm/B0EedBb6OqtnUfEx0v201VIt6EKG0noE0FifH6aOcblSQRYRMagDwXdLRXozlzQl4R
GwSNGRX0Ks3fbOFh4ZClmnpcktjr9n2mwBHWsrp60/NR2Xq0zkMtdDwAxcoGAvaf6/zJa01HROYI
3Ldu1fslX4xXNo3YmOilDSPNAIEdQ+CwdPnnf6U0o4WbaZ1DOkqnCl0qew6NfWbAXy6pOn1ePC7d
6yt7BlOSe0YKKhiyTwkHZjWi2jboZSUF7KHac6tAm3Rx6EWHJRXi7y/AF6CM5nZW+E0xNF9DGh2k
HWX4Pcob/eX6b7l0MGFII5JCr450brV9u7kfmmmEdNrbMVaMVRHfJL2tHqXlwsY6XxhKQ7OJggAk
UBZ8lcpNs2EoDpQUP0y1/NlM3Vcy8fChi6ZP1+f07j9y+hST58jaJ3kjNNO1+Adubpgrpa3pO1Nb
fqTUVn8KiX9qIoI5Qb4IKPQL4ARzPmRN1E27KWkd7Mk7aEu72O6waIqdUhwi0VT2zrLh9vlaA0v/
38+zNFYlSqQgrtNcPN14rq6oXT6AZqex2uBHDkQhQHuiGFGO0Kv9xqLIt3W9KOw5uhhUwyX08nS0
1EITpe+E4Rc4khjoQNSaWDB40pb4o5vNJpyJNGq/T7lHDwANn/G/wqUhuZj8d75qjlW0dQzkB1//
IjYCUn5A3ikZrX4R/atWLdpUxTEvzg8IKBi/BSYbAdZIyq8e7mUHwaLAFgI0RILXRakG89J3Gwsj
n57VrwDQz9VNuA7kYS3bEpeL1KCM8OUYB4iIE2nkLfJEabOLPCWJCTuG/Dtd2WKjg3dpl8pICNQe
AFGoq6tIIEHZUwmdQvXDMh/vVLNP7/NUbT9bfTTfUQXFS6uYKj9uFkLAXIn0H4OqVjf5lAzHsu3y
V5A+1Y+xUvM7q7LS/67vlwt3L7r47E7KHaSFawCjayKAWlSZ6ts1JlIGMuRokLR2vKHveo6lkKqf
oFTIdSFgcvJOt+XshlUzRziL1Y1uo+I3gpRoe1gdu2iqG/jz5vSpJnPTpb6E+pwuUPqQgI02QtML
jwANKVzApBaprAef/ozRNgfHSVqVYKyIP+lZ0nw19ST5gliDfT+BV93Y/Jd2He8Nwk88Ozyzq9dV
k37KtYv1iAVZ+rl0neggxry4072xvu2NFtwWfc7b69/04paDwcahA6uJcpD8VX8/dcymXsiYfJsn
76fsg93VYz5/AopdHkt3yROkCsLwj23P7beCvoAJqF+at5Cfq09mNNnzro/UApSA238YiwqDpes/
8dJ3AMEGR4TePRgFuS3/+oXVQruJtwOTI0WNAjHX3gsMOTT3EJhoPjjm0m7s80sDsvnofIEQ525c
pSRJ5okRJ1PNH/Qqwk+2mZMPGYw9A8lKO2l8fRjQoLk+yUtnCwSipIrY5B3vzbu/Jql0jlqbzaz5
6mwur1jNfcEzc/x+fZALzy0h8P8fZHW9ZGXs1hN9L39uoVDtIbQtaOl5UVmgjNlP/5dlBCCL1Rud
VqqNp98tXFpe/RJzKpRnjeJAEijGA/t/RpOwob3WxVu6++clBlnHgbYGewCu1ppMpCymppR1QjSc
6MVtLfBUnLLOCgRePLeYG/2m5FHfleC7b/59YeFrQF+iwAEmQi78X1/P69MlczqEWkAEQwA1cELt
s3Z4gkDXbWyUi3PkHPAsSTPJtc5mCkhCsbn5/c6Lpva7Vmjh+DClGErTWC4NdLCQkQoiA0MqX9em
6F/dpAlUiRdgLwAxA+a9rkKmVZKPsUuyqqN2FUQz+i+tupQvDbIOh+uret4UZSwYKVi4IeuFD/rq
RqzplVVYNOn+YtvTdG8P6Tg9o9g2Rj4qMCwyHuWAmUs1a5XHbDLRPm+7kiQ2n3UFhL+hvIXmrPVH
p4/Fl1htzS29xUtXBYLAdGzpp5O5r64KQEwJ5skhHk8RdLJaS/AKWeLuAcOi39Ddlo0A4dITIald
yIuoMj5aHaleADmxJkpYiF7DcyyMLwMubjehyPOjOzbOHgp4v7G3L6Um1Ahpe/AhyDO91RxLx0qM
QeNqKpdWlF/dbIrvzNZrpgPA1BrcZ4py+jwsitiJpFSMu7HLxnKnxMAUd2TKcfV/2BckooAsyejJ
ftfsL4AHWsXuU/1YmSrlqEaW1gfAm5vsG4BmxwvaxunyQ18by3iMowQCHFF9yvIMufkt1Qp9IDcH
H71TJzx+gL1r0dbmvXChcw/wiuDPAt1nzVvtdaUgW+5UyngNbhFJqGOM7c7B9SMiL5ZVpMr/HYlR
VA1wd18729JWFQM27hh5kkzcTtVifSmE+KCmjXL815G4WNkBsvuPBdT6Ffa8sG37qLbRDRiLYxK5
SBBRKP+ZNkP5en2o813OUPSk+IxyxPVbGANgMDqjs/3C4cF3E0UN2ExYMSjQD2ZFG4PJmqeNlbw4
KMhA2ecDQLdWUWgW04Ekicscz1JPAcOmEE8NwA08FKwfksKcbr1G3ZIlPb8/CFyoY4Ak45Xkijt9
OHLsaQy9cfC2S+Cf8gYjBjWp1hGlseLoVDjiXV/aC7E1RFQ6/RIgqMnOzumAaOKMIqO+47fzvHyO
i5omO2Cv/BW+cXcAQRw+aij7HdJWNx7DyZk/ddW89VyecVckdpB6uLTkkUXAdZ4T4x05okVnE2HV
mpOh4CP1cKJ0GhAlgNnd7DS9N+4i4Uw/+irWn/NFagZZITyinZ7azR+1st0fVpnW/aNVjM1XlBMQ
1Iytaa523aBMv5vGbbzAy033LjGt1riDYqJ8vr6acrFOTx/ToGLKcgKaPetEa/Fs9gaKPr6jNaN6
tAstcfH/0ytq8jF+eyC9pykQXGHZIRNGUvkVNQrz9vqvOL9pKBfQe6S0gTAyoi2nn7TV7U4NDTiC
etpCnLTS5EOH3MdG3HF+08h8GE67BM9RnliNsmAxWSuLa/rqNGrVx2aoc2VvSvPmeiGN3nh0Lo5G
FYysS6rCWKttinupyCLbM30Pr9L2js7RmD4uOjpsvmN36BFeX8JLw1GEQuwAuVYpZ3W6hCiNSVIX
ziFLn7g/bDctDyKMk2+VvukhceFrodwtXZihanOPrkpePU5y0tDCIYlu418aAmFf6ijZiBMuXCtS
Hpygm41Bn311rQA+dkFVMsii1oqB+0KVBRT1Ygg+U7vYtwVqEj+uL+Glm+VkTBm4/h0D6wBB3KF0
cOSAQwWqIT4gTjQFPWT7j1Q2o9dl1twUx8lxOqZTrN4P3TR+vf4rLnzIkx+x2jdW2C7mMHMiZ0Qp
Dxkus1ir1y2yfdGWFPuloRC8p38KnIHMdDUU2MGuoKbo+vBXWh3lmSW8U5aGC0qZlq3agPyfrW4a
8M/A74h4ZI64WtyapmHt5TW4CWXIjWMd58aLaXWLcfS0osn2XqKjIGv32TLe6PYIoRZYbVj8c8uG
ypwGDJm8GDyFudpWahiZLX1p9m7W2b8hehY/SdqnYZca+riVEV/awxwQ0m8wu9RFVoMNtO1LqBQM
liM8OCxG+aSNRL1xpna+7s5igy976XvisMdYpKU8S6slNqMkSQctdYCmOIq2R9XAHXdaoiYhEMCh
+nl9o74XsdZf1KHLSIGLfBX0yOlxQSwNcL7giJKu809zHEXvN30iwGjluf6aLMls7rivsNqBTVMe
h9ag9FICwMz7If6ghOOwv/6bLq0Ajo/EkRAX4HnJL/LXCV5QYYtidH4h8ZjicxG1g1/TTIeWbWnH
60NdugWRI2Kp2c2mt6ZLuYjzJzk1UD9Jx/ZHSlX9rkZBLd641+UirhaZsr9sr5JFgqtdLXLozPhW
liBjYsvCcxvLZPU3ir6IWfaKYexapVB/pPh9b7yVF04rADxgC6Rosqa2ek7MypgLwgDXH2vTLRGN
iJsgJq40A9zwlmg3zzYuMrpaR5/6dsox8R57R9v4EZeCLK4LD8YeXGxJxD79nM0yVQLZLc+vw9RB
nHtQtGXfOsCGd7VYlI+xUhSJP9lOhG0zyJQImXtrGfdW0ief1HFZ/pvzvPoOxpYFFLaGF7QpHCfa
4chrdL6rdhDMnDmtb5UmHoGtGDV2vGkLxPPfj6ZFwColeKQV5roroiSJ0Q2NVP6ZDG9P+x+vh1xd
fttpo20Un8/PAN4hjARkgxYn8dTponWjMVVD2Md7OgP9g5OgQoN0a85TEpcbm/P8gmMol5sNsrwD
QXG1ObXeyeo5akEODqI5ZrYUa3aN8pjNuBeD1NgCwZyfOaqoMtimWgosdA3AUcip8EdKFb/0UGuM
MKvfuSLdAjmdL6D02pQGtqSJyHjIX/HXJdIsSZl3PSQRBVVXSsUZLz4lqiej7r1/3hYMRRUAHr5M
odYANW8aXGzQJhqjFYiWthYCEItUKHGNKrh+X12clRyI5QOrsYbnh4OBgbg3Q3MK7TDIi6rxEctT
D3qNtNn1oc63BYp273kvrCf6IMbpAqYCWmUaZ4qv6zmKeqlnzYdECWcQS85zoZp/rg93JotN2qkC
FCZYpL4OtWh1TagIqaJeBsxvybhOdrRVUEruQ/xY8RBAoBKNd7WXbcEY+i/ktdYTu7631O8uQtC4
mzjG3O+8rrUayE+pGJ9GPK/14/9wdl47ciNXGH4iAszhlmSHyRpl7Q2xa0nMOfPp/dVcqdlEEyPY
CxsQVtVVrHDCH9BBww3HXcoay5mdn3zdJaQLQOJFY170CtcF+oBAsqchInlTUJqfzGaaPqVlPLl1
jyEhP23wQ8cqz2ai3auIsT6FMYLJt3/D9RUvKAJoEPF+kcauEWXRbIw61SVUT0cTY8pSINSjWj0m
TV5SBqvUO4tr94DMb/KYtZCpbg+/0bZhfEpLzJ/4CGTy5S6xIszsgYEi0p/aAgIGO8dLkMX/qWoS
lg9oRrduHiblj2hWmo+RvsRHyrrDTzwFGlDuWn8y0KQ9ltkwBIfEwUjv9g+8fnn5fYBtUJAjb7zq
ZL6V5BLZkujhOfZBT4OUvECJMAeK+hNiE7OvtHmzM6gI0S6fe3pnCpLEfBaO0Lpjl8Vtg1k4Eu1k
Wca3oCpL3qdm8NXK6vxZNpe7Po5nL5GGaAdwv3U/CO0K1BVpVBGyXn6OGjIweM0MuVhFQdkgUS3f
yQP7XjOKveLJxlCiMU2giu6W2H2XQ0mRGhezzspCciZWs8YUqNZUjpM/lk2+t882jhqDEaHBwsTT
xlntMxyaY/7h0QhVa7Z/xFXZ+bQpe1/uZzk5ZGoW/kY1xwmOo442FYxww3GjqdiTbNqatRAihM3A
7LntL2ftKEuKsxk8U2zo4tBzlEnBDTIKrIfWNvLT7c27NRibl1YSIjZk6avBytZSgr7PQ9/Jegsr
PxmfHHfAXxU0HsLWe6iHreHEVcZZFvjUdUtlKFW5LhvYGrUzAoWRsvJ7LgPJRaSi+/b+mXFnENxT
diPGWSU5lHD70AH44kk6OWumW/k5aWMsOCZU3/9iKNp/QutKIIzVyy8WtGOFwpUWeOGUOFhNLFro
tcmQ/5ISc+/N3FpB+i941SN0xCKKP/8j6IDU3uWYwgaerodD7xcQypsTssrYIuZ23r0/UaJSC5IZ
gTZAaOyTy+FSreaDjVLgqRinPUXmmHplhucBkbEW7izj1vusAkQVeD1KVLCGLgeLVUR5+jYOvESn
kvHAe9h9DQxT+qRVSvF7CdK6RbGn1p9JVS0q5WjMYuCm2BWKNsv0vx699IAbMJwwcCCYwCTG1NKX
HuOLn7c/+OYvFdxkG6Etbn19dWywU5sjFEjEsckrdAwyGy62FFTdIakt/SMRXK+44RJVL1UtR7M/
o8J4kHplcOOg7Z+NGGXLGNNnbmhsCw94Py5nizLGHqBg4+3mWPMfYHPI/qwJS2GLylkxGwRzoSUd
Wie1HuE/OIhljNqB8qfuoyWIv3M9tIabtZBGbi/URoQH/xbhNQ48K7WmAYRxPjp6AqCvaPP+2PTS
APKdZzGYpmdoI+/V4yLAA43KswTXD27hOs9ojJm6rcPViUXxvYpWlIcpOCFSm40nZXq/KIgYTgyE
LwDjrh/hfJHVdpRxHky6Lj421M8OcB6iO2fCMKXW0qrAesXoPy9DVn0LLae4i9rBvGuGxdrJD8Qx
XIUDgCoRBaY8DuLvCleNdkCP/rTkaYO63Au/WxRq9fZ8+2tu7CaSfO5tQmcO6lqjgNhHcsJAjfwe
28RzukThBykZHaQo88rLAQoeO360O3cohsVK/16jGL4uMpxEPOKtokW+uh4KTeptbQZ0g+GgcswR
/8dSWkFRrol036gN2bWRHNkJCzbuW7hb9LvfYGpM+/JO6pRJqPqQutZKYB1Ah6Y+/nTWIRj377+N
CAQxAiqfYBQ5LetSUcMl7nASI19ZmiX2wH6YX/V6nO4bXY4OqpNOj/oULy4yxZQFxhRaQxfGe3oP
GzMm4zdJnW0CS0qglzOOW6dGsc8M/XgZlVNXElBSOMn+6wnU9m58keGt9q0uVDWAsNDrl9dq1jEW
UBYd/QhOXFbeVfSRPzem1J2KOM3OQ97W37O0c8TDWmBNDoH3Tm8qmCKZEfzb11Cipw66yU7Cs3Fp
wWUROAfxkyimXS5AA8hB1xIAFJIT/9Za0CVaGNkHMx+SU+m0084dubXe5DdkppRkYYWsAuql1kFA
VioGEFNB63fECon7uYYEE9Ea/Yu5UfIEeUXdl+bMajBqqi3i8T2Dla1M5jo5j06W2HdlAb/Wa7Ru
2RlwK32jOgLC3KDHxd202k7AaqTcQNHDH7VIOQ2dZp0sWK1+YAQnTE5ewMCawlQouwsJQNwKo8+X
thkUv0WW7T7R0KocwgrxvlH/cfs621p48hhIS/Q0CUlXj3iCcelsp1rsl3JpH5PF/Nagyea3fRDu
fGIxx/U2R6+YaA2nKwDs4hj8EbRRVZQXy+ASoSb9YkZd/l+HsS4FhbJ7dArFfDUs2P6OJWUf3j1F
GhhUwKD58NXXZzmQTD0IgiL0pQJZvGlaUOpvY1j32vAXkSIoekAqNGcFOXq1msCOnL6r6tAvh2I5
GZizP5gRxKW0LfbEAzZeO+pTGkfzre23rt7PAWr8uZiVHSrBkxaF2lNZLtH7UyP0uoVkIuUXgLGr
CcEOirLamEO/iIcQ85umd+pDMmI/38byXpdg487hWPL5WUG6BOvQVxs6UDoxkQuVa+PRyQdetLmY
YjeunaHxA0nvdnb/1ojEDMIgVjDn15ThtJhytdC45ue6DE5WtdQ+dMbfkamFD+CG9mgfW8OR9KGq
IZxmcAu+PAJNKC9DbRmh39a15He1oh+4hzo3WiL7S9ra8V98PZFFoHoAHQrSw+V4C2I+QVvqoW+O
RLlpQAXGnHGsx1roL5JaUJiYnsoEgqTsq41S1HgYDrqwBaqrxY+DsvGsPDZeAx6n90cj7JE3K1uu
LCi9l7Oylg7KVaFlyBerixsGvXSWQ/wfIqx73l/nobzEYMJFBqzFaqg6jh2rWPTMn8e6fdHU3LzH
8H18TBZp3HkjNi5i2gImSS10AN6m1ROR13YOtj5OfTWq0A1IOySY9LopajcdhmlnCcXvXt3FgnEh
7HHhH1whLbWhtxeLxpifGnL9FVRL/dCGu/om4h29GgX9KqraCKtc8fAANdGQipvUbyF4nubExi6j
Rs5qXGwM+WCVu1ajoMSaTvmnqLHea5BGqAz5T1DYxN5X1r5sNZ+zcpIx9WczGk+gVl/7IM4/IwDa
3ZVTEuzslWsVT9QHqKrrFsOR8K0B0BO9iExT6sRP84bgwuwCndqwGYz+FDj5U0c98Sx1hXXo9bh+
AUNYfGoB4D2Gha7HXpnX2r+6Mcb/u/36bXxqqnn4OgGUoKC3fv2UQnUaLS8Tf4kHGUyiBL0kSveo
LBuPO9uI7jYwekQm1i27YCaI6rEs4VPPwEOB7mO7p5KUoG+xpOZpGi3zwRyJaOzJqvcKwRtnhzoa
lwGpEdXgdWgBI2QGIpFmfpbNya/CksLHcKzN+9gudgpqW/OkZQ7qikICkiSra07traHgQ4PAKBrz
nrwkvSMWkA/U7LXDiF7/Y2B0yYkgQD/f/o4bbwfvL30bhXILADSxBn+ET30byZWRMEf6mPHvzjDa
wzhrAx7DRt2e+3zcQ4BtTZWKM+UdZgCZXvz5HwN20WLCOwLhnPbycKTvO7htEkOPizIcFZPafg2G
pXJVtK5f/2KqcNQUolLgTGvMO8lOjBIPi6wjEuEiYz1+ae35n1meppNdOHueUlu7h7IBXWBya8El
WE10BvKjJxPyAINRfJ8aI/QoN2ONFXXq7/fPTLh1E2qICGetIloVyAUWi5z56liYcMwK5d+iy/IP
g0IHVTMzZweldX34qbJRnoFYRUGfB+xyanGzNO2QSlivxkvq4axTPrfDsqfueb2Al6Oswgyc7NKi
zFAjaNRM+TIUBbU1peg+TCMtg/cuIFcMKDdeFD4U6fLlhBSpmdsoWwRsNLI+odT6j7SU5tkBtf6Q
FcMeXvf6BRPdehovZG+AhNelQ300lDqVw8K3hVFGSZLauikktWd5WhqUX/Atdo1R5G4TdrQ8Z2nc
7MQF1+een+BQG6CPD7DyDYf3xzGsAix/ZASBfBBuduurhV59Nqa2vw80RzplKNS8W6ARixwhmiF6
L1A+1lHqUOj0WWxGlOmmHdIqVk6LHTk0oPQ9KYStncNgmLPS+AaCISb/x+RavWqo79SFj/hMR5+Z
fsUTzLumd7PAcHawHluHAbUDkcwgtE3idDkYSLDODp0RQUQdwiv9oMLF9jneCwPEE3AZ9YgZiTiO
24u23eo0pEgpot2D2ldctzq1KXNwM3MwaU8vqp9ok3OcZzU7VGo3n+wooNsfqMGv28fk+u7mFaCP
B4CBQuWV7pJspZFd2mruD+XguNpIJlUABbnDlD7xAn2a79j0sy/P+bBThN3arkIRm+CKpAMIz+Ui
4xu/WEHFXdCl9vxsJPPvzFCH3EVm1PQwPhkPt2cqUqb1aqODICR2ePwB112Ol2RglEOZ8WRr+Tkq
i967ZTEWj1PUWR5CzJXbR120QxXdWl6BQXkzu4O2vBq0RJykzrq48B2drlAbEE4hiYDgSm6kT32v
pKc0duKvitSH76//WogGCJ1hVKFEOfZyvkVcdbSIEIaVqj7yNKlon+cIb6AOpSg/K4zSM81k3kmT
NzhBPMZ02umGsKWoh16OKhV2ZQ4OIpkUZ1FMKhwp0704M7V/uCLC7hACICnuJJRDO7exAqyEcORt
wCMPQmy1HdU9cJPYRqvPDhwEozTBUAbwt14GgsA+kdHyW4xGcevUWu6R1Ue7Su2CnTd7c/KOTu8P
oQaYN2sIt1GFraHja+JnqTn6VZKnlRshXFC5RLI8qEY8PJZjtHwDcU4URsI4vM5G2J9qPXG829t9
A3YNc4ReEnOn+4Dn6OWXmNMup4yGlnVuRQgodkv+YxC/YlKC+GxjaE/Ubed3Bgokfumo6bEx9T1W
ycZFKjIc4MkUuUTcdPkblC5AslziN4AWGDFEGHBjbsvz+2eKfxIDvXm4Il13OQq3ZS4FKWl+SPAn
P9WRMT7p9uygW9CkrDNxclS6BoFo8yiZcfQ1yJJmRHpFJ8+8/Vs2wgBazcLPg4WHC7Fa9CmRZoyi
w9RflLa670fVPqdKPt4XJRAxSQu0+7IbMg+lh/7LBFd557q53uwgE2kI0xAhBKCcc7kSc6wrdTUg
Z7XMOVhoLAG9SZMid+ilxr890+vr9I1UQucFhyiU58Sf//kgZ301xTjceiD5HJi8SvV1qNLZD+op
v5NwbfmmT6acvX9XU89BAQMiNCk7//dy2K5slAnTBge/lE49t3B7/BRC+hPkrdHHW5WrbTHVT/Ar
zvNolw/K1OY7v+HqG7Owpmir8XICBnkT9/pj5lLWtlmnKaM3KzGwsjQGFIoeQJnBlxoky1XsxfgY
lXPcUahvpuJA+TW7e+fq8xtoU9O6JA0hoV196FECXqGC7UGCwAjv07krT5ZeJ4cokazXsc8c15l3
zVSvXuy3QenLIn4gZAZX6U+rtF04VBVChlJZoXUS9eeg0vtDO+ffpDAYTrfneF0mEeMJpR1ohaAq
1iE8DO1BQ9p5RFgzd76WmVndN07U3lfLMvsaalDnzjHHewIG60PTJ8ErPqjGue+c/rGcZO2fOuxm
Y+fjXz3oop4IsI4WvYhb1qBIrpMUtcVGmJZL9rEoK9WNwqLz9CabXMNJRy+1ECVTB2xYby/H1dkW
IyP/8FafIVhf7XwD10+nByHgdZkTHuqmbnzo84k3W80ehnFzkqJAKzx5xJiXhyynQ6xjrjd4ltlI
z8gvyi5kXuXc5El1HB1HOjZq3bgy3d6dmHhzZIYU+TxR/lp4xjGXQnIqJmkbA7S9ZqqVpwLU2H+z
upSnUrGbV0wsmwCfdVnbifq3Flh8WzAK9HN5Sy5nrbZV15glYxO/DI1Xxpr2v35O6F6XupPudfqu
7k+SUh4InMIg7QBOXJ1gpBWmop1gUth5lZ+WIQKIGWOs+2kc2/FUann9as09Jpm3d9HmsMQmZB60
6a/kNNGQ15xmSgcotPlyCrTRPKvFhJlrssQH582oJY+bna278VURdkQHGDQCMKz1jQn+mkTSRMSw
TZsEu+Wm93GR19waWhasgiH4qVljeNctyXC8Pd2NbwqNBD3bN6UWeOGX35QWuTLAIEDHtpCLOxj/
6YutjdkvpVLUna27cTtSy+U9hL0iOkSrQ5POtdYR7Q4eISDaNAO2S9hsVO1j1mv6U1GGzZfbc9v6
lMjlUvglvhXA1su5qWqIHk5bD7hhRvohTObsLtMc9DTkojnETYBi4BQX72V6sW3f0A6UwLgh1ncy
97GtAOMfQGJF0zFAZu5+rNrwAcZ39Bffjk4sLB00ZmnerCo4MstpchAHr0EG9RQnjfxkj03uxXYf
/Li9lG9rdZEliGlBJzOp1NIqXVelu9bA3MEKB09KlP6ll9IE1CxviuFBanUiF2HFuDnOutKbbi05
wQ8nHNKPme4Eo5uESQ8DrU6hoQSaOvuIbGYfNEmVDK8Y5ci677LWcnwpC/TvDiH5U1Jk4T81mv84
AHZ0GdyZMvC7wWTUYwlCOXHwPXmoVteZkraVHA0OV2mf6I+91rWn1hnSQ6s47QOw8L2u/ZtFxWoN
haSy2BTipK+xlqYyh4tWE3I2oClsrEHwjv9F0Swz3CQLxvB+6cb0h8VKLuehyPP8NannbPQpniKq
2VtB/MEegtxxDbVA2oMSbDd/m7JpQsfCQMrYXfpl+JQNyrgTNW+cXHAkgkPJ+eUmXq0UbdjMjAJp
8kjY4JzjRBf+bHqjxpkydqLQRcsjtnYShavMiK/DvqZGT65IzC5+0x9BpILfWDO2CpZp1Vy9ho7z
X6eW6s623hoEK1cq8kJBgFrL5SB5u8RK16qEDFHWu1Ghm5BhivRw+/Bs3ENUPcG3gWQA1LQGmi1V
ZcdyJxGLKsNy5pMOd/rSCfWAcD4vORrmaeQ4O0/KxsWu0cChHCjcekkHLqeW6HPn5AtxWNo0xe9h
XqLlGEiWRr8BBbidoG9rhoDo0LZhnxD9rqo48rC0WhIS8VdVjG1aPuvVa4fw3LcG6Ud0L5LmaDeh
+Xp7XTdeTerJYNppKKMYukZ7Je2ojCV0Em8q5a7zwsKMX5MZ+ccBc14kzjIjfZT1NH7KulHa+aZb
ywuKD/gihF4qfKvtCVovVgqHy0N0BQ99M8vhiZ5HuwhCoDTuPCpb+5QNKlj24Piv6BmF7ExglqLJ
s4rC/ME3V1VXTsy9iuPWpITzLMwY4L2wsy/3zOI4dWPQj/dww5sxW67ah2GqtHvENpB0vP3xtsYS
su8WPV5qm+sm/cTrLM89MOeeGpdvRBPhTqvIzWOSNu1fnAWhLs/DRaxjraU7CiQjwTViQNAoqIcH
bA9vptN7P8tKsnMSNr4U6RiXNt1bgb1cHbt+XEZ0SDkJmowAeVvpwUNaNNXOfti4kCkg4ggCn07A
7sSv+ONy1PSi0/J5ZPfVEZ2MsVIsuodGl7vGEJX1/ZyZ5k7wf127w6kPPDARKgqG1MJXjwClk5on
yR7QWati6cDpln9BmdKf0HGaf+PlB75CSdoKlIUz5bKfxmF+kmupVWHDlYhNvXv/iOwXoom4WQks
L5cgykOAVkXC1U0ZxU2m2QIb0JenET2UnalvbFWQW7x8JF0Uxtek5GSc1IQ6x4Clb2mejLYzv/R1
okGVS7OdoTauNIMqnU5nk8MO5OJyViZlt77psSQCwq8fnT7/2SnG+CxZ6vRiLKl8tmt8C9DY1T68
eznpUAvBECwFhZzH5cBxxzIGGnM0jDl6DrNKI5yIxypz5Vybd0Q2thaUfEYoyvNooEx4OVhvQUvu
Z6QWCqtNv6QJ5GdZ0oxHYLrJ3e15bZwUoWtH0EpZBnzaaii9NsxKxpAAjqY0Ps+toh7f0KMtO9zX
mnEPl7bxEjKeJRpWCMOCBr2cWuqorVMpBhq3RT8cQypkrjTUX0wl0s5W5kx3hbzruyVO3iqu5Frj
2xEuYZq4Bp6akoyAaTz03mzoae6G9AhbV58d8zlE06NyS23Iv2X8u6YbVnX5WbXTcs+3ceOTUm0D
OsJJgdRpiY39x43UO4ECdY91Do00/1+kS+nHWXbmJ9Pu4r3AfWuNKXrR46S3ivzTao3NxrDjUI/I
6zAwv+u1yThAkRqeEly5fSE2B6A729ML31rkPwddbaROSZQlNEmAKrPAMWyx5rtsCWEZR6mFa3kS
P0hm8TMn+RVqb3/xgtEIpd9K5xphmqtUNpWNNhKjI+6j++WoVEfo9hJOsUV7vH1itr4krA+6EmTN
PC2rL9noYUgtidWdomE+KwV5VwYLxe8SU9kZ6o1As965Qk2LnjUcgauAA8+foulQH/SswWwPS1Ml
D4ukJg+NEqX/lBbaBa6T1PXHulc9I+nPfZWbtZvrTQyHITNOIngngl7MnzghLAk5d2/8G/Voqt5e
E/Fx178TKp5gHAk+p7l6++xpUU1g3GjfzYX005qiSXVxBa4/thX0b7RHlE+3B9z4CLAluLL4ECzN
OowAM150acJxgpmGVaWdtU85NeWj1YTLt78YCm6TgCbRklkbGGgj9b5mkHsUqxvpo1ak4KDSOefe
qgdtJ5HceN54XEDus4oESOuUm3ZBnRfG3Hu1jf60pNFwbDnnn/sikVDELKpzBZjSbSYM+m7PciMu
Y2SiMqHCQ/1yFZepc0vB25h6L9NM6Yz9qek5EAh29sl1TxFQBDUFAfdwBOtXXF1/XIN1Raax6Gxo
KVfze7NJP1hWPR5GO5QOeigFH8fBSdxJhu8UVjpSj1ax5920uXWER5VQ1xQV1Muf4Mya3rIQvAYy
p1YPbd2XbFJccIOzf3tRN4cSNX4kNSBwr62w2lCGJpXY7FJnts+4CaRoeKbKkVvl3eAEsbC06WER
CQHtNZLGlsMsWmgKek5lBYd4oFzURWp4CqOu9zryZ6TFyz0qzTUv821UgNGIGwqHydWuWSJTzqNC
670BLfXjklvpAdnB5dlGje5M89iaj1Wp18fUTjTsFcusBIwbDI+BnI1HTU3G0yCNKPNZYR8dMnAc
fgG6YE9YduM9FIG56DjxPxysyy9eN3aYhJnCqWrD4aWP54RnonTu4QUmnxBidHyTTuP59rffeA/p
8pFQEcFxntZoER2dBKBUbLOmn4Y7+CbNjzRZ5id5WZLT0Oep4apBHzwmDTICUtSrez7iW7PmlAnU
ukadc/1OTUlHWSci6tGkyT5lrT09NCE5XqjHvV9LeG0sqpTtYHK2rhGxD1AqoCbFXrxc6rhTW7Wk
PO8NRmk/hfiVuH047rmFbJ0reu5Ui8RNQn3ycpRJVyuEw7ms9LpuD0pVFP+r8/ZXkNTdTiJ5LaYl
UFxkG3Q8hELLGoDQB+wZiHm9V7WB7SIuKb1URffdNLviWZXCgt6lrvpyKM1ovRZg9uWyxRW+1h+L
NI9+3N5Tm/MWGEFRKKP/sgo9ymGMhlQVz4MRdEetk/5DdXb4TAOk3OlFbGweniADpQ0qrYCQV0em
aFOV2DzovNQp5dBti166K9Sk1V00zJeXuCm1V0wu9sBkGxMUKHpqgHjcIIazmuCSOP1QLnXvTZTn
/lGC2nYnozNfpnzaZb9vTRFNeRCr1JsRLVjFLBGy/gH3MJlPL+vHqoqmL4iZUJhQR7MXJFfLt+qi
DdyxazuMr1A+PKaxVd+BPy9Ojl7Ok2sXSaIfBr137pyYDpQfSqV0GI16+ostD7wO2pzA1pO5i9n8
8XBWmdJU8ehghhxRhM2cKPazJEgezaHZ40ZtfQSd+4Iq11uTXvz5H0NN0lz2Ul2xMDWkuXiqgv+i
voofTKu0drbZxnUhclwREbCpr+S3mjiW8pDh6JqwYk5r5gcl6NTPt4/NRnQK1EEoDANmB74n/vyP
CdXziDNmj5F0J6szYr9j7jxmwOZ/VFNnPydS2vy+PeDWCpJ8CYYZQRPM4ssB9dloxrnUOD3owp11
vfusSBJeN3G7J8W2OTUqhPB5sHemyLIaKcqquh4ZCX01gkPIa14cBugVZfJ01ydFtPOqbVW5RHQo
4mAqBjg7XA44R3qoWjVrSYclAPAoR98mFCzvNX3AuaEBWnPA2UH+LveG9pj2gfQs8fqeh7Tu5fdX
uIj9CVYFvYh0bPVZ23psBjwd0TYcm/olC3LNr3Gyj1yzT/b8jLe+qA02m9gcTgaC/JfTBjSvkdKy
zlUeRrmH9oBx35YIJ7qalE4fb2+frZuJGgE1e0Ar4N1XRa5JajJpoXnllQhB/YjTPv1eA0p5LeFs
df5oLnPhqnThdl6XrcPoKCjAi7IBDMzVp9Wtlr/Z0DsvnwJ8ZLs0OEp9KR9vT24jLhKmbEBfmB7d
gdXZ0OLeMuOGURKnG/1gTGQXOh9E5Dk3PAim6WPQZfHjWOJOHRjDXh1me3gaE2TvtBnX0b8UTlKA
tBd3QQ4zupiMCtLbrB20pevuFqtb7jtD607O5Ej0afVg5/xcf1pAnZwaAnVAdldCJs041UmnAydI
lWX5MQ2ZfQhQ60v8cnKoDOeBNUruUFryzhV4vX/Jdvgv5WCiMvC8l/u3sM2yLKJo9DDZoUQz5/KH
1mxeGoOjevv7vkVEl7UAGoacShIskIRU+i6HmqVs0pKW+giWtY1xGFGx+KDE2K260dykP+TGVE+B
akn/TEtSvNDGVO+dOIkeRA38e6UM0iPSt/anQg72pPa2Fp/WA/KjpGOiPnb5y8CQFFpqBT2lkgC2
TytjuNRg91ziQNVGGETahhu3yx7i63rLcZgprQqoHTfI2oC2w9za0vH88hwnzWu3XOwZkHprtj/A
HCqmh8xCctKGavgnWtDKPKbaghnV7a9y/U7wG5CbokDGbXnVIFvytrJgww1eVA71qZWz4TkOu+qr
SuP6M32ad8t4iCIn/x70PHB3UPAvl3qxolK1Y8q8Y07ZCYOj1I8anM1Atpg7R2pjazMj8B2gvtht
a4ROj1qy1WT83RnPsVdHQwiexTaRair2CDKbQyGOBu+e3I4K/eWspKQrzFqnFCQ70XNpC0el3FGK
B1Ptd+0IN8fimgIPhB4xocvlWOpgZWFRkVpTKVGah8kYK+dcppjay04xf3339oCZKxilgKDp165O
RhQ5sTw4DFbVeCAEkf6caEsQ+9Fo5b4yj+keBfn6rUFNj3IWQSY+nTwGl7PjFYg1zIgpbALgeIbl
CMK74ia4Pa2NAy82vNAToKsJOONyFL1JJaObSCdmRIEnP7LRvXCrqE7P82Q5n2OzUQ9JFZR77f7N
2ZlgGohPiNmviv2has4YWXPRBJI9ek5cxicwHPIezHJrj3DFUrLjUgPvKH7HH4Gt3EPHoXJMgUdr
QNG2gHhzZD+8mNKbf3spN4cSfxuaniL+Ww2VVlmQjHSlPK2SQ48oSbnPh+F/el/YOzXQjRohWnV0
SUi4OWkE7JezktCHEEVELgu7rb1Gb8ufZbHYflbr6V25SOaj3ukfw2FU/kviePmGM9IeGW/rAxKk
cCZQveB+Xs0WVWyjc1Dq8yJYVF5oLssRpe5kZ003HgZafHQQLLTXaEytjjiOaHnZZDkIzjlaeAbG
4G4w5vyglXb/1NVOi1lfRx0W1e5TrTl7DkNbnxTkKK1hMOiUt1fxnlY1WmQMNGv6JU6Ok5TWProA
tFbNqTu8f/cA3AQ0L2IPnqDLT9pGk2TnRYkJdZEYXlvPiT8Y2P1Nev1uSiF/O9EHfSBo6Nxnq08X
dnSeaxnQH6rr7X/y0FZfnCjJ7yKgYTs7dWMB2R2Q3nRsXaArra6XfO70Qloq+mxkIb6eR/VBmqzR
zcfWef/7jcqaSXCO+ih32mqrjHIwII9CNVFeeAFitRvQ1xb6tzb1ttCrUkxkbn+yjcqXoP2gVoLg
GsDGNZ6hyY1skMW7WiTYmrl5tpTGh14aR+VQtlP9P7PT4w7weF8Y0P4S67XOLQV6ZRtYL1OKbcgh
NAul/3fnZ20cTcCqMPAcwYunWXG5lZLJCCXT5nbIiqk+SqOZ1se+G3Fl49KofpkGcBIPAmKkfm2j
0XxKsWTqvSSLimc9weHgcTIii+ZglsufOm1Kq51wZONQi7oJovD0OIhHVqcKoZzJkOOE6glgaN+k
QOShC68fnDp9iWtcFnmmlPMw1z0FcE3fabBsbUlV1bFsovKrAbG9XJ3SMsjITSZcRXjPgkOXHuJQ
+U/uTWWn0rs1kiaQLsCtoBQ4q3OWOFko1SRp7D3s4suSsieom8gzlmncuSc3nnGRLLKsgrsLIOJy
UhrRVoTQE8FkVM8PVRPOhLGNDfQi1sJTrc44b9dU0W/vNPG3rvIY3Hd0HlcePHKGVUxkUVRtIbgN
qJHFozeqU/bDNMpiB9CysV0YxRKYQC5GCBqXc8OeSEkGHUCLgkGuny+d+hC1qfavkyTWUer06Iho
lenHTqi6pdzqH29P8g0DuJ6l4nCzgMYQdbjVhokHR88g1Q9eN+CAfVYDCDmeNgfBDNFOiQIvqCHG
HKy+kvRDEJXd5OI60f5KYPbCt+3lf+oiqk8lHkTHIQiiuxHl1y+tlMbmIUxHvT1qY6RKbpxFLfWh
kWv0EJetWR1nqmHwCI1szO4tQyoOmRY65c78rrNRQgiBcRflBsop63JDittXZxIZYWPmfI2r4eQE
pmjginTUkRw6UzkmUfMMHSkHiaWIqw69/O95bL4WHfp3Rvd6e8mvdrPYUaiqvfH8CaZWr0ZiDGlM
y5BSUjgbDx1qUKkr17b8EFJ3OlqdDZWagG9PY0N8yIsP/TYsLTCiGYrra2nQysKHLOPh8MLZccjN
nfaotwBdl2C2AISm7c77cXU/vB0cwCSMBUxifWhzylYVWuYUrGvLOVX1MJ6zoM+9zlannTB/ayjo
akJAxCbmXoM/SG4TgOk0K4R1s98ZekMy0c94Tyt7qGtxe69XESgAfT0SQAECvTyufaEabZwP0LXs
JiihanX6v3mqBN8gZbY+XpmoKibJ9NzPi74TbWwOjfqpgLgARVi3zjVjLBNZH/mAixmhe6vqrl0l
w8mexvBxEtLVed1kbjtV7/Yj4lNCsOcfqr7Me3VHpVKLyUkLgjiBOOd2mbqgDW6OhyBr9qSdt3ap
CjIUfiYKQnDPL9c31RojMZy5w/WyzVwKibM/OUhw5oaR+ctgqjv9vc3xKOmajEYQvu6oUYnkI9MG
8GRZkg95Ara91nWMcGysNmny7dH5N8cjI2Qt4YhwH13Oj4grmcYlFhbv6fix62vHhxVZ3jVmCMCk
mfecQK479Hw7zQKVAzKHfGa9oKpU1pTDcyKgDnWNoyxhSnOMJDhNntZbxkuemLnta47V8+44UvhS
yno3fpCjfmH9k2gc3aLVCtu1097GAqGAqskfqp/g3xvvzkjEj0Xs/s3Ul3x4tTrknpOCTgV9E577
gzPZyXMQkzWT2Gbfb9/C11kmYwEcIkFH3ZtEc3WSwzEu8qWS6JxIsvSdM1t9T/VFP1v9rPzXNQUM
WCVv6HpxCXzUJXv5pchNb+/Ea1v7gaSa3UD5BdGcVa4bzPAQEmTTPTkLFj+N4vlJ71TzmxzE8ffK
lrOvt6e9NR7+LKCThYcQKlqX+w/pxgwyW0P5u9f6lylIO7Tul6HF9SZIUr+Lqz0YwlUYxTpzYUEW
1Ki4Uuq8HLEO00qxmpobsy2lz9AgldcoCnaiqK1poWwKxpMvKprWl4Pg17Iso1V13ujM5n1b55+S
FgiakUokANOgnm+v4taD8+dw4uf8UXdRFPCksl12Hsr9uR/FquNFyLr6bZuYh9tDbc6MgodAK2l0
L1fRgt3n/+fsPJbkNpot/ESIgEdhC7QdR3FopQ2CTvCmCgX79PeD7obT0zEd/KWlKFZXoUzmyZPn
jEFNATo2hFoewCTN9y3h+NeOeK6NjIUrOPrzEUEDNgUKLkToMi8nZyahn5DH61gIOZ1CofsIjMKP
mtTz9za0whtH4HXrHDsEcUUiPzgjZLgXU6SfzfNmhzc1G2cn23u6d97bYDr+gSq3+mBMnS6wTpNz
vseUecn3RDhpEHmq0Z8wrVuCCN0Jq4ozCvDemeuDjvnGtscsaqvOd6LcrKy/iqyHCOVVdnku8Hpz
o9Gpi5+Ti4dwNCJdad/4bte2CDgZdxh6/psY+8tV7PkwfuuximGwYhsNnHvQTmkeQ8rNNxKVa1sE
zBYox0RlETTi5VCBaLqg8ShpNXO57NVYe98ByMp48j0DFWD7VoZ7bWpbYw+Vbe4RMsCX42Xm6uRW
sjKeDbjZGIMTa2RCjq6b3NqL14ZCeAXyHAp49DhfDGWllQvoSIk3qJIcfeZJPhTLQiNM3+Q38tkr
4RWgArkkTc2QSi8r6aNn+KO7ZEM8YHD+K0HNvo06dxlj3zTkHdzLej91ZrubvEGmN47clWmSs0OI
d6iWcPYu7kjVizJvuwbMwK67yJeePpXQJKPAmsrD26f76lAbSxBeOMWoS4+XwFqUIxuCjTxP/x11
6xzsbhgpR03FjZG2b3MRKtPFjGsNlS9kMS/hxa7MaMc2eWDTxmj3xdb573rdLVOAa/PxuDeAUXnN
XqUZ3L8hndnMR3tol0aZVNNXqe1pJNfsqu9/vng8Y9RtYZ1Bjrr4TkvYmx6WcUOMxl0eG8PU31X4
Izwh7m19enuo7a96tXpbdyJ3CP0Il23SM5aJflEBr1ghNpG23YZHZx2HQ1lOXoz+tAU0Pf0xyrhJ
EwMxEo+ASJBKvTzZSPiqtRsYFG5L8jDwDCB8O9mHJaHPdIR4diNxuzZJUjZyGfb+lte8HM/OaHIJ
kJmKB1/L/eQO0zNu4O6J7RQ09FGp9pyjv3sjkbpyX27q3NwpPHBbcfLlqOvs9h5AHO+NVMG+aiZx
DhGeweIZRT2IqOP+7U95bYtSOaEIxfMNLHixa8oiT1tkpfu4HdZmXwaDeWqN6QdE7lsFhSvrScc2
BVdcjMAALxvetyqD7gOj552D1Zwlnf2ldCvE31vTpFUgMJWB5ae23X/enuGVu3PTvt36hxidUtvL
FeUyTaTaYrxZOfNOFIYXWXPVPra1u27mAU5UtF5GAaeWN/K31xIvqJ2Slm7PEBDPK0cDhTlOqAYM
Tn2l2+eSFmgJ4jBO7/QIAo0LihMHhVkfikG3O3tV+n0fTojdox/9o1tMtU+Nov0fsBauJH4WmgDb
c3KxHp0zO4PXkjBDf5n2hiftc+o4SdSEejn7qWce317/16ysbRVC/iWIoknhMkp0lMjAnMEGLAOY
Pu6NlgCptOtcnIxxWJ+tpendw1CE6R34bGvtJqMci9jtFvXvKEZih7d/0JUtz+/hVKNeu4UI23//
PUCWuUhtk9+TzQPhY9d4OL/afwNV/A/x8aYZQIl8M5eFc/ByJAc2N1hLAWCAaEV2XCXZZbQEjobS
6dXZUxE61S3a+5ULhKokoAGN8cTHl8XrwKq9jia5PqZRVh7GAe+hZdNernmontcKYbS3V/PqeLyh
WyGGZ/uy6RHhTT9dhN3Hwdz6/2g9d7E2KpuCR0pNYa7/WImf3bSJHAJHIw7yioUrdCaHSns9Ei9u
ErlTb8YOWM/R1sb/MhSXeYgPy9a5cPnMGWtQZZ60ejqTHEqghcwf5yX86YZT+vzni0h4jGA8jxw4
97bIv21JO1mrSWGPjsiAn528HuFG3Ki/Gn6Pq5QmF3h7uGsngItw60mHmAmP4+VwObqNS09eEc+p
N0R014Sx2+Y68qeb8NyVQItPtTEcCICQA7o4AoMKPfqZMwBl4fbYPefWCXV3deOmvbYJN7IljC7Y
U7wwLyfUrTmeeBYVP7uxnXfSwL7EhlAWBV1rRlR1mxvx+NU7jfgRLjgc/6039eWAYe71RSU4ZTSz
NNwhgIJ5q8O9oax8t5bTcFi0MHa0vDWbxoofDXbdH1MVuDd+ybWZby1ZSLZRVIa39/KHaKHolrB5
vy3RlLFc8Sa3u0BFM1WpnZSoY7+9da59T+wvOHosNK5nF98zp9Cr85zvKavUOpRp4MUqDP2/3h7l
2gbd6GiYAqJJQdD3clY5uYUldKljhf/5HjjsZydS+dzB8rixfteig60YipXoZnl4ySsFVlST4xBv
+ehPxznm9n8nk2ofgDtqwKd8vQ9LxGSIHdIPb8/x6kpy6Lk6N9bWZS3Wn0vEhTU4TTbW1pemzTu4
HPTBvD3K9j0uQnVS4a3Fh/wDqY2LeFKPsJz8DoiGbgLjRO0//zt3mg55yGneO1OPIgCCTyezHs3Y
mof8RvB19UNuXLv/H/5SJ151U+7XIZOsnc6n8j17fyHeoGLa3PLT2zO9+iV9Si2E6ghV/Sfg89sd
atmZYVsGO1ORO+xaKzWP7FG0KkVBcJOsTky1TR20WG/14Vw9g8yROHqzE75MW40iH1bmjze4kRYQ
1BZz52amF2dEePEiacP/H2a6jQafcLu/LzKTwpNbXxbjtXVWPYVZnRyXcWv9FHU1l/ukd43nYh30
82qJ9sbT8R+F4XJDEchB2ASwhwa1ffHfltnXGtKCSIEXKbUs50k6o4Ve3Vp+hvlg2mcy0ADBNdvI
/pqKIfN5p6tyX41ZgpQEnkB+rAtphjQ6QIaMkjLs22ieZ3OKehnYxn5xe/OLKMZJ4cs+Ou6Ntbu2
IX0wyI23iIj4ZROPsdhOX2AwGqPeP+yJyK0sms0VYbMOXfw/7lYhWPl9tIvbcmkLqynsbU8iv3WY
q9KkzJzX+V2+Bu4tPOraNiT9R3kCi0WspS4ewQneWz+FoA22lmtMFlafTPRRY1Et7SHsu+zGJX3t
auGL0hnD485jeLET0rUu6sWgaAtB2rh30Ig0I9dfFpNuzmXsYokK3rQbrCH7XFSe+DEvLj2tbx+F
a5coLXYb+gxlni77l7uxzLPM8EsFMFZl5v3aKe+D79e3+ldfExH4jqRxG4GXZix63l8OY/P1iqQX
ND202Voec/xPf6ZqQgXfYOcj++snH+sGnyS0l6t6l1tV9itIhMwpFmF0CUKYUkaZ5rl+NBon0Tv0
c8clmgxnHSKh6vWfbuh0HQun7oKo6I0EVTHfm7PINqy6e8p726KTvJJNtZuEln/MzGFvUEMF6wA6
Qif9IiAMZFeqeuuMnIfafzeKpKNV1ywPWps33tsr549nfesTo2hLy9P2QX+7PuQq8dvpQFVK6bkR
ghbeiRAriewCVvTbe+O1QMHG9MT9k28GJvaqmRo1UQIZQeYfJkXRxEHX0b27Io/yT17YxnuKq0UQ
pQXyq2f6hQbvg+5anz3spVMd5Z6PqcG6FNajAARTUWF2Q/6gejW97xeW8tClOELfyE2vgCRbRADJ
eSu70afwcnlWWMFLXwD0unAGDvnidXth2E3sr3b/c2mzLo+6uvW9G7fitXgWZQTQvK2Gv9E/Xo7b
BZUv84xUWzmV+2T0k7ejvpHVUQssQpswotB09k9jGYuSlvhxMcLIV6Ldc8RvmYNc2SIkkzZQDcDb
Zg/98rfAb9drsIYyRhbC+Z5no723pIDv2o9LeestvbLgdIdD2OPtpnHxkmIkDCAHS4y8pYlsHkSp
nXjsx/RAyofMZWXX/+BlPtz4yldmyKBg3NwnRICXhVUsntB2USsU2kkiTz4M9tkdTBN7b/0/lHo2
B2WQAJ5rwPvt0fj9vKHuZvdC9XHvjvVedJRQx2q292ij3sJVri3ldqqhJENAeUVuXYWYvboiyxtt
BCHgvVRxT9PS0e+gCHdoDd4HbnYr9rq2lNsSki2QP9PS+HJ+6yT81MaUDB1IacVuUeiDqwO4AHmv
bwSYV4ciwOMfXoNX/aDVZObemDd9nNV2dkzDxjnqsJt2zdDcovddIwBQVaU/hXYYGhEuaeZ5brZU
/oEempyTVtImHFP/yfazvWBiU6Er6Q0tBtN5N+/CkAq5OZX9jdThP0nLi1AP1AP63X9iZfBFX66t
G3RmNyLCGm966/LQ8lk/AlSkn1bVBQj8l4J7siuNKj2JfqS3cTa7rotqrSvBjRWk94E1U+sD6vPP
U6MIyxVaX5/evuavhD04khOI/lfLB2V9+SvHTLbIgtgqFigpU8/J1r0zOJ96ZVV3SeilNwD6K7uA
LjkMTUD2iAkuqaWtuUBa8cGfYOdUOHonLV2WSfrQdat56wHbFvjiA2xtcQiBbG3gWMq/nBrB3pg4
MyhDJ+fE3ztLMOwocjsIfY2yOc0NduyRlSQYWjuLcSzwQ64j3/CMwx8vMW1zW4xA1wOmGxcboQO/
CfIZeMUcFwyJcbjfZXa+7L1wUPdtI9PPb493dY3hy20tOCZliYtLqzNJEOaVpNwJBx9KGRaAwBz6
bgQS+ON4hFwmdLi3UGzg/rgImtt5sWztO5gYpVV4wlQEny8rMw+11LcMjl/PahuKQTZ9QbCai43a
Yw6PdbOv4sFs5oNHd3BkjslwqJKbvWCvzwRQOyQQqo68pFDVXm6cRQalm7TphieuKJm7Y3amCJ7t
V9+WEWUBeX77g/0Hhb7cqSzgJiJK0LQVeba5//bMIL4atFTImBtgvhM3o/Daw2iQikcjZ+Rd0bjQ
r7G3LQlgPO3et6Ub4h3girRHYn4idXAmHDSiJGjqco9SlHNX1Mn4sxC1fUiSXJc7Nc/WA2uHk2GH
HvNfKQoe2f7tiVy5eEEpebzgVVPaJ79+OZGkNRbfLA0Vl647/QLAr88tOnfnpqbnLAoMrfflbIRH
iY3vORSJ+QW4XaU3Tv6177e5imy9zmyVy+7xHE2nUmYll4zh23sjDYyD2Q/ecUxsGz/7m4YLV+I/
ZCbA9SA10vBD0PVy2qHKHMfYbjV8xL3HZp5AExxdGKeuwqyyKg6Z704PJTdfrNM52Gn2reXdlD96
HULwMxDes6GbM/fL/gl3wT110DyxTupOmMsEw3GushGx6p7IHeTxVLrFLZj/ymITbULFBgCkbnIp
C9ORGM1V76k4VIKun6BdHhIn75+msCwHWr9H1IXf3mWvoSrEGuFX0kLLkXkVtEyB2bTJ5pwmKwMu
gDSXuJpsZM0lda/cMDx86iZzF4y2/Pj2yFvsfHFON20aTE2onViEhS+/M3Dg3E0dANySzW7cNW3x
KNbbQgxXh6Gnin9JKxCFeTmMHPpyTeZQxaYrkZVI/KU9i35ZIp3YZR9phNGyvYG04T5dgF2L3Cg+
TnVu7cywzN5rMVbtQSVZdlgzR9y4q659bvpxN7gc0inlnZe/zejRqbRzztZatPZHx6X9RU1BeQhS
WC47KwHj27296Nd29abwRHMIikt4K74cUSa+CUrGiIapm32duW6caRG802GJ/pzB8+2Bjt0Y9No0
fx/0IqX3ZLvWvplRbh9Kn+JEIXehQeTg+on9bkzmP1aHY0W3MIxS52Y+epnYm+ZUTGmJs4S/hMsZ
cpmKZKKMPSZFazQE87QHtHSPWD/fcgB/NVPqELTfgAKBhRKbX8y0y4PFp8BPL4yRB/3JdVWKCMZm
gYG4X2WWx2ad01v2LdsOfnGQyEsJiEji6JKE/nWBqydrVlQL1bN4oLu6PtqD0z94KrHuG99KbqnC
vTpO22C0wGzqHmCv/wXqv72uS1/qzm5bMuB0td/Vw2wfQtkEH9/epq9uJUahGR4Bnw1Bf13aMelg
IqCDYDON2fu8o0AA1bIDwQ7WiDiCBkkQzF3fLrdakl8TJRiaexAEjxTVQ4zu5QnZhCTb1gAiW5Sw
vg12m/0iqvUXhFChBhCKOZvhtJP/xLp7/YzmURpG6dyFT0mhvGXfVZhlQgVP1PPbS/Lq5G6/ixcB
cBHaEmv/8ncForZmQ6NppQodOrHsEusQTGO+S0diNtV3HlCIhUvC28Ne+d5oI1PLpIeANPAymgo2
5nO4Uc39Oim/NI3ILLBC9yb9+cr0wD22ojPIKSS17WT9tq+IPqViMzDObBbHys1EGVlizp14kov4
BG5MUmcYw/j97fld2WlbRdim/wY/M1oKX45bIjhImwrjrilF2qZX+iDy1o3azFr34WqFeF0JNwKT
vEUxf72yiPaStoFSbBH4ZaFYzlCgeHtQui2C4dFKjOWDzHV/A995fSMRPBLpw68hoHgVDQ9ZsTBx
sve+SMO46Ef3hDvet3XV4ymbwXnfXs7XnxG2GJsFEhc617D1Xy4nDqHh4LiU83P6mKsYY53+UNo6
PRWOlzwn3mTfKaPo/jQR3jhqoCH/WQGyTy/e0bobyUw9+FwremyHtK3nXVs7eZyXc3fjPLy+bBmK
G2njLJEHX1IbtTt6RS7g0QzIfH/P2jn5OReV9a4A/v3yP6zl1n3xHwRJrPRyLQ0rm1hqCpYeItrB
p9pO02zvpznJSmOWUwDxr8qP+PE0tywNr06SAHSrpaA+f1nVWwxHKuBfDqMpk2Pnu+W9qOvg6ADO
3tgwr88fiSF8P848DEMC/peTRDXNMwwbYIeufnHsXJr+jqFax6PjSPErSM1WRMviBY9uk/k3KsKv
Myz2DU1q20Y1KQFckqKIRPC4NzhzqVJ2GdXC1CV1o0Gi8J9265fc9af6kK6j+uiJZv03hKyCgHA1
zNaHt7/1lcsAUHSDDYkdtqv25TIYSVZOc0Idtaz7GlscGktjq2qEc2O5r42Dngjtf1uW8cqWPbVg
ksLLZk+5tbpPbUMeFju/Jf187dL5fZTtV/x2mYPgF2OHbg5ErKGkYxeHW9En0MFb3ekDGt/jr7eX
73UT/sZ8h7nwH7BMVcd5OWILAGg0iGrGlKDtj3hgutkuqezgqaHI/vfIHXwHYGMhmSsm54zsiH6o
Qid/rpOmvgsyhya6t3/R1SVA7QDnBlIbbsSLH4SQQ15uZI62rPrPvtFWd0sZWH9LUQc7gWX0Lcj7
2pklBtqgKvhNKI+8HNAbdK30CjCWlEZ+mqhm75JuKfebrNKNtOXqUBvoCEmF2+lVZUgH6+QLKGKS
vrDDGjTVGaKB3hXW5J3eXsZr1wPFTtoOwcXAoC/OhV8bQ6FT0QNUBVWw80Qx/NJZMmhUpd1NLha3
ZFPl5oFmi+L49thXpvlfJyd3BEkanN2XK7puHRQNGh/xiFrl47BI8306BXSO0jhzeHsotHWvnExw
K0IBgk/Ss0tg0+3xxJAKznyAZZO6N+ZSYJQsqdniBOO0zyozmGbqZ/Z6VNYwfKQFfgbFFsrQkZsF
ZX6woNJ+MErf+LYsc/KhVUniR2gT1NZuMRM57XohrTDCTXNZjovlpeMur4LcPHaD1/2UynG7g1KD
/uE3zTxHalV+FvVj3r9fTJrT4tzv3J9CzuVPS89Fe8ILyK0i2XfzX9jKDG0EkrYF6YVT/SCmtz43
QimfGkEnvk59MPbHZW2Lr5uPbgvb2O19OleT8jl3HeJWZeNLhc18nxUR7cLmY1+MYXcCcqWpipAT
FkZhrurnOCq/eqp8gCjYpGTnRK04e4WYXCe7ucqVf8SXE/UUB6faQxauIj8lYRKS24smGHdoWzZZ
vLRLX+2pozTrzmitfD4gEFKdwq6agNU6QzhRXS8yfa/GtP0KXTb91qhm+IoXp9dC1qi7nrZP1Pd2
7rh6j1jRYp9Jt+/4BDZkGTsjGYY5NkJ7tu6Tou7ciEui+NF4OjMeRZBZz/DJJOZbeZB8sFRHoDkg
sYQiZVZBPu/NJiieR0xgir0YofNFldcsX2gDyPLItvWw8Edk8Xmd19EhI0KZ1UN3BKRszPrHZjVw
91itht80eFYyb91V+a+wCVKs0+jdT2N3Luf+XadpB0QBDAWtQ4pwFlijkdtPBt4v+R0Kb81THgQJ
M83C8i71jNo71ILtH/NAuV/bsci+TTTCfoWAGOJijrK/ST2gWI41D6qzzy2P2kA1F6jIJW5KFlw1
BXWCBjvCR9d0l2mftoFEHDK35iZKM4XHKqTapT7qzsGtq0mTL2O9Wh5UA8RxdmqyCvcQDG1Y0ZjT
dOUjsgQWpId6zO6kZUJcYxbWIdVe5t4Z7gzEDUHILaPeqbMuEiMyLCdvDExjp4fexlcVLOjOyBLx
C4kkXK66DLSIBdXhdKatpMAUJzWDb+4USu/gJ7T/RBWuSSKyLaSxn4e5KZdjHlazODeLZxU71Cpb
7+gkCX+ZYczL3eTmnoFgRNG+F7Zs3+GJ3OmoMlX/UCSZ8zxNuYm++lBP//g+pf7YnmACH3HjqkoI
edr37iyRJA7UJFJMrOmh8R/WXqwWJj1eD4stF0yzCsa5Ops+cqr3xNqNEwU4iDx7RmqgF2mmuj1U
i5KInQwy+TH4wVKeXJnoH21iN19mD6sG2O6TCzCG33B7WNLF+jcr/OJhMeecq8jP5Bi5c6Dopw9S
N4gaqcIPfWqwXdtFgqWxxuVpZi/ScOkP1fsk7ZC0nkkJ7mYUg4MjjsFkkk1rN//2BfUN6OCjRn8A
w9kyMgbZn4OgcrxIEXg3hwo4Crwmq+rhNFVBsguh57v7MhOJfYab0JbboRh/ABM7QzSB1z2HWGuI
3ajq6Zx6YvqkRgPW7eKWyd/+zFbZNTi5qvOYztkv0u3lb8+VvtyNtTPxUi7ejKQ/X9rcdSI06rgS
Q/is/XFq9naalenZyNZpRhLTQMfIbjqZ7h0xmdbO8QZzjeBjuOapdChy77UqExm1LW3R8bQgvb1X
VmPgxLmaK+7BSZeKXW+2jRmpJitgx5vtUDxl2YDWe58Py7hbyqYeT3lSzMl92LSTustNuv2jLMAX
MU71PI7nVhgV7lC6B9FbZhQrTsYydzIKMtOY/8nydK4+kuG6Py0xZZiMdJlqH2Ew2EDp5dqq9X3P
z5n2wlkAxNCdn+sHSzrBfMTFPBX3LD4C9f4C89yIQ1kV+t0iZie/T1ZjTPYSobj2p++Mfv01zaqG
O3FZpJHig+0LNB+OvqfC4Lufp734nlqLtnNg11EtqHkijxt8sUsPac1o8tbB+CBdrwh/LYSL3U6U
S6OMo5kls2VE3pJQAI1my+7psjI6UXYLfbZqWsy4NUu/PCKh32ffkEg2q0g7q1h/GtY4Sg9jE7+T
pyT10Om+T0TInRVbeajNj3oerPkztMQE6TCrtaYndBNz/bMc7Mz+YrhFX90bvCpOjBZjmvyrHBzl
h0MnNgbPkfxoKd7DnLWnx3nOFleSF4QQraO+toy22CkQx/ZXHq5206CHrtvhA0rneXtfzpMMKO2J
Ff9uVev0K6ptntmxfcwhfSom2bmY+6Vz+5CC2EOwGWqvdz4KG71bgHh3GCGRTk5XPBuV35fpvrVL
p+C9kjoRHboM0E8/sG6ms4OOZPfvBPXL1IjWHnVL5GpWN3WXmPTSa8cvlUPj074wG7F08QwgPefR
koopOWm/1NmTrsOx+1Xn66YSOTls/SdXTot3sDgbEHFM9G9RvDFBbIpflEz6VO1GB0vuc0YGne7s
xK+fRnvW+qSw12sp1btjdy9aFGbTKKzR63FiX3Zt8g4pwA6JQStYF1dETTeFSPkUmTtQp3PbSj+6
69KFj1kVBGm01EOfQPxxFgSjItxKQ/9j3ed8FLhpxlSWkZ7DoTvOZVjMp7IeXPvUCq93z2U7e3SI
m21YHDofelzkVlsw2xpO1cRrPQxmitFAmGY/RbCO6VMHx9GOVq9GgS6V4+JG5jCgGtUbGfVF21mW
d/0mw7Fbk4rAtKucFnMoe+pwsUChtj4Mc+u4sZxQvJKYmOo83GEnWFMfL3PLpMO6wd+jwdlpeyXX
JNthPYaYvGcN1TsY4Ig0r4NVfM40zO+4HbVnHB0Yje/Cxk+dyG6NcNiNo62/mKulx6iiFxCvDjOd
ztTokJNuVDBTs8pxntnlpe+8W6q5/0o1f1rjwTUsFZELJfNd04X+sqOlZYDnkUs736N5gbSRH+gK
/lli8+fNqUq/1x4SK3EXjmlzWry1esBqtC52zty199qwzOwxoQdg2a9jkr0bufdYOCi1n7yNWpdF
q136ggeL+l+sG1lRjQj4f+O6GAgOgiKAZTZmYKpxoRDkQwAIG4qoMfve/Kcr+5pynA5VFxEqChmF
SdA5B5z0xvAoEMDwoqlvOrELdMvNrDqJDrW0hh7jAXNY9Meu1pM85nm9Tt8JHW03osJXFb8yYypg
jGCVMB2Tnnaw+SmdMqc8rOk6rUY0hc0kv4qm0mZwWLHPttF6Szy1l70/VXtppaHx3RqV+Xen6N+3
Eb2Xy9mc1CQiH/415yov8mBv4lRvRAvtPDV1H2Hr+6b3ipOZeHlzN+LbJiILdbThvWVOpkn87S3d
LjWTZt37ZHTqftHzMh/nWdqawDYYarZ6od0dPnkY6Fp1CDjr1/NKE401Togle2I94++UrbuwbTxr
P+aKuCwim1bpE5exVT7Zk5+V73PdWM27pUUfaF84rWrpnxLzBwT7kuoEUy8457LKurhL8m49ujkg
20PIdzy61eqxN1yi3j1ionP5vvUXx9lnnRR3fWGsv4IOmuMst7i0qfLmqfRq9aXCmquPAmkSosiZ
ggNE3an2I+HkkFGD1am+c2r0d48eDDOy5dr5D92qu2HfmrX/ry+GtN87/iTrO6dsg3/H0e2zXcrl
+dAqJN52qV9C264JcOvY8toq380yrD9MXBPPbi81DY5QB3mn67xJnvArcFTUDyVKL2gA29kOdRP7
ee7yoo0Ij9u/1prX7dxnNi9t1xRrcsc7rFAyzBqiWK3STX0sWPgRwsvk/BhiMPZYdpuIlFLGWEZc
qbKNM0M2mF/kdf+P6OryPXe5WClyN/XnuSwB9TgJ2Yek8/hLB5+WzHiG0UtkNhqL2k9FjkTYmGIz
uPf1wvA9isknWg6mIKK0TK9dWYZNs1O9QTqGNlsY99KraIWeE/N9lhdeQVhl4VmnRd/ep/No1l+A
5/pvSSJbWIej1ak7zmRwNAaoR3/7WZVm1LvroojwDkk+j2MxygiS3drvwrRSZkSAl/+jfakPhgyb
LrJHGO8fV1/U60PvdkYegwJrfVfNQ/d9dMKVH0zTIKRXJxPTSbvcAnXRhsNBBmqs7vw8WM+l4ms9
t4nIHqyRm3G/KHu17jiaSXMG7WjryJV4ijxMwyr7o3ApIRxK2WD1YIS5Lwkc9OjsdYDT/dfensrm
qzWZfhMhxdYUn6fa8MPYWFu3iMqikUiUNE6YQHGS+ltqVPA7yHyK3I3raeiCeA6J78CvbQJcxCTs
9TAW1STuMuWUZVx3mam+Iqq5iCgN8uSrzd2K5kaVjp/cQmd/m+U6fRGrKz/LJWielrpbv1HeKqqz
4OqYo3xkJ+/s2hvrY9Jmzacg0wkQaM7iNej96G/GEDhT5Cgo3pMvxWeZ+eF4SnUffheJXvujlyaj
+xyqwvX2crHdH4lhzf4uLBpPnLnGuVK9nEhVrWVlPXhB2z5kPkFVxEMhYLnKznweaxL2E/I3lvOU
TUr3pwn7cy6ZIGmbx6pfh/I0uV1hfarXoVN/lRbx7kM35vOxqOeigzAwGnd8yfmHu8qxO7pGOzV/
1QSmzoM7uMO/GdRMtVMVLcGRKzYtslK0fRsPbYEHnvYgvjxmeUXTuYVcovUusYVRojDniZ+mOYcf
K3zl9BkwI7ejqaga83HAOOo85aVIdp7hivE49k5CKKa96lg7zZSe8tbM/zLGeprv/cbW06kXVnLI
gGT0QzMV3tkfrdaL08lezfua1cFufFPbQ/reas4UX/3inDaO89FJZUVw4egSRr0SzhfLXDFU0y3A
bWRokMSt66cCI+gdu2R0iKgRXdkkFS2Gpl+HKZEFxjTs0aIzE3svbat7hjfqNDFvpnEvlVTFbgoc
TBNcycARch7ql10bCVFbonMXPnSVD4S22v3bm+eyPtuqQ6so8ZVzR4tHEcQjua/z19wP4qDsQCRH
b63tKlJqLfR+xGRxisaazbTjBuVyI/6bf1hulje7Vo6GGYlU5L/aQi3pfvD9+S6f0HGbo8pKHbBj
LFvnh6pNWhW5gwYqcvLc40Fpi6Y9mAuUiiNJnkZ5UhhrNrWR1eA4hP2OaJ9szyjnE74pIGkmcu9c
JrRlqc1bubq318K7X4o6MCMTrNp6X7S9XA+AXrZ3GCmtf3Hm0F5iWSDbeTBBCtI7u2j0uoN7ixBJ
YufFryZBEj9CMNCwjhxr2zqOxCj1aXZRgj276brk98Uyb4419GO5UaURSyYHNDIRC76RPEknC47D
4tBAya1j0VqBcpJ3SJMhkzEsfmt9RFxz1PsmbO3h8/9xdF5LcuJQGH4iqgARb2noMDmPxzeUx4Ek
QGSkp9+v93bXZc90g3TOH2eLOTEz/DgZMyv+9QINRX9YlWhK8DcWHd7RuPAJM7PBTib+6SGprDB8
LZy8C5OqLNoyKfoFpCUqiwG7UdPl1sElBv+xsuiwTxrs2uOjV+rw3NiyHlNwK+eJQ1z+QORQeom7
e913aXntTbS4iHCttrKbi9qYEwlr9LcgrRvjvdR4pn7y017bJBr66U81GMUXESDireXtW0/SHQaZ
kYvjf3axroZEiG28nz0up3/bbHvvBFw7U4YSv35YijUybCQB2A8Qmv6J0cejMXTd3fKw1a5d3Vkj
H1ZSrv12Ub2YeqIxXed5qRvbOpcjFWx3PmzAkpLwHNx2uE+atO+qWB3Rs4mXqLXGGN2xW49JEFj5
yNL3/3drttj6A0qn1KuJHDU9hh7NltmweMWWed4UyXQZnenV55D4a1Ym1QOhYq1/EXJa3+2RlPNM
oXyPs4jrxuH0j9a7HW8iTz7vyanZY2m9912zfBs33Pp0lqUYjo63yatdyzOP86AmeVlxOs4J96f4
aB3fFGnULmV+FtrLn43b77xOtsWMvFn2kPZrSYgSKaG4dMqpxFUg5r3Yk8XMg+BrLfjaltyEjyia
wQ55fGY3kQNCllQjrzxvK2E1iauQy2d7Z9tj6jWYVpjGlo70hqbXv1YEt+pQ53JrkirsK2DDdi5f
CKbPG0K4GKDPJBCD4zT+1DzPClPbEbR2fBv9BmkZYsR5POBjgt+syjH6w26zX0KL/TEBS1CntnLB
HuJZ9sv3HLvDdOwnW6jbzi9G65ehM/BfPFZzfphk6d3lo1R/IoDhJqv15r0vS15djJsXMmNk8KvE
30p6ZiMgxH+iATzLymUk/Hocpo10ii6HjU/49pvlZezd3RxnDExrajgpLh7DtMxwFnpvcd7vEHal
NX3Eottf9oCrR2pwosNQjM5br8vVu2l3JZ93veX2S8BQsBwte4Pc1HgFxhOM5/QocSfIhKO1e7QM
y2PmDWN3iSAB3cNumCHv/b01p40QQPYE48g2c8t6/nTRPk8X4lnlg5JT3iVh4c/rybEmeY723q1u
2quAhCXHb3vALtkzOnFH4IzOt/aPBkzXQM5j6x7WWTDOb/mG3aoNzJyn2o32z4iyVpk0USierKAq
2Qf3yL4fqKGcs9CN91/MprI+2DOrWxoy48sDkUb7DxXn/hPJhnV7KprQex8jD7BuDYLa0P2gY2Dg
Pqp/LWt1/apd42eBtXdfV9qjPCjT1R5uwcU8d17LCkeGBdG7xs7LNZlMMTxhcaW1tN3ChRdBteEx
2rx8e1iDIS6QUpg5M/USTA9LZDExFdHQ3DPW6Cqdqspd0z0MNieJgc7f+oIys49maFo+JmqRpleb
BeyL4NfIHJSgfflB6Wq58wiE8XkbMJfXHHnKE0lDX8Y/2UOznbQe1QOOscDABlCr8SiqgAcOsFkl
tVtfh+liG/pT0U1TxiiH3M4VLcW3LsndrzOKsu7WL6r8PHGjvPamc+9691pf5kZLj0K4jXPzbMWl
iyWHWqdkB88keMi2lHtfLJb/DTjoqwt7vH9vhj4ozpsZsFni/hI/kck33zknFig2Hrc77ciqTxi4
pg8pKmnB4VjbfbD1Fq8+xRwkDevBEwevjaopjfLCrnFWtLyfvKrxloUWvwvA6x7e6agIvcwhbBxx
M73Jj47vg0/oeJEDOoUpshMQJ89K3DIyb2r0mSwGrdER5JaAj5msLSfc3jPOoXCUKhJQD14eNi0w
UGZOQn9DQR0L4wNExsWvtbLBUI1bnwGp11fuaMtJG41cNQtKs1Z3gTNx7+zMbcMDCKWu79Y+Zv0h
d9hVl9YpSpH6tasf89q0P+shxCqz+tSoiogqxAdvqvnYyKarrEOjZmnu91a0n6vPBPYh22D+JdfK
91+kEBOlgrO/OHcRjbA3eveqNdtoiuGNykXlgaV2wR/ZxIWTQJr15X2p7O1+niZ4lGmMlx9uUYU1
CCRherTAmzAZMZjcqgC4Nm3bcn/o83pdXsd1rqKMAImxSzxRKJgb6mhuir0p5XusY3e5fq0Bef3b
1n+JcGjLy8ombGWCBP+3Yd9XnljqfeJvMQLG0a9kFx/bJqNPzKj80FVLbmBCpuCep0u/L30a7CJX
56Hdw/1WRk33rHlA9Y1QKn+P6Lnz3rq+DYdDCQW9fwWqHm9IHUQAY2zRWod2dHfwuXWM6ZbkzJ+Z
l/hVOFEkUfw4R6z4nAMTW+dusoR1Lys0CPdXKPFXUItgJyIiYCxZ1eSaVHf2uKXb6q86s6xa/BTL
PFmJY8XdlOT7OlTHYYNNS40nxg8gndg6z40ev50OOuNBiXb8E8x2/TjLVeDcQ9rqHmZXY+xsnH1T
h7CKh2eIeJxaYVHGF01ymPvW+BVkkiOI1EqJtwjjzx0WrTmDKO/rXVQF06tsYc2+J29Z6oNy5p6D
Pmh1KtkCNPsfC3iymj3wb92Y9+lcrFR+31VG+QrYEWPhRZPQLd+mshyrhCFmKCF4DHDqxIIXH5py
FRWfYqgBs4PmYfM3r3uOt7n/R3u4RysWAi9O07awxvMMT6jOtJXyC3HvT3w0yMj8M/KTUB/60a/O
2sq9Po1Jt7pSSHl+C+Xjsw9UXXxPhE5QoTeLa6IQ4mH4Jzw2jlR0E62vgVkCc3Wh9M8YcfbHoZbj
flAEHubcoIrWiwCKCvSbQ3VJi6h3z1flF/n/KlyqJyhX8sogzfPfNhs7IR1taMHuzsFoDlHgjA8V
VZ1jUjqV+QX9C0VIcaifJ6SRMqmgJ2VmvQZQ3vbB2ovzpJr6M4hiTo62NsXvqe3zNmPn5g9vCHsJ
wsWbZxK1gJ4f6zbK/5igHf961cCwvTVOxZze+c8eaY/Dw0BoynKclLAyxkmrPA7V0M3P/rqps8N8
Z0Afpd8nZcnGdAR799WJ3yV0gb5a/SpWlNIvA/v3cFr3zfqI5awJG1qH2DmR5T2oS0NG/JQ0drk/
RbAudTa7pkdpXeV6I6vEsLKAJs02BWcO56CZJkf/EHofIBPjbmc5jSRmgJ1q8f1gwt1+Wco9/LUM
pVMfzP/PR4cJRKY7wmo4cLM5DfnkbvzDHk3pwGRM8nfn5MRB91aPtbNs7eC0RlNdpfyV9WsxWIPz
GncUjSSbO8npGI+DmAgTCjUIzyKgERp62IIjdJlXA/PbGCM2ZFom8ftcdTfQT6Qi0iW2j8dIVZ6d
NkVf6Puc2M1HIzRSHA4n+183hfJOIvZeTtKuaY9rgj3Iao6UKxTZDhLNCq95GWO2Oqhxc2uyyQQQ
llrm6K7xI2VdhHL6OqMSqFP3rJ7FkrDvs8iLNmhS2Lxd3cRNBP3ssprCVUfu2mcrlwAAcmEBzJEr
92sUooH1jbpZZWXnDmwqi6vapFvV/kXqwsS9twt5QvZZGI7X1qvOcVXU040Hv8nn4FwfWKn2Ig0K
Rq+Lj/q2OohwAx+b+pzEInAUUgjIFOs8stXcoCcTo4z3pOnLmD41LiiUJMLw0lsdzp9MDot6GJoK
PhJtSRklLCbqi/m51gmLugwSJ2QkSzv0qC9dRdftbb2FbEHW5NPnQAS3OGLCacfUdOFW3/n+oNos
LvIIAMXfi9s4thp9Z1ECeddPG46ocXah8Ly9xME/FcPSn7mm7Pfebe2/vqupqCivClWQnL6lCVw6
Dc+ble/N4f98rWwqxHTM16brvvZOMsSvjW8/THPRon/fO+y2njs64KuWnsYkwretk5A6mQtJITAL
3uZLL0GzWb42lSed47zkcFmMN8stVPZWnibHg7YzTsGfLiZ0OJcdEa+FuN6bVWJIgB5hOPX6UkBG
TQfZFgv/IV/h4oUhClG3YV0dmZk3snFtuu4S9qztEuvGDw/QbM1wzewwL2uDqD8tcARFZ1niwLhU
ZEJ9DPCTN5uZdX/o4eoLRqZlk0etOstKJMvEtdTCUe8tuMpHZ7QhQm27ShTWKJBzmlcTEUS4yOvh
xoKgfh0Ym7x3tsFJPXliH8K/4O4lMoGwgrxpAYT2VG6lA8aDFpGpt9j672YZJ4XPdsKzhp8lv+Rt
TXLcpBuvughnn3SKjpOzGtY81/8Cy/AHV5agV5QaknldTEYkiH9sVqMhjo9VVPoh52mr3bOUqnmt
i6H6WSzwyGS19AWCBSdeDc7Orv4Lp+FAMBi4uIrjfI+mozZqdlOwAoQQzOPIFuGqAnI94zm+7fRI
MV5ICQgKqdZHU7T2Sn2zKTAKmCiUv3t4szXZK1CozGmd1dzqphGZpt99xejiDqmP6F1d2DWWKZMF
zoKULsLgxvWu6oO15Cw/IL/Q3HB+ucOUK7+zD7L3zPjYa8IhwMbomUt6xdE2SDQH53XpOa+jMeie
UPMM3rPt8j39DJSR5rxwlkfJZK9l8FpHyg1xmtVQ2DtpLeUDvAdnHcwyIJw7eW6M1ZegtaQA5uJt
DWQHzNI6G8ibFB8wR1z97VwX40ewcex/Sq+SrKDXO5/7XejDEs/TG1L/vMmukVhlysesPodtCZf7
qrPd+gLKAuvf/v+rGDuSHl8ws85zUQnEBrsy9adWuhySpt3x3MWqqMncrapaYMI26rLvjDxXqXUT
HdwhJ9plInjlhweUwZOFOKQ97NR+dEen9biqQv7nr2Hz/Q1UPbLfgn6v/ti6rIsE0Yn93U9hUN7m
40DPHORdMB8drdTbNur2b6TkaDJSnertTi3tEtNrFg3khIqSWF6zkAx84zhT8a+1pqg8kB1NkCNm
RvuFHQj9+QzeXfDZs2StboQSq/admft74kg/dBSdbBmRcMXvBWnU24ySfuMXqJ0gjbwBGHL0PMtN
x7grtp8qnPpXqupjREpmKuSRfmoXXUFZBWnbE09PisgwEEpkOyP6ATPEM+V5nimru0mG7p7UDVlb
qSgmwPsBaPLOIARAWaR3/98QrsT8Er0+vNPjNhJOMkb6tQ2U4yTcPQLmuiFO8c4ojsQ0NHNASSnw
cH4/jBMQ/zTsVpgpEi23n8va2d5hrcfFvod+d4bM64huy1wrl4/R1Lk7SJXkFsunxazPwWYFQTqO
ehtu6t1iZBib0bsPcrHojKiruUzNXsd2xvGm7KSMfLpoBuiarI/UaNK5ROJ2xWf1XRdNTnBc9ep4
WKEGpbPOqoMAnk/LD2tFHghEsPCZNxsKwOe8CmMO7EUFtzlzwmsuPARfIka2uoLTYDjJh2A7xvEY
PjKG9F8QXmJ8iKamPs+2u2/nfuCvJhxDNg+O169kmA1KPVpdE/4LjGRKgHCNuiM8vPc4Mvp+QRb0
foI/BoENQeAEhQ5qD6PELxFAXHIPhMkqiLT+24jS6KRGHQI7uqm9SZkykb5MBgpEtZNXZcPQrTaJ
saR5+XZRRxAeNitTgu6GGdRWSL8zim65r2nSmZlEJWRN1vltgQIMOv9lwGzkH+ZNTH9yzTF2W8/I
M9Lckc6aqusmySpbLwzWeVE9LtPejm9Vg97vzqKB7+0qKjVJ5GlzDkCVpy/W2ekbqrYVD7PM9zZF
NZP7mcXkemd6eNSDs1nmrpr23UvQQ8R+UoLvL3cEQ42vpe/TJcaTzBGkZ5/jj0pe9dCbgKpS9Bda
Juum259Bu/jNDfeZ/73lS/WgCdB5i6chIG1c+6jdkUs07+T7r/nBs0FcUTLZ0RMYvzfflwEXT6LG
MiarbwnWP6bygORJ6CnMWbplc6/tukIlBZcPsDFOyCGiQUY3DOmiTEsHBiTVQdG+bSuF2EcU0aP9
WJcrJw+75Pin03v92I65xSPZcdof5lw2R2emkQUCEST2U3ftPCWrRZczevhcP/Sb2cbffm/2x8UV
a3RiuM+dbM7nNUbDaMU/jWp8FkLy/kGVUBU5v0OBVjBrVtGfrl0Z+NNaUTL6bXFcHjiKtum2FsU+
wx4Qc3dYg0o8KstffnHtbprOGNHvmTs7/WdRmwb90US+57mL7b24Uc0ywXgObfzgqCXwDjqPoJYJ
ApPuuYjn7p3du4WS3qvikUNgCNMSje+30mH9JdYCMP4Kjn167VC+1XkvwkMBZsTvTHYPD2PTRMc8
omciC41dvEu77EmLnJEcoR6SeYFIrudALfZpeIH6iJN8ozgYJekkAJ8mVK2MD1H5Qy6VnLImitVb
XuUcCigG/CfEsQi5HH6/53byY5+joqjbZBkHb7pfWqv4AmCldNeuqp5g0VhxzAZFM90Iz+z6sPcV
qY4E5u1/QfUwbhLZb+RhqSG4MyLRCI91hiAer7tIaL80i+xd5Gq7UxKcbrUPJm7EjwV/hXuzRs52
w9Lmcqdxq6wn1zPCPDeAX7/qSO/WQS0hWwVrZhEcq2UNPwyJ0fXDXhm3YIOV3ZevrXDJ9oCPhDO2
Mmwl1dTbWajDGeCnlPVyrpe4x0JbiOICFl13x84J6ttAoDyGE5dcqVJrUH5jpPvL2r3YOhVSFvw6
8eDe14DMFk/pNqrUlJHg39Gu+0NPQgYndP3b2WUJuK774/AUbZZbZpPv82RGiLC+SIkDFt0K0SEd
l+VLNYZFcRiWxf/dBiGKo5Zqvnen7ZzXqrFWC5VcQLjPFlMtexhCRo+j1c7+V7jO8ndVOesHGRm4
z4Oej5c5zTIgWHW8Josfmn8rUpPl5AaDxdbWLeJOohn8UaHiG44bNE6IuuNKO0PKLXgZ6c5WCLyZ
2qrOU/qAOKtgLO6UvJ3zcOsO4+TW714uHH3YSJOxTqa9Uv50/6zPLdoouJM8lB8oeLweNYLDB+VW
gQ9lzB7xVPlzQZVrFW+/VrvmtCHBKbrLbRSWx01v0ZaA1RZfebPYqGgt3yFtSshWJ1YN887wSKyU
KipVZ2Ck7Y8WISPSrNmR9A15PYkz0zVX5wxAOnHKO5MLalgXzzmPNeLyygKomMYuQtLiBR0Z14tw
z+Xi2N15cPz9MYDSqA8zYp8wITtlrxOCZsbxGicSrknha0gX2wN4fQqb3HpBLoUoo5jm+n1d4ei6
ZGVrvSEpoenQV20VomcM3axMjIoQR5byTkRZezqdxzAe+AsL5HToH3qT9IiI56Qcc3UE/B8hDGNd
euwSa7H+jMmg+l17efgXPVB4K0YfINnZmOvR6VRBnEbxUs5ZIXbXPYV8Bm9hXLlehghuuSyk5cwP
NG01v7fBKu0HxBj+ejP1u1weS0dFz/CdfXdQ6+g+1RsZZDdr77Q/O0TfSK48m+641tqWBwoMgy1p
FlHdITKZBwrgW+sDhrBEd4xQ/eCqgJvC3Vr53Csr/N5Izo1/IzYU87FGde7BZ271PYJ5wEe1ePGf
fo2AlQTKsmzEUkr1h9v01SFaZ886N3qtDfpVbbobf873/dROTtumI+pC7w4yJH9aIvj/4z52Chhe
FLl93Kcact8ahobaAlEBB7G1vtroX+WRxSI4jrq09+O1iwSHiFHRimJtgVhsIN26bI+Qgrysw7J/
FVO/Pi5BVKjjki8DBEEwDjlOQhs2vfE9DyRgtcRIgKDr3xYb0r/EnuKesH/J6fOxdV4zfhPrzj2n
26G2UoOsrbkXke6GF7+ttj2xFcMCwv21cZKl2Zc0GFhyrwU4lZMEM4w26d/oLo7Ya0OYGOXLhyK6
tnsiirOPtKW4+CCWWd8W3cpRTyIE0rCxb4s/FcbogKEbeOaW50Jk3dZxFkLAKhfd8cAVTvi71KRu
+8P35kZ4jvJ+G71DgGEd0Cdal5JbY2iGd2d2gXVYVGEXt6vXACn5MLcnKuv65pzTeP1S0L3b3I1e
tXTM1PV2i8ZFfWhC1G+1LIQDYFVxrNkDlkgoKb3tTuqJLXIyS8Whdx8tm92dZmfZurPqK1un3cwk
DNIEEJw4tCJxYeOeOw8+Mm4MxqJBmNU7zTdLkYe5aHS2KXMqtC9I8Ut6VlFalre+tOCEyrCseRIi
sd+3HTluGUK0LrOroO9ZdyPFjyL38cubNHoftbb9JXYVrDJPBHz4xrcxPU+qQIg5Sk/dx4rbIiks
XQYJwtExf4xWp0IwlGsvfipjam6yZqGX4D5c2YUOlHfE4jLLou0YNwK5puUesI02iJfuoJv7/sQG
uzz7i4c+rfAwXCdOHrnjhWNrmlnV+v5vFAJsIbqfZw5yE0fdwUfNlB99Co3QnUi7dy4L6AStDxEn
yUoT2NtYyeZPGMKTZZSl8fKGw7T8sIDZBachC1+CCrPQxx6pGY10qibLqnFW+e5W5VYe20bYDjmL
XK6ZVSofYnpYN26arqAdPqhV9GFQTjCQx0EJ+lHvSPs3dAPsEz3C3Ap5LpBZvsD/l5HdpHrNW/+w
+Xp9JOVB7Rnu9Go8GLNoCIJ17uR9B3mkkip26z5tDLWwieFz33mvG72nkK9oMWYrsE4rp9p6nCjK
KY+l8a4ag33LH7x9VaDTlirzZLC39ZOI6/F568eZtZGi0+qgkN77UJYYZRK/bar9IJqlNZeNpxkw
t9X5D59/8kmIcH5tJ7qiso4PAsYwXBEajzIc1Y0AKbkHyVrIFPWuCQsuV8fjuJmmPkalConx19WO
BQf143godtuu06uPH9qUU/M7xDQgskDNW0OQs1uzji87fTlRT+lsUnk94tnY41BAZDjkrNgroqgB
Dc5C3Exbv1prFY6XJfftu85dIqA1ByfjhO4R7MDvRXBrh5iw8DZs9Qud7RMMW9hNt3uzhrzUoFTf
TW73wREAmv+XN1yqB8CJ+XVm7sgTMcfVI4CCH2XV7ovmMfTV8rp1wt4/a1EW7mWmejL+7tZgv8hJ
jBZkfV7afzRM2fjQjURipajfPSLvnUbOp9zdm5OLWL/+69BPFfyzlb33CcIAAlJrd3JoDI8G+4lK
BIA6ZSb/1YyibT8C1uQROLYar4+6uT4ySrdA79YYnfgphT7jhFhupGiL4BwI6SKyDU2bOSBie4ZL
t5VwT+QzXgpsTju/zwjbngPa/SiKjrPFQln/rys8+w+Zg4iPyOcNHnM8TEDtusDBWAM1xadlA9Y+
LGTQzNC0ckFGbtfeJ+iZM2aKOPUdGnb1/8Szwk6CbBL1tIMg+mtWyv6Zj2Mc3I9yNcvnxkX3g2vE
xKkXEFt3QM1RKEidNvjGGQNMO27+WD2sbKxFVjuD1Acqv62Ir6XZzp6CLkIRVTZB2g0DuEc3Kft1
LOE4T/wwKCFZWNSnRBI8paC57pS5tDHVGYuA/DthV6z/WUHe/Wk6FBynegrFnPYUBr/4FWxbPRr2
fwFs4s9QzaX+sHmsKQyuqHA+xLExjzUyX33D2z2oj2oPEXEl29qvP4FJhvnkQZDvLKjeTBUhxp75
XS6FW7/MyidTf/EDtPWeidtfees5d2LcgIiakME1bSOS4fNiA012tO3oWySI0hxqI5eXOewwenB3
bjedt3aE81stEkkYQ97VMfY4kcUiOXvGZQ6eykDuSNmtIrqfRD9H1wdmhumxA1M3h0KMcfmjrXVR
J4yQtDHA3jjkC1V8G2RBFbcVksLxMq/hgJZ9ClgI8qhjDqUsa2RMVq3eUsvDoZJEizNqJhbBbMEP
4T7tsEvzaa3s/Y2Xa1zPdT3X9qng4jvDlCGkmofZvSfm1NHfK/RBnvEhIxT1SKdG67Qs6i5uCDZJ
nZB96LJjNfRQ/FBrm+z97qIWqx1jfs0eJYSPLhVX+WmFpfPu1N5GR1mvrnN0iUr9s+FWvwdqQoy9
gwBlfn1levh4bUjjcPv/KK7XEqy5X/7NdmTemxEpa+KMS/XqkXe1pbacxkdLe7o/dYEE/uusrSWN
1y/A6IThRafFG71AShd9vx8ax/O77y6cBjBIZ8j/AbI0mEvcYW2Ow4Rj5NBUPGRMOE3xo5Q2JBoz
6xYf2s6At9QhuPOh6BGs3GwanGhpJ1Da3altaAYFLs9eWLfyXMNliafR2swjJgvcZdsc6FvJjs6V
bM8lt/Zkl3NicFkzrXktZsoKNDF42FdMHrjtOBCiwbVfEEbsMnW4ncP7VY3dcNE0WGIt83gkM/ar
/ZGZtG6SugI3ZrHGjQj2S84xGq5YLCn6W9tLSW4L3bSZi/UtqhmZb5ymZFESm5XfKu7Liy2C5VNN
OZycoHUEH3/dIkCbI06KY2659uc2MqIlbT0srz6uvCec8OAn3ZrLL2te8zcbCBkcTs9NfxiGsfgD
tsc21czEkLzbzAS/bQG6CnTHJA/lKvXTYPTKQ99gjjlFdmcHacPd9Azs4gNvL9h3T1GU++9a1J31
HtciZxxuw+iz75X50TM3orIwFVPX6u+EdtgdAcvWaiMtHJ12epA8qDILCyyQ7GVbUN0VxaThjPiZ
ACUoLL0BJfHto7dE9vIu/TYsLraci+v305ZYRspdMMAy2UGK+IIS5yGsXgEj8+pMqkT5hT3G3sHh
uhH+0MeydOSM6LrHrrX9B7pzKvSjRBW+tU1n/eCr6fQBmVz73l853UMvivDvSk3yv360Ge8XoYSf
ziYa5Z+lm2v/eoK6Ww9prOz30aWE7wZts+le4d/9gpNnjsBuauKp/oy8mTB1eTAw/talw6DW2O6B
OLIVQZa2aIxfo6a5zcNV7C9Ib8XNMpLWSHAcyoJz1ylrOLsTQDzTa7R4R1CECsX4hmIIKrWOYaRH
73u2heSeIS2LSLdym58IQMLlWWNLf5sq2/4tpkLfTIXTAGpKuHMkgmZ/wvqrnpGrFT2wBvkyz17p
De9V71ofSytHcViYOx6dybbys5os6x6NZz6/ux2+u5Sg0vVM7z0gttWu9QtTohj4+orVTTB427fR
0IfIcmOeoMQFfSIywN/tc9guYX8SVaGHk6eHdc+KekEeGqnZr59iekqrL9HHY/wIMLCv9+PIcJmq
PTjFFmke8+L+9EztvkLr2BMz96T9U5nbbnWeMDb0V7LL/UepRg6Gqur5GXisKc+IGqvHRpu1fAJ8
iMqkMsH2l3x/jqcSt/puJcT0VcvRq5ywB6frKnOY8pAbuutwhx2UV3nhSe8ATWe/9UOVSS28UztT
ln4sC/o0vlyiI0tCsuoRzrlGOwa+BRSQLjrC5Y3CgRUx1VtfNhepluEvR3fxZsRsrZkja6gqJSZ8
MjXtzP8spvBbZPN6u+1Dtt6DV22EvC2OEdnmKr9Jhzaqo6MhAhI3xQ5iLxs+VxpTuIF9X7crNG/r
YHR1ckdccKpXn2hIogaTZQRXyACUD2+WtrpvPBvQPwpglGAAvSiBUWTE51n1fX8ri8EhpWmm0PC0
TXi1P0jr3maoMDBsuPu+ChjifY9BWWrkQa1HewqCu/l3AXq+s7J3DfpyTMvA466FOBGPAZLcwXH5
UcY9qo4UEygf5fUaF2BlNj4txtHlB8Si/Cm4BBweMBZqRMh1cfQHYnGvCoHwDRqifNgx5ZRJJwev
P0W+Qny7BkZAfUfKu3OYzP+5Xaido4ngF5KBoJjfE+t9eYGca/66lY8qsVjX9ZtDRO1o7BlDj9jk
+l+VU4URPhcOnQSPmzsm2mCITSV7IU4ev8shlr04/IlNtiUXpGoj5z/OzqTJbtjK0n+lotZmNAhO
YEV3L9485SilUtKGISmVnAkSnPnr+3vujZXOkEKO8KrsEpN8JHBx7znfYZJU6u9BgGfa0G8N1hkF
3zmKO0UkmnHND0oBNGR6dL0QykWlq6ODUuKxIqSej7KYJo8+Za5fh16oL26P5QEwEkNdGU9896Hl
sjPWbVurvZkFktbYr6bvjLWz5oB4zr/Ff57Od0uH9OTAYZ4BI9D5pcdF2YkXfGc0x/ApxKdS4CVB
CGkXxXpKnMneYmDFlBl0vjrbdN+KXbGEWA0hEKDxc20lf9aLHTz3pu5vmdPSIq9UNTx1fMclX7lf
njHDIHarelxSWekwsxBznt6NreOK3dzGLktJbFDaJ4i7T5bHjrMhLczcQQivv6vUdl/nusnPy4wf
gHGZq5noYXp8JdjN+ehwLmVaSuyRtUuDjvCtfKDLKJ1qKTdDD/8bvWKM+IY/kLMtkonlnq/a/EDx
CP6/rZhEHXK79g8UAIAUKm3hRrLaCh0itMhskzSO9L6EHKP6TRZ7lVy7VZjMB6db5HAci7w6VZ5I
k3VsVYF7YPaty3UMahB8hBZL+9kjDcM+Iidn7g7doES8hGCuRQrCi78ag2q6cMpLw5PNEam9GZAg
P+jJLX1IBGXKfq6obbdKgORbZdkw3zjjtQVjZ2MYbMbWdflHrKDKv6YLPpY9jXFec5XblnmESeTq
tRtl4TmxrGvDLfKzO488xZ8CEYng/z0NziJR8VdOAuGyCsao8I+g2qriXBd0sx/ttLHSY7WYdNlE
KPoRuFaVTYsIm0uQZXV+b/Ixs1e0afTXMgwZO7lVxRRxtEkg3HaxPSSbHLf5LSZQ7IocK13M2v44
XfBYMnsPKDzkqpZljyS1DwBTtnnpThtpT7nHpklY6bpu++EiozZ9kapz9ZcgmexvE3OhKtuIsomq
Ld6j5FbR3ir2o55DVH0EIITrjoX6DjGGI3/wPZXRuUy0vGWdTFictTd2F82CgKGx4P7sS0FrzTnl
gKiyo8dM8G5MuuFbgBrpRXCWfOxgK7rbacnaz6pN42GbuF01PlYIvjcJtltc+w2pi5Xqg/BEWGZ8
ELocmXrGJtmmElbwJkBRHe+cyFXlkZ5r1ZC6HbL68vebiXJrzJ/6sBXdXZGn2Tng3ZmZWzX0GqKB
2It9TxMYYFSRF2sbRT2ePIDwn+zxKnxEiR4+VQof78ofg+ZrPCTudQadETqmfWLw1iFT5HTlenn8
TVeMZFBP0PskT4NxxYZNZfqgM5/vK82wY64s1jVzjLJo+OxRr97HdqGpHlw5vni2GT9OGeEbFJm9
swuxaH3NTNqWG8Rj1kFUbf5NmY4Dee5U3YpploShjnTZ2SQMsYdd5KaJ3hDeLD6jeNLfLC9rz7wR
DTtikgWPZZ2K6CwJPjiDNZmcY6ygce9QzmKJBBPUP0JDrpcNxj0MKTU8kejM6QnJTVAy8F/NDB7a
lZF+73AO0t4XhnJhcrB57dkC86D8RBupHS4x8rxi5xM0OoB7FNUrhbvnEFQQSsEuJaHO43ZQ7sFw
AsJG1zYaS4icYrnOsqtaTaeZXV6gzw3jLg87hwluVeiHkikkrSE7U8j6p8hbbqqMEpp6pvedY9XI
UFO1yDzazR6Niu0Y2HIHs0txLmYGgTguKpt1jt2X1M68m3F5ztI6jiMFynbsGE+tBP0RFAUEVgCa
GEbNaQtSkjl3w1UQLiW7DSTpNkBOFWEDQ5+Z3REqyyzLySYDimYcSEorSejcweVe2GsLuC8rkHPm
6zi2xceorebyVMzVfNfmUX9LHcyw0nHljGyydZtLhG4Ui7UVtRThjtXfSZz+El+VN5zbSofLJ9z/
y20gujrh6C9RTlPMGhpui8JIzifxOAWAkHaWv8AC5qmoAMQLq9ApU+z2e68ri3FnMWpks0VIl23h
GJR3ZP7y0bL1uY+cld3qENVQTWBwNdVnU0TBebFZ7lcUtuWnxsnKmwHsst7ERdTtOIUpjGw0eY4U
uiiYcq0h6ZNepnYeZbjPAVf7jK2DoFleau2imqgXr9l0aRTdAjTp4gutQi/J1qYUIbfVDJ+sPPZO
NSZvniojtP1UzO6wbRER9itNu5TGfBrI8kWOBAyc+wzD27CyUnfSzwWIlR9l46Aeszp7knjaQd6P
g+tNq0o7OthR0lH8ZEAE8hVswoZxWT6jS2RAb8fbcojEWdv+1SqE0S9DUG85yBCuqsd1PiE7xwMn
Xbq0HaTBlamn2dsE1zYMjRk3wj+HT31ZNSiRultrRityV+eB/73uageNPgWC2S7uFIpndrhanSaC
9xZG5yy+q2TSBnvY5FvoIbxsOfk585hqZY1DZ+3qhopw04mGFbxC07kWePvjdYh8Efswe+N6StVw
S7885MNqqOt2JseneiWYT84ZORXh4jQHGiSHaWZeIr/v4ieUo0m783iPonWnG+hCiukW5v68Nzhv
MRAm930k60dkRAN+WM6Cag2rI/zhjr3Kj4FOhpdympObXg0+UJ+69O4sx/PktxwOEuroBKXKqma6
0W+uRTuHgiTHeGiG2R8hBoxXF9kc+w++IAqATd2qaYTKvm0fyhz3PBersI0pf0rbrUob9zG6WmGp
uIVbbjnDuriTW6QZOJgSLR4QVyCNG0Ssb6++o+NUIvWgtVLS4ShNgr2pCdOm5ehdBemesglfg+PP
H/waPurXOcYBNgyhKu9n7SbVMYkSU/0cLbr+KywUDPc1c+r2gD43uEHP3jEZayTehpC2Gm2gKOTL
L5EOPjD9p7Axsof74wPkeTYB7pGVM3vzR3rh7oPpzfQ9ZQr6xY+W2rl18mwBZsMJmOZMXZVUAUHx
asfx/FMww4lW3dK3H3L+oGtXhOnvJk9wJ3IWS8XnVgeRdFZEtCg+zYy7HRiZ1WXIoLTTHqJ96iTG
t+CO1xnIDCYSdDK2dkx4UIJot9vhHBKnePHtVO9ZM0xyYim5JsIhYva3Eh0hu6Zwlu9oioZlQwCz
Uqc8pwW5dl0znZuS/WubyzxugFNJ7XzwiyYxJ1VF/TfN5AMvFECVT1dHawpKIZ1uWRGpt4KUzXln
kpK2s2k5rUPbQGexRW2VlF8Tq2bN7UVmwmPWjvZDMoNdPNh8N/EqnvPh1urDuV+HoBc4ZHgtlX/b
mH5Yc67HOspMYMS6aQMfRuuvq592AnJwVYa5122diqwqUN4xvjDuJKL9Jf340iH6+hIw0GAokCaQ
x90uSMJNDCslXWd5Nt1rEgOerXJe2o+dwxvCW8oXjyq0LvsnDvBZ/xz4SNOxwC7dkwWm55lWz9W7
3yT6Popz7oYxaX+BzNEQokNUWb0Kq877AJcQBsGYZgu7Aod79JAYD9Q6zIS6C+3OYACfUPsOzA1S
3V7cwFEoNey4u3eiwDc7G0bFM2GU/jcet+Md3GgRHNhbfKs7YfLJPyCxzU426aN67bSeTdOM5gBg
qA6173ohZp4BOMdedRMWE8fhQSv+2dn3Z3Vu9DxedBw37WlMo4AJmgITs6aJpGiN0HnAAsv/hRYR
M3q9wweAS2ggeypdYwHpcXHlYhk3VLCgO5JZ8rXNQxy5m7xNEOj2JkYCQCuVkrUGm4xWAF6avZ3w
A+1RWzT+1sLKR1FAl09sMFjKcrVULmZyR0vx0LQRTmyWSL3F+5pY675Ho7BO22WR+IhUZg7j6LO+
ZIWOsx8lZ6sO5g6Rs6thHusvybyE+oC2z/VXomvij6k/xE8DJnhml17Yeds4rcw3WlU8L5Xk7Ze2
EILpEKaSYIWPyFwYyzMV6MwMiEs6U6L2eAubH3kPphqYh5qjVZ9W+D4inKLzrtfD+LCQMRutRIVi
F+ZJmX+AKrPYe/DsGNIin5/hVESDHAvWNXHFG0OfK9AlWd5J4Q6uT2kRgCCoqObbPaf27MPcsryv
YzRsHf8AreRtgJV/3BUV0JWVSoHBbZwkjD70pcjsO1uX/hE1QJ+u4ezEOwjMeXGYq6RLz4ju2NBa
lKziFAK11SsmZx3+jBB+IKIkf8800piLDWDNXisz6I/t6IYfbUzU7s7w4VxN79ra93XaxHtez+sq
31uGVbqv8x1T3R710CSD59YvkRm2k4WAaXD5JsNeuvux6dFrFKks1X7Qbe9vRiylu+u4Fp8L9tNr
h9KlFYrBUdS7qRvVo2U0oo/UrbpiE6LV/zJD7go2BVrhR5ToTJsiHMdI0YluNKu+ll4JECVBwzwZ
g6fHYlISIjLFlkX5lXJQmzwUhNiLJrhsVzFh0thNturAsb0M7KlPk15gDSBAks3dyLVu7QX/xBZ4
hhVz3aI9zFimrDMtWsdfT7jQR6S5uXeMMKj2m6JKaJiycozhCvfaP9fgRqX3ZSZpfDZMp1Y2s8bo
PM59JXZ9IWEiwMdx3J9t4Kpb1XRmZBwPPQfNXNbW9gr3ciDWaRT2D/x4Q8Ewo9LfQ3KAP9cIeoJT
4ESZONihmEPKZimrizP1i8/X5smv2LuCT+zwub3tUXxy2k3t8LttLPsDcABOv60e6XOUKHsNxsWX
sGkXuS7ByfSnJYrteE8TO/xZ+3WdHG1HxIDPacJb69Hp62XbEEA0XYBOOOmGgoo6uNSDeV5M5CYr
YymNgdlKbAQsyqNmz9FgDEfbLzs+n7Aop52jMRFs6pju/tb3oHrA2yN4l+l/ZAUfIDVgvvBj1Le7
hdYiTT1vco82LeCaQYwLeM2DpXjqSfz21vDG4BxMUzsR6idcxRKCYPEha6bMZR7d0+dOkAmfHYWx
HR4sn+gmY2IEuE9a0zcIK9GT41tVesBNJr8zLALMSXk2guHspdzO9N7sta/aVjPn8jAP50MOby7B
J8NeLgYCp7zhyqBGOEzBF6D3rlYggKtXF3uXPgUetdk6K9n6t6R9BVeKX4JPk+8q5NAPf6R/otji
V9IENi4bdw7s7Ito/HZCtFYDRImTpbx3QiIh9xNVMG84fYHyEUanple5uPQScpaFz1aB5vyAPLaF
J1kGNBRJH6nQYVfSj/AaB4IffbR51HeFYTRxpDAhOZ3T1JSfEO2Ia2L0kIMe9YpE4etVgBMwZTP+
W8qGnZzFYlnOQdFXeEXKpVC3WGe76pYGtP8laBjJfbSgwKjtTN+OC1rIugBbLDXWKKfIlr2PQ5Ve
WZ/GzfcQ2eOpxLw1X5C5iWXvjPiG94MyZrhjnhrd9drPv4uqa9NHRODoFnkHZ1qUOI05RTQOMSai
H7zgq0PLPzvhmEuzTVvGVBQ5P6DG4CmRgjWt7qxTIiPxKZ+J7zzk/ZR9FLoDcTBoPWIjyGN8Qkql
xZkHM9yHrdbplu1Hl9+zlppn21rp0ux7L51v0JODHp9t439OcuSFE983n21s2gQJbBBPd9VVXUkH
Sj0K8FTYfaWT7Rq6/SMjFwYIj1XsI77AR5D3lzx0pmAnrLLaL4ITEB5d0YCk4Nc423Y9NGt4aKG/
HTJ3ULsBlip6fQ9aP7aLrK+Oo6PMF+ifNSMKh/nVoZogQ27HloPNIQMKsZ2zsNN3oddVn710yZ8V
yEDOQHY0f5yXLNMXOSGn21LWKLmNJfrlTTwtcbTp1IwKMwHIxLcRo9Wis2wzKeIgyHx/UhIZYUlY
dQI+aDlPAIT6vQ7j3F3z/PIBb2888bJqUz0WVjZaT8iLSd8NM7LaLgGZmNEW9XESMjMTHJLscayK
A2e43Ny0VtPei8mph+3QjUOKSiFLvK0N/vJzjjIr3QVt2PV7hisJ4bYhB66plqg8GJKUbISLlQ3b
Pmzqi+Po2oUjEyzFvo0myVfsoeLl3GGV/bcunFBf1R4MQCzoodovyBmTFecJyXlysUsH+GPe6eeJ
PQm5h2115QqDUMX0jJ78hMvKzUqwF0Ffr5C0OtM99aCs1zAhaeSqXHsnmSHwPg5Gj+mx5regTYD0
tb6gBB3H7YKK6SZXQ+zdjV0e5jfjlE4Mo/N22iMfTV9GywoEoV0ZP5otF3mkewbsSfrV9QNvLe+1
SoZmumX2G5hdW5RteJosnIAMD0ZM4IzWunhrg/sEhNW64pOlvZ5OyOJ3bP/BTLMHbk6GbdRPFW4F
r7x61CyiiVRXCXiBC9NIOm8ytu/aOoxHOGV+4G1rON8sCR1V186u6RlBLALMtzjW+IJaw3vNtcF/
rcoM27Gj9XyD7y15oQqpy6vtvduE44T+77qWbzj6TExlkyl+1Cajv4t4g46gMMLJGLJV5ie8svQ7
hywGSBH13j6gB5BccIu1hG+jPutJ5eiK/kM6as51XeJED3lj65exw38MyQFj4Ta3W6Jfk3KhqWEr
GyZ8QLczhOUgwWwpFg02IuwNn5Ky0eoUxbr/tFTL8gGIBvwFqvGfmKU0i09AvjEQhjY8OC3qLWA9
y/xR5I13FTPMKAJ93q6H1kmyA5Fa8T3HJgZQfodx/lR4LeekK3VMr8GDgVFwjW1lK9UNdnCsu9y8
9M2IRVIabPXwaBu8S4ruw3wQuBHqT3UBhHZ3DQj75uVT158qvt09buWoO09dlb/SUWwF4jJyzzxk
Gh34UTwor+GAW4pOHkpfvt+YwntQpdNsgdLpcGWcqNyHWRgTE1XSCDlNWVbYDP0WSd/Ww6mAaqbO
b2GVxcUtkBqWYj3kVLm+Q8t30xQcGa+H2CE6KcFgcSvkEuitMCHMWq/CR7dywcmiz8Td3t1qvrSv
rgm7lybQ0QXwj0DVPHboQdq6sa8ceU421PZ+vmwXldgPcKCRPpmwqB9QRzDibvmZDy0oMAb4nBG/
CvTv+QYZL2BnyLHg15eotvOtlTv+Kz+WsdcVDO7k6KaTpFtTg0FcR16Re2e2uj7ewyNykz0uSn4C
/pfDQWVVwc7kOUF7iZBEt4zl54hXsK3Uc0KNYg6xAGNtV5X10xNRvhyWqk/lbsr6RV/dNOUDild6
se5odd8EhCAHmUa3vJYlmL0b8C3G2SWD6H4Ask9+cp6ZblOkjQ/uqLH9VYVdf8qV7Tyx6IW3aV92
n0N8kv02tkKFRb50cWuN8jmmkPzkLcs4rmI4CB3HtCUj3RwO9jFH1YQiLhUu27mYu3aTc87A1a4U
qv+u7sEyR27k3RXI7C2W0Kz/wXmZ6WUxpva3FI3m16F3gi+iHsiLsDNgRxy2Y+9DIXuEUZoMX7ap
3B/P8LF8Z13QmNDiCyOxMjpqHatxW9L2ctcZ5mWzo8tlfViidPkqhTFmQ0C194U2Oa85oUSclADP
mvsZjgEIA4AtjL6RI925MY3wFUWMpFSq7PTWatBjrsIu1uM2tPyCzhmzoE1rUtUzUGcCgVxVjj/d
OSvuCfeNUDmzhUGqitwW4VxE4vLaC8Ypu8DiFE/dQF1gDUVEkOww0boUijnb6AWVtY5CJ/Rv1RLa
UDdbT3zx8Tk8oN5JknWOHJUA0ooUeVhYUX9gIoKNv2os9UySamBvLGrAHc1MWER9MQAbIeRpSnYV
Ox66AbR4a9xRJtviCaOP6ZWg2B6R2wu8ctBEcJ/VPZPr6TqKqBjyYrUo8BeNi7S7fYKs4EoEaAvO
XCkz4FXrMRuEHIZ47AS+UO4dAlybuzbIAD4gz7HkvrAn8pUiGpAO6vDaLz/1PugsNM1c+8H47RWd
W/IXzY3pXuIUgA6Du9GuT9RS+pKNnQ1gYxrrn7NviYukR0MrnwH5jZPLut+pOURZnfPBOhfahEu2
8Zw6ZNV12LFv7RnJxHYpU6vc1UWvnjkbEMsmDLjFFYMl9tJ0XkD4NZnpgMVQAY67Ui2U3ZGjtLnO
luN04404GjZuJq9jXsuLnmZ/Ll67iir91bOp93aQSO3+XDYAblZA/mDkDw1TxJWbLdrfVsRGjswY
aJ2sktT1nsak1swblKS3nzUpFnLmQfXL7C/lBJ0xb8dNitl1WEEjazxy6KX/s0TjdzZzK16vwqJ4
ZQ+cCVh96D6seuiCV88Rkn2QsHP4wS7jIb8fLdUn57StfYx8mPj5HA2m10brDFuUibt9SewrQFE3
LDh/WsvyPaWlA/xOG3unY79zaekoF31gB0j5Jmrg6KxIb2+Lwxh4dLTwowmzijrL+5CCC37pfJjI
IFzC8S4PTRSvPadlhY1Svt+dlyBV2BXGm73V7NT6Ftou83sLPgv82Ek8+63Tfu/AkKOokZShe+UP
4mdGmlFxy26rbzEzEd3dRsLut5aJBELpAoMiNxBn9D+hdJ/U2GUfwZ8wjwKZZ55qtyGgEzvQ8ANC
V6NXAwGNP42rRbQBO8EgA+KZuu8KP6E6YLWFZde42WvIJwj9Vw4ZUyd39C8jBTAepaQPfpQgbAd4
U7BzVgVHwWAFhYlFoCrEOOK4N/jpQsaup6Wh3ODoNVEZwObxX/wWiXebGROtZRGxe2jHBDeozzG4
oEQKn9GUJwdpUmg8phyxImceQO4tvweSEIDlHYKdSQXXMVuC2sJ2mry6E2Utf2g0AfUxBBhZwihv
xQvJHpaznuPKwTJa+V22F6jVb101ld0+lNEyrAvDbHM7k6Qj9qju5ltfTT22lSm2p02Ze/W3Io7T
LxFCxifXDydAb5PhY3ohzVCUe9hPfbvySxELxDZ9/5CSFxEdMpPn6RGtAzU1IrvuqFxtA5FCPv48
Val6VqD1qV+GYUL2Ug5Qpu1l+JaWDtX60rWo9wqXIyeCSO/jotyAZiZYLmyIHlErzGC6PLmzLNt7
ssICL7CVu8U1zZMedw/BwEcrURofPTEtp2sZQL6z/uB1C4tiXeO0Y9rZDu3OHyrvSx/XPvZyuTgf
/QVBIYkJsdhmzKlRasDWkMyeXU6nfEOJB28Uo8UGOXKA6bLGH7gSDETTrT0HtJncAeTtKi5ZWjcJ
PbDtCJ+pZ7VhUr8eAkTft+hAOnhlDIEgWwtMEDJdc62w2Yp+zIuPMaSRCMz1xPAR7WQ4bOHt4juI
/HxiHBepuTywIafxhnaIWxwcBzXdtpaD8x32r0kPtUgQYydB51yg2Q/5pkfBz+rukgfBy2Y5n20T
+x8jzrZq65T2UiBRwt62cQK0HBtUO5SpOBj1ZSIu5VOJHuJ7r41VMfpT7lPZzgOUDLzXtCfi2v4M
e754VIOZuX1UXjchKApDjvI5L+ZTI/xriA5N+NeKtXVG8aYTBUxxqOm5g8AmVyNQ01M59NPnZkHs
bqksR4LcLsPZpBM9ZscVKSxc9N1PBTo8eZ7IIMAXRo11xQpgs9qTyWTu7UHygoxI6j7OtaOJK9Q8
JTRD2JeBNI7oqWCLY8HwUXJaOwRGcKU6QhA/gJ+L5VfPb+mZj0R/3Sas4j9cO5bzzs+AU99YuEvo
Fc+hylheIbzTDCwdde8WCfaDHgNHs11kgq0yS2Zn3sRIMI/sKH0BkFSjnG4t13vsS69nJyvYnGo8
pP0qlY2VU0/65uQPaRhusioJKFIgxDjbYOqGr0swO5/sZK7kpmUqS0bX0Che65hAuw1PeqZ7XGGq
cZAdlefZE46gyRJG3ZdkxL59oV6ZT/iXZbczDj39mCUBiz3je3jg2Hn1PdpPjqiMbpOngaxQFN99
7GQbxkGKxnxEz2PDkSr/bMH7aNYgK+dgVzPj/VwlrT8Bn7Gm0z8aDiachpgyBYXHLiM0oI7BNEDM
/9Ek4Tg2VUESjXJKcTHkiHx37CSjC1wKZidDhDcBNHfj/Ig7TKfY0JCvwSkY48faY6JDqktGu68q
YTTQhhEdQpceLuBXWuO9um9MUvU3jLIlNbw2cfTR7iexbGS6uEe8RmmJ06ZJqtU/wtFx5oraboO2
JjszVwjhhvOq57t/2DUdi5oG4SYJIv+FWV33VDlZei2gkGEJnMnP/1gWzIxicHD/+q2MKGsFYkUL
dSu9kLr0d//APNmFIoiKrfZl4qwFm+dJ5ITwHDI0zPMfYqHeyTOS11w1/pVAAKq4Zg79SzKWLWLg
Lk7drdEkzZCmPEQuu2nsJucw9XFxWdDYfZ2jfD4qGgeb//6v//V///eP6X/in/r+/0eC/lfVl/c6
pfP1f/77vYghl9k3xbzritB+k3U4UtMErHUcfXB3IF0CSUs7Lzz//irvxSaBynMRNaIwCdWbCMA4
mw2RQZyeLMlwFQrjq9V35pZzxnT6/ZWuGVq/BJ+yTqA6d4XD2cfjgf76MMcsiTVMLSJljZWex6WX
ezbTce1a5EJ4pfPN+COAcwI2zq3X//j9xa+38ebi19/QDlyiXn2m0r9evEmGOMeHT3ZEZbJjLVLy
KkF17Nq4wyHoDgkMnrzY/v6i//Zsmfox+eNyAkGdDN/8gstcj13ioXpb2r7+JBzA2FXdWHfg8NO/
zVTkxkLPdZQD34f8sjc/I8OyqSPfAINZXbe7KgirDVbVbjNFpCr97V25Nj0V2wtcyIS+eBPy5UZy
qGHgA5sM/A8mzIqbyWle3XIob//+QpwlXVLobR6jeBPKVti+h7AJWgCc3HY10RG4k6yqO2bguDN/
f61/C4DjZlxFCGRIzp7Cqvvr+4HDlsCVMnTXAbRRWNKzXOWOZmCBSnhFIMbwtx/39Xrh9ediXZF4
5X69XlZ3MaAzrmdQ4+9hPlpbt1/Kh7++K3I9ZciQQtDacN/8VGUTL+zmioKTOLJ1pLNwh2EUMm4n
gJ84o/+HXMR/f+FBawd4e0MZMBF6+4nbFj7YUqDBK0TfrqXnM8xtwBO5o1o+/fWt4a6UHu97wDN0
3/xgw7U1UKbETSxV4T9ldc/AIajd1w5A4R69avK362TgknyOlo/2AB+YvN76v2wFFnkAbJCo6Cxg
vIcl1lTkSKjW7N5/ymN85ynyWhBhB6LJxR3z5leDcdBdjQsAZ+CAHgh04QugO7PGu9b/IWDy/UtB
or3+J+TN//WuZIQzBQ/R9Vt2m5UlU3GMEBAaK3P/sEC984E5rBmshUhtWf3f/F61RGQ4JdyKQceA
Q5cD9hhP2T7xRohrS5P9/SrF9ULh+r4X8ijfrL1kfYzFEPIqVqQg76fRiTcumWH7rs1ef/8mvvsM
ZeiAGlEiYMP+9Rli8ic7J8AYnhvG8ksfR1ujCajPptj8JzflYKcUPELfc95cKqakd+10YpUaJZw8
SAFHL8J2Afgh+ENq5L/v1uQ7g/VkroZAkUzbX+8KKTmimwikMCycCjHzCDVnF1OPM5AnLvR1NAa5
XictpiALuuTTHDoceP+DR6uECl1bKUe9DWjXHN4rM8F5kJHVkIGE25xmpTkINWZ/WJD/+W/9WiHg
XxaEWPiC6a+035QnIi47zUDMWVdLlXy2DBOcVTcRbVSjMrsTSZHfp8a4Z4Zj7YUwPHHHlrtsGbWr
I1Kc4Oec18NPZNmV4nyPNovpfn7IUpvmroX95Q8b1vXL/N2f++b3sSxkqrmvnHXOvCKuEiaw0UT0
AUEXW3DtYl3OXQprGFDI73+Tf9adv7uy/PXNgIyCxWXkyi3wRgQPkOVKdefTOFs3tj+cw6skgCbB
a2QccxFpmRyaPvrDX/HeR8fiz+/lXxcudf3v/2U5xjzkZg7qHpx+sCWjFMZ4i9z/CCS8+cOlrh/V
v90vAAW+cGTAvv/mo6PlkvVY99x11H310GjuGcpUjHXhyNZAhH7/dN+7mHMNFkXpgf1Bvql5wjrv
3Cv/lrFjFdtrbbv1xQoys/fGqaAX7+I6+8P92e89S0WngIpE+oF8m2Yc4rGmiiCDE4BLC9uXLAIU
2FF9DCjXjzNpX4hRpL8DFzje1+wUTLjIBNjSGsmeLBn65xnVd7PBPyN2Dc3y/e+fyXVrePMDYCq2
wacoen1sIb/+1tX18WsQWqjiMFaqBr29y+ht+/urvPMU2JZCClo2KCnEm9c6Wiamr2AP1u0sQOq6
AFICT67w3s+731/pnaWV5dtmY5c8ccd/8+4WozOgtqP2YzpkjktSRcea6c6aNsp1BOFX+6G1E1iQ
oXUhOcT8/aJKQc1a59PzZlV984qVE87PdEy8dWhp66HzBd4KMdf6guW6+Pz7W33ndfaIOHY5KfBi
2W8P0Cgk8QA3XAuh8DUFwCGnlj4dauqlwVhG9Nkfnu07v6LPzshPSEC3xzTv13eFEB1gnh4tfURr
7akZc9h/dacuRqrwD5e6/lNvXksuFdqSsoaT89sIZ1J6WoKBIjbjImAEVLRpD6I0TYCAE6q2HV0h
b0jGsv6wQrx7h0oq30Nz43n29Wv5l5UPEafJoDNBRMN0saPPiYqkhomOq0Mf/vrXYzIBj5xvWAXg
Rn+9lG/BksdeSpG7ROKD29QZcwN0xwdclXmIDm9o5B8Wo3fvLvQ5VbLn24F6c3ee09msgbwwIo67
ZmsBFbuBbOJlmxRr+d8fV3iK/IS+8qVDBfzr/XUcnKDB8Sghq/gojahzAvK6t6ZG3vn7R/nefbFy
qVC6xMEGzpv7ysFoa/TH3hrDmUfAEPRhqyCjtkd8+IcX5L0N+voFcHigpYPX881t4dUXft9zW4Q8
BfG6VnrwkAkE+gBY34JhnIAcLsawGjmnzeNPY5rhSJaPOS29TXH+93fus5cxPGdR9bw3y01bkAoV
jHAyCd0NDj0OqN0Utk/9iCn2P7hSGMLDQt/DbnFdjP7ly+D0RkApfwHVoiRQAHsYqCOJ7pVEvD88
4/e+/eB6PiNVjbmverNZtJNBotUip6iR+x7hMTJlI71qY5jhnABHW0esieo/+Bw5X+C/ZeWmR+H8
en9xAOdxBpyNoriIcdoiwygT3/4yu+WhXsLoDyfed++R8VHgUmLBs3zzw2k8DkrOcJuiVPcPQepm
azJ4lgNEjfyCS5DICViFf39MZO12rtIqm7LOf3OPCwg69HWg2wu0qvb2ahpFJ9gF8jbk2t+9NEm/
/P6tee82VaB4N3lDfVa7X58qJDQ3muB4rP3Za5+mBdC40chZMxJJP42JKi79/+PsPHrlxpk1/IsE
UFnadqvDSZ7jNA4bYezxKOesX38f+m4stdDC+WY1sAGzSZHFYtUbBmX69/6gW+GAujKKoi7POcNc
hQNR53ZlDCglQIUZvWJSpqOVKhAE6BZf3jwUdU9qMlQFZRFotaK4bEumGb0D6L+qF1KtfKasnJzT
yu93bsSNWVEmh+YkbN6M5DjLpeygL0HKalCKdYU4JyAr6YWkFvLXzn/3JyX/pdXdC82PTUn+RDVG
rD7aKHy/SUq1OerASt7VmFaPcD1zPDrvjyP3+M04Oo9gqHKCKa1CqWNXeRIjbQvepXavnJXiYo2N
he+4juDUbNmf9R7MQsl1iAmCnfy4P7yMWOvhbWEBLKFRZlEUWi6oU+edGdg6J16Yw0fbF/MHUN1I
ljp9fq6mXNmpuG6cBRuvUyrk1Lh0Zx1BO7CJdpjQUnTmAOZRVti/CtEEx4j2PgIm0p4SCOSHN0+S
mI38i67rQvCQWE4S6WNE+8FqH3sXcboClYi/LLrTZ/Qg0TThRbnzTX+v2mpVuRTZn45ucgbtVfB2
02GiTdogrNYlyQ8zzOyfMsT/EDaUTrhTNfrsajiGUJhmSB+guYJPGRVIy7s/8dvVNm3LJaPQybJw
Fl8dF8gcyDdFFEqFpWjvMU1M/6MlgQMqBIQnpBJM+zBBsDEO94e93VSmzTFl/tBCEG2Qp/iPa9JC
XzhyMFXCvxDHsSSXUibYTD7AZ/nFJox2Zrk5nOrIHpOrulyay+GQLFShLgFykhqAn8DxGA91Ci9+
VEZI2WGBzNyb5ydXFJ8vSPAqc1wO6FhSlbgYGug/Cm3JWM/aj3NnWA+x6Q8YaBbtzgw3viOGboxp
c4+Qtq4uSr3qowyXJaifbtZcI71EvR5rB0/x/eQahor/MCuK9tf9WcrIs9zE1PSJ5zxxeMXxvFrO
kgJtQRuJo4qnB+imesRkMCHjsdWy/NcKq+rfuG3wD4BktHN+bqO8HNkiM+A9bgG/Wo5soCw01ZXJ
hYl+6YnWs/1Q6472jM5PsdMy3Ng7VHBVnaocpVyC4HIoxdfiMjQMIA4lmo31OM0nuNWAnefyY+Hj
5H1/TTdnxhekrgS6zjBXt0qS2aEyR0BPoDjn54IMEpi/r5yRzkl3FnHr86kUeFzLpe0k7NUmjbUR
jkcm9WNmCIB9rQQnA90dFL71v2n8ahcEjaRNwqjsZHUyqCz3DfkVQzouaSQrutqsyTDhTJTVLRQQ
6ksKLkXniMLHzpG4/XC8Pygfsy8JNTdnsFfRJIH43R6bJkZSB1KAhwhNeUapE8UhnGF2llOVO2E9
LVs+zug8aWTHq+NQixKR5FZvaTpVxrs45QUZxjmmZoZeRbi2+PVFlA1kAUtk16rKkCqN3PbU9oGO
rMdQvQhE1T7f306339hCv0+jlEfnmRtktZ1AXgdQ8PjGTZaiDtETZL8GSTte0AmyvrQtTMxrPMIu
9MBxA7K8P/rGJ3B5Z5L18R+8jVWYd21rhJdb0dhv5u8B8sc0XjCZnqA0EQLP9we7zZOIQiptWs6N
qWvr9rM0xUUQEXcKAbT7iiEXIjv2PFz9DMtcCmv2QxFkiEl2bRufTKAIb68H2xwixudXWAiyr85T
SolUIPDUHZ0k/pcHUfOCQ7uPkGxivL8/1dsDxEgkZFBIubuZ7zImdRXWfIkJ3kYbcxjHVdheItqd
Oxt6YxQyMB6YMjWgJ7H6epXiIqMtfBZ0dqH9Yv7zqGhIpd6fy23As2UJUs4GegvbZTmXAs1alKRH
5FmlnNcU6v2DpcZf9WGeL//DSBYZns7LjqrZKpPtES2DvTJg7AoYGT/TwH7MEB9G70NPH+4PtbEX
qZ3zCFFRqaazvv5AoYMtjSW1Y/B9bGBJdObZGLXhRdWo1x8yvUk+ZRO8vcbuqy/NYL29koz6HJAh
DYCCRadzde4R6KW+kwGjwrwwf6YdPp+KAV3KRIzG6f5ctz7gb9CC+/vzrRuCaMD0nd1pA3I8FTSp
BDIZ3Pf4FbXDvc6EXLZlhMUdlxlJIItAUHq1Ix0fkyp1gm1Z6bP+Eb278kupWNoXTQHfe+hbx/Wy
Ii/efF0xKsg1HpQqtbP1x0SuZxzTwOiPI1DKJ4yVSk8dXPN/OAcY3FEHlHgCGrnLczBMGEMLA4l2
GIfogs46Wq36XB/x8nt7kYqp8J4kftBYpSK4HErVYCwDsgb2ZGNZYiPSesIJzzwEOnIsb98cspYi
QQR0wM3VmdPqBlOgXu+Pld9Ml9lFGTukUXxO+/HH/ZG2ohWNOK4ZCa+iOb2clNXqmTunuG1Uddk9
tDUv5NwB6X9/lK3NzoWqm3BrUcU0V9Gq1H1KfzHcy8rBNgRVfqSga7O6zm3R71yeN0MxCbJqXsKY
fIEwWWVJMzpLjdXh7SrM3r5gjzJdq6GjxgAL6XR/VjfnSg7FylkUScl0jdXNpWDkDa8IuaMkz4Ir
8OcACaI2fMWTrfnm9gaU1BjHjmJnhhvDWmS52AvRReCaWUdJWtnsgxIvTK4Asur2K7aJ6iXNEu0X
kqtOgQiUWb31nPFg+HPQ1eY3kcLJgnCc0bIrIKdpGOygytGep2jor/eXdeML0slzmaEOhEbcQJEi
nkAamgnHEuHNRxDLKHPa+LkBADd2ztlNnidnBXSSdi1rCWBiuft9wCWRPibSmDMdsWZD2tXQEeAB
vqBcyl6zvpOHJR9Hu9k5djc33Wrg1dZB0wVYvRHOx7ZVhzPvQNSLIhOqpjrH5SNq66GHkhcMfMyH
n2ksZzsHcnMPcRlw8OmgUJleThyRvbmtXaxORIgJ1SESyFp6QZjmzz4SATEUjQplkAmJi50rfntg
3UR3ii4aGedy4NpWkWDFaYsuX9L/jepH9Y+GDdEFKoztVcKeLwkmkG8/qLJHTjWQ6w8g2Gq1h1Jx
1dwv5GwB8R8pWTXZc9fm+fBz7nPltQ+bWKGCW9Q/72/lm+gKrIhXMNVbCig68LrlbK1iNqoJBZwj
8gvKDJukAxWPY7H96e3jkHTqpJsuYNJ1743rQqucGv60RRlKOupMtf8UhvBWdj7f1oQIrVQuOHIY
MK4mFLWzbaR+IqQmMuatBf4Lc9Pv9Wc3IoD95yirYxkmaLQj/CGOyIG0F9vyUXEPXalCZL+5JMIX
IlmnRwI5kwbN6rpAR6rK+lADdGMV2rdQmdT3WmfT7QJP5N3/SBtb3yapxbXekr3nNY4OoxzHzVNf
HFF8Q20PzUpUwYfpoe6Fcw1w1j30iLPvfLCNCEe+Ylm0D1TEN61VJiHs0FYw2VKRmMvqn1Re/kER
cX43EBOeoODnnjlLbznXRlT+/nS3PqIlK1xUE6j3r7cKZndBmyXski6zpgu0dIwYY1h+Glo7O5fT
1q4kawf2RmXEugHLuvR66sBEIoQCeHEpRFF5NkWFnZgpo8QijWarUCwEwmfDXnTWnUPbQPKzmnFx
A149oR5pVw/S7/ZcSbvLoZq0nYba1gLKiogEd9q8jlcx2h2xjMPmSzvWZp6dirCbzjh/TRd4jXt1
0M2hbAKIIF03eU4u45SoYELRbNKOFaTEE9ESYUIMytCdtPcgspuryO1HXZHSIK2K5VBJBFo/s1Pt
2OCJ+QCJwXgocU95HGEu/jWYenC5vw23Th2fjMiokanR3lqOh3NC3LYWU9P1+lcCXfEatbDmEhxy
vRbDCMyr52JnzK058uT5XTanprKGDJQA3oN8JOxPbiuOs1olsTdVQ5bDoceHERHq/Pn+LG87I2xO
l6sN9AzBBb7scppmYWEIMLkE5tjtokMa/Za8Hl31nCCfjHAdqmHEOecchSZqdPAN1bNfCGhm93/I
Vrxh3jzhgX3RpFnF08RW8YkKI/BvsaO9KhiyCDAa1nChnDb8zIvWhLqELH3f1PoeHO52bM4/ARYj
P8r51JKWa1AqgTX2k49dVxFXXmcYY4JO3kFzz3CTGq8ywuHUZo1yuj/l2+jDsKbKXjYkJmv90IWw
T11LXux4qxsne4r9lwTtu+v9UW6PqBwAtDcvaW4KsZ5c4swTRnIjWFrfJPAEmGkh93Iey+rLm0ey
DaKAfFOTo62TCXzRKdKNtgY7UddObjKHl8Fxq4s6D9bOpG4PJ410Cdx1LMAYNyCzwIpMJW8ioPku
sup6XqAeLhRkqXLHPwOIVZAaaPaASrenk74zoFDeuzxGaYMst0lnQ+buTEB8cDejq1HhbVtjM3cd
W5i3TQSO+K3rKctJPOd5J9JrWq9n3idJg/8UMlnh3MH1HWsiQ8HD4zkDX7OzGW/PwHIwuY3+aBGW
nR8Og0QQ2XWLELXToBURdLonZnPAqhfevl0Q4jNcvXfqPRshSAP2hZgC2HOZ6KwibSHM1gzofdJx
j+0XbAz7oxIaX3PFxK2oRPYUYVLsY0ckTKsax2Mz0/qdMHj7aS0uTAhVkl1CAJD77Y/ZF5HrhK1Q
J2+qFfdRGabgMqW2f02yakZhaNpL6W4PJePRh4bGwoBUYJbjpUg4IgHkTjjpaO4LFecRM7RQ9wKj
2ys23H5YWxBkNFWzeBZDxFgOhZrMOKOVMXhmWfeoGvZN+zly0WxXuzbpoAyP5neMV+qnADf2nU11
u6yMzUcF2WxQWVlTrNJJRU91LAbPwSr8ZYBBc80pyKJ7pTWXUKjdTqZ8u6wyb6QRTPrjgGHUl3PF
MWdUrMgeMESsCN5uPB6Q08DoVNRf75/N3y3PZVJnS4ArVyetNdnzWg6VhrVLxT6YPKxjkWkcMvBE
h9rAKhWon9793aOZ9WqhtPMXqNwJrf+Y5shBCkTjUYDB7mFIM2und3p7odgaAViQNMurbI0CRDyq
E8CIUVHxBaaDyPmER33Ip//uz11exaupw+MyZaJCCeAmDsITx3VLNVBXCBoUhKC6iyOgnyq6qPiO
gk3TATjAlHI85Dpb/ZBN6Obd/wkbH5qiixydYh1iEHLT/3FeDddHOzZx2NSmSJ5JEdqrqE3xCGBe
33kIbQ5FPw0KDjEf5O9yqCbWyUIadfC0WWnxQstD1TiGTYPis60P3c7jZyMYUizmwaWDhJPvvdXM
wp4vIZAsQQlpUPJjp6nwpdHUedShrB77VoW3rk/RBZaw866Z6+A1mNU9vufWF4bGSofIAcYNI2g9
ZzQENbUY8RdS1edJ0/GJiajc5dmMXiFusChdaoqXpvD7yWK6T/e/7ubwnCuCh8l+Xj94jbTxw4TA
4alqYqJBqdJQTnpo0U5sjuglgo8HZN2h8lBiE6vYb8ZbO3wDGsuSFCRfh6tv0FpAO7qxHr2gz8of
JY6FF93vzMPQVd3Okd2IkFw87GU4oVRF1qSWQO2cVpuHEZmUBCkNHJSvwwjIG6mbCNUbrb3cX9qt
3QzwiM4tnUyV5Gn5ZWNMMRPDZntVvTt+shjAg+HYPsVltIfk2IpGsjgi0yWwXuud3HYC48gIrGOi
l1rxEOYOcksYoWE8cH9OMtSu4hE1Cu5tOK8wbNeUVzud+jIouOGKSneeMEc1T36BDFHRtfPH1kT0
Grkt93R/0I2F5OKW9RiJrNB+oxP+iEDonNpDkCCoZwXlgIkYXkFeqUuToLpB/GsnLPxGxK3nSI8d
uBEsEsk/WH63CeBxlosJy2bQx4OK3nnuYvg358I+z1WvzqfBj9oC3eVs+oEog4m2PHKrCP5WUo5m
oEI6HFoRIwea4GrxDnx2O13oiarBeeiQkp/R2vjeCRuDWaTb+EbYxljze0UNFP9g1kHvnFBqH9vH
WIuKFyYepCgza2/mjLJXdPId0iMXpoO2KjvlYVGnttkhyocq5kdRDI/BgNwiHlr2Y2pgpfDmrwgd
jtcmIFmTgon8yn98RYT9+iZNU4Mnbud+dVo7eC4QKPima/28k+ZubBgY9A6MUcAE0EdWQzVDhc5S
2BlepWfOR2RisqdWmPnVGhE6vD+rjQMhG1lUZSySk5tstmtC+GQdQ9EIH59Irh1PbefwMU5p0MG7
1J41zI925rcRyUgu6XOykrTQjNWX02ettn0kybwst/L3kR09YGNBElYPIOPbdg9juDXHP4dbHYg8
lU9q6hrejN+Ve22dAME1MWOWeHAbrqqeDilONEYpTvcXd+s7IpGJZgCvT0qkqxwzQjoVuUGKvMM0
im8J1ZqvlQiqz2mSza/3h5L3zOrQ02HhhWAAqwLVs5pjo6J6EtCi86ppFieKiJh5d/p/mOxg4jUq
2rHAAOa/qqFBcX/gjcVlYBvoJh9ThZSzPBZmjI5W7zeql7Q2OjyDpnwCNfVf0Yn+3diCq7QmNd9Z
143941L4oeJL350Yt5rs4JRIJ9uM2fu1w0WBQMlLBggwPjQaLk355Njn+7Pc+JLQxIUEjNBtoUC7
nGWDLJjbzQiYDmghfVNF27ybjBgLX1p5O+/LrQWVJG6+JkGcMtdyKCWFHpYh+YDsaCtQB23rwWnf
221u0wdpNe2o1Y7zOpSwhd4+R6iNuo4GE5mUKVf9jwAXVZR+dJJIr/Z9LIRaVFI/ValSI6/mZvVO
MrO1oGxWCooyWyYSLAerba1NIprrXp77zhe9mAqMJSJMIywnmnZyxK2zYcrrEIQ+YJE14ibBvq/F
Akb1bNevG3zg1P6pTx0TtS4eopRjZCSg6aWdUAXodkDzGwmqC+CHXIPqMKOvEkRi6xxXtYG1gVkq
/cNkp8HV9tGaP1ZTAE6sTTXjQ+br1qesN7v/8ob61P3vujV9KpUSRU9nkh+yXGp8QW1zaCrds5IM
mfa0MePxYhSp+U+a1OLBxHT8FIL885qJR9rO4FvTp14D2kkySm/wC7o2dmNhDTpiYWGeniZbDyrE
LrXqY+ICpTUKP3nCMMDyeK72J6jwe3ivrY3G8xYFBqkqxGW6nH1C171WUB0C0annCOG24hCVrnFV
kOf4H4IEDGGJnic/uEnQQzWJQxu9ci8bQvQcQ6e7ZHi8PmQlTif3v+lWBGQIQE884MksV8dHC3IV
mbNY9/Cr14PjQPnkVz4AST7g7TI89dg1v31IpBY4P9QYwSWjTbNcyMAsSrTC6pm4NPSvHZzJE76d
mNfwp+M/pY9u2f053gZCB10r1CWkTpKU+FkOiMB4bSEUOHupqsVfwWugcuUr6iER2Dll+CUekGEe
d6Lv77tjeZFCNtbp4kixB0ojq9MyagIP6KSfUAANROGN/ag+DYbp/zPAKv+Y+lP43AYNithTmVvX
NouHlwTH48vUu+Lf+wtwu3XJAkkb6OlDd7vpq/aonCISoVD5wwzgk4BG/CMHL/hS5lX+5f5Qt8eU
LFCCmbhSeRWt0wdNpzcc1/Hsdahtn8ZMc08hfrWnMmvMT67fZScxRPWB29W+Ntnon+4Pf7udZRJK
hKDDSq60hp0HMKUtymGoYiCimKPakCCRF4NqIDnT6uq5791650Nv7C5Vl8gJymCg0J3VbefAku4x
LJw8VdIy+tSqT3qnuCdsWuYfeCBVl0Sz39+f5m0kRsGZKr3DLUumuS4dY1Kmjl2FRGHdRNHnNNNe
G98pPhAJlas6hGiO8vj3HJLhnXCxtZMIfmCFQWHzBl1NNsgw7XTDRGC9iv5RO2rBk5KC7U/aJNi5
2G+x9o5D5gK0Ar8fdtK6sNq0XZ0OJgYXOqBQALVDjMJ8gpGgU/vFOzbPcEixmPVibRgfbDWYPkTk
XZ+QW8ULtU2TF62yg+v9hd/62DQtqdYDwyIDWB1q3MVizAwIJdEM2QBTUAcwOsZNwdHH3gJzJYSG
H3LXRPft/sBbX5xUimoNfDkQ1NoyhsUFZl7xOMxeU5bDM4ZB2t+4taYPTqNn/05jLc4FggdnNTGG
nf29daQIXyDENd7HlLiXI6sF+lh+hW4y9f723dioBXNVlS/oYrWPdRj4OxFka4txiDlTJlhcOl/L
8TKAuoMdYU8JfbQ7j6hSH0n9MIoYnWLnYpBfaxWiiVWsJh134tW6oltkGPFKh0wkcsf2PQ0KA8H5
dvj85k9HvUa+qahLkQ+vzkyFCODkNPGEe2c2Vkf8Cu2HKkcwR1WS8ozkJlWkJmpxF4Xloezsm40N
S6YG+5ccmafVGgdMObfqG6pV3hzMJe5ZVfVgloP2rsOa7IlyeXcY1bF4exQmneBul2Al9s7qE5q0
/M0oyqWCaoOnq2FguYEv9Fn05mcnibTL/QX+jRdYf0fQuuQvyB6Y3LrLLaOjZqslmDt6NEqTI+LP
yQmryuk8D6b1vtS74ruK8rM34ZlyGgWuiKe6FtYFD83kU9SV6NajKGkc3YpH0c5P29jNtNuJtlTx
cWNfFyRJ5ehjNu3kWYWtvSauMj/YfVd9BPqW/whwhTuJCTnVZKjDryWvxp8xlj8C0UijOON4GZ1m
/AOeW2LRVSTxsLM7Nir/FE/oW8lXsEH1fxXPIISXs633ozeYRYO0TjkMqRchs/OtEbpin20Fn9RH
C5WMnwPY/+BYBLl4RpsZJYKdldqIM5xAVdC4oykLiGj5EbOY4nBYUP83e1wqcddLgnOHwvOT7LTP
J9Rc9McJu7WrhUcygudu/rObpjI6FWiVeZWt5C/gYo1LZJfZc1IPmPB1iWLubO2N/IYoSCKFJqVs
Fsi///Nt21c2fC8xerFfjJToZyN60qYie+KudL8j7Y68boHaO0uZT+VBtJP/9/2F2jjRkjxAswC0
vU5EXv4CE7E+HCMFhysysfYLsMt+xNeg/2ylDs2bvkV4+4Rbn/P2ewDGFUNK2iLAldU9ELeV1tOx
x6tP6UrsRmtson+Fta5AodaAP2D0bmfaw5snS39cNaBbgWLT149e01cxx4oG4eE4VJffA2UKrzFd
z+ri4BUQHYIGt6hHnG6mN1cWqSYStqmcEMQ4bstVBoRoYIuUUxmqk7LCB8fFqUVPqhQWs6/MVxzr
9WIvWMi4uIpjoMykkis9etKe1SUP/VODMp2gX19YqN6p/pBgMdiVT24//dDBIJ1j0b2ObtJfRnRW
jjSAu4/3F/w2XlGegGDHPQ/qBDm85bwNPZ6HkEqtB9JM+0KxyIRNZyLg1ORoed8fayP6gGsRpLES
hUFzd3XkQ5f3jpg5LLM2NMVTRoDKPT0N7W9GVzf1SzZPk3N2jXoy8IWH5HhsfDS48azJij06920u
ABjE/k3oIr9FF3M58SHSkTaBjIE1O2Hl0FRqeJmxzNk5vbdRbjmM/Ps/4kc7lHBLHL3zgLc5Ac6k
TvfUlDgb4OnR/OPGvXG+v8hbA3JgqRyBG6AhttpTbWx15pglPV50UCadAscgrEwhUeGAePCB2+xk
yFvrCGJefk4KCqjZLSeIyaYKIKHpPb2vg5dibvJPmjnuXfm3YZhSBWoZOtJNZInqahnBzLlDnnU9
VgJVc4aMmVgHFwuaVzpV9etsuv5rlSj6S1EGmWf1wni9v6obx4SxyW5IUE2JN1nOktJGaAwx44dZ
k3t4b+E03jbNyzRP1en+ULeZP1UvHcgHgYjMac1+QMy602ZINB62TgkWKWWsfIkzzX4MVBVrb9rx
OIHkmv+Ll0GyV3W7Fe2TNTdKQ+gP0a+6aQdUClYDgdYy0QhziyOOIP6TPTTJUy5aq0L4CMXa35aK
X0O8ko++UXZ/t1X3Mwtb/VMTzekpKcMRgcHefqZH1H64vzhb+wAyLpBZyS+Fbb78DkU4GlgKZT2t
7K6koo3I0AfFKsLLpJS6jm+0Y6N31w9IGMW6+Iiou7mTfG7td/IAVFIJYjyTVr/Ad3LDr11+wWDi
wHoI/QzAbuw0O9XfrWMMxxPoP3xT+PSr8JRgrddruMx5iiL6z1UhEpwmMWGdLu48V+eetvHD/aXd
nBiFM+s3R+O2ax81Bk4COQeZi/mLGDX/nW7xSLk/ytZBQiAEDSaCBgyfVbiAzp0XRUg8zNNWnFrF
t70o6zEHK5S343coWoCKp2KC1hzP9+Ve8aOQaBvaCGb0TnwphsH1rFCEJz9wy51caWtWCAdRI6EU
xaCrTdEVapFGutt5IEpReu269qSFGsbmYbhXkdnaGDZxXYosahSg1gvYtrVTmsT3CYOzJ020sYfx
d47Zc2xJl4vhzUB/sgKwXhKnAvh+fU/S2MjLDj8iz4dEhNZ3Vl/qsQo8FRu38/29sRH5NEGSDcaC
BwpJ4PKDAYDSY+ppvdfaDpKz/uweg1yJAY/0zVULXB4JigFcc0j8nUO98aJEmYiQBxZJ1p/WgtWh
Br6JNlDnGUrYfM6TyY48TDntgxoBzLtWpat+Q2YaB2yBh9p0DAfKqbxCjVwarGNKxW7ucCvjBrsG
JWRE7/7SbGwwiV+lwklVV+qWLJemmJyyoZk2eAZOB5e5Sr+V2AOhF27tBNiNKLAYaBV3Gp8n/BCC
ppzBDYweKiJYluit2exU+25fNTxB4TaSNoCDoiOxnFCHAffQKWxjbZ7Fxe37mpevqpxqAyVBR+Ti
nYKe4M6gW7cbXEqLzgDvKSh3qx2m0Rbo9Aaj0i62wuI4KxNGwDqaoUdnyLUfSpkJdCxEq3sxL80B
qxfdeJ/rZfmhrCYUqYkcXUIW5QdPMc/OCydm/HL/S28tDCh62XUjohhrAZ4EO0LLKFFOiVXF+pRi
ynrSo045BYlLaSUebQ8zbWsnKm8NKnGAdFWp39wocqKqj/+q7feew2a+xmHxPQXmdGqxJ33APAy/
Vx/65/2Jypi4fPzQmeAWMAkvKiF6tdP8uJlh2yhkGm6Qf7OK/muCQOYlKtv8WWl7/yFSbaSyprp4
Svzk1/3BN7o1ZMccR/CP0gdlTa4tncFvVUver1AKGi9r6uJdNNmBe5iKybxERZseM18M5zFSy+Fa
p8CFhiYH7EoTfY/htBHT5RuMfg2QV4nJXB4GfC7ToE9VvnnWpA+E2PHdEGj/tHY9PVpj1VzuT34r
zqLNgfWLzPCAQK2GS3BOVCq8J+bZbP/D6Qf+cpuV5skcKnzZcTCNngIk4t7NZunuXCdbU3Wo+9DS
pmFElrIce9ZFXGCp3XpqNbkXNxQ4RZvonBxct85OdTXsdE7kXNa7DC1gLhN5tcD8WY6XZGWouh3j
kZqOpzTD81ix6uKcmHa380bYWlbItJR9gcHzP6t8I87nKckwU/UiWxuiU+OY+NBRDMW+q2muPFTa
X6g+42EKTFv7cv+TbhxgyWOUoF5Airc+LVpQJFnA2F2uWOdOaaUDGfbBLw5/Wh2NPG4fR6tyTveH
3TjDgHdoehI8ZAVh9TVDs0o52jUM2CCy8msixIBlmUINIfKV8cNo60N16TVF/ziBZUdXoTH2Xiwb
qw4ahCKwJZtyyHgvP7CFmZ8zK37jKU6bnN0p/WiXPfbWs9adRemWD4jvh17D5b1zijZ2FrgICXEl
yqMRtCp6+5Fdu0Obtp4SR853vGmNSzppJU2qfE/KUNucJDRZUgAUhaE9LSeZi9nxZ4HvzjDa5o8a
A+NHOlPape7T/mFuu9ALAys82mqU/91hiWhBhgCmMQsDD6TE8fvgAD1heOjHUffyADgigTVH3Rnk
efO1KvUQz6Tc+mvw50hHcH3uv2ewuQfWcx4euzSqjoQJ0zlQlMJ1L7aqazhFe94am7NEN1EW/2Cx
rnGZjhNiadsMLX5USvFJGYfHFFW2CYqpVh/orU8KvpXj/ELNtdp5/GyEJdBLPH0ITUCX1xtZw90w
rO2m9Vrsqr4ROT9WehE0gF9BJ5ih9vn+udnIsqiASW6HjPc3kiNdFTsheWTrWU3JKxq+YqcdsnxP
P2VriwIgYl7w2FBLW21Ru2r8Pg+V1hNVh8FGnmQRBnJlMz2WDu6e9+e0FQuA1MpbDIVPutTLPYrr
a2ym/czLTjGmz7Vj1Pn7ufWhlHdDo78M1KMmLI/aHm9LXtenIcGi7/5P2CDMgLtASIHOJQLjFDWX
v0HBa6HvdRV+pWpWI8L+KMeiF1E2/rM15+Bd6kCv/0YlxMhe7HDSpCV4H6AY0qo/k3JKfqlRNvy8
/6M2QjM5Lu0gEnewjusAFTZuWqU6LsZALYfnLMa+um/N9pwF+XSK6kYLD6jp7AmXbYwKn1iil1xy
K/pRy5UItcTFe1KpvL5srC8uHDM8Byvf+ChKzZgONE3cpyTsirdPlr4xkFUKWDp37uq6rZ26B7eK
LnYfO6I5JrCFnpOCBs7RxQnlhLY0UA1uqp3juzVbKQcI7JnyIFfScra6iNTQ8mf8ynPT/WJW2shD
wvBjaAF1UJ5Fm3dnawzGnWF/lx1X2QWoE3Io2WvFpnH1ihG5WieOpoDKTzhbL7ra4Enf6276Y6KG
/iF2az05pNC8r91k5NZBTegoeP4QVxpI9xCjWQdpXE9F9RtVRmgLaJi1WJMd5kIJft3fhxvB4Pfb
UTa/+TTrTEg1k3Ao3QGhqzrXcCA2UjeaXi0dZY4M28au3gsIWwMSxmkz8rAmtK5uZhBsJUV1lLWE
XYL1J41On+q0jB6zFkGE4/3ZbewADhd1CrkF2PKrHdCNTuOEXPee78fml6a2PhflnL04OAp7Y9WX
56gK9jKAjUsDnTsyvd/Vbzb8ctdNNCqNpLQrbyoU7GHitLHxExcp+rNWNXyp3OF/KINDSYZGLh8K
shSwHBF3ZGNu26ymkBUOCfyJeG6voTPSxE0iF720WVXCFzswhuxxmCtDiQ95rWn/3F/rjQ8LyxuB
bPrcMqderXVE98HP6qry1AyA8WTX+kEJbOJYiKHd+f5YW2uMHA9NcPRPSPFWm8hNKQhwnCsvjOv+
Q6Cm0+dE9NmBoZ1LPpfhTiVvYx9BncQnAsUl0oC1Cq1tUOoAg8KLMFWr98j94RQ6ijgckbds47+q
0ifDc/p+j3yzkRFIxRqIhiTS6JCtbk89VWNTa2iNRaBvTiGaEJ7q8Di+v5obXw5pScrX9BZ05ExX
4TkSbmS7Sdl4adIVUMyN6THG9f0Yukn19oWk80UTgZxKjrma0FxMbdbrXeu5uVlVhyAB2JUUgfOB
FfgFp8g+w3AITm+en4u1IzQt+ouonq3mB2BaFJqDErOf1/NrP+Fyi1SoAhZQjXdi/8bGRCJEKmX9
/9W+GspJEuT8q5IUrmvD/4Ysq09qLMQzFCD7Q15oe2TgrfHoNvC8k1kElfPl0e/SvK6RvG69ajTs
9sTFGs9X1th9IqXSPo5NZ+7Ft1tCGM0HyGcQj2FL0SJdzRFiZJT2U0+RTkuROxhsRB7OA3XwLD5E
vVrEXtUI/bMa2XPyoPYUdc/BVLWXoBckmkYlfB2xrsLUftTmaNeXQJjxL8c36+mcoWFJPjDUcfZ+
5jxKwQjdfw2aPPg3bMsWOzjFLcBvzs6XtHCy7Oj6uRZcnJRG4E7aeHPmOQnc4CCJwJlTfV5FVZ5u
Y2dGNdME9/I+5oryRr0Wh7Q05mts9j9Zh8/3N+rtkBDyKUtIdTe4KGtFlHAGAZnkhelVceP0T4CS
eL4ZKd71B2oE9XxWEtKcxw4oz15meBNp6J7Se+Hpyg1CI20VvZsYl7tpCkyvidGYOAXS6T7y2QBv
PYtyHAIp7wEa7XhgLDds4/h4KFTY0KBsMkyHCSnx46Ck+vM0OtmP+8t5czgYC8YLiERJ5nXX4iro
dOR2hz67F+u+f3H00v5a1/prp4T+qcg6rsE3jyczTTDAvBcFpdrl3DQ7qzG1ZA0pKGVKd6gs3/0v
DKMe8+2ULfzR1XN0D+4PevM8lhhcWvt0n0HI3lQ6MKquVcyhGFQEaKOLuPHmMs68uo46bwKuczTx
GvpLC/Q9hxi5JRZpLiPDRJF8NDYcysHL6RY4DHdNFFteE1bK5z4AqHaNkc44akG5a0b5O1Vbj8a3
RM6U1Ir9uVrcRutSgR88tBMXXdZD04bGc4VB+XAg64jfCweS48HXAo3neaUhc22GsfKXWpjOB8xk
sv+0KkP6gBEz3YMjM0uQZ96FD0lck/a6WIe9iCRUkanww/GxiyFNHbRWAJe0/baID0JBiO/I94u/
W0Uyfbv/FW8rzzQ8hAXch7qZhJat3qhGaJKw4ZHmlUEknqEKaMPBHc2s4GfWcX0YRqczTzztyqfO
rNHKtCezjg/KGNktviS6nV3v/6Lb6pL8RZIKTzWLp+q6qS4aI6wpTxbIhhnRcOKjJs050oNZOaHC
qNHwmGfeJHkDMuGAP3z6y+C9gzxkgH3ecY6F1RxrvNrrgwADnx8sRLkLbx6FIc4RNITkGDVx/JpX
IkUzXbemb9S7zfLQolafnApMTj5Nmo0KVpoYuGNg0Nw+RPPgRtgMmCrkHoj6P+/P+XZHI9yBhDr8
VSRZqEQvd/SUVjCuprz0YP9Zx6nQ0mudteAd5mGv03Ubm2Ag0c7hKUQr/4azWtXwQgIUSTzNqbtv
YW9YELgsFWMetP0OgsfgTpzY3GF0uXgjyFQBQZbl5PCkCzKJgvW0Nh5O3PBgZNM6OZEYwens8/9j
78x668bRvP9VGnWvjBZqA6YHGOksXuLYjp3YqRvBSRxqoTZq16d/f0qqumMnHU813ou5GKCBRurY
5pFEkQ+f/6Z3RhuYUZqv7n6FwHFSLUkSp36dfSN8/ceTrPnua/b8p7pZdIbf+7N//tdl81jd9Prx
sb94aP5z+9V//OjTX/yvi+yTrrv6S//8p578En//j/F3D/3Dk3/sqz7rl+vhUS9vHwmc7r8OIB/r
7Sf/px/+7fHrX7ldmse///apHqp++2syq6vf/vjo9PPff2Pr/G7CbX//jw/fPJT8HgbBf7t9gMn9
w+88PnT9339zxCugNgIaKDaYhHgK/Pa36fHrJ84ritevsaCcQ5CY2L/9rap1n/79N9t+RdQZFRnV
O34AdFh++1uHv8D2kfWKv8OHhNnSj4Co9Nuf1371bWn99li4F3/8+2/VUF7VCPm7v//2bALxZqA8
ACcFDKS5j8fNs4KItauwcfRy0G+OnfUx4WemLlqLUH9J6BW3XZSnoUYEYeVFbzWxK8UsZbSOOThB
3BkjVF7cflz37deb+P9vPv0vnCm8fP/x57P4YZ78t5KPOnv4fpbw89/miGW9YndgfdrMH+gUb4kA
3+aIEbxC70S9Q+lBAxliHB/9MUkc/xUl11bN0v8kzW3jxv8xSazgFR0yqJ7UDtvBBY7rn1/sfzBJ
vvm2/nOfZo7hVQOCR7OFnsSmTXq6zLAYJLossrN6MlpZ3Gr2EXExmjPkFLwjFlQ62S5oEkuXkYkV
ZZsfZYjveiy3yzXCiGaU0Ttv7HAxP5TLJJ1+iEqv4eztj50jy/takpXm70ORLWYbmTn/TT/k6WCZ
174vTSuNygGLZ/t3dw7bsfqQaoVWKUK0Pk9ztLLRinc+agsfIWA2zDdOV7nlbioHd9zNaAXGPfU2
7K0mqNrzPrUTwCtLjelhqc31Zim6AiwkTOUbJGZNFsNzLG3APOGt8Yi19mcKLdUe6zzHK1LkKRYS
lpeZ3mYLgCh57XLX2Fnzio8bfBZ8i9vQGvsL4rWQasdCcC7OP4h+buY0lqlevRPfHrz8vajt1uz2
ijRk68ZoKJePXSEcedEO5XRLVy3sToTRF+FVm02huU/7asaaDvmWeZj6ARyuDBpgn2wEELOxxqoj
lVrugK1Qs8qo7UtVItdDIBCJdGlO5iasaG+okq27qXVrHa1FBHLX+E41HoXTeV5szL3hlYcgwPNh
PPS66LQFZ5Y1eNjjjWDK9aw1sjFpImLNhHmm3Gw+DTzDVZG2Lf0RfjXe9G3pd+W+Jbp5MEO2/2xN
24OjPLkoxBqWpbszaYtcaTh8oppvlsb05VWp+eyQSLg/Ed2LLTbcXa2KyTWSzPaGnkYto77R9nQo
jZBVS5C/hf7dsQbTOCmT0W+iaizHIC5tw6uiyQiC5qS0HGLd0E62xaHAUXDdhzUYE6VKG4KMLxDN
z+TqdW9aN+iMoznMojjCFSjnkwnznuDawpt+2WPsAW6fyLFt424EKoyntnStOLSX6p3nLd41+tf8
Q1OEBBumULreeSvcujgv/OZqNVTQRqWs+9dGovUFSRlBEPlZ4vgYTAh8XjjUQ1FeN5l4ZKHFe9+T
QiFOzbSRX/zUy6vjYvlzEOlECvN1ktsFEYf5PNc7M+2Uhyh+4d5CUgzDXVd7xqVn1C0mQ/mEC6ah
87A6cxuV3s85IqF9n5UaIzPUGkOsRZ1ZkVtNXXIwyfn7VKyuxFV5NOqC6VoaV1YDOSWWtsSnVFVm
2B3m3LDsmB3B+x1x5NBxLpK4fobeVFWRNBwqwSBI2jFyc5dn5stsMKOAsMkUDYUUfC8Mgcl9h7bx
gN6vux/n0vhSBHnvRU5uyYxWsq2IGyiRrWC53k8kAXaBIQ+trPK3IUe9Aa+0rHbIAZvTD0q3vhWF
7UpohjlnGS6OzRA+GLNP07aoUqc9GJoVM6qTmihsExvuPWod9d7F9ALD3qqrspi3dT2vvK59yIPW
liqqsNFgSmnur5z2uHaL8azIIBHtiwqrmxbQUHjtwbPnfDiuQzgnkRk2ffBAgkiJ8V+3lrQPMQK2
+D/BuzbtJ60673YY65z492bq1HWwuG6PLZWfVOUuDEcY8HsdqAE58TiNM4bzSW/ARaJMT9PPc8sq
wYu1tiu2YU3lyl3oGeHqXgYp7khi5yptwkwbpF3cdQjMq5PQsFsRGVC39c1sLNrdp8mYZOf+ipL3
97SAtL5Ezdz0CO5TxyeDdMzVtuSKkZijU95PVm/WC+qEYD+Hdl3u0Aouy3RWMoiqdz5aVUIG/I71
e59UwvDPmtBLmvdJDsJxDHorDd9kVtWXO1BBtwCUSnEQvi/x2a2ug4TaI7L6sJiGyEgC0ZzOttX7
d5wTevtkW3rLZD8ERpYj+B39QH4uMb4zOT+tC+f9pRwNLzLoSDsHTjdNtc8CUfhx3uS62DkT8HZk
Tm3dnOK0Hjz0eWZ/GPEgMW7G0V1JPrMGcS0Sb5iuFjJCHtLVKILdOjVFth/GebT2TmHZ6b1VWmZ3
WKZksOPJnnDpSw1zw+MHd1JvgsZAuzTgwCpuYf7rYI/Sw5ujSUzyxrMH61ZhCLnxh5cuiHE8SFXE
CHRk/QCBQFSgr16itPeT14o8AKxzcwNAQ1gNHbi2sacxMiu3aXkh68bYadEW142w0/Lo6HV6N9Zu
qg/hLNqM069Kw2idRl6wIWizZG9jtt3thF2MfhEj7/HLneUmrUPubB3ir5ySfjWifmmsD4lWVXCS
j4ZrHGXL2xOrTLX6iPGDqaK5LxIVqaFK1ojkmhWnwqZM6sOQGKEd4d4QcFfSWr1NVZa7O1dk+mCK
aZbHSbF1xG2lpTypUgGs7xe1dYs9vyV2BJo43oXVAShG1tgEztFx1PqlDIbWw3JRW78zj7MuCrrM
ljtSLlJ5OYzWtIJulkl+Fk5tczFtiIGh5ppkUu5j8WYZMRNDLxWEaR+Z2N93+zTF9pTIoEyFZ2up
g4Ns27o62lmuF1ZAlTbxLJFni5uqsN2C+Zaa+rLyemHGXolRTqTMcbzJvbzvWf6F9WWAflFGmUEm
+84UXrfsq6EhlyXX0r/CJiDIydMJ3eLQznK8XcpOkj1fZdXNmGvv97S1dBK1rgeRvs8XjIJT+uVF
7M8N2ICEJGpv1Y1HqCQ14Num0kUfKbssWd8CPX9c7aQKDraRONfW3Ay0EbGsrfcWVZW3H+3O786p
q2Z9GZYrGzkUTDQcZ23YztmDCtuuK2D+WQmdxzz3yundnNOmPRZWnXwCl3Tr2Mw6edtb4WKdS3/N
qjf92KABqGd/+iISi0eKm7OnYqUKI92pwcNgbxBtjz6OQiaMc7d1TzLd07HuyIzzdg0GiDpOZWmp
60QshXFCyzXzD8FYU/mtlefVl5Z0yvHQKSgwkQfOenB7o+12SVbaO95hXcTYUM5mNGRL5kdlrRoV
FeU0oM8LPPlgwTKvd1WhtT6RGkO/0x7x6IfGXpf+kj6T37y1SzieN0ZqdPpoObX+EqL8bvcCsUUS
ZdOwmGfFFGTq0JR25cdppidvz8kRisoSdio/y4J8CR+yisDGqHcWq75acwfifmYY2r2vnKJTV3gp
5MONm1M9ZxmWnnrjteyNsqEUSI94xTf1PBy9msvoeHcNzJst3kIzzTMXU4NVOt3rRKf5F2m45hLJ
HBf9o71YRAmuo7bXyGjr/k2jzdWJWiXRqMPs9JPICuZFRz2JRLyeii3xLHW07VCh5xnNj84TF+yw
hH5Q+agkMlYvvVtVUVxTXSU9e7UzWFEik8A8dZhZXtR2qDHjEUbIB1T6gY5nt7aTuDC9hho8pHqO
0WgEGHykTh/RexA1br81fO51KY0xYoObLnyIv5dD1QlJN84aH6halhkb8FS58bqI9neftsOt366k
OiRDK68LLONINvYSPOQ8q1y7nc7r9QMrYttHI3zCcp/7Ojkko8FOXDrc14OTpf59Nm0sw6kRAkJI
NxluNMBF/OLMYmxIUyF0I6pzod/DkCr6eM7qGTxzi605BFJnX9KQSuEwtA67EkTaIDiB3dPI3Upr
7SM0x6mJgiFZWhgm1XJTl3VRsVgPzmfc5MngM+VkNrHvNTqLVS05QZt+xv4utarLOE098q/LUeot
eWFUx8I00LimQ6Hv6U2RB2fatddFhq4qFQ9pKx76bDYf8yRRY1Rn/qCJBs0pU4UxDkOkam9EH8VB
44+8+b90Av+XfZonvZ1f9n3+F57TN4bMvz6oxzwxmlPfH9S3X/h2Uhfi1SaQ3aQm2FdsScd/ntSF
82ozUYDrujXOcawDQfvjoM5x5hWm2xjih6TggVluQMwfJ3Wq5FcCH3BiJ1Fn4syGOPovHNW/mlP+
86QOIQYgBtgA8QktT6D7Z2Qg3XY2pgSeEzVy0NQ9hrucIDFf3w5rZr51eukekmlwrb2w2vET5Hta
vpygbmzQhn5P23w9JY3jg1LbQVNITf89JEBqN5p4KcYpS0UeTWNZXyWdLtOY0D//orISEkhXUHP8
kTs53E6um7xXJKeQ6ub06vdGV+XrutI1jDFS84yhxCJI+mK+gOMVrrscqP1CFeZ6v6S+uBloDvvo
f2v0Qum7lr75nTGxSMemajjbmq3lHc0kn5GsT8Ee297kLnPr6tMcas+Iv3v2P2mQfWUiPr2hW3IC
6gX6KcA/z8Ma07C0FlUubpS5yrolaUafwYNRedyyQVzXS2d97otJ7b1VrF089dNsbmlp7dvQKou7
pQinL2g40G8kfWNFZVJyLBVrdqNtXE52NWvAWc4S6JwU0ypf+PJP+9HbZCCIDtbSBukCeH6FX75T
pCpjlYqMbzdyqrnZE3qXHCs8MbDQyjhC5Jm5+/XNsp5inT8O+Aw9chIzTf1JuTR3AjYj87Is2Y66
OqIqvl5EcdA+YICYgzNzcA5kK79Wq3qjlH2mk+XOTsZ9t+0uxfQC7rG1wZ89RGhQ8C9592jG/gDi
6W6emPBulM/s72tS1mdGMScvgMs/HYVAHZrxW0/+eS+1Mbq28/2GqWK4/WutLb1vnRdtvZyf3GSa
xkTWC4BQ9PrPXnEHzi7gV+hFfh4YlJ41O0FEuSjPOTAn79MhtWzkLO1yZ3rafK9dz6iiwTPzB43+
5Utqusk+YwQndmQdUuLi5bkLyxJKpK06eiprYu3XgVCH/ZBCKzQFEdsnZqjwhHUuhlAOV5YDJ5l9
SDY3IyAotOLUO1vcUnexmygKJRt6W1vBBo1WqC5dXFnqdDZHW0VWPq+nToXKNvo6+f5vv/oNxOBf
b1f/XeFF/KStzI9/26xsoIeNnwnteGsggxb8uVmxIWE4w/bgsjjwMxsO+OdmJV4xe2ElhRuz1oE6
wBb3j80qeAXusCETwBnbR85f2ay+Km++ey0J7vq26/EdgX/h1z9tK9ep2ePDhBVJbvfmUas1LFWE
E142KJB9ZV7R0XNvFvBo4P557U9nQm2N2G7D5bM0PH+IqzQoH9oFIk00dMV8r9d0ulzc0fi9z2jN
7uwpne406W4i7kDI3ojeS/F0HnqN8Xi40S8t8P1PI1pAHYVGHs7RUFYVq7vhu2Gk80U1YJVDeINV
+EBoBTX9HAeiXsY9JBjXOSZTIMM7MzMqH0oeh//aLUx9EASpfpEFTNhdIct52VvIisLY7FT2flny
tuakkDECdkj5rU/vzY9Dw3XrXU2b0cSPeRhyDCrMOd/RZQ9EzC5Vt3HQtOYYZ5XVvxdTJuezZiL0
cd91PrZUraxdQs79eZrkhVFodfTNasR2ZUJTCPNzMuw8Qyvi5NWX76bcT3bJZysfiDIO/lw6UARk
Rax4nj7IqWlWe/G808ys/MsCb+i7JJnD5oXt7CmSy1/HsoPCatPMb5ZAz4lzoar6AXrX5TQWjrMz
4GSVJ9QUXXoyyjXLrn59Td5Xi+HvpicsKCqyzacKbR5o+XNbFNzpi4Q4qo9gI1rtWqdQ91Xolw/Q
L7v6ZM2MOj0L68pu937n2RUd5jRsgUNWPe0RVjXntZwdchP6dPqQw5KnVcRDa7tHWumBVd9LuYTV
sVGWvJoh6Q1RL/vApF2GYeM5Z8p+4vTLISmyN85uJKlvnMhpcQUHlJznM0fPFQe1UlGT0RNpLkIL
BcCV01v1XSCWDJH82DvoO4Uf7NdVCitWiMHC3QAiUkaSxnBwm0xQaCK4l06JLHN16NcEjd6JIevW
iJ6gbk6UdqblzM+8sdmhm3Ssg5vXw2eT/MB7aGJBEbs6yNeoWsSYnnTgIifDqoEbWmJ1gqPrKvex
RwVxNsHsSCGFD8Ua5QUgAvnpLXki87KzWxqQ4xDX9pJXcQ6Ican9xYBEsNozEczFWn4s2hWGh2zp
XUfd7EGZFE4z+8eQ+KgrorS78CzzMmeKnJVbQOumKD72cpTVgTNSFsSr7WNvB4cpaWNX1GUbJbjc
PliphLQ+FOUCUm/oTERdaiTlQS1FZb9d4W+FcYBzycTtqIc3uLJ17msPymMXm+OUnHUuMnMOkEMR
nmtbBXa8UjLfpU5YFnCh/KaiLcH3PBMNseaxy9v/GicWVZ7m2hhuNQCKhFVL/XbgFO7crfRtgijR
g7HEdk5VvceJAkuYQpTpdlUBVhAzmEV/1huQniN0t/NNIxM7o63SOFlkDr0pCM2sgvk4WyKj2T7m
CWayAdlfTJ2F6GxIS/5rlI9ltUsdZzZO0x5n0h1OYllzzFuPRphfpWZGiE5rVvsBwiNtSHCC9wUA
yOMEvf8xFcGwRqMBbs3buHrtGRSh8lTbxuAiReoaD5eweT3Bl9x/HYTZOEUrFIm4W903ds5Z96zJ
NFkMgZMXZytkRzPultW9c4J1fgd005yV5tTvm7mfHmcAs7uMu2jvfKFzgGhPZPVOTjRdIrWWQxk3
rhBgafaor7wAXzYcT9eq2hNYkm/pNKApSH7c4LK3VvHJ4x7fKcOQ7nnQhGGGY7JVBPGyLKNxXKVO
jchtB2giSSZ5Gpt7j78zs5qAEm1X081idljYNQ6QRiSKJRviTJJimJjDpGMVLFlx6Cc/OO09Si7F
AlMh2K8mvLd7V79bA2O29pVj61srLeZHd5ho9E2O1526s2XII84kmqAm9sNHnmLh75JFUkyFNNma
PX4RNb7vi5dc16T85Cf52sAvocVndHG9qHmNSLTqNc32OvgYQLK6MJYFj1LcqYMveB+h/sJn6jFd
60bvjRYzpJ2pSd/g3dKc2RRGAER4Umi+IylKX/jNOn8ZShY9ANcyuW/Ksc0jpkcW7KTVsEyt1mTf
hKJr3i7Nwo/xEm2BZwOyA8wLGv9SYmqB3S0kUMKjewy9DsHSyE+VFM2dkxZLGvX+2tObNmwV7tbA
AcZxx4T5twZldkKU9mgdwFHCt7hymGVU+ZnJDRvnga+7CLPdVYnZvkvYHguQDpE8eqvr5RESO9uL
CFAwF4gxY/C6t506GD5Vc0Xrx2jbvIwSpis/M3Vl8JpeZn1tdnOTRWk7t/okJLJtcCIpV1EfnZqu
8HpOZu6G8A39Bv2arjGetYiQgF7BWYwdTDDXjlgefD8SZeifF2pZjS09p7m2l2bCv4FlAP11ZWeX
q+9OTewhAbmYiaDx9w0+JL8X0iyDE2NR1WPm0Y4+eDJd3unWSNCV4ARmxzQPs5O+6jDPdLwir1Bl
5pCOjlXnNG/ChUh39GZVRsdeLwuZzAVOBfSra6+hF0gtsCMRpZY7Qh6AiYc0MN9PXW896qQNPrul
y13tF5leQmsz7ucxh/AvEiP7ksvFWaPEUwSXoO0hRd3vWjRGbdCVvEKw2Ya4JCHyS2UjktpJIxvq
Q1AKsBqxANNFKoHgv1ei7YYoyDKkMOOarB1MuHbOgT1RHEVj4iUIp8KQ1T+DPn4LAmp8AsAUH0Ik
EZf0IPy7Gpu/T1WSIMYIgcGoepw1WHhPwQl2qrMm8sbgALpQ78x2iQLuexfTLczvct8wROyF0s12
YhzJAKQ5mJgRsJbb7jMhnI+pV9ogz/YyUcItdhu1htlfJiy/gKCqp8YSaS7Mc5h87ntp9tlNz3zX
cbK4xbUubNb9RpnJ5dyHGECG/bCmkZHNhrVLaWp+wOvFpbdnrGm9A07i9CXKpjxzZ96uCLBCyB2b
YHE15d3ApkO0vBtnRdpfWSu1JHCfpT6VTtXoyKJM+tKOQ3WPY2jyOSi21Cgvl8F9MA48fKsyTG/D
hGUf2X7tfVapi4tdMDeLiJywr+y9KmbvdtXKe+jBDD+Qumxm8P8wfaWDj6f9wTUhPUS2XIEo6G5j
bplBsaYjBEJ+X1aJdw+tCp9s+Bh41K6RKtpZnRfT1EwEOmeolXmTzfoLfZQNaBWd/WbmLfu9hnTw
yfWnfkOMjASXJW/FEjsvnbZAklH44+sm8JVmT59SfdUFYQ5IvPYwF7IiB9RfgbvF1A4gSWNaFTHa
H9Ud/GQoFGmBwbhiKVb4FWBnUDRxgoAZXkSTrdZr15lX/+j3yujPwxVzpbtFOomIZyMzxrdzWoVj
LKepunENVIVvJqOb2xNtrD0zshL2rDlt1Gsi5nh0BU7xceNp1/pYJa0cIZXacnErVHAunfzI2xow
w7Foc3tpowGqjWj4GtAo7oqMkvKsdRuCbdjRsYdLo0pO7nQYqpHjQlQWes0+ksedihOM4B3Mluok
cV+rxvKgklal7QOJUuIk5ZXhLVOzxAZlBBmjynVTutI09fMpLqlaDQcWYmYbV8s6rMXrYAiNRMaz
2a3pZ1u7yjiUlcj9qwIrDu8zTDmuJ0iqLBN7tbAynpr4uYVVZKVzYQ7xOlUhnkxhUGeHJrFh5tbt
zFW4WbBwlIGQsvjHzh/a7F0XAmCpXd4G+fAeD621fgdYXNoH1RVmcjvkpetg2O2smXegFLHBbMIu
b4eIdkJgX2cp8lrMWXxXe2+zlcOH3GwLqL2hNvjsohDC2eoITy/SBvjYq7t3i+6HEJJG6uHx4Uhj
9fcgVaK7MHCyql5XrR6ni85vfQK4GiMoUEenMwff00To1rwcWgH+UkKqn64bFOb2jd01gXdRakle
7OIs43vMPlnTrCIBWy6WkvImmMiyspJcOHdTOi9fOiguZWwWetxoHi2s00o6031nYbS4h8U0nrfe
kgVRVyQT5QnixU+g051xa1Bbz1GVm6u3z5Iytyjwelu+zj2/M1kol9WMa7DyY2mRXB9jb2Hfp6uN
k6HuBmGdtKlQKwTQ1W1Oac+G9pk1tSlNSUAsOA84jKTMLxSjUdP7HYdWsazQb8u5Hi7bXjnpnuD1
sdgvmpKcDqwhmrPcKWW2z0OoKDWkRZDeoCJJo4Yn/NZ0ywx5SkeM4l4kJqX9Yqn+ag4cvll9no+l
FGzdfsKFGGPGMWESlMFtkkLaBmlVbycYS5/sPHQ+r5x75b1httm9arS8lnWVFJGsR1BPz+k0Ot9x
nj7bdJLyq6QWLNiunfqgP8QXLVx6DUfJs9i9gQe7R82USPHinbOTQK8rHAsduBwmzEVx8g5cPZ+O
uEa9m4XTv4erTYm7rC02FWrMPB+0pZuug7ruclqWnmkf085RQWxw2gXOA42/JGEEqoAZSnlraq/8
QKAnTfeQHcLYwbNx1KFNyZ7cq1SuH1f6dRKeRYrRZE2kHqsHTBVxart58KlNfHmdeNmc0A1fYUh4
mnhiWJmOyaaUl8B6hWPN/eHrIff/mma/cSr77rz/Ax3z4uHzg3zoPj3o74Ger7/0rXnmmq9gydsY
CG08XJag75EevOUcga5mC2rfEJt/NM9orPGzCPtYxvFI/BoB/mfzzHZf0YO2iM7F2gHi419rnj1r
uWBRuIFNm/8I3mBIbp9pC2Bb0kNIN/P7VM2nK9MUuKavdt/dlJ80dp73mvn7XAxWVpscZLvmp40d
XKpMa+44kY9ue55SYY/DeIfr5J6SmpOQ6F6KCnp+WQz1VWTN/caGl2SDpwPODnthLvHS7tEZX8JZ
TI6hP71knf3DKESN+FwTnt1bL/O5ODKnjJqWfNFxCwq94yxnH0XnvOQkuT2C7/tHAnutr666+Ezg
7/48gCOHRqRQYKONL2cRrxpMvpSHQmSvs6C7nfP80zCrl0xSthv0dFDatuA9zA3MSmifPr2Byypl
P3UcBCGmYd02eP0BYN3Yu4a9vGYZbl6YIc+acngzwlvGCMdxELdh97N9/h3G5C+LmQRey2HK8e9J
7PJ3DFfD6sTC5Ndz8ceHBsUFGQdBH8Bx6MyejpRgD2Xn+dzHGNfOZzDvithuBvVvjIIZJ1AsCkza
38/eq7GYMNcLhj5O27QtzvKlRVTaQ5WZXxjoh1cL7v0GGOOkipaNZvzTy8lpP1NThz3UmUHGw1QU
eKNR6QdJ5hwao7a/dOi/XwDCfvK0MConVoIgUxaj5+4J7MIeEOYWKWSLau/BvD3gnmAcqrYJv+Ex
TwQh30sLnj8ulJa8YAQ9bPboP8bPoPaCUddSoeSTxJOxDmCbTclLwUXP7iKTjxWKuW6yAprY+j3T
rWqsDmpK/SLG6eotPEpxhKD7usGUaa7M07AI5QuP7dn7tQ0oeK1xCPyaFPEcs3BXs2rmucHJZVjO
HZxyeGohYYJbJmVbpOqFB/az4WxvA3F5bJuB2dNZ0naTCOguKJrLntvtzQDP7GhMW0U61WhY8SCU
X/21J8cl2ngcsbKjy4OQ8NyckYBalKpFBgtt8ozTRoQ3Ret2f/nCCPRi6pN6R83+w4NLYc92bsfh
ELiiO6XhIU6hmOec1lprP0+OfuG5PZuOXy9qW57ANfGO+ME2SwTbol8aecxLnx0Gv1F7FUrj37iq
YBsEDwykMpvY5/vVsHJUtjRWkINh1ypKKkPtam0vcd2XdIuJOd7/pTVxuyr2MaYizwuQ7/ls9IUx
rLzSRQymnccsncVeWc38AvDy473jEVFk8L+tGniumg6XWo3uQgpi22Terh8hEhZDVx9+fS3P1iau
hblGwcHBGLYCxo1P713vhV0GxVjFAdEj0aZK2ndyzaHXOckLF/SzoTbh02YchOGE+Xwo24LMOPkq
nlfl0ckT801nhYgzQR/AWv+Bxv6kgvrZUNy5jSqEygt3pqdXNayQzJs1xD/Zk7ebyf75mNlDhGHb
8JfngoM3mYPAHSkQVPZnF5WYVp8N0PXZHyV2iqM3GBu5zf83Loi1HREQle43BtT3Uzx1tqzXTpWx
lxvdxWqYq/XGHtpEvjGrsHnBxvMnM48Sis2e7R4k+Lmj0pRXbaD9goO04vDL2zVemDhLnP76Gf1k
lAB6FspNFlqLYvrpMyoNc3IXXtF40jTEcav8IBb1UjzkTwfBr4gqmpmOA8HTQTBRyNPEYhBjIOQu
q7S4lDijvsBB+cl0Qy/4z1E4tXz/dPCRLrKqBN3Okik9CRrlgD+2A7DI5N/8+q79OBQyccK8YRZs
4rPnCa3uZMxLOzq09yZ7hbgMyXkHaTq/U8FgvPCEfjKWZ7HAbUY0HLqeW2KERVHYkzARlbi5OC98
v3rdTzJ74CwhXlgbfnxOxIttexOsPEqX50kNU4LJE6qwIq5ZV/cuiiS4+Vb3wig/7uswLyDrWTi/
c5L7AVsm7lkFG9MbyE6OF/ZQ1/eKCPr+fAyk08SFjWDohQX2xzE5hOBzQzmBEJWV4uncmDhc2VNN
0HKD4QS0PxN1cOFiMtDZFOwOMq9fTxBre2++O4uwomOUBU+ErACkpdAcnw5Y83SstG7R7wwEMMS+
04Ty6OHRRtMyXIL3xuSFxREDHNDtZezhzi95Y36g29bdQ1ocvTjJ0bHEDbRs+tphOlyKISwNMnSK
WR1Fk3XGYRCGd77Sf//919/+xykHj5JieTv64kFvPvvyOu+ktBy2Ixp7Db3UdewaDgVr8tFQCZzl
vz6axxkb20eWO27Z01vV4ZY164Y6j6Zmj2dK4drv0Hj0OtbQTNIXRvvJTCCGBOIP/lmbE/CzrcJO
sjwbSvY/AVE9mgXysj0t54KO8FwtYzQiDrz+9QVuf/LZXIBQgeCCxQIB83Mzc1PS3TcKlAJdiFXA
4GEMZJZQyNNd1sIiF2K6+fWAP7tG3l7UtBQsqGedp3d0MEXXGS3bYTZh7DRI5y6cs4tWZRDXgdxf
mOs/mS3czI3DhCQXKf62qnx3DHbU6PiGFmUMrRUAxei75tZY2uI0F5lz+esr+9lY23aIrQzdEs74
T8cKGlcTw6uqGLnijIFUbZxDKM/PVNmt+18P9ZOnBuVmOwlvKRVf22PfX1aVVtLbIvqgNDTN7v+x
dx5NliJp1v4rY7OnDUezhasjbmi9cYtUaA2O+PXfQ1VbfxWRNZnTvZ5lVlkmF3BcvO85zyFz0X00
vE4nmMkTW46QKd2BOfrNGvbzmwPj6zo40vkA12/v4/1VdKyR8yAUGJG/nLsF95etj+LoJxTDEev8
Lkfl55ukYbVu2teDMSl8n750zcA/EHts0YZxGvcYURLcmEk7XObxqJ9SmU03dHbtza8f7c9vETkT
OUSrdGpFCn76BvF8WpU7cNV2XPL90rCQNRk+1bwHnfHrS3k8sI/fHvMX9AvsQqj6oEB8fKBm6ru5
KukAI7oYVIDborhp/HZtjpRL+ZQvWX5Pr48uZTIP0MJ+ffWfHy/lBsarzs2uVaJPN0pagmkldVbS
fm37c5UXdthYVC4DfxnTK3zD6YOk5/y7Pf5P6zghT6gUbb5/hIbMPB9vOlPNPJcVXpnaL/zj5EX5
pW/G3m8e7d9dhTkUXTFWrNUW8PEqC1FKONYTzueFXW9cPEehH3nD7teP8KexQuGLD2F9gj6G/j90
13+ZXfp+aokBYe8o2jnerhuyQMw9rysel//kUtRUOCviHgCM9/GGcjoYPQIA/NLF6BwMNP0bixy7
rZ5q0/7Xd/U3z44NFhhH5jKml88xugWBC1g8pyKcag0bFw4DBDS4ZP7NmjKlPJ4eUIV1+FPz+rwN
GY2OJmNJe67sxpq2tozzN8fThvk3X/RPA/2P6ziEAa6zMrusj48u0sh5siMbflljJNCMgDFrKDb9
NswQ9RynSjO6XY8G5Dcf2N8+R+Y9rOioelEjfrxuZqZ2SnJeEba236Ck19J38FDIwf6D17WK5zn0
rdCJdZD+ZRBG7ZK2rjMWIQeQwabMCwMr1CiH/WZYfGKS8PR4jsiB+ZhcgKKolD9eKMMYWg0L7wuC
eOTNQIGihzxuq6CwQeZjbq4TijclbVOvIT/b9UvjNx/B3z3Rv/wC99Pc4ecTvWs8ZyHBFY4KPUgL
z4O1/BNy8r8tkX6+UffTvOx0yTR3fFyhMqfpTITNo1kgtf/3XxsoMaYPdyUl/hSEAVdPG+W615qj
rN15KL9CDXqC/pvX9nejn+ID7DCoAUCoP91M2SYqGxqjCG3kg9ieJ3HXWcZIVYodH757t5GXIkaw
+h/cnqD1ADENWvpn8PVMgp0PWIvBgjt1wKGULs95NJi3v77M383AJul9HGlorhDa9XFMOgAmqViy
v5OkauCFn63d7GIyDqzRRK3064v9PPz4mGED4SNjF0Tw/MeLGclgqdHmnrR67AEExyBJTLr3//4X
zXXYRHKIX/lDP53gzRrBesWEhXYqgxCvrGhvT23ym/3cz8+OkzuB8KRoMQzpuH28HbearNogqouR
MA9BunSklceuT4QXhshfP7l1iv2w0wF4yoK/VilNqojWpyeXzxMsAI6SpPYUcpdWWrOv27m4jh1R
HVDK/4749SnnkLnK5fRuYe5jB7eW+D7NVald2zN61ylMAXKk13We29V7zskYsInpt/1tbNf6c+ni
xiUuDYfok5vOg3tkz6DV97+++Z+eM4BC9uk0NCmV0Az59JxhPadgFdQUZm6j7RJXL/Y6xYxbmA6/
21EyTD49aUjPusXJkfY366r1edMsm7KUPckIeFxLjZkS1o3yr93Zsjrsz7Wewin2UGc5CEw0S44h
J99luW5V7PV7i6UDpDFl2Icmm7LkPcUBXSI2iaqO2LvKvso5ad3ZdBbtUzbpKMDbehQTohTXfLFA
UTkXU1P4VdC0pjOFRjs10aPG+vRHdyQZe+qfC9s9c2v0luohlE4VLj98aaQzs0WbjGG8WtW87Z0E
mtCnYT9gDXsq9Nw/dAWUAGQnaZbIL5aPqb3Yskp5GH/1xSU+AK3gbKaAUYVbm1+kgQAIX7jDJuN2
jjMNZkIVaQIpnvDaggocAK2uuCDnm0EwkEWzov/yyDTPOFukhojU6eIBr9isuZeFymSEgI2MlImQ
L9susQWirh/Sb5OtyekEkz+XYVqa8/TVBP+GzB+2zoi3rZwUHJeoW2lM5EgU6bM5mbGFJSGZpXPn
qsr3j61sS/umwozi7pAQm92x5wWDcpkrX0Aqt2YUtCA/TIT6lZ82e2seHP8qW/LZD8dOTfWlzJpm
vh4RDWqPWlQY3YVUfasevBnS0EYkQj+pKMZ2qE3LUn5vDDl/R9SkGZfmMBYlUWmoa06NC+Lh7Fiw
Go9GW47DMYoq2SJ2oRD84kt4oiHToOOFbiSjbxabKg+dUpRZepA2VhldmHAlkmhDMTBOnjUrlkYQ
MSlXgbKsdv5aziY9fdhAMk7f+NoySc6iXcp7rNSecxI28sJdlxmT8VpMIkm3JmgB531qYz1Hl1pj
PkUP1BtNBO2l88hnjNtJvwOMN8iA7KrOuUYO3IzbAiAM94Mk7kdLUuf3tsq7Ede3U0QHc9BJffCb
2o2JQXCltYsqXbuGlMLaUXdjMj2YQytxZnQWxCpjVnb7HWSH/mqaMeqs3OG3YaKrexaCJoGF0Gbl
eKnPDiJTynn68txqCkO8CxoU7aEcQUeKgs1LALA+eTFwJIDQ7iobW4ONr34zUGQcwimOqgghLmLq
LUhf19zE+mR+FaooysD2F+KGfdpjCBL9KfUYh1V6jYNKfNWNLks2lSIuYz9m2vQArNdrjzbCd/Aa
2KOnMLa6yiIQoLQdhJx1Y+/KWje+R6lJgp0XGa7aLxzE7aATyzTiR876Vxfdp3WOZtTN4bw4YIIQ
gmAiLckFBoezokLq0SIrq7IqfzzhsuTM1UKLzE6enPV5Z40lQdYVx5StURhEl5SwJd/cJbX7x4TN
MJijSBs58WYOuyAKwM19V1b6fHazyOjDBtFeTO116X07aFUDPqSudNntSjsjHjgvvFjfKE0V8hzX
0jNXKI/XndApRgTYJqn5sGQIep9RMZa8jDRN56BISvrraS9gk+VG/FzDB7pj7jaybQlpK33UgNUw
3XiNvhxG5swfrW71r7YiFeqCokH6CpMvKS5mfVyjyLrGIaUtZX+/0XGrfNcNKR6BTLpOQAcLFb4d
GZgXKKIT5j1OsnLeYJcl+u1UFaJ7JiNIv9NbDQQGCXglgF7ILxfMQ+W1WuwhJzu29qsDtBV4n9SC
mvu6V1mOXV7zfqhZ+tVx7qeh2fvpYCSXhC3pr1qs29G+ntNc26MMir6boxB1MHidPx4Lv7EHeB0p
POmYHaO3E0mTppdROfriZI26/UxIYwe6Z7CMl1TnwO6x38dyysc+eckJ4ox3AWeoWC7rIcZd0QFr
0rYe/LgqdGQ8KkjRc+yMwVh1JmZBLRabrOkKUDnZYnnbwhvH4Yuknd+cu6Jye3zIsTK3zCW4eaRb
zFPYaelymy+U1N7A2ulvniOj7BHJUyYu8k5zUN5aMVN+E9lmF/qD6I1QkD6e7ZlLlLEr8LkYUTDL
xRGr4H22ww53bPSSiyn7UqvGeCad15M7S2gFYgjw78wNCWtAu52GUTXUY8youZNa3hUP+H9a/znK
6iTauzmfazBVHEVgnJjGnWmQ8oMlSFrphZC+2QB7awts8fpI/oXb2G28ab1skBus9ml5HZWqzp+d
MjeNfeaD5rl0I2Rjj0C3KxmMdc0qmcUKRFxGm9BjIKZtH/pxOyL/V6mGJXNmlL9q+RA7Ydqr4WRp
0TQerYWXt/W9BHYdspxMEulVzdmhxO1T/Wjp9s+cmVTxDuTL/d6AKmy/YuoWCKAUUgKsj1UmgnrR
SMgAPuDYT0wbBKcEg8x1/5bZihStqjBXfyPfqBkmc59C1RumXscNF+WtfDYap0nuSavUBYPdc2Zw
+hMOiLXPr+7I+K7j+6KWvXUUlcA+FgITsoqtp9yyePD0pSJCoYu9gVGypEl1bkFXZ6eubv38EEWW
vwJYMNFBg+E80z6XWp/iT/H7pQALki2mUG/IPIvu3e6jLrpLVF10X83Jm/iEEhnbV6CzvO9WJRWL
ve739ilBtoEwNRXzcpwdpYHKqpiW99LpkWmHk+PxhMOympLmiZ1RwzCutVK5h8nBQPSAy0gX1y2O
Ev3ZGbIuup940sN+Vs2YX7fW0ogd7cVY7VeXRhx6ZJE8jzBb5rtZmaW24fbT5gvd1j4K/Wy2hqOd
GI1+1DVvGcOqHOAjotE3T3YHkOaFzBJqctD0ixYrhLdcoEgevQNRUhTPJ+GXTZh2ShQBk4SuDi0h
tuZGeGToXZPkNzIF4U0dRdhZpKoDWNHJK3vDZa6NexE30bjT4KnZl5aRjC6eQ+7xnBFqNYVTPxUw
Z5SeAmTJkrQEm4cJEGC8lhlPyjG1q6YdKvdS0c7tv9Y+LrwrK5orqi1uZonuPjbQjwSkWxr9rtfc
Wty4ZZp6e723QML1ut49uRJ9Pxq52seTPg1YgLYsT1RENfTXlhZm0pn1KuhHVMHvNQZB7aUh+Yyl
dC7mxz/27f8nwv3vtSP4L7HETxrcoOq78b18/6DA5W/8073u/wPSigcYBdnEmsTNWW78voJzhQ8u
lUoeqkqXSiUm3b8IcN1/IK+lTEqbxVkzYjgh/kuA6/xjJUDTUCAX408U77+BWiFj4mPJg4YBHRiK
AQaNXKQ+lHM+HmxHr490qqV1YLcLGYut2XbZFy2mgEXkjhh1xlcWwTiViBqvNcaT4we+3XnDzQiK
KdnYjTaLTSUiDksRD0E/I7dnqfejMZI7hTcZVF9h5MMl1pzMP+noLrzAm1TXP7oTAtmjubTRczKg
0T040K3k2R+j/F0fFxoJpYqFT46u8t5Ns4AiF/vDjZw8691NUflnssteErfCXTYCY0C7lr1ahCqV
G1sWX3x/xHs34fDDg0OVPvKTFzmh4XdFr8MY9M1nrbTzt6TLy60FHfSmzRNK/EL0W0uf2Jxac5sT
IpfGN/gVZYKZ0acxNjuaRt/KyThL4e8NhkGzHoypbpjZMN1ucr6y22GKvIvCT+z94izTlVtWCtNo
2udBOnR4OVjDr3B4dVTmmsn5pjfdq29EIsTu3gdybMVNF41uFbgjaLrKWsotouJVID000x6bYaHC
vpHipNsDYKbaqbzrzpXJF1Hq+Knd/MGuy/hYxlP04Ec1cDEg2mzlHWgzM56Nx0Tp/L226NKt7ckf
pDS/Fm2WhTPGatbVdDh1wrHCkWpEsEoEjxqWrT0O7ezRMZn4xmoTVxZ+TnOJsDXCiN3ETmnvKhb8
C/izMP3MQtssZtc9Zn0jrhGOnJMqYyNrZzjzvNbfGFMSYadp5QXmLlxzLDTFN07XyUYDpHAQ5np8
1ABAnh2EGjifiMIM3dTNg5jfhqBGOEzUnOdOncvbmvLVW13VfnwcZKsB/TG0e99RIH66FdDHmXtb
l05Fjme84GqAtQYkzT7J3OhhGqp5hxEXkG3ic73uyokwoQ4mvLwpAwbMFHzszNmF42qeyWvRNk7m
z5d+41zZTWle6AApCVUi9S/uWmPf50Z0lsZYP5SpW1zJqk+/gddx+mDuhuKY94naT+bMAkr+2BMb
HP1uQcEaNoSAf+26otl0hPntyzV1oy/19KpxBANQM/BnT8lNYnrdscM8Fcba0pzKOUt2bVFcLkSI
4tIRTYCxOdUxyOMeoawDtjAzal5CgdOEbilMbHsetk47EwmN+/CBoGlx12hkQKVp1EATnB+NBLKK
xcSBHa+K5w1ij9MALfZiwcG7KQ3xNppWeuzZ5NzJ1B/Bu1mICqrayTYjWoBrr5ziLQWMdKNryg5z
6rXEJxfXvWaXO/y35lkKzb/uonK5KqEyh/hEuwsgT3TxAA5a36qIfPJZ78ZjB+3vooGMthNu9yJa
EW2rJvOC2Z3LlQTXo8xwniKKq9NFFPk5S7ef9t5u4tWfIl3DUu43c32cI+sBj1vLBBXj48WqM730
C1vJJZm3xdzwyuNE5m/eZCB3S/lrfQuBXlhotqsFijPbhgyL9IoqhS6FpXFkp2pEoYw4X4M8a9Oj
bJ1mwxZ83bqAM2xGgdyH7IBQgGg+VUARdbf9ZqjsCxsN96aZcTMVmp2EXT3bUcCRrnuCTbPMezcm
lGYXUcPKdIDmxYHTXxSVQc8OZPjSCXa+e4qweA02bTRduGMp2cD75ZU/jOhR2O+LQ6+m6j2z5oiu
LBSAJrWcsyQRSt+kuW6yqUkacQf21K0D3IxYdraZcsUl+FxmH8PsrC6IyHqMb6cuAt0rIgLDOCIB
J1Sw6qrhPK3AhEqvD1jojtj1rrVlQDfK8CMFHeOuwCOVJfMTGqFTA3DX4RqXeqK2vnS/WKszy4p3
tWtxytQN2qrzQc/jq8goJNzq/L43QXJNcgmrHI5Pk5PaEO8Jpt0Vo+TP1SGHUOq581crudcBe2qe
/dosAgamviP1fV8p4+wZ7a5MFxAIxdYsEtB53kWdEtBuoUEuzAs5VfsKbotc2j2FqCMSHoxS5ZXX
GhQl0rBW/raIzB3I0Gu8c2S6D5QWYqYPZYSahUm1xzEO/aGGjtKdgKA02OGwcGWavDPTicnBOGQs
RJjWLkdos2RO3vSgTTkMWA9McL4INKE40Dgx2M3RSCDRltmEN3lw5luzGNE6DTWVwCK+pUhTAm4p
rxvTvMQzfZ8VQKlygu4pHm6aQjcOtp5bIKns+JtmADg9JWxib0XLYot+pduUnnQegQO3/jYT2SMy
1hhAxsgk6JoC2Icz96FiMt21Y1LsbD/Xtj1VCqoPLqnLvf/DgGS9hw6sh0spLksr+lo7TClOBc1U
xbhQKa0MR38av8gp7c+SIzK42NY8Zk0sr52pKjeUztqwNKvT5PklpRzI3IgMsOCm1olpMQ6csQEB
RXlpo2PNFFVMUr1/XbntHA49NLdM86pNY0b1tpJuswVhw5fcq29yqc4CnLfLKfILKZqbtvKvC3Mx
DnL0Wz6m6t7WJbZY1MxsXmDpOlEA17Ih2Bl5MD1yvC71Dofbbky1KzHpyzl3KY6m+XirWBd9uzRD
JEYM9il6TpUisk+5p2EGBy67Wz0yL5vRYJJU+cEbiMr0Wr14HosKBPisxkPfZOW5KWf3faRBeQJh
Wu4pQ3fAe1D37MzV4zv2g3iNYT/WDpN4ZybRsHXXnJhCgT/AgGlcOkVRbO0myV7iQddeR3c5s5Kg
uxjwNQYSJu53jkAnisXGEfVkuWUOHNHVkqSKRv9NKsPbRvogtvaoA6ke3Lzcc1J4FRNph5or78fc
N0CqMvuBPrLAgCjYKVWL8G0EPHIDD7haMR27FDF6mNTLs/QLgjPb/DqDqVsrG4DR0jEHrofi1rxU
44K+p2uPatReRZLQxmtodnndLp7Q16WdeWsvhXFVpOZlMSQWpUGh7SltMFMY2o+O2tk5WsY7koXv
Btuv2aUIxm99QYLwTiM/ZCIX7kcKuzDUFs3ZSJPaQJQs+1RRE8qUcjco9sFpqhk+d0tmV9/o82OX
NFWQ5WzEsBiNQS/MV08UP2zo5LumSL3DXNcXjltTOS6aZweuaRipCuNY6oKJJeNnB0HUTDbKoh+y
I5e3Ptdyyk8EeIsNCu0Hw2ALBXj3XXpiCmDnLMcM1ySxAU2oKXEXd951mtomdtJGzJdt7HY3MNja
XdbHQMzmHm6P1Jx9Rrz9t8igZB0KHZaC0Ht/DB1Y6u82Ue+B8nLABklUdGZQahilpqm/rXhigZ9Y
jQ4UX38yQBoFtgfnN10MjvCa4s9YXBbtIDKfUB8tsrKD7IgC6Dme1tuEd0q0WKOgyeZOM4dNUaBs
n+PGgeNSVuYtuIb8jZoKFzQW71qmWXumHF8HDfW7q8iZlpu+zhfzUJQNZ/Q6d8pzNxvNmz6N8WrK
F8fM1QdWo0kdMfky0AxpB+wMvEsNglUAJZax7WqZuScpoNmx8XZPk5u+pEWvksCgFLin7ScuOhFZ
L93csOHJcydIervZTUnRbSnW3ywxOB3wBF+mcRCHDOh8eRP1vb7mMbWeehKTp6X7upcuk7bmjKel
hbi311VaXbUzPplBCA3GhphmnQzerirdbp9O1SLoaSzdQfNxdJ9Fj8lhU1TenbSSYjz4CblOgIim
9pFDOB8MDHrxrvwmfspNuagQ1rN9SWFdGyFtqB5HtBtF7TcTmSEN6Ezj5c+Au/MtYKLUBDlYJM65
quBbXjBXt9qeaTzRNloCCwRkCTScYPasfqXr9kAdAh1rW79vHSvVdwagCxtHsNP4z+UE7+KO2huv
JJ7aSbvDIgknyYLBuMopAXsMfOyO02wnihbuaRmS2njJYDpbh9rxEg2lhnTtDUXN7g0zkdcFblEk
uCoUsOCjy7Jj3CjyP5lciScoBw5TnM+CZnHSYUuh0av5YCNM3RL97hdLl8VDY2itOhJDoNR9Q5na
uOKgyTLtNk42XpYzRN3Ad+esUSyzrXovB/p2hGsNVnIbF35Rn8wY4PNxaQFLH1SS03WYVTKdMpXV
w8Uo2W6bbcF9YZCC4zM3xC5EfbRpS42DTFol3+dSRUezF9mXHITCBlO6upVabx+9uXRu4sLDuI6y
j8A7RwtTFwy6VICvA42+1MabtPhmMlT+kETeJnfjkGF59GyNLEmwowFmA32TudpjmWvXKx7ayIRz
lGbnHlAlbsy0q65ZNmpYuJxmi7h9SXOv3jpD06y5cExT/rBzO9HcDUnSo3euaGpBMn3BmfYuu847
WI56KiezCQvNbamWVeLGkE18L3XnPi/4nW1dPC5DXG0L2VMgak5+EUG4HsYbYHMb6qmChAvtQmQg
vVPNfOgMEaYW8RSiy59Gp653czJl28VvRKhXADEr85V63olTggxXV0eg1dXeyPrvfeVsp2p+Gkf/
CqPqsyRT2Aoa6p/UD9InXvVr38Q3cQXDRNOa95wsoD472mX/NdWrA0nql+hn7INKu1cn5QVMflj0
C/l8LhjnkSZh3RzTpl5xUtqTUep3TafvYiWuBx8ZeF+UJ+mP33USswDJ+tWVoXX3YAWQQevFDZmz
d9nSnEVjUD+HMh8utTpPkj6ga9z0kxYRedD/8A0KI1goMznNl3Sz2IUqNvPVRP2XQLeoUbdLlb/M
vvfG6Xw8mJk8OjRBQ9fhhMRn6Oj1fl0Ey+RQND9SvIOOI29yj6XMNLdA1HZMviocdect75eLeMin
YE30AChj7TSZ7heOG1Hufelnnoc9H2nnv87UfUs1Jq9z3E2hHJPjvMjX3Eu/WqDcLoRevlH/OEI/
oAFc9JtijpYtbJinKTL0LcKM/aC77xoasg0MiDhonWTcKX1cgVsVkJCRB9ZfubVFH14Zy3tvMRyT
MuV3K/RE5YDPbYKn05AeMziLuak6frKxIla68hUZZxXMHFwDz8u/tYm2q/oY4wsT+lqKvZhy/dJz
NRgBgpw4cE4UR4VC02bejW76WGb2bZcqWhN2e5uAfwpdj6fsOUfXT46EqR+8BXgH/z2rLRfSXH5f
a92hB61fu+UehtC9ztZdn6KrNJuepmaUj/lQbBFNb1xjuTL97NHU1YaIi1Os9CNJBPtkaQ8uiTYt
aXErgiKYXAigY1ciPhgvVC8PsF1Pfzhqu+yRFIDQ8fKtsKJj6Zf3hld3lGzyk2iTjVB4o31dnPpa
7HXQCGanPUqCu0KYkN8nq7O2MODMPV2yk5zLbWT4d+Ysu0M884GzzjeBC22hEZkd8OGH+dzeeIvm
XSunuaaOcqRk85J2yTfJxnBhid545BlcJaY1XOojUUas4q9tPJsXfm2UB6SsmzZmxkhVKTZpPI8b
iG3+DZXjOlBpCcyB9tWWcxQocWEi+DAs4PEToROyL26BPqBQI9svaVl+2x5sH3yea4BS90SMbL1U
C1KnI7daPtBj3JGC59/h36JuoWUw08n1mURDncPfk65LE7y3TkttnQRhXDZ8DivrtQMFHp38QwMt
tn1Pb+I4W3XI2hZtGq25WBrP2gEnK/aUPW6lOZwobnEKp0J5IKuIk6FGu10d7LIo9/SwdwaqmaCv
7C+LFb90mn9ys3pLvYkPJXFFaGXllZmaYav7R7DMgLa6HtSYe3JX4khBkGtZH1PP30ZefrAmXTtr
7VVbNZfF2GTBOHOmW7lClvA2me+HpSW/lUkT6LUXmPXksZvoN6kEr9JG9cZvoueuMhmx3b5jyaZh
E6JFuWG+Dsqm3Yw2Pa+efXzhmtqZsIY7Kf1dXjrbub8D8n9sG+9RN5aNWoo7gwdu+e1xMDitlezR
BVtSI9vBEAUovVDpdyvTBz1lW5zNF5rSHiNqzJp3L17Iso8e2pGjeJKnzk5ExIDaGkyhTm8OqjK+
l4V2WMTyAyhXCAYQ2Ubr5HzTcr3AynWc1EPiqnMk+Om0cTGyOXcxuPvAS70tffK1GdI3hFk031RT
gtYa36DxncH57noxbZycLn+dvwq6UrYEdtXWDoWZsgIiNd7gF9qWdn8xl815ZM/hDgUCNetpAjkd
0FJ5TovsWgkESUN3UTbWVZJq7tkumDtsSRGjzUBSuzLaOrP9OmNLy+z2qpwNukGGjwJBz/uw7cWR
jcQTITA70mygpFav1NOOk1Ps5ZAQvyAj/N0SZYLfwZpxKPWSwASUaTAeI1ltIB/AtuKfCbDunJGz
uAGkrntPL4gUsPwNjPtdN3ZzIJJVqmjap94uaWgRcQqOsHjPRREFturoAQ6DdxRxSmlVWK/WxIay
qWkn5bS3AkJCVitR3Z7qwuKxxGUcUt77MvAKNok/uns8BQf2g69Zp+mhiNstMDNJYFJJwEHn3xZp
/ljKwR9ffI5RbGUTa4Y6BpkRKh6AwyKppEP8jdvwMg9eEWm5fl90MRniW4iF04zp0k1abO/DCqXa
ga8z6o1RQ3LajZqQd13szeYuAZxUXVgp0KJ9DjTocSmQA/I+UNJvrdERD6QZrN4VK9diMEC2+2MR
rmLpZIbtOHKN8ltFD0vtsqy3fxD+595VixrvGp24aqqSGqqRid2TiwwZFlkQ5dZAhbPWlm7rRG39
OpoRYZGI4zREvFREWOmKMbtKnJregq+MR3bOWBLgHnZxaMzx/DK59czBMaJTvXOLIeZUTyBSzG/0
kkdjWolCnYQ/h2F3dJ0wmspFHpAK8RrRkJSMiNqy22ZfxovbHVO/QqPCazenLd3MgYJ+6Wn7aa6K
NyO1+tsRZM81PfQoRsrBnjf8v6ZbP6+BlTBNftl1axPW8/i/npI2Ssr/Onb5e/mt+2sP7o9/4M8m
HPqGf6DZsei/gmhG8reiff/swq3/a6XxIgRcRfyGvnoY/wmRJn/Qpf6CHBG5uK4jGP9XF47/RXwC
AnKk3TpeKUf8WwjpDyrEtYfnEW4IhQY5jLf6xj924EDttvXUOSSegVcMCRoCNY6iRC37IZ9//OUx
3fypIv0r0OKjvPLPa+FVWF39uHe5iY/XAt285KpLJS0Fe0CIFqVbp9HrLR2Ap19fyVjVxP9fxvrP
S3lYIohgxrXjfFIbT0vp+zLhtuDEUujzESY9Ia4YN2KF6BfEQAeT4rSXoQWSY/0yuyiDpH4Tg9t7
K8wfKrrTaNlsKdTpoEP5Lmc/gOdpcKiC8xunm1//4E+N0D9eA4otYSMvt6Dsrwakv1gDUmSO9jgK
yMIzVf+lo2JijtR53HFxA9D080ajZ7v99UWtn54S9E5GmIVdAJeAMGkD//WqeU4kwzAXPplCHtyU
prrlTPEjN/z81pna8yhB4BU0285xoiErMAm9mB3/rKwqKHWLQPY63SSJdxtbKDsYy+iTVcW55Fyr
J1oO4y4RCFlWNy1YMCS0NlWYENr320wtI8/q6n5snVu6sdO2tzSTws5isaf34q3tJvvMxttIy4gA
hFrOYdv63YYW4LarEOV0rRaayDUvf/1IVijVx4GDnoM+9DpEVyeIs+qj//IiWhSRY5L1HL69Ydq0
Ll4rovi+lTmF+wRkwGboopei7x36KfJSl/4pJ5A2qOvI2f/mp6xP/8MYXn8K3wmuen7STy6OmVw9
i4qrv1lTGwM1FoCWWB+DtPCKcGlScqwQ+2wTg/M9FQXRkag1WwTH283zqJz2z4Di/9Frsd75L37O
Z3E0RObKzVDAbnyUoEFkAkdSZuuH5vCEAS/9c3X5H6/2UcHPB8zNMy5N4eKhohH/SRmQTBHbD+V7
WCZpq/hjr7ZR7ajffAHMlT/flI0uYBVK0LDV1ynrL6+7sOqZvFPlb7Akp4Ga+jeMJDkbkOFcaFRO
o3TZzJD4TnVsapQF7dPMIr4hT8mN7UPn5HoYV9TinKm4q00Q5mmuDmXpfjNLdhnKPw+5kGfUXhF4
p2EnS0Nt6yrZa3iug3ju6BOrq//H3pn0Vo5kWfqvJGrPAGmcga5ecHiTnubBJW0IuSTnPBhn8tfX
R4/ITHfPrIzKRQPdQCNz46HhPfGRZtfuPec7kBtH6ILuY2vSP4g646KhpgrWjhk/+e00jdOmDhvC
rxGt9lfaEjhktHKAKDcMbd0G9Fv2lZOUoTF3rY/s7U1Rsw9kri8x8NYzgydPceOVFhHMRbSpdBnT
xzGtVw/wFAVl3a2k4mVIGgAo+u5Y1X9ynb+Tun69eTbEFWoP0G9c7p+vczIXcrJyyMR2UWBSh8OZ
xSvmSbM+9KbykIxJTecgsXbWAjjajgOgbXNQmA7dlrzw/vWT9bOb8/d7iwUPw6pD0oj4FR1gu83Q
O1HkBHaLLlHvJgvvXK166jsEE2Y+nOWTXv2TG/qfvqijaa7AH4vg5ZeNFulXySLBi1bxzdj37i62
RjC4rbxcU3Co2EcG7raXf/2X/tPlzILJvXFnVJbkX5azalJtg1k327s5HDuXFdwhI2+P4sxD7eX6
Sje82jV05bG2XxGupxihzYPTKX9mmNe2J+nXOwBTH5UQKBwsQJsd4ocnLepNYNlD7AZxOxn+UpLC
EH2fANsY4lQJLh27ge3LeG5PUZvNgex6JxS2ctVQlZwcC0I6J8p5brM/8XeZ/7D5stZwXyJGIk9j
8wv9/NbytIhjExQrGS4vui3pMCxXCx1tc7LQ1W3TUZdGWm3oR04lK2zlS1JzWS3MdAiz0uwJqGCP
0lR6DgJGHRqQl67UkRxwqkGvepcKYl2SLnP3s7vy26AEMWC1oA0NXjRml9JBF9OUygs2AwboENKt
/M1SR9dTFu6OuTjDVDu4E8k7uhJX/rD5qwn04yxhJW8myxqhh8uuq7VNoHotbTSASkn+chV3F7BA
B3Kc4TYVXOg4Jg/DWqQdwK1GEyCL2zQ3/sRe/892CggFoCuYAmzSs5+vp5nIphpIjQymjM6czoEu
dnp8JOljKkT7+9Lyf0L7N36CrW0//3L51nR/AdH68dandfW/tpd6r2kWkMLd/++f/0kU/B/vZBPf
/fSPsOrTfrkdPlsy7zvQWn+Vwm3f+T/94l8+v/+Wh6X5/M//eKcR12+/jRzE6sfzBGSdH577f5AB
Xr4V/ds/fP/v5w/N+M20IYS5eD4wIxsON/cfIkDjNzCAMBBIWnPFRtX82+lDt8i92USDsB9YNvTN
itjVpBD853/o5m/EoQuTMHMeYmxLzr9z+vge6vbDssDvBzuHLZAADRSFKBJ/2RjUKS6VmEmTZ1L3
YmcOxWQEA7rZyhpuq4aoluWt1/UbrXhbEcINj0O97wVU6CW5VYdsr5NkMGfnss/JcLmfgN3W3aFV
nyip6IerXlpqYSxrv0UhGK0HR7tdMStY5vPaXFpp5m8vjUxKzHvGLv54oTTvNWFOSqgth/jRmm9V
QmDaBxJ74dEzrKqOPVmJnNFrGFRRHQU1QSay2FvNHtGNz0zrxIDsYKNwsdKjww6NPofENbxO7WdR
ZgHAPU/tbsAMeb2BvPnGIgAhle39WGVoub+RLOJF7vOyTT1K+ZXS/7pXl6Oik3+c63QPDq2pX+Zq
uUs3CUf57ORfbVP4RE9StmxeAOFZQMa0iHA3N2wXHYbyu2iac20iUYHBO77Nev1kOnE4R9POXKDH
c9Yg/PuJnX+nNfEOAv0FRAdYx/FOm7WjUlN9QTKftHFX0ywD480kqTlM9RJo87d5Qo9BDWzfLumr
IUECz55RvwzxxabXJr8eN0HrL+1VmUpfd+MwYvwzRe+sUBgI0EYfCvVTW9+d9UFx3zQLuGKrh3hw
/GT5aq5kAcTpjRslDwMnAzqvZhuHqAX3KvDU2X5W022WjJyumULqKm8wEX2QLVJo+6hOOKv5HcNw
lzTIeGXri4frueKSG9IX3bwDCkxKpL6pwP3GGsK2GUPCY690pMydCDRRhygUyL2Fsa/gXHBkmMi3
Co2XQgU+pYavXkxjckqTbo8z08cqH4xLeoFhx1/rezwGc/ZRGQ7ap9iv7CkwSGFyDK9tmUGngagL
v9r8MVnrKxVTV9p1DEM9y2TqSqPaor+IiIKkse5odXulVoOZzBtjstFgjBd2zLgdyUtTpXvm3w15
G7pNfBhsc1GcYutpHF+atfHK4rLoIv5Q3gNPwvaKsfmqDeTFkNVUVi852S3dvM1Bjln6bs9TSGeL
Ap99mKfNafDrSDrB1I8r4IklEr4J9bKT+s4AXl2RD1xSPE1x7K/0W1OgB5X+XuYploYpZqKLgK+K
/T5ZdpLGmjUBRbCFX9g3FsAHRT2P2n2Tz9dlFPywEt78XmD82HOwfz7Q/bHAkEMkOEJRfPyKV9U3
ZkkC180Txbd0CvARPuZUeIA0ke0GjIkZhRFcpQVr65wNmR0Xuwy1MQmbdWYGNu3rItrNVrOpiXdj
bCEzxCiT7AB28mM2KKiv1Xy3Ft7qBP1nIjJwOftakz4Cf6bORaDWSHmIkchdT4wXdXK3yl1tK34p
6Kw6Gv7n3LP1V3r7QkdLpoJGr5mX8dGjHR0dnnE0k+vZMj6ItWVAoFxY3YUsa6hTxyx5o+nekf4x
5ntleih4E1sJT93LqO+6S+7KfvHNP+NO/FLO/+NF/aWsHOylzGuDi7oWj0AZb4w6CxJOhSuuz7J6
heDoV+ozBPDV2WtLGzLr/pPP9Xu9/Pd68ve3wDyIEh4u1lbc/lxkVKOiOFOXDzTo7VAnqWRJoEQE
cXdTJEFmfV11/Av+mtgQyKB++qa4M6xjhQvBPs5RmNfXLBWqeFLTM0+9shxn8yJ29hxRcgvlgnVo
iMBVhn+rNPr+rjnPIrinubARAH/p82jcMamGIdZrXVrqRTAwxFzt85Kvf3J9fj5u/PWF4IN+96Vr
7q+fUDwUgzqVA4FrvigCh1g4XLDzPnUOsfyz17J/rvh4te90HBzqAGNo7Qnj5w9jctRZEVEykPNx
dirrDlb9Me0mcnrrw2iNhJauQcXcWMv05wn0K2S3vWYe8zo0S9XLp03j5vWgdMgCyB7hI5EMUOxi
nCtEh35RYyWI2ecT5iGeWjJ/qu8zcjwm/Snh4Z3S/oO035D133cLeURc7uOFY+SJqDS+mrp3Ipz2
vbncrFrQOdPlbLWn+dpQb4FfhLqAkbHcMqZEmW8GrvVtQQ3Vkrwd82AqOBEwdXkjjXt1dbHLNa9o
NoFozOe54PymsZRMc2i3BXrTpwKzLZHDx4b5IdnYB3zIGSnsyk2cd6c22TudjXYfYVs0B/14pY0Y
oTeFqwjolFGrbECO1u+jB7U4pg7T//5gV7c1I33dbnYTU2YEyEzMWTFeSEDeTc0XxXzatmG7zffm
8iUhTkFHKBWV6wGNMd3K+wb1YJrO3qJeTsjY5+VDU8+5g0gYcVaiPCxZ6sviY3HKE1ZWxA6nZcCg
5X5ztA+bS6CrJBylDN7fGMz5iX1ta3dZeT32h0E95v3duKV+jSsfPba7EVHs9x2grL8QIRFI+ooq
8cyDwrBPnIlvIqrKVxbUr7XiwTn0pmTZr/oSbIFZ5NIwlVU9huN5PDNTmlk9Fw9BlG90Z4lvuWXG
06+oFFb9yLT2wSn6fQLixKOVGRjjhO7FOMxGGnQ40rP6gELb12mjuGxt6zBwS70LyXNfoCPXwpqZ
s5sekna/5VJkkbZHyZslMsgoePAUBjXZRySC+UPrm/G54PRaG0m4KVJ4uSqxQrc1jhnSWbd9yu31
NFkn0e0rfd8lplfVeE6tJ3JFw3GQB9u66QeDpRy9DVuqTjun5DDWUMgoVXtQ8e0iHEMCemUyXx+i
W5QuYPJ4Zvo9t95OpW8tnh1t9UBEBhylD+Rx7+OtRWLS3qZ4XJKTmblHk9iDySFWw8SxQtBCG1UM
Te9WYd4X+uNojpe6gSDKxsHdAHt+dOjySkf3ulgn8SPMHDyFIiVp9y7nL3GUG8wTODZvSa2HgEj1
NflYyzwDk/pCSRAR5WDvJry8nRtRw2SBKL8Nk0U9YpGiIe4qow2LZjpqaKpF861WD1Z/17T4FXRO
iK0XkV4yGSSYoKh34+ct5WxRs6BwFa+uxTFxbyj/JudztSDnJNR1rm+vbJHak3SuSWIOzPWAaPeC
XL0AcyEbtfJgpl+G+YHMzKPi8OlMyX1eCG9l1KlVDGPFdaQqod20h6F7V2o+L+N5GgwfMwKBQtMp
ieL7raQkQCgc3Cosu5HEonGXNO9V96XJkZtTay75NYOVXT+8qGnyCPGAlh3iDOzu1Hc6qrzosttG
+U8jBtS1ZdAXfxMNpaa5+CrgB+jTjkNnt9otFKRLjxAB6bZeWvgxbW7VmyLneZm5VxZ0pxWh6V9s
cRmzzHbjl0izPCPlvtQMvzfWcEMQkHQWLOK5Vk+dEjYmz/w4YJQ5VtWIuKPf6eIG9WEyBIYRiuRJ
KskpJgCLTvOTO42k04IOTnGXUnxAzL62bUbactnBONujvPTMqg91LBvjYATlJt9B7zsjysDlfS01
x4+t+ZC5JZb7o04fhNE2RQiPcfsat8vOLeWRT8ubp6che9QqIq4yamiG0oz6Adwco4XaKXvqbDVc
a+Qi98X8YXLskfVwmMuGl75DG7nvl/WU4G9kju+rSXurdHcyX4+4XQg1Q7ndkk2VHtKVWY8Fz2Ag
uKlasAjPoVPdszV0GilaffGgThdJy11aHEfnAik249Pvb6Wv+0BTbvKpCIidoWMCPwkVvkJ8tmN2
WFLep4lhicZjC/9T526lV7gQDy14OWkqO26kXUJVG2u0atiH0OcyuEfSY5pkSH0xl/vSqAKnQyaZ
16fM+dD6dVvyhki7YKvdx+jPE+IlpW9/ddbT6B4mgzhA89IQ4iLqH3P1MEyFN7b7fDyM6ss0sG32
Z5m2mwbpaBrXirmfhZ9Pt60SpOMhVvdNdDL6sz7fL6ScRoeCqsDRzjbadtGD21Ix0Us16JTPbn6O
OHtR+7hkDgF3YC24aJADZdZ+kq9r9UTkIP6Y4qpss1eF9LDRlMDAXD9CZZQ9yboLHCJsqO533fzQ
2vE5XTZcDb8Q6zGWVLpSqj/MiCSWAHe5bzexvzT2lcL5u5/kbk1W+AH1q5MimxaBMuPomsAkrjuD
M2yObHx+0OpjbV2N+ctov5K5/Ii7wDe0b6W+5c/smoxYsET3ipn7dN0lCQYbGvBrIoL1dR6hia10
4v2IA1GSHnUiGJUodNCQDm0QGSVxFsyrbBbwnJWoqTz3duUDy9bUtzQ7mA12bW7VmQY/uv4ChR9h
dDOufVfwjLb9ThLmbiPMT7RTy2JqNvuy1w+j9kis5a2ozXB2Eh6WfE+20Q4Hgte4yhfJUj/V4w7+
iZc093N3HgbUWHili6g5a8V9x67co45zpiR07WcO91e6Q59EPkbzp6IsV51eHhVj8sH7YPPKv6nk
Vsq+4cCGUCykK8EH88IUwutdN6yIzDSL2cexe+miWYpmFuJ8wLrIcf5h0nu/LE3aC0PY6ZxXuK2Z
vngtppDt73eA6DUosTWj8iwVc5KM90OVPaS1ZDXZNjnyKIl8dYEqlGMUZrMS0qUkeC9Apol/wYe3
GahrFG5xiRmztZmrq/MXmvjY5FpdCoH0NEmgY64B7HRPGdnPMRLWbhlU6iEpsxPuFS9nGJMnabgU
VHL1xVix+dbkDRsUJ5O/IJcv1flK4VlO6Kv00Tc5l0FHllRSRYFp38zuiegxz9Fz3FT8LbpfGus+
NpTApuUDjHlfIud0apN8p/Wsc+JHFvk5qqY/EkuFVWPf6uiWu2JXqs4V3I6z1LvrLJ0foVEEqXHA
7bxbOgR/BXeP2lwaMQnFkcGhvQYB/zRHpT/ggrQi7lRayooeWNl8RewYE4Hysumvy5zyowR1sJ1a
5+pNZPJqaOOj2KgBJXovJM9eOXzQ/Q1GqzgNo3aMrXjnGKgqidSb5c2K8rgrs11mrQQ6dKcEclQT
h7ZVfuh2shtZ9tGY0HR57eZ5J2bkMXyOdWEGEdEIS0nonKD65Bo5oK5Gks7QtKkXuroGszJ7MBt2
hvVSOvdDj/kmZvurnrmbjcjXFnVvlNj9CDjNcUWgRQmK6LVDe5ko5cFYOCrXK5ycJ3T2O5A5YVE/
rtUjhwLRdDuVVDxEs6xhu7Z5iwumXOMlIZ3PcZufBkT3Mnsmqq/EOapM435aLvW5xmvXFdfK1F5N
sHlgd+9TMe1pwplGcRopncoqvfveZPi3etC0APn/z93j7x3hv7eWL9P3tu7qb/2//K79Z331Vn52
v37TT23q/zv60tvx9V+40z+r9Kc29vbtv3el9d8cjolAxlydaB+a0hwYf+9Kq7jPmbpv+U8MDvB9
brlMfxXFiN+Yz/ATaF4YjVvbMfSPtrT1G2Ewmo7aw2KOa5v2v9WW1r+H1PzYXcD9vvXLN/2IuqWs
/3KgFUsejVgyaA0n5pzuYQo5LHWaLrVqty7CYm/DuEJ01Iqoz9MmNB3hGE3156SsCER5Vud3o9Rw
pSZo8lDXN+Rs04iJsDd0zoZQLpSsKoKpkqgy5SqFGbaOA9SjKrVZCUTlaA/9bFpXid4iYMuneAXE
WjgSC+7cooiehgEnV04UnIH8lyxIX534lYc1iUgPMtHakTBrFlN9UZs1xz+DRWM42l0qkptMKmgs
mz4jF2C0CFn3bSVxOKHZavJFJHE++J1bWs6p42zL9oRkDi1n3+IPVRq2LK1hbZ8pmAiAno3lApPG
WNIRtzjbafjyv0k7ze4GTL5WyK8wOn+QgkjjWJuzZCd1Qz4YleYy3Tba6DFKuhRHE5F+mscuaLSe
6NrunpSmRvGXuF/ofDedQjZiU09vtMrxRWI+p0U8q2rF2WVdC5SlRqd9oxnSDtgTgVVzKsgKuWeZ
MepwzpSYBNZhmJ3rshozw9dAozE/i8xs2HWNDdYjF+A7qrwTC706gDywA4fmqZcQJffzoKnE2Btj
bITmOtZXhFhmFLyAxU3slKPC/HxyiJW1iyVaQuZ9BGIJZ/NF64qh2ej3IvsV1tF0mWZiYAOhPXth
tpnsr3GAZRgURUuokA3Mdzm6crQ5XY8l/jZ9ndB1k83LiQuK7kLvYEhs2u4DGHSG/kP0bYmUWexn
rugz5qXeRLeelK+1aRKVjrwgqxxk1tKeHxF3MfftMiIMmaH09KPX1O7zXZ52EU3gEWkkM4mxvDFn
OyL2E3rZCzc7Zx87J/eBmFugip7d9fprTcX2lqFeodJcdXljaNrImt1bJtu5Cw5lc4wiWJXYxhid
pKN1dkazoRvajTHCFZGT2xU5xorvUOa1DUXou7V3sPXo2qSDjws9Lu7VOFLvKy6Qze8ek0czm4b7
YdRrd0dqekzCYJkj1i3m2fnIxs74kk24QH3RAiPwomZJvqraAO2EgE8V9FBMe1IfR2pjd9SqZ9DD
+jO5ohjBCqk46qXScL7ttTT6BgQiuTDGIv6o5CLuepo2b/2oM17C/xp97ZVK/5aSsPgiqPBPXdoa
j1FkVS+qvnTyoGdjDJ6HFJaF0onTfti61XxSrU7BCY0ciuR0Q40XOsajXXBj8kBOeIbr9IWM2UXZ
4ZTDMJa2Aqu7Q7RPzbR+JNRSmUqX3o+aWeSxdhk/6sCeoZdvyWH0NS1tiBJ28Q/bcUFEu07+SJCZ
WnGTtpU+0jDTyyRoNCv5WifO+Kw7af+IVjq+T0iaLgOZtIJH2lmGT+v7Z91rsrsi6o1zI7cs947W
H8ukab+2UMGArc1G+1XJJH9Um2YTHbQOzY7XTgrSAnpd5icgHSL1QM/yhCcNfngvB7H32ut1f9Gj
Kc8J9DU4NCdOHNEa02Pb3eWaSaNpQlj+kKo9TQNL6fToXMGVI+0Tw4obaFlmMTZInJmLp/T9cu30
hDOsOwAbnLQGpHtMOsbOTtObCl0KRs46v+5Ui5a1XeDS201J135VDZKBPMVsOgN1Ad7BHaLE8tIF
qWGdMZwj7TYazpOTVWnZXSrdWmNepo3M+upEGY66XFkey5o4iJCcMyEzfyjqfA6NrhplgBHR2bUk
bdLIiTXrsdSamvDVMdMs+eismKUDkOrJUUk3957sRjfZN6njJPsSKJT2pVGEtrxj7xEvumwRSoqC
5e3AqLe+cesG12XuEGxPNpKCQ53orOE6aUgJ8HI8RQ27AiRPzJhC6oh+xv4NMZCowtWUesUXI0oi
NvBExWuSN4zmdfU1jrLoSRSYhLjVeVgigRl1spfkij0XXhyQFtz5IhnNq3+/gvqflUfXzWd137ef
nz1j/P8HaiSD2fl/XyP5ydvHj5P77bv/oPfoG6MHka9JEcI0/gd6j06wpsXkfNNWCHX7kT8KJMFX
TNIoAKryVYvUpL8VSPZvJEOpFvIW1HTWhhn+d+b2/Cgd/R8LpO1tQX7gl7r8z/n+9R/kPPVqDYbU
rNOg5JJ7zdGicjpSqbjN0YkSGlu5IBWIDm9f5g+6Wye3abSl5JLOnWBcluS2kDjsPrhabBoH/PuN
tUtLpJYX60D07AVjSXkn7BWHqBVnrrvLDGlGhIisSk/HKS/TZgfxVLSPiTaQAcghRMNwQXx0qgck
wpgYGbFmLzn60wGngJm1U9cdzYnJOZqclc7IjMTmYKRxZDCIlHmP6cOYiK136godcEMWPMn1KI4M
dd+B4E/2zH8rLMMgSQaDgaaV4+DUylqNr+ZWqdQrwM5aNHm8K/VcWUr+TKXgloe8gFj67FRF8hb3
zUpHo6ddrspKYGM3utBdWrdurxrbXIO2iB6HitROSKuR3XYcfFdTU75gCuX0ZCuLfjcN5dpeyZwG
+nPbWhFn1tiNacmDAGl93mgz537VD7I4qzX61QQ6SKlfV6yeyZ2qLDh4mD9oVfMxQ2b7lBKtIP2s
MTdm5rvgFO5jQhXNO5M0joqo9bZedsuaEJSskxysqeTi4Cht66+JtJdvmLIMSWb5oENnwGJjXTPz
VA9d1GT04vSoTHcd2rNLB358dk0VwelS6YS4ll0aYfqxiPcNsrjSlkenVqfPTGh5c1tEVgIlJe4n
Gw1YHDcPMnWjU6tQSquLYx1UY0xvq3XKDxPrMXOSBSFBlyEkTiOR6PcLalkV+TQK2nmXpna8ZRI3
roUhQyPcyb3EBO2i+KzYUJk24TjuaGURBFviYY4TJskX2JkmNlUL2VDtbxTThUYA1t5mJHehcdE4
AHbp1z6wq6jh+sbA1dEeECcYzkYtnIs+nsApIqGZl2Os6XaH8nOylIshtcpij93DwR7bW8NpJck0
OVlRIyMK234YA2i2fYuFyh6KA5MdWR27ejKfrAlMTaqsM6qTuduPvasiXZSNPYZqYzXnBXv8lVKW
QPJB0tYeXtTyatBjerYwTBRQGBhzd2OhL/dLu2RtWJtLe6DUGG9j3FTXGcCuQOTLrFw5nRxup7rS
bH/uREWgPPXZk6Yo1UHgmuVaVTwSYbeUADPHoTE47rfFvahx/XhJv83ApDBuZ2FzcCcD5SXi1qKD
aitIhbtiwjm7qOuKSG4DlDJHrvXmaOpVmQcOXBsFsb2LPzDt8lw5Z0Pef7EiM3kgMMu4cnKuNPuq
jLr+uIgEXtFjP0x0XT4SMWcRWVpgCxObnCNJpYbtkFzxSfbjO6uCoQ8gF6UEnz1neqJ3cdCU88D9
CWUQyKPYu201O9peV2U/22GicfR6FZoAhneRdIba35OuPtIuKdwEIV8TK5lYQ/pna10ecxezef2t
aSd9zEhTzyMbr0AHUQJj1wzJE7gAFrCRcWVFc6zbGujor8oL7HJS6zc97kxxOBFUbexg/6iYzmd9
MnaNCx2XuD2bi++tvZo/RDRCHe1SnzqcA09IErBF+QZhb5rgpJQU6j6tOkWUDLCMWDKiExEzHhuo
2SMRVj3mgkpYU/JmuMwAntx+qKyXtTDq/MERxTTvBm2o20s379P20oq6NQ1d+L0aLTgazsNNm3AC
xqeX1UAp84muXKuBEYha03obpInZTM2lfQBCZux7HSNnXavla8KHSzFCntDE1Q/Itcc2PxbKPQ73
2a+STWZvlRm2P9zszDLMKvcEv+iSqqU9Obnl3CUVyvNlJNy9TXUIabPjDMreHdTqgGyle9H1Sfgl
HOHWU/R1CMapQCs1oCVHd1Vp+7l0i6dkMW3S45Zq8lD+uugtMMfrPSeKMrGNI+Zp5XqwGChPrQBJ
YVXWfmmIzVMJRo09uczm6wiFnIY1BXU5TCsi/a48tMlYn12WcwXVxro85C1JuwylzT4sM1MPorGE
dgKTg9Nh1dktAhHh7kgOy2hSJdqjmZdMehgH1HE5nJpB/WYZivYAJNvWgYQZaIFaQDZu0hA6s2QW
aFuu9T7S7a/I12T7msSsxKcBLoz8iAq9qy+btJ4hlWQ2H7hl290TiAAkURzL9OUl5ZAPGQa7dMX5
2CyN6HJuCyP+4EhIBga+GuXZmoc8PrcV2vBdlGVKFPCAiECfuGWYGQobiCyCI8c30q66ne2l2aet
ylioJvThysrXWQ2MygAKJhy7WnapEaWjp6mxc1mka1cFgKQY6JZLv88Eii7Z4nGcYzdTwJGVkIpM
yGUhenrVxTaYM+C0JINSMACLo++UskbcriUm8uFR7gu9cV7NYVUDOXFE95AOZLdlJ+0zaBDrrm9X
G7wsobatp5Pd+7VQ9OmcMiF+I+NqZS6Rch6OlGlpqJOX/H7GNoDNPEr6t9FS+eyROrHNwOBP8/Wd
KW+SXEV5zAB0KXvp7KM0JdS2sMS5bEzT9rJtmLPQXfm2rBA2991atTz0AIeG8ub/l9C/+/EIWKCt
9y9JmBf0Vcf6x0r6bz/0Rzmt/WbTOKRDiA/pJxueUH9TQVDyn3+XwVp/18EaOt49siZJQUKeik/p
7/W0of2G8mhLvNyCwg2NKvyv+t8/VGm0aP9bt8smNv+loMboQu1OHiR5VvQ/fw2+LcDzlqtFyJNQ
ZXtnZs16UvAaHWWbMZ3BCxLUDDE2VwmgVnU3CpAYttl8xHXBUqSfxNC/ZQSIhia45xCjKRDtetQZ
KVssRqut47NCSTa4SLIL0b3FKeTwhSWoBhCNMwTaniKn6zjrVwa+0dNkj0FsMXWuuvJW0XRkEg54
wUkKpnVQO9RYuxbDfFOqS8owpJ48XdEuMXCL+3Y61Y52mrM2pmRLHue0/xRZIz0lnYarSiwM3KoR
mDwsSg8wKDIbwsI8K4m+kiF7SCx5VQGmme38WdiArscyvogNqeOBHo5aU6KncPNzJMwBs1hzh9yq
3KNqHAKbOPgDYWBXGOjEEZvthW3XZwdtgG2oxmWamrdwQO6x1bIXLBZlnVvXO0nsRKYsRTjqAwOp
urspFV05GZj2h3Y5ZCPjVEPTK7jd4I/zbm/XWPkF53XkRbo3C+upp4Zc8UK1OviGzG78DPwYG7d+
j+D+SiJjdo36TnWXUA7NIZVz2K7tMZ3Z8hr9SKLMeVT10EmH89SQ5iQdLyq72C+zLQymAWod8Z3S
fmSPqQgm1Z8W2619TVELsJTa3i1b/MOC3gQldb+K6nIxDKRHaByUroXyqPNmpvg9b2HL2+u+WXo7
yKsEcYVsnIC81mOVRPfbqKsqTYa34JkxBOVB1TEupCMbZkkGAswmpYK8+MLJjwr6E0BsB2lalylB
mymUysqWdQDCKQ2QO100Mr6YmggeVoZGUWmROfNpPGtQB/28gsYPdd9vNWsnOvszJSOPLm8UrmTg
eDVNVwLk7D3ple+joZ0zF+qB1i0ZSaJILst8b6Dd4tYtYGQA2rLX5JBJRoT0394KdXmF4rpfHNnt
lqE6r0X5pHT5TWkN6BQ4R3XjQ1TSNjdQusxVqAl2XNH3YZdp+7TJ4FhlzRzQ1P8qi3I/46/fWZVQ
UDJVzLinFBnmUJ8mWz2QR3s3j+JIcstZr+cjp74JsZhG5Omg6hwo9WzH/fMUVfaVumLqIgnpTnMq
/pCpPispWpGqlYd8JrGUCjlcVmCZKYIF30Q9VSLnXTNRhlRw9w1m+BgfmL1EX6ZljbkU/VeZLmDA
k3dgo09QT+RJjw2KI+N9te23tusvYpG82yoOdGU2H+iLFu+Dld6bbXSc6eToJmAZSq58kcjXqGeW
RQaTme4zC1J2RR8xn29dxaQwXdxzXcyPicwwiQo0Ivo99KfbRlPuUpB02FY8jkgbwq56EFDZmCZr
O6dY9pZKxW8U7he9Jjsh0a+MLnpbJbc3jePbFo4ekPHLvmkOK+BoFAKubyrqQaOGITvBPERN/WH3
BViMD1HEFkUctlFNOXXkr6IMNwAotcO4c8izYHDR+2Zv9Ydiaisf7Nm7YwN1Iou+3DXzk67GFxED
2K4sucAt95SoxAP/yP18sEPYqGSVihduUeYzubgqOT6GmZSIsFhwpKKcEKfvIl0U1zLTqqPVwv6t
hwe5do+QP2BEEA3VcjLLNwFwT/MyiMj03E+ujvysSR4dZcIWgN4ud7+k1L+OqC9HzN9gXdNDeTHl
6A+f3Apc12PpzKsPEWfXaNBPlUm/Hf+LvfNYjlxJk+6rzAugDSogtqkzqTWrNrAiWQWNgAggAnj6
Obi3/79vtU3PWO97XYJMgRD+uR/PFYv/Mt3YzMhr476WfX9UMeyFaP6UM75BPx02MTekQz7ExWlQ
xt07WMpUagEfy2/tYh3y+5Q8eXlwhXf0ppYNxzSm5MSeQBlxjKWD+0WEzX0oeNjGpeApcYG4grEP
GMt4ZzGO3/JQPDKW3TZuDSY3uHf98W0Uwwj0TvSoDT2aKKfUqPZvQcEAsFwmxtNee/QQIjaeLB5G
M32vJZFZPcTr5xe99Lp5iFsNeyKRAn/oir6nmMWv+wfZgdtcEJlcsY4i5ulNYyfcDIzSNyA88pOy
4g8tkKdH41203TDfmnBSW/otKJ3laTLZ6+A3H0EaXMdN9zn7mL7r6p3lnDIX+1xN8SpglJvCGV9t
BFZ3RJFOxv4cSu4HU87bXczuoWrnccPeobEJNfam82hvs2dzAaP/YQWgwNDMYX5h8W8rdTO70Wc1
mYb7x4hho/dem6AGAhhUap8U7Z3RPjtT1W+dNP6lnSg4zC6Jh6Zz8GjiztgXYTBdY6z4brT9HhUw
/fz6iJCO37tz0Ubi8BM59kqO7V1O7G6zNFZ7aKmX2TDKYvNPmzdU6+4Q4J7LvZlmHuvn5GTuGqY9
+7PzqGaMzn0QnpI4fNBheeNLdV9X3Q+5sKlCy9hE0XRLVHqrPHhsajBXUYRAFhHBkBr7Gdv5sK9N
fFJhsM/GllAHTFlsfe5XWLj3fJwvLFz9dYlfrvSIFE7M3LZtOz6GGhUlovmcx50lY8bgKUfz06TO
kwJltVXWdKXi9pato0S3URFfC3vfF0yp1ADa3pWkX+aHipzgRg9Rd+Daeu9E/qVuowc4z4Kv7og/
f6rw5fu4V3OdfgwGF/QUAz/zy8/BBcAUJ8AE0aVuONGULDY4w2gafcNuRZ3RMjC+0vNeZsACuEU9
5m39zgRYsblXp4m4ztaKofssQb+PnOm2Xo9darx2q+qlksMvK/ZOkmjQqpT8qoF2WX2ETzNbznUL
aGXUWCP8iXxcyqhndEfnJm+/BaC/xgWnIBDfuZzOSti3pNGPGc4o3DQ4X0NnYXkYDrqeD9UckkmK
1VmktIg75fI9D6KP2akBEqdjhBpl381hcYzb5ZtM+JwCB4tdIM2GMDEfSfljcP3siiKkq6xYKSXx
REdGixutgKDdrkblGQRq23jX+VD7W99qyUqMI5ErWU/HpsvybVwL6OhLtVM5Nu5msfdTIPAPewPA
xGDYYsrlwrwULyICrtQ1n90EiqSPaRJODb7SWq9wnPwUeI2mfiHzGViVz1ZuX7tQMI8sZOg1E32d
qcm7fSrpcMvsHkNNWhWHnnKpTVQNLLbCv8ajOOJ8YtUonMs89di7kvRNm25kZt95R08olzjL6pdR
dnpAfGBdTDXSRIZLz/c9Xne0hYB824TuD6cFUtWzFxyGmdC1F1xN3kQDajqzJOY3YdT8CCs+rtzC
l4z91SKqxnmLhp6RsSUFxgqjDF3yG3CPYt/hSQlmz9+TaX5R7vyIKv1NL/ONW+fXA5ftcAzBEoWK
30aUE/ZMgE9CDd5ujnEhBl3LUSCpMI7SH7F30vBn643BnnUx3xXlfKfZcUmvnFDlb7o2Ads66TvL
hX6tO+8BJwELDRK17g0jXk9dRUaF+9GynmptjrNRV1T+XFJ62xncel9tiLkGNeUJQNrLQBFMT4WN
XiA4B0ag2bUHJZNDFrRYXkUtD06MT3Oywn1Vs4V7kfTwi5cGhHKIidCWLDqz/jbTmzH68ByyWF/P
vY0tD9b8RrWQhYI5ORdV8qjnqeKQjO827osfpRmvHcAGkIqiNayjbwOwKduhYILvZcNyqNPmVMKH
3ZbIlXz7MoRO90t1knFscy5myJ61t28n/Gz+vDxHEW5gbAHPzQBIooRTxrj/3QojLj8ekd7ezM9u
0l+jTT3XSXCHk/ERQe+K73DNx6qfqS6ltcMRHzDnbpRdaAYP5uIV1WkW+srPPLxXvruZVMGJC0V8
Ziy48+V4PwFkBHhv/XRld1M3HIaXFo1kKuK7VDB6UNV0pXGMb92FL+Q8MCkfF7wFSEfbskxOAmya
28ZnNaS/YE6NR0ok9xW7SmEBTU6op7p0tX4ro7Q4Vmn9nbkMwZcYQ2ATXdtMYfAgluOlzIJbPy4q
wOjDhrXokJbFDQVTJ45de6/N3mUICFXZ7Xi2q1qdGJBOh8Cyx1OHeo6ml4lzJliuY5mPp3lUnMZZ
Vi8zgfm9Sip98frmsgjzknT+Ff1hQBfz+AcCsdwPleKAC8SDZD7allVvGvqBkOYsaHYc2jdMGLE4
xnxVBxVfjIfjPfLtfGfr+X2oWoIstrjP8K5DOy72zMa4hZYDs5H62pX5a9Q1VznNUrTCkIGDA//D
w+LCux/SgKbTA20vmn/VcwzEUNh7TX8oLEiJVlFv5q6v7qclH7Z5hjXU0V1OJKT4gOG0XPmjuNTM
prdTx5JoPBRvmfZHuxiTbRJwHQ1T+9bL6vssEz+U6D04ZMWtWtHcXS8PFmq5XH+iFg8hAPxyiW59
TrG44vhP0PR6qyOhJN+hBOFaAHGCCImTtRAE/QIuMwH0OuimLzyun2hod1m+3i/6NS0y919xm9NH
umRPQfM5e9QVARk99F598Dlbc4NlOkPkX++VhQ5alovzHRjt2iHXZnt8VmjvrQXnvmyrazd2fjiM
97eJw78C9socbsjA4oGQgnKyINNHjL3WbOtMHW8Y7zuncLBM5rs2uKZ67L3IUNs4K5CvEI1DQVne
PC84jLmGIOzCOWDCDxUNhG0+fUUSDa+AYcoRBPaZr+7bifwYllUyE/4pm8rHwLuLmQRuqa7DXgJV
tJ6Hc9vOF192l8A2MIMjcciRp5mZBFexjUHWcft35ExUE/wpmH4CDNwWZb5q8R+U/W50l5zd1j80
XHIXsjxBg0fcj7o3Q6J/m3TLa4croPDmm4TVO9HzLeVYTGNC784FByPj8Bg3NW3E+qEpE7El2H67
SHmVD/aNTTZXcQSjjeJlkD0QMvEUl/LV0c5pyEhJCmc4jYtPnnR+Rkbw8f4O9zQBO5xMXE5BrqaZ
1/1GY4OzGYel57I7vhfFLRrmS18Le5dmQ3lyg/mrX/xLN3A19TmBJXq9xmdU7LUjPD7BBJY+LUKa
rdkCV8+5GDeXKS70ZhniZpPyHG+8JL8oXPNW8um5b5oFcVo6zENzRki2er+qQf3Itr6ZJoo+TMXl
ekrusn6qznR2XBp+Tl8zchBB9nMIu+uWkF1AY6bVcpu2RXcdjnTKEv7lmPm+1D+68V60TBsYKKmy
2YXWdFAtZxK7QHYdUNVzJzmDNxl60HYikY9mxJnd5ESohcmeZi+0ruhxU9gq5vLQTRNn/dC+nUP/
WZYU/zKlAuOhOQH0PSkHBsdy3Fee/CJBDHWcloeezMXijvo4whq2A+e2HWImQ9Mp6IfnHJDKoZl/
iEL8CLswPJfmF1Toc4GSUDf2XdeOy60AnTJK68vhN3rzsWRhHnyHLC1Poyq/ZMKroMljup3XKgWo
W1s3oKKBYrFoozB+7SmhICcdJ84hLOtdiouaaxbFDSC6tpqCxyMlDTvPNPzukgclbnL3V59RBWUU
Bx3fVcnRJWt5M4nIuoghLK4CBdOD8sV5A42x3PkJVrRhFE//0Zb/znpbTaT/2p/xtFIP/utp/Prx
u5N1/Vd/t7KKv8U+yjLnjlDA8foH3211Y+D7XBu4o4Ce1b+0LDkuftW1TN2Bu0C3dPAPJyv/KMaX
FWOpcJgtwAT7d4Tl39EmaNcx+h/6NK7YlWr1z9ydlJm/IZv4TRSODSR1BV2aqrrIZlY710/Y0fOp
8/8P1M0fzVJ/dYfwY/0IdMQKX6NWOgj+mQASA2+aq+lV9vg4oBNSj3CUs0jefTareFfYkyZaMdTV
QzyFXADqbAyf3bZQH15A8whtlZ44C8fOq5MFpcE5tqMS7qsJihDNJhjM15TP+SVkLmkfvMLnvyic
rhD7AU5lemANdNvjgEPyJpXj9J6o2AdBP8+9uCm9xcOVGnFmTlPeBuoAA0GwPhzX6WVVRp8Nn3Z5
47k254Y8MqVkmsjvQlTealthbYJJWNUvldtD8i0cE6/sNkXu2sSuMXMZcgvEkUwv902Th/l54SMe
KgDSvRW80xHAeJwbf2J3HDazfk3yRe4YfzIyTPRO0lPaPLi5tD+gwRXfJD6U5mjYksVjhOR24+tI
p6/8keHuTnRksQ59l3tmC1ceccd3CvEkndG8WhGFmRQoDQuxbOqe2kOc+T01GRgFQ9sic0oj1hHK
t3lsaQOMDtIeIqoO0Ap3WTbap44vFUe1eOGOnGqDJjgaC6pwTp0lJlZT0qvgIltuoMGmLr5OGdxJ
DeT14Cx965wM3aeYAKU1ehtnwrIEZpbCY5Z2F2l0Owyjrx9wu6nsmUn9h9vrlq4ALTjngxklVcs0
5HtbSmwgdAJZoLjEKJGQxZhRTh2P9bhzFhpEAeabqlwDr9xdgDlgdnMRiN9Jwk7fFHxbapRmB6ul
HSdsO41y/HZvW2OPqOV6OXddU7ScuPKlsa9sVdmHoNPY4foJz8I68tiAUoO8IBupPALhihu9TKos
IMKN8eBk+D/OMTLk1eLP/OwsLH6OWtc/67Fkt4gr7qDAfwSbpI0wu2PrxSacUsbZZTyLMCJa99RK
0qZs9RJSV0LTN1bxvia84eKquu5NieVp9gXJIHp3wSd4eZJ/2bXByNp5Sf+OYiAQ1gbNOGhIezoz
7Ly9NDQKvfit23WHaQkJBQWeEBwOaq3Ds250c6x9gXXKzF5yDJOO78sSFasNZm5tqm1LNHLaA1Lx
iKN0+KIAJH8EXuoOG+rJ+ts8EvLVtyeAuYs16GurL3iagKf2j1I4mpxmqdWFCF0KHUS15aHI7IGN
rTXh0elVyg+m7fI6rssl2blLw9mf3VobPCJDKLfxws/bxIwuaJ/xiATQyJFzPCznnlxtjcMe5ISe
iC9mnim54dsCTbyVY//MEKp9oMVSTlzO++UGS8X0zYhBfJdpvLx5hLijjXELDiTULT4V5djcLrW1
YCvodfxrotpSIrAamhwpHKLWItJd9+4n4DqpnQ7CW6finojjiIcYiFeMGBrMr+W4VD98PJy4PRMF
fqWS1h/ngWptlWAgfi/92qXXM7YGtW8tUxKAXpwioI9u4AbL+SV1djblGgTyAFC4yISitA/lCJgx
B2EsymhbYVi3AXTbbt7+Ij2hn0qqkvqfCHwLvPVwUTdxMDsKtpR01c6DuCi3LVTpCRZz6rqbfuTr
ziWTWhjQ2gMZLyvzmxyBZF61u1b0YjyUDS/1BsitEF91iCnoMqQdhq2daLXX7zDhQaTf26nR5JTc
PsYktgV5jpfuQEU5rolIYGE3h2kcrFc+ZHzoSz9FVBqDMwn27VCFcJylcrEkY09GTwzl3AzqYLUh
7wv9bkMUfAQjt5pjENR5yEy+zUvC6H0bNSxFbiossSMpqIfiRvZLTrUtFUI4v+XEATtr3MyvtqPX
j/iDTTc3Lv+15yn3tvRpxOQrPwVzfGzrOnKQvShsKdud52bJIXClbW/p9i7nE5FZQ+ozzmSAssgW
BSKl9FAITx3zn2APmjhmjWMkUtj9dajInN7MQNYQHe1iGILntAbIBBUz7x17XVWb8NgGQRnS0Fy5
NUOoqczcbzh7awaCPVrnzlEd1awOwioYgo4prBtwhxmtyf4pXdO658ZONbHAigLj7VxocZySzGev
E5n9zmqX/FoGnV2rwq5/FWUSnQulOkWtLjoA4y2uyJtCUhW5MfTY3hBQ8AF39B6DghT14THIu+yt
TVN1oVtU/RhrZikrA6H78GcVY5ysqbnhGgzPe58srZODrNNFuwsk+zgDPWFrrryt/cLiQd55dolK
sGJZSFllxNF3trLhjEOp0Hs2Ibzm+FSoRIwiz7tqnGxN5uK4oHkpbMIfnUkKB3xQC9OgBj66HISW
mC4S9n7U/3Hk8S5r+8uj9uZ5bOyg2HpsdFBIqjJ8TI0kExjMLj0Irtfyyy9xZX/2ng/2MG6r9Clm
Vv1hFr7TXFE0L3QEr0mYsbOwZx1pk21oBqu402+DppxZbbLCPAgdRa9L2TEtpA6sFrs2p2F2z2Fh
7o9GejQj9kOHKagqQPjvq2aYIEWHLFmymPGv01KOX7HqOnztysnCF6tG7iMcPQSAcK3SUbs4V8xr
V+kMBEYki2/erBHdACe5X4bHmiwuJRo/0oDnhxKxZg1UUniMH7EagQ/FcYHe1uYAt5HFi/CWYDr+
PUDuxLrdqDT+xiB2obSkAM4YY0j7Cjcj2f2xzzmDsCCTGm9gTgY39dQzoeBgRmG7a7F8ccShRZCC
j/Vn9wQaA/AHvvVWaq/Bv09aJF9BOiShA4PlByBlLbtTlJIl2bhxyYoe9DM49KUk2rBS3A3eAz13
MCByFqbDjK39wcwLN31/IK1yHsjE+uTp/bWod8HZwzAizQ9h3cAvyO28OxEis6Yd7rYY2leCJoqz
iBW318GEVFwkJAf4yzERaQvGRjInqClMa/imToJi0VNKRynYJkyYb1pTHbmN3ZzmYFM7w9dI+a1D
3mmZcFBCqphBJWGdw61k/PvCmaIH0iS0Fy02HJDYCNaPtJvBjwSWII+bNd/jOtM3vgpYu4uqXEh2
huY7sZnM5d4+abPxsZpdomkK72xDlHYj5jT/yRXa3OtFkNk3bWm98cqB6URFOj1bls2EnEwZwqAz
ZIRpgplGUsmsii0q9n4KJyTcmfgJWn9hVM1ql9UpzKvC+g4tv/+c+yItwJbiDt10TZ++G04L96Dn
sxuyauUbn9Z4btFCGLZF6zgKr3n7q8mXBbSDlbvPSEprWUNlwm5nKtMT4hxwFSQdF0/YbVa8Cr9R
QTC9Qtmk/sIxx0mT8OD5tyaiUtQ2Yw23J+JnsmtETUOjCp+qQqr0KLMAAY4jfso3tDTVW8RRRUAL
ZonZZGlB3G496rOC5ZTWbXLbw2jM2lgk2xTcAZV5rZcibogOXwnet+Baj+nyKCr4puhaPkE1b4nd
4YCCWd4DZ7d+CTe1LsvEgZFhkhO+N3zh74eq8B9ipaLzFNYCsbQofWebZWmA5VBbeMm7OAQEQAOW
x3iqX/CC+l6S3QrmNRQapN73mrWG3lWwNdYB9yuLAlYKfn9s3H5ziMuaQg3ubOU1fVDr1hOproG9
Nhb0Q+ZLNFEXweKwURPo9z06L7Wc/FNOoR3qe7eP6qB/dHLqMLCEpDh/tBLrX8diwliGA5064uEc
75vOqnNGBtxttjlO87shKEmctUHuHYplpZSElNbeheCn3+tWTT6xsAWuDrbh7izJ3lOOmA4BRpna
sX42FB3A4aATrr4uiDNmu4GftxBFqQqNpSfIAkoJEq/ZAwWqzSbD1nQX2CvlDnMch7ylX5svsNAO
4joP+owgftFFZ00Y7r5KZ8pwKmqRks1QBmVA8riEy+AtIv5ykip/r3kIXozXER7kcrOGE8OZNH1L
9e1HGoXmWz4NvN2RIz3gCavVaEI2GegzNfb3Jos5t7YuIwhWAP+ld50ECddKJNovvxCuSMnvUxZ5
8VHi9GXRm5L40ZFgwvmN2+i56pww3OmeKLI/EGjjLEQpwTZr7YkjiENXEunypQ9OoWhgEnhF3MSM
S2zuPaqzluuUM3K9j71R13uLZRV7lTXEAZaP0Tu5lqcy1tZuAqmCxt/iwRnDF6k75midWZepvJHs
hplv2emFxZ73N46ZG4M2ZIfb27QpvI91ND8UCaeQPU8UoyQFjYk3WVP0teFMJbhmBcwlDkU1EEpv
aq9NGf1ndF3AEZRHitnZEXGHmJBK1LyPgCdMMAIxMZr3gatIs/mPuPSnuOSE/yu38zZPf/Z/9Sz+
8ff/lJUcZCWCOhwmAwCdq2HxHwlpBzMkCWmUJTQWL7R/CwCxvK9WQrC0noCM9v8DQI7ztyD2AqYi
Hid2sLX/VkIaaet3vyJmySggRSRs0CzCw7n4O/Ir77s5B6xJsq0Ca1cXCzO/3l7KCotgL75cL2Ja
P4yJHZ6sdsbqJYdO2RfStInFd4zj3DYrp7m8TyzG9BdiLALCHV69DtYPDfU23RglBrC2oXULyf6t
anEfAJUxzacwKmOcX0Q3sWqohBmxkWfsGR3WZ7uX6Yd2wVheE59bLpGrqASzg4RmGyYNV7Pd2NUh
ceBCrGedPlzEPrZXW/G8hv1uZtVPw0nkg3rBf8+WgDrS1xu3QObdL0PGniVSGjgw9LYzEEbMXhuU
16I9RcQnin0bxWBzUKos3DQkNEkPzeiDbLVCcIpvurVy8zDG1TrTJisQUXS76Cb2T/UcKtiasMGS
7xEjYrmpxOx5tziMYFQm01ig+dRBVgabZepZoEkLJ1/jKMe3rpyJmndzQiJ7jhr7ME4Ty5kOoulx
Dsn3QViecUrZo87uy3GgoxwsLzgVIH79ziARwHQZ84RqBttm3Unk4Oz6onXhNAGwUGnqXyWBTQk5
aex37G0e0VsrZsg1k5vdenNQf3JOK/VWwdYkIIFPoDYlJzL889MOnaFgN0xbAvUVAREKVXOYI3bb
9+eks6haL2M3w5s42zTpOPAxbssqG1qUIA+ok1+M3xyt1QAOcbkb3EwzulWw7KTrHfrMDbBm+C0e
uHjg3NdhQgEK2LzPnK9PC89Xs6tNuLxiAxRfjShj4ISZDuQ+j2yaWDw/dUZi60mJjSNzn2pvnDgc
WoApkpPmptnsAp0odHlPpPK5mpRHbWPohuP3tEObua5TqSN6aFXE4GcUTPmT45IGg/dDF00dOxvb
iYflFpteOR96peDd9HnAB2thsqnW56KUB3vw5fMyi+LK7ygnF2VwPUlzs8Tq18iZmBsLUbQ5We0k
VX5OJ5wAjUXIuc/FCHMtVkBlxutq0DDSsqr5KET/zCAEawqpz93Y2vh7TRh96r7tmDAwEYm7QqLM
gfsu9UJOFUpk6rb9JstA2BfUj29bqu0QxF5LP/GO0lfDgcAVGtTcYrvsxmuDlOvQlnBQvObTXLVH
rJyvCU5WSePcQNaHqIPg5D2vXWt2b/blYn8Npnlf5uCjC6qrfL1FG2glPmbLn6RPvqxqIeiQ3Fvz
4j6Rfwm3vmbzwdPDs5/U+6R1yR7MccHtFwRVpcOv1IaLh3/A2WSuhhxP3qAUbXeMRudu6QxH3cQa
tgSm8OApnX+QzR6vTBIfGd1exwMztI0W7lsj0zcl00scp9/9Lnzi3IOAmlffY6GSXefX0W6yRmJ6
RfqtzeoH143OHBq8U+EUnFnG/rKEVbtVrXXH8PFUJNVbRvoA7uJCxiEGRzNQaPVSOnXwOLTtC/fO
b1at7vSCewGnpl2k1UlIKq0TWTM8pH4tGpX8FRQOJXZ6vbzlgsXChGa+6DZ4xK43biqs1/ssNciR
aadphCCyRoKDPrMFuhy9eRxdJ5vkJfieZZvgVd2S0qMqNuAI3ri4kYtKfWebnw6FCL5gHZY33WJX
t03c36f0/NEpR/OBkwTx9dBDJNWhS8unGKJbuyGD3Y7isR+ct0rbh0J6Ns3mfvmgYnUqClxonhTn
gXxNYZJvWeB/NDFlu20R27vKN2/KcOioTU/LOPLdPvCG7KbJS+yRKtmLwC5OKbW/BLS9HXPs/iLa
YS1U8m68PO4hFLvFZaSalc66lRZUTle4s5/CEbqyVbCEtHm2G8PlU3jRY+0IBsYTRdU61O8VFomn
XqKbk3TC8WrjzM2V656cRJ1cZzKUb8OUSEMEvNYG5ON118r4e+XW+BhKq/iWaxrp/PSj1qP/PGmf
VrphJ6mtpbacr2nROfGpzvJol6mpPQndv0AM+aoDeVMC2W9a3JVUr7/WNFgOZPipd0+sW6Nm0H15
VWGAIwSZQ3DLXfOibLA85IAvtl5u5LrQa6DUIwxeLNFcpbkaZjxRmypMjrnvH8vRkacgIwUINYBL
CfXiIt5VMwxGDqH30zh9kcW6zGl3i15+HhbbOk+N/8D6Vt+GC69ZRbS3MtSAskbEgGjWi7CbX6Rz
LgH8w7lraZ2W8hohJj72zlwdMB8+cKFjzoptZ2MZ61x3/qWdBvWRTbCEk9psa8kg0wFeyNWxwre2
dJ9SzjgOsSmkrfoMUx8xIMubK5/exlV0lRs1uIfSTh+XMfZg99JuO8VfllnulKr8BwmsMtDhzeJE
xQLFKSHFhyUb1xUUAxeR8bOxhep+2WteTkm+jPRpVBKzZDHZfAKx9vyDJwGFbCR6lPw0f+bustCj
BiNTi/PqZ/jskjRUhPMyx+U7BWdfdeYz9PqFJE+lXIcw3+LU2OYwN3gjxXtLlK/7mI6qKHyOxpL+
WFWDFsZfUVtiDeeKPHhwo1rG3cG22HHkL9cZQU5R6vFHnHD8M1wI44GkYZ6lutgV/LIDJ6c/goj5
H6lESp/XiGLyZ2DR/Blf9BqLZj8yYVyKmyOlMMYCkTk0p7j3J/eFDw+R9HZOLftiz8AViVSah2HI
7Y+O0US7a9krqDliY8jMUx+KUooTZ38knbqevEPH7T8VCD4NzmIvLQ2iXePzHXqoXJ5Day+JVNk4
TAuZDh1Pdyhgfy1FjUxo2T5QkPeEwYu9i6R8sbH/kbTL7T4fnPMYlfY301R6UrusUBGtqCD53GZR
8NxG3+/MdVFoym9wLnSZ/+g6YLMIdXALIiWadjQoV8jhVHogvR3deC2HQzZzSIZUidfPN7Vrjx3z
C6eCwLGr6pZyT2frLQ3TkyRrQ9oxJBFUxMq1vgFOT8i6UC5sNLdZ0vfD/ZDYPYtsz+n6Ya7nOdx6
iH1Ho1J4MWkcDfm3xum/KzaC/MVJBxk+GfidKcWpfis/cp8v6p4j1H1vjQX7yeIS8j4kTENussHy
5K6O+0mHbDv0VtUoHZh0muk4TAo/To79XQUkAEUCQUaTu7nXZWTUu5K1qc8Jtd7JLus4lm2N4U33
/Twv4VpUBuMbKfvgMA2WLu6WyKvmiCK8PgoPSiOrNDkq8pEQJ8DdIpwK89bU7vCY1MwWNlz9HUr+
uhaAJk055G8zHNXQSaoZ0jUjLHLWKi7UcPEqK8BMXHXhMUuwdfB4+w66d0nHpEVDcrRbnJicLXfq
cqszTjQ7nnT8Ha0XW6Q4rMAli4omNagOh6yQON/v+jltwkNi14iBWDJd/zXTCjmy0cyBiO7iZ9mv
qVjJmzZFazERgxAtaVTs5oVGJMau/TtFCOC1DVU6DH6rSw165DAKEoe9oTqeYGz7bayKkbOaJyu8
qXszCPeoywJ0amKlw641zBu9zKhzXAxiy+3AujZxKOmLLv1rBFN9WnyjzxZOmEemeGYrZmvE/4R9
VvF2X4IFzPNiIpdqAJFd7Ihli1dpreVnaxFNQE5QJlh7gi5hH6Oc4ypCOduGSTUcsOvL56Gy1Haw
IxidsvVvrKmtfqgiHC80EBevhQnta0I5/a+GcHMFiUU0Pyual3/17UrltkPX+ohIHZIY4im/NUGF
jbRGTGawsuy6suHW4Mho5NyTuwdGsgVo/MH+mHHlWZiyFGzPmQrCulO3sPgpw/TkR4vxYUM3BtxX
2UX3hGvKD+6swAF7C2lZlsXJGJn524G98tzntjkImP6WFMAiynoGJhuDHybSDk6fydQ+T1kYKYQI
zinegsPcTQCV3eadbafCwWnad3+eUpLI8HLqNsleW8ag0K3VVTwOzLsqPDmqbLmehGNAbeIfEKIG
4+5bPCT9rp/z1YKf0VY2B/7JdOon7vH0wPhEPmjd3QOHqq/TnK/9gmq/LSP28nLB++TUYcmFrI7d
nas7n0zb+JJoPzszjrNWKe7gp2Gzk+kUUFRlO0wOY6q6ujz/rPv1IhvWEt+nAyxsdGD1FkP11KUE
rlzt42H3p/aNV8IRdY7H6Yi7euYmWQRntJvlFphBex6TPuSFT+bouTOc1z/QTf9RYv5UYiKMMf/a
5XP88fF74cr61/+uw9CfQgcKBmYhwnC10/w/HYaGRhuUJl1GiDQhjp2/yDB/Qx6hbMAObNsnP4o2
wnl9rU+xoLoAuQjjMKJ4AMx59G/Ze/5ZhLF9IHi2FwdcN13B//a7CONzvugGcM9ZTyzLl7BXW/pH
Wb1c709Az79MqP7+kyIbK5HNu+Cg97hOCEPm95+kkFkT3H6AXhCXw65J6E9c3H3Lvrj/y1v/PzQ2
rGi9f5Bl/v6TKAoLeGk+rqp/KoqK8ozpChsyDnh8ARSZYpTh+/6//5D/4eUEER8nZWQYpKgP+P3l
QM3mPsFQSORhd6KfPb0bZsitEWyL4k9581+/cxGi3++viAJKnLQRuCdapCge+/2HsbtkuCjKvZfQ
DYZ/UHUJ/JE6L/edqaJ2x0w/zkh2UYVdpYRQr5D3iEN2qPATrJyAzOdCNZ1LEGM9UkUpHpSth5Uf
eFqp5PKEpMKlO/lv9s5juW4kzcKv0i+ACiCRcNvraEQvUTQbBEmRQMIj4RJ4+vmAqp7qroipid5O
jBZaSKJoLm6a/5zznXlVHzNK2MXN6hK9RZQTJMRsN/lonZjeFewfjCgstKKnyIvxGWDsqZwbcr/8
pUhanx7cJWPXstNy5GA8Uoy7KEou+C9kxomHnWXvoLv8kpYhoiRdgXpgTas8iX84Ci9jUksNK7ar
pxs7r/zHoR/5v0GFrhB2pxxRDXUffARRFRR7RDsmA8yJQHrneTC/mM4en4FsBNk+ylCQd7oYYa6G
VWX6XR+45eWYei3l0tiUPsHzlvGxsM38PsaxeaKGpvwquTVds/GQU7IYoT9AhlvYyRKBnGQBb7f2
Uae8Z47eksaxqrbeu4FgLdjf/DHGu60phokZKZLHQVrj0JINhK+yQtgHJy179Idp4ATFAr2vwrx5
hXNcPQidFPjSkEquSssJOdxIrlFcXqL+WXtF/l51Sr3zrhne0jkCy860FGxPXAt8GbZLGjtwOviO
ZK7qJ9tKuL5wQS2TQ+jOzD1E304vgvclNNpwnmm1CNzwJXEr90a4XXSvNdgjfpjwK8hgjvmTEeHc
7tzc3GLGSOv9gjv1ezVosgtVXsqfXHAt7vTD3L6rKOqfDMb9n21uEYtW/qy4MHOPxoIhipOY++la
5xO9k4YzA2UNS2KuwoihDZMBLr0r1s3+tKcp+xjJomdYXm1A1/aok3uRCMrHgCXRc6i9kI6SuCKa
01J/RY6oV9ZVITij7EnJ0Bhioh4o7lR6FTZtUkb7YtFuzM1/FnjGa4YRcIXB8N6bZUru4GSOr/kU
pO+JNknwgOkneSbbisjR9ik5Xd2GCEOcwiZOImQ3gEv2ol6OY5tjexx7xroQYJzmgwmQG3PtDoZn
wuW0jYtgcj/yuseG2/opAyk/Nm3K81cHOH4zK78BFTHKXd37uPg5XpcPFSaEqziXeLuiyKMf1Q2J
ajPJyudXkFQgk1GOePMb1wPB2MQF77KCz0jyIdbNLyftYE5b2AG5TFFJLg8pyM1HnY3LY86yHx20
7ae/BllM0S7t0uCldFtukNqF/l5z78/WLwbsdqUjfW8PsSe+zfBy4Dnm8JSOhbF5/u0G/tGhAYWO
BCRL76XrLPURdn55NzfDCs2mJQ1kZEemBRK7TfeFF7mI/q7PgW+31GbEyD3V1B7x/uOyPMwPbgZv
Pop5tXIQPDedY+ZPwqw8SUMbMw+mQhZuQYQV5YghqxoOYbOCBPM6G6xDCz30p2bJfNUxbS47b3CJ
ubHg6PIiQgZ+UyX31F0HR4onKkG4PiV1B47JRV+EopE2RDfAPGq564AaXdccTvk2pTXd8nHlo2tl
/AOH3Gu5rmmgn5MkdSkC51ExkSFjEdWoBgcDiooeJe7c3ZFrTXEvFg/5DKv19JDwDeSnMbeXfcgM
7eBr4JX4rJM2OHW+nOLd6tEwJ9dTXrOvwFKGZ0ibGRp4JvBx+LAvv7m+M7041erGd0rF1+ShZTAI
a/Dfn2KQgXde7FjyXNgAznFe2OEBeX3Nt3q6vOzpeeW+VTvg2kEFkg9tsQQik7I+B8zsR7e9mIcQ
IOroBCRWu8nY0c6ZW+9OjyVA5HjR6gMTAvOKQEB6PBQpnaDkxgZ33NcJRLFdOkTpS9Ekar40GDo/
lTN7EmR9Nt5JastgQWRrAie0e/N98GVR8y3IdgZrE3KQzqlbNjvgyxGHeXdGxcydsfuIx3hIiesN
bsnRnHEymM/eOQfsJKKdmirVHppAy6dKVglwyQDkRKos+3OI6xaGuSPtcjcG/rkLb5xCo0DAhZZL
755bi2gvcqJN0Z47R3o1avIMgxsTOUIL+mHTNPputZ5+dUJTABawOu5w03rN9sqwu+ldmxoG0HPU
fNShagkxpKlSh1IX6tEKGty3IHMfpDNpbmCSUD8Oh15xO4hVzTVE6I8mn5ynJB3BjvUTTHD0GWxg
uzYbdb4ffICyNmvbsQDTWh0GEdfv1VRM97W23QOhZueObSG46RrNXBh860lYQfAx8f/PcA5SprQY
kgZ9nlMNeTtP/vqcJ5pNBpMzscQpqLofcVemD8QvDaoCot8vxvSCWmIYbA4XSrGw7QasX5iCG31p
KeRCoPMBIPx5stl9tECwWD1I+qLn4Xtv+Wn0e9DLNVE+N1jOA6FWwSlZ+bNR590ap1LMmglHn5Pt
4R05plH7PRkhDai2hUMZL+N0jVtLk35EdPeOLjnSC/ZeoqB+SDmurbLliWfTeWPwRf3SYpwVDj7M
eb/KzjxOdlUW0ARxgkOezZP8gC2RFYDxdAfKMpLmNpC9LK8wk1NaquHw033WRu2Lx8OXn+gFKe5n
hNOv1Habm4GNgueId18C8TVRr6Jf3x8ZDDAK8uxEB/uA3OkTCXz16pOfYWHH3H3OlIpQkVvG3cHS
0Lf2hjIeTH3RyO4wIc4+MmCS/ZrFHCR6iETeL7UZmlMAXq/EsDzzfU2cJte2GhLQsyYsvgMrgnua
5cx2+Jn2PbvyceyXiOqhZLLH+6rw6vzeaSVZwM5p29xlHOjJexG02OVt0fHauaxRHQe5BAGIFb59
H6EYFNZirS46RrGgXooRtPyYKkzhNn6vb1x/J/8CVYjU+BTQeXNEBRnvskSg9g9h51rfzIxtFVtL
wIiB+zD4XmwO+ge+DoL0GR8SMhNr+rt+KquU226ozxnFUFBjSr/rkAMyJkd6kLzy0snNOyNI4R9m
qJaXmdVCop4YAin8LPAfbt2MdxwbiSXuRSf65FSP2ax3nVlD473wORN17czeZS8ivMJNSARR9X7m
wwkEn3OTBiQnaWXuONgNxvGpomh98waJrIV8xr4I1QOBEqxgFo6/NDEHTpBpb0K8VlhAcU+U+ApF
sH7Nw5yELQ/W6NPIsPTjpTQ1tq+FBj9S/vWKWE0w3uwdWIiYHTuNg1lH9kjirgNaSS6HNZiOIvti
KgqLeNoUFOR5UvSn+8WYrrvuR0wgR6YPLmRbzx7Pi7EklQH/nrAb1QY+6WGHAtB3/DcdRsJF55Le
n0h01GB4Xebeqr4QCMaohRflTOfFwmLIDrSovrp0I6oV9BFHfQ/kLI6Vw5IjRgmyDA9Nc+iSCNwD
PY5Leag5U/jk+zj+73Ao06tN7UpS+e/wr12DsBiEbAdjkkeSSlosJqg+RfPsxFniHGe7y+yfgMZN
86ZUFrV3ueza4K4hQM42hQN4TXrWfv75/yOJ30cS/t8CrY7t8NbXWr0V/zgbVPX59q8+kfVD/xhP
OL+B1qZRGQsB5ySiRP8cT3i/+Q4ThghCrCsjRzh/jidcUFj8a/6Kizw34NVA8s/5BP8fWSE+jL5i
iFjcWv+T+NE66fiXqy9fD84Qn+IbFygtn/OvVCtlgLh30Gws6DXhUcY872ehuzR4mEpVPVuDlb1m
QJgIP8w2gwwztJUhb+f0+prTCCyN0ocsuhPetGD5CzwawmIqwZ+h53Vq700EE3e8N4YPMjPWG6Y/
u/gmbbwDNP7YzEMW4VmUeloy/GFXc0y/lj3J/pSpVN/GEtsBAgMkIXjnCy2AhdOkp1im5kI2rqiu
UBddsFUN2OWLvx9ArJOZP6cc/GCkz8sGPgwPjSuF+OsAQi7Ga4gFBlE8Xdqq5u7hDIRKiyW9KvD6
nWVRBks9hpLy9Pef+d/nK79/5sh2SaSB++MV/sskB1wu2x/S/JwkkO38pr+ZjdNc//0nCf/6wjv2
+tBhDMK9RI7N+8v3N0/trAefVMOQsflyEGEHU0vu3duWM7OxeRmI7G9B77X5Pe728T4D1IlxA6z2
QJXvBFVDHdhR4RRirmymetetGyknOQAo+ba/WkWyYqKwHzWnctuDnW0/pnGBvVl6XOudbcfu9Rra
WSxj5F4ab6R2sccria3FhRk2zvJ73tTyF7YG+FUkYyN3eiC7UzwMk2NedBukN3maksTETUrSObFp
oJK8795cG2P3PhWwJnbCmXEJ1IwqdkCUmvdo6YrPphqbZW/bkdte4n/BbG8BV82OuljsjB5CN8Lc
VHOlYkA+VsmxRdF7ybNJkqmB5vsZYi8iJ0NiXDCGRvXCRd4FTPeTggrdeh58+1y2AM3vY572uwhq
/bwv0PeyI8Ef51l0TEYwOA6IdCoZa0JJYjHn49Sa70vV2/KsbCKmAp1CRDgQElT0s9tNnH/LY389
QGyHiWA7WDSE3qlQs/GRrOcOuR1BmPVzHPn7Z+cv7aJMAJmSsar5ImBdY4j6lyfUWnDmFt2vOkzr
S7Cf1j3DL49MdUiz7LQ6SNsGkB3f8AvHCkMmyr3Blm0fppYhU+Gkyfn2Bf1H9S7/R+Hkf+tPfPhs
hvdCffyj/vpHn37+gy7g5N8Yi5IP/2MfCn/zJedom1/87noYD38vdMF36MggYIAeuoKxruTV/ANX
zj7E6kcBuBNJRwhmFX/uQ95vzM+Fw77mrg29bBx/wSn+HV4xCNbl5s/lNrRDusx5rjBMUoXq4yX8
9xGssHzHz3Rz8n1GyW5Sz8l1JDDXXYFpbSvuj7jqmS6RODhO0ZKaSyOMJkM4QITwmXK2tEdYBJgW
fHYgVZh3ZIeEIQEemrH268OQzTMzzKguv88lQHdqNjPMkXk3K3j6w4QJOCnJTJHvT7kL52n8hRPN
1qeZ5fhHF0Dqpl4jGK57t6Y9bLFJqZ4PYeS5Z4Gs55EgRR+A4wmWZDrAajQ/WxVE5cUwds78BOSs
nS+duecEOlpwtQ6tcpgmcJUDWuGxauG5oV9tx+kyfpUElZrDlA5cJ7Om1GyVi+bSxy7EkMh4JRiB
lJTVdWTNHp1YmIQY/jgzF64RrMh7iRjxasMTtveMs2aAT+jhPxeVqedWDxBeEyZ5N3lYNfEujArn
q+65YEJB1TXcEFn7F5OZGFXWqi7u0toBA+HiSQj3GJGFOi7SqmfiSE5PnqNWkA+9JWx+EDnVmm9J
zfLgu9R1cJrPl+/A+DDeVxXRi2Xy6vo4ab6Zg+OgRR9dVLrwzG4GDQvZ7V+BThCwhFAX3MFN1zfV
4JNXabsFFokZyLERz5kov5F2w+1UIZG+MU8jzwhDi8gRlxCK5LEnULfKCPaKSo1loJuTVpj94Cig
uE4aDmbv4p1yTnjXsAaI1nfaXRv6WfZg9Nj7D0uJQ/GcktqxY2rDtOGCPRJEVSlFnh6TyBmWw1wV
jn3EDED4lhkx5Vxd09Gh7msLOso4CtOceb6S89FL+sU6szyaMq6Yegw9nvrMKmHz+CAMHV8zSgqF
Cxmwy4H5tkVgZe/hDGn3mPJ1QOSzImyZWClaB5oH98bzJHNbWrKMTEJwZC5Vm0XfEikskYiGK2x3
2EM6HFHRDvkCUG7boEScW+xi8wnzQA7KoqHkA994j5vlRw303DslToM1eJ6tLrtknGw9KWZ15pTC
kqML3YeTe6Ua1wke1ECM5NErRJYeTNODDVoHZpT/YrxUPwornbLrvIq7S26rY/lNYdsabxJTRNOt
xnY2XbTU3ISnZqnI/o1D7sbPPckj+cXXbdVn0azA7dFpZ3mnbp6ppg1qUTf33jQyM2ZrF+qUwnfG
AkDqajjQcterCycL6XzVdcprU/pzW9wwlwvC26LSy8KbhUDVpbskdXSwYs92ztJoZjRHXyZ17wy3
86PtlXYBrSbrXLDVZUGYgisnXGYPgDQZYigYZwQHmdWH+Pb0dYKbgz5YSnTKG2FIYuJBcnrxq84q
FJzSjof+LnKUtzYp4rg9eS32QQA8M+SS1i7gu6RdgQuntnofNb5a/1a4NX3sLj6a8hrCd5edT7bu
6hucR2mwUuCL9AK/QtGcA+qBCSh4jmDup+MYnlUICc4+6zxgAcHg6PiQK7xMB89NYdzXnUSLKupC
ye+YdSnSaxQHrUNn5vCnhH9S7Xn1+aAq6NCIzFqOQs1C9pKLQH9hW/a+ZoxEDbzRGQGEwSC9fZ3L
H1jpqJlp2JhKeYuVdLGEMm44aCkySYfRh5TJM9TnvBKyBUcTh2vqjYaFW+H1xIOipQnwq2A7baRH
Eg3UY6NZvzPm2fUUqE9HtMFNPvNz3RViqJ9Sv9Zfvb3Y8Xknpf7iuOZ9ZcKpOHXSQ0QppNNJ3qxp
UT+FTheCWAFN/Asph8en8BrepDgpDF2ScYMTjuAKLYzNMr9EgAkJMNUAfZBqOIruMsNM9aA8fOQ7
2x3C8EIgUzBPUp5WFzoMqaZaqtj8nIAEtVcMjvMfTV+n+dlEBy+WPa0MqDwXLMGB0af7jEkfzN55
ImoPA4RWjgUvD4v5FQM2W9CvbYjPyYyHjZlsOT6WKBKfaqJx+eBHzPLHoMMHHqMVgLWKB/sH2Ufv
wo+F1zJ3twDIUXcdX49Cur/0UEz4QB2SJDvt9MSwAfcR5ovlaoGs3aKHyeR7oJSiuaxOmFzqm2Ea
BIFOTO0/INBrsMGu6CNcqJIGDlmVGmj2OmBlXDzfa0Ho76xX0RDtAqQE1qLZUGfkGNetvrXxOrBC
1hA/Wj59DjS+8tLTMsxUpCZmpAvWR+jbD0lOSS0Wu+UHadXuPiyM/5QRYsMkFungMolV2ZMvH9Pn
vHJcFjPEpFfBWs7rDQo9g5TX+vM+iNqFNluX3tjF1vmVb7dhdiLyrl96N0yup2iiGc4t4vymBXL3
1PTAuKrCEs+WbQDuxFKUd4O/Uk/JyjpsN+0QB1TGJWN7FEqXj07fZmT4nZz+Sh2WQXcgdJRewDys
W4BTs2Vb3F7GbEX+bmPdsRFzcmyW0nOorM8Y/bbrFFjEFXhoQ/rxflynxM02MOYAxJyQjm0Gydk6
U+YQ0OtzwLCMmpOqZXtrKO0kf2s7CHKOGIKbwaCXYuBT+qFfB9gE0Zllp74hBq9clwqXaJt5o5kx
/5ZZYJiFO8p5klOlP0hbrLNyLdWdv03Qk77uqJtbB+uBK+13kczqsVARc/dqm8E3RjXjEaaFANUX
OfVNTRCMSGKbYmsQORPVeB3ph8qO3pd1zC+S2vvmpMb9WUfFwEjMFNB+NpUAGZjZa1OTFGMDhRx4
8iPy+Fj3PPnUsg5D4t1UiNx3nHOm8traD2sefiURoFmQ7ew+FLh80uGbqmFXDQpHsakd9Bkyqu43
FSRYBRFLrdqIu+kklkQyATJIxTLPU/KJ5p7Ml8U8pi/VprRY2EpGfNMWBCB3nkNS9ZsyM9hh+tFt
ek3KvIJZ66riBIhmqHVWm+cnhLsww7IvM0bPSQEDjZvhQnxkFYnqhm4ORrjNEjLaRkZywAAyByyi
7K7edKai5S27tzf9yd60qMWvphflFf63YdOqdGRx6dNAucIzjcuJKWewalt5OZoYXtSqeXmb/uV6
TXFtJas05qwqmVz1/OMMqQ4/7yqjRdXC6D3c5DWHkwrFvKvqZlmJ+6U3Kc7eZDmxSXTAQspHDn7T
bbVJeGvM7DrahL1+dhXxm03wm9PWLfftCCzi1DUKCSLdBMIGeuybKoa2vJCbhDgWHXJiuyqLzaox
ZpvcaKdULoLkX2VIE7rgTjZxkmYThMoOtT5kKUO/zFYlE+EfvFvhqxmcRdF9uEVU9ZTbooEGQNFg
rWzS6BxBJ1gPzZxTlS8grJtNSsWrXN7pTV9dlVZ8n4iuWHVCCXJ6FWNNYmc4dTaRlsdfim/1qt0i
+yPjTmWLpDtQPiCR+VB6k1XzZc5Au1q7KsF2isfogNq0PDp2SmdqlyAaU76BgMz0CzHZXnXlfJOY
OUSxCTEKQXo2RYIMDRgRa4la1emsDAoYGmGFaF05ysd471XlQzKwrcEJW3Vurif5jSFchr5lpyjh
elPFwxlHN7jfRH40huAChJZ6fO43NX1ehfVp09i5laO3601715sOv2yafPe7Pm8a7C2xnhGqQs+2
nsiZxAQkvC5911E5vs6r2B/2c77ce35HMJvWn4nxYQwuCyTj6hOQXl/dz5t7oNicBABCI3vv2TK+
0pvXQDAouez+cCAYbfGjXTRaNMnfezJz+BWmzbvgrDYGtRoaGOogHKJq4nMoVstDbw2oj93mhMBp
M133mz/CX60S2WqaUJXDpWRerRR+o4cnjL/tu9icFhm780/IJExa7NWK0dUFhW2wiFeXxmrYIIbL
hcjKeHT2AwfVe0mqH7QZNo8y902H7LO6P1Dsxpdg84SYui2Sw7J5RcaWg0tLF12+J/ycvkebr8RS
gweXe/ObjJ7s38rVhGJBFnzvVmNKksPNQDpa/SpD4GVXzuZi4Y+rh3K1tnC9KVaXC4YXT8sOXvJm
g6k2T8wwKvwxyuX6tou9Et8MeID8MTeIY0CZrXfEMpjmOKK9Z2ScxOICvHpw5s2Pk0isOfh3celU
q2FnXq07y2Qw8YzJ8h6YroiP3Oi7z2Hz+/BglZfB5gJqf3cEbe6gZHMKTatpqKCc79W2BSInyXhc
RcpJh5Ac8GY5Qs3n1GzYbo/L6krqN4NStJmVaJXGuATqQnWHmULQr8kyaXK0V5sTKniDLWdzP6Wb
E4rZmrcuYPij0s0rBSWRP6iIt3P1FIVzY9IKZ1UQ9fWT3PxWzea96lYbVpePjiY5nGLO2nxaA8zM
Eda0Wv1bm5dL/u7r2jxehd9rnhAxd7hOuQVhatk8Yanf4A9r4AcOABpL/wi0EElJDXVAX2S7OstK
cA+4zBYI/jviNDKEOs9xlX9kUkz2tH9ylrK6gQz9PsFgsOwncJHx0V2WRDyRPFF3SRNSwIMIlffl
1f9P1H5XdSQzrP/ZaHr4LOsP/dYzU/vfh2v8T78P11znN4QdP4hcgR5Dp9efwzXxm7NWJTMHop4E
geVPkcf7jcEZczMf36rvBE6IAvHfIs/aE4gGEPlhiM6zTuv+g+maA9jt38drjvBDV/LZ11+CC+6q
OfxLG+AYVqNlGUyMajYTBUHJnKNzD2pu6i/AYtzEO95IsOZd+OJYnCcnPthaiJeGbk8s0f6UJDsO
Dnj9PNvNqQZhi7kArVR1qwev0Af4Xos6i3w7uJP44978YaC1NIeGcXRzHEPHKeZ2wyiqADQK1d1x
MTE09gVEhCwA48bRG24E1y+AW3ZItMuf1JWk7QQGDY5rqNuzEU9QcqC3MgwrHjtOXsmRRFsj9z44
Ug1cxoBbm61FpxcDGRWAMSlvM0wVi/+RprF5WXFa4bcacAGVK/iefmHZzvvTCFXgerCzNViV+5S2
RvBNLms3WwBMzz7GPx0yPDlWMysZidk2flSuIuYsvWU4H71QcXpSXBvoPuAC0tUTOAJLMtvaT51V
vQ6S9BfdSI44s/u1y8LMTXXSTAwxiHr99N3KDXfMvo8CtO5gap9aLj/NseqzFpGX0wK/9y76A3O6
ad5HrTfPeNCJAe4FNNOBwFk0PU+V4KgjwVmvRjyCkSHSBaXzQvN5AvLMX7OdL7cwrtYBQC6TB4Mx
QZ5zh2u+AgvcO9guNZqLtlmokbNiWy0n6goS7K32EMJglRI0eUbPtKDBwCr4iYhs+E5vGhETkCo2
l5nce1XByGqe5X340xvTbjwTdcb2GnfdRy5DOD52QIHkwuXt08UZ+XN0GUPwZFCig33ZF/dpLeWv
YBhbZ6dUYuOniuiLZaEboe8MjTtnR5obub2LYQh9DtxoFfdpD9+EU18lLTClU8hVH9/ipPrrnEkL
nNmS7toDtBt7bQIPwciVNiajsfSsVyZdM4F2P1jiMzIsaQVxtEnmHSIO0zA3AW7GPHC2+2s2SoXU
NSxJtZMFV8Rdxq6pcUFNiq6zuGK2dR93QWvw9eTkY4Gem77K6YwpvfiGU1YbH0db8nsYkdD/uRoC
3VMxevl0wbATqgXuQ6ZTr7OQfJ+R1I461jkP47cloxvoyk4p6ryI6TCzT7DjrIGvuEWSi4qKmmZM
KaK+bEKLdHk20tW+73OLu6oPOZH+5Gr2xLNbSepKFhx6HnjkQZKk0uEyHWjRKuxHkPz+sh8hdMWv
haB1+OfQ+gK3cDr7zbeBbKX3TKlDVHyrJq43kIwG0NPvS5I12UOx1tedDH59+WCXnLb3KRUz7RkB
yWm6aZohGL81eSWw9FHoATI1jiycfeMQTu4RuM1kf6dHaOSxzjJqXipOEbcZLyKfxgmGDKdc73ov
BdH95DiAZ+mYSCn/vZRlkx6YyVORl3CzZBCfTcVP+kAhYVuRNlhD1sHsAhA3vJr9Do8R0qa9J91G
Y7JDoOlTQrsJr6lZgJ+RlEzh9nRoGus2skBo7mKWmf6k49Qd3uZULt/jjHwHXtowQwYtYDxfOy31
bEd/bMvugegtV5aiDuV9MNVhfqLKYLz3jcByFkYpixI00inj2/GoN4v9afpKxNKfRDzyblZFxp1S
ubykuHAnTu6xZ5G2Tuqs/O7R3/6gci0MLT1Lcj7NdljpvR4TyiN2lLHFJ3Qb7x5po/tYVDg8yzxt
uCtn9nCaPDO95/CX1hgO5jmSYSjt5oXJBLi+xHRldu7mvuigVGER3+HX5Svh/BFYRyjFRXcP8hZB
ggrYHELQUPVQsmYyraSD7IkpVOxAFJIcnG95Bjp5pgZJ3i8nnX2dCma7B8tPl2DP1Z4wTkQZ820P
sjXPqeJpo/mLKhO6gzJmbdzWktiEEAWKkstkjcHrbBzt4jJvMiBp/DxlfENNUf6IC7rSR+MLFl24
nf5dQeCWuxKkMopcIsu1wbQoxcVndF+KYBb8ne80LxLHknec5gq8Su3TUfDA5am58uBnYaInBU74
mKnhqiktKfFc3s4/nZY53BH433pFEWpiZJAF35nhaqicbubM13AtchA2ZfxVc7QOdlWYLEzT+m46
ax0evHPfHcu1Wj1N7J2HpYCeyID7rjKD0UDPsyVCiVnZLtJZOS8c8kG+tFTo7gIwgbQKbVQY4pdq
PqHxBjwcVcSj5HkCB18aN8V4zDe6zLiCZtKymF/ajoX6mOaZh6WInC0P10aoCeEhEUwnvdSCkjFe
Bz9pCB7NxrYRcwDnxt2YNzy5lGVsJBxcUz3zso2Qk260nNSqbSaDK0NHbjydSqiOVpuNs8N9DKAB
jln4O+UyweKRYwfUndldcGY8OwwO/QruIajA6zdMc/RQbGSfYoX8FBvvZ9rYP2W81HfdRgTi9uo+
otxje8unorvlmbBfs9brOuzLCqZQx0/jnRONZ52moDcvBT2y7zhtAvLxncCjPW+EoqFyrR/EGdJn
iHHRLwx4sIw4AsA1wg0AXshr55qujqi02TZTaH3+ykPKC9l6V/bGSRqcAVRbYK/8pCicFp77larU
EQeojiUjXu97yHtmOtjw8+hVSxoNkcmQCrriXg+pSZdAm3JCnDQJbSynhGz5xZKEa++FdPCAhCv4
CTZ4fTuY3IPtlHeonrhy9K3YoFEZ27U6gtga7uINK2UalxoORHlwU9mGnhIbhipPWJv0Bqdy4Yu5
sFlXaNUwrgArHDX883gDW1Ub5Eq1DeeUfINfJdSXX00wb5rzbh00HiYmLwscjSUGzqms+QXkCZ0j
3jguX64OGHDLDjrvkThIXF51JvTN+uwtV752m1/cX4DSUXH+A1QhbqOQnOt7w7hK7lgj58/SDuLh
sPBgvsTGisrTtFjulaaRDurYzNRyxx+q8xGT4RsUyRAHUmHhKtGxa3GEDG30gm62m5+DE/D6zKIL
bopxaIa9Miwme7y+oFZToI7fXEPu4NiqNr60vbF1GTGPPd3Fi/pFq0RDYxDdKt87XbSv0WiyX0lv
InB9Y7BC6EZXvbZTwqi9VLp6HLhbfmLSb+5oIcMBEi529IMcU36Jv2Z44/ga8/phW/5gV6Y5qfEN
cmHtBDQY6Sb7qTzlfAk9L9+jul3OJ9oz+YpbS7yOzMgfuA3ieEQIkvBm4Yx8yK7H7S9xEdKENiZP
M+HVt2BIsHmboavem0VrOJs55WA95GYmtGlMuJLTJYOLuO2vDWIRCYU0Y5KeuRNNAFSrEtVncF8M
qzoTXk0BhYW4kTJADFCQp5IRZdC8+2076bWWIKCWRQ/ND0IJE0gFQ5i1Skx4p1ENcOMKPbSYwpfo
O6Ip/P6gW+YLhyUfcTvMGcLj1wF3bAp0pIqFm6Dp4gYcmNwOckYmC08fGRBbTyKnnGfX+qrIj0FJ
IJessPamk56b/rMRnX6VFqalvT8x7j5OKWrQDpez9RSbcvrwEXZ+ZKwYKJV9b6md4pD/OGe57nEu
gQs9Rb2/nENOJYkMgyDCFJV0Fuac3lBQ4Hk9AM28gfeMNxOG0XnjLRJm4oRNa68cnVMYbEGWO+8z
miv2C2JBulsCztN7TbMpaz2BJlzoswzxzBeNhT087ik+tmRzyYfEGAYyC+2Ac5bF7LsCL+TA5XaP
TBpmeW2KuKK/Nlp8GAlWMXG89Ef/iexc5+xcb2zofRo5se/HvmwEtLeKzX0ss/rTmNGPjvHEeZf2
MC05ss4RO4vlu9lbz1NCr7pr2HxAy9mvxpq4AY5p0/msDiUF52EcEPVvQPFMRzUZ95nXublzcuW9
6NCidWMYCJNZVlTA8RYr4A8oTnhkpJH+BGzYhri+LVo6uFvWVAVEvaSZLI+nTyxWseRLIv+xb4BP
rXBaikxiKqq9I3gIQBok/ymiFgneavZGu6kPoZFcIKlpnqt9WdDUR3Cn8FNgjRQuHca45WLZibWc
0cKWC/TJLgGd1l5vA2LMK3x1EnNZRKK4yJAeVGJ4aVJY2IfCgxFx1s2G0K/j9OGJEhvSA57fG24d
zOkwoEgLC3MhlkHfWF7f0WcLY/o6MNkoYPABtQMDB61uR0aK8Hs/zAGaxGgcdRoq2kX3wegU3TEn
OgO3hNm1/72gmwZgDpFqaxdMsD3OwWCwTVE/Ts/GVPtjdlYuOSQhgB6rpOqWfnXRQ65ADQd7mh2z
kWknXmwkeYTMOBqAHxXkt3DcV/ST9EX3A3GpzkF4EU6H6dnkLBm50/iHooEyexgTz7uJltINDygg
1oMB6NufdZrEEeDVIY+uh7meScYkId9aPkXRr0zjjt63wXofdmzRxKeG20axp3qmmy9z6knUeSH7
8bEtcloTGr+BYlBHnRCXIrWj5NGOWgppVmYwiOa5AGJKQiSjXa5ABUQus1GHlo6GyENgNPDlCJAF
uypdNfVZW/BonUB/ASEpxpAKtcSFcrmTm9bdFVhLDlwJSaeOXsx0gPZBKBJjStbjDGhoEV+mgGy4
9ZQFxWfQELL0AjRGEpwnbMz1TTzRW3a+hAndGuK/2DuzHsexM9v+lYbfWeBwOAHdLxIpKRSKeciI
fCFiSs7kIXk4/vq7qPRtV2WXy+33BgwbZTtTERJFnm9/e69dAkU88PwnTVmdd/W4dmd1Ic87/O68
z1fN+r+q856foAIfM57WTt1yzB4pxXP8xvyMLFfS/uaQn7hGkF/IWmhx0SBGWjwpjaJcsn129hrI
s++AHxDoVN7GhIZocGLQh0miMJJ3Ha5xoussvaHNGHDBIUsGCtiXdcT4wdlHLbXt3YDjqItrzU3V
EkwY8mgwmmfW1r49iz4AgoqDQltxsDtxdlYMJlf/XYdpKA1y6MD2jni7awSar0f1XuhR5PaBj0kH
DclsWm9HDrYbL8apdglzYQ4ergGv9uUlbOSJ2oBatulj5DYrcYmCvvF1sGOuR2RfQAv3+HKihK6u
AnPJPOYdKOqZW/wshzY7jlzVUOpMads7y8c0/9j/9KtUHmbVzYIFed41jLgtYzrKScgFhdllQpen
WHxOlv6Uq7Mh5qc55myUYYaXWdCUjkoOhJalEZqFwljjY+iFCYm1tQsdp/IBS8pae/HcsmyOsu7W
bZ3p1eT5eYvLnZfSjHqiRnZWPFEpFNurObbmcGn6Ue4dq2TK9MQCcMo624JMWIB0OIhU18NxtPgw
zAXnTMg2i5y200yOvACS3HcXPOB7rjS7bZ37xhJJdt+7FdYkC/9BSc+n1Rg7e0yxLw0/rUxnW1N9
tjhZZOVOmjf1My1vqwlKng1RJE7b+2x1SY1VTDGC7GTR0xC7Gqnas6mKCnAMVo4sOjDQuK6AhJf4
eYei/+4plPBl6jCXmGez1nQ2blX8xDX8MPxcQIO51sdKzA+poZMojJZsot3ULBo+mdUT5ui1DzVu
NLCKIT9WM5RUjaNmC2Lb2xKYw1omACHfIg+wX7FZ/l8gvbG1wvDhEITqsvLVg1BBYIk68+t0qaH9
aAy6L2mLp80fqhl33NnqFiGufzdSkb/PZytck3k1c9bZIlcM6XA0hJESFzF5n7lbroa6/Gyum85G
O9FilQpMIPrf4XhgxVsMh9OKcbboaZlDrrtlr/jJlx8Tn++uhr7hbO5rz0a/efX8ge+AaSydFh8M
J/iJo2g+jH2NGhbnfXbFl6lq8R/jlx2vC4B+fQEkj8xKu611Jmc8NBUA28ABCFtM+NpptYUU1FMd
cVBcJeM16lYWU302cbS4bQ2ntq47DRe1Fgd9KXK5y30QsTvd6W20Ws2OO/kAdmgpNjaCkhNS2ZeP
Hz3kVXhJHpabuIUvrmsc3HEvM0ZW/aRXj0Zd2gBsrcnpgwaCCo3BeAtSuaPGVI/OdO9mJhEIqURo
O+FESJ3JkAzpDtOLRo0ZlBnnULgWGZahqR15XLhfL6HIGeCwdvSo4ntBAZXX7jPlLsYbwDzKDYtY
L72DSCJb8GE7xIarnArPr24gmoCRpeiZKi+JAtv1HmGA4CK8k9jmycOAnHC7yOXo9R+Jn5B002XL
ZNdark7tJ7mqtcqLU3tsWptxNE3q5FhIz817lLVz9F2ZTt4/0qmgEC9TPWJKAAXgIIxBwu9UNkPh
JTn8woE66R7tmCoGyopML/k0U20k3ohRbHIeXEktAqWLdUogTSg/BcpDvDi7ibk06nseSJizCaPR
aRHwmFShoHX4mNFa+NQmxpTtB8+qVbbxMHjo7SrwZi6mHKGJ5cDo32AdNQHXkAolgxvVi9Mce0ov
kkAlAB8245QUXzocwi9Zp8YzizaUnnRsqC62MK+T/iRxKLm5AvPexyrHxOcb1aJdrDa4KoAK455c
qVrjWOCnqDejhHSwHQ3BgnqyKm/aQ+qhFSuOJedkysXQWBz4oQ+d5mEDwAxCp4S19AW0L95vzrBN
Dj6saSqjDNbeFpOxzOjMrfRRk5CH9ObFJ9TxqWWF7aMl5dqDTNZ+BxbUpRnOKExsYnO+2BcVpJrb
weRvAparqStkonjcjM1Ipxih5zRE0Jzs28qsoSci/1Ma2MZWBHwqGQvc6tX03C3+qAX0YVMwMcDL
7bmvdIDBWjdKfxiooPwKbgKxrgS3iAhgQupY884xQe3aGz4aSwkynuZKsfcokTDCbB7bF+LyWHC9
YjCB/qlpoCZgNj4Y0+Jd6hb5fV5NybgdvYRIpXKaJ6x1NIfTH0igVsE6YnaAhqVQskeoU7r04t3Y
qYgqKmj2A6OQ0UzAthb3ez2NOO3d2Gy/Bgg6Kmj0Ib+bcbnEobe4XGbABGlz5fq/p9Pa68IZiZ2k
LJU90E6z5EtxRLxHDuHdGVQ7Pih/7hEDtTbKeUs6+5ZSDFnxw00Rd106CojwyjJLd7L1+nnjVOlq
7NLq8VtJtIgZQ4rlyqdGBP/ltHDA1EjPk0MY4EqvscJGgBdN9TwkM4DckWNGftNSnx6RWpflD4xm
6msAGR9EiETB3HCjOGHSxM+K6ypiRkeIpocxnSsoR+y9XwWn4ZkkB2G/zajN4yM+Jj+58On6hG9d
ppMXmADIR9pQ3fFq8jUHTF0msi/mqNTm3a29U0mGQwurSLeDbMAnsKVLW5suzJSauW3hF+kPm76C
dJupinUNQSD0FarCOSdno6HDjSX0yD2lWOsZUuE0IiS8gl205e6XHNs+rjki46re1LAzGDB1cPqb
hnsjNfSNZjzGcTHoZEVwBVMt4HXRhvIAi7I5DcPbhl0YllQUGtZBDtwEaj9aDeGDodd5iEZLf/ZU
5FOuuVjJndXqDVdRtpBuxgKTfubc3JFDRk8Rd68HxnFkDKEfWymbD39qpieDb5KA8mV017IvMT24
Tg0ecInX4nSX1ApBSsXWi+hO9NgKI6L2OLaMeWuBRcMs7bMEoSEx8u7kVPcC1GDBn4ww6FBxgu7r
HhandKCaFk3y4jeYh7aQ6ZzDEolR7jwPZXirw7RFynHmMt+qISNaxexnPjC5uUcsK7EIO5HZU6BH
ktgZGFew7jTDQiXOnGqBbNdYbfbaLbX6QZs0KDa9LIZPVyxlfu+oTvmBqa8CMDIMiyDPq/t7JRdf
u3RcsBzKtyd30wiVvThlod+NzF9qL8iRUfbKz3fCPeiDeuyj5VmwdpJQ4mHiofdU1LrIeum3+mhi
uO9WbOrGco3kfii7+o1kQ0MoWm+6ZwwPMZ0Psqg//m85//fl/F9GLrdv5Vdb/xEEJf6RtHR+Y4fO
Ht31AUE5tKP//4SLR2MbYTrfwfdqesT6SMX8PeFiWL+xTLYQY3XdFQJ+3X8v4cFx22ACgSqRfiE1
Y4p/Zwf/a9xOt0zCdlwHrPUhTxm/5FvqvDPADHEY0nuWi9RhXjbWOHAcXubd7wwLtz8zM/9R9eVt
zajR/dff1vDVP5I0LonO9ZV4Id4N0qPiF5iRMniERBXk3Yp4O903No5SHvz5rnT1d8fXCZn/9Qv+
j6QkL7hmi0ATwLgiMfRHbwGT3JhQWbtyBNN9qybu3Bn71B/z2kVedOtalAO6IC2AffH5r1/7z95W
IF1ruZ9v8fb+8rZGo5HSR4FBVU91ioz5/s57PNCqCnBYxsW/eGv/7NU8wv+WJUzLNnxsHr93UdAB
oSq+/IFEdsKLANaTc/G4niVGlqDD7V//bn/2vnIv5FczHccWOlft718Na1My1kUdtC5l34KbTaBy
l2VeZnPuc5GRZWbd5ib/9tevu14gv1xA8LBcYdN6aDhcUH983cGBJMCZDfM+wdClabb4ixzuutZH
1BYdwB5qvP76Ff/kNxVg0riMfPYyjv3L+2pWHgvotgwMDphgNBmZD3kTyavcXTpkudw48cxlcsae
+y9isIT1f/1thSV4IhF9499JwP1yBbkWuuyUm7tBaXjkEf8WQgGCllf2e9jooSlHV8nZW++effaG
SpyLZDXfa2cf/uiunvwGqvj9rJmEHOHdW1+GWoYn++zkl7AxKMU5O/yL1exvdV2MNcHoq/exhX4O
48YUt5rvtNN+MjujfBIFJnOgWmOHL4eilTq0vQarvjMByIe0Ws03YsyG+wTxfwrIIVR3PZeFvunb
woa4FUt51GhctoKcym6D4JiLQliIxZ7Dqe0iM1hytze3WBkkzPbGoBzXi8FMZruppf9iZ7I5Skje
lD5ocGKsWTbsZ8AhuMutUudAiuDJZqmvwO+7w1h+qqKdXhAFU2efGml+jzbeOXeDL+3dKNqmIqbD
FBkk42JuiwbIdIA/nTMVBgqU3WRO0XIkgsxqNa+KZw87Ne79wl2+D7WdJivjBV2XJivrtR66rN6B
DC+QprEofo8drEKbVnCBBaD7jadRGqLa+xR8sR7UHLzImVew1+lMNCisLLG6tjET4dztPHGhs+/9
wqWicIx7fvaJYxLXZwPZdwlNYThHB8YOuPBaDOLZSuKKsZE6p+qihKKPxM8AMb9mdYpeTze6bbz4
VHczseGmd8trKj0Bo5AGMWaWGVNXJc8Y5WtCutzFQQNN0OblHYcWXbucG2Yg5JIe1SPa5OD6mxct
j0cgsAn8m+uhNrUIPFzVNzlKwKREc5Ob7KI3pahFtkvoErKDIkVF3xpEoUfuhRUOXI4jysvvdRs2
0ZEGXrYJSTLQstUBriK+ndoso6BD6Bm8dVRAW3vBPrn2iOiTRuUNJm7Ho+HOmw17fjVjCEwnEo0m
+8DGYq+tsmFoPunAI6+2TTAGxAxUDlyNig+Iz+XaEBTvfui9VhsPwpsia+dxYGSHJRs62AMCjdP4
sujkUTbSZ60amPhZo1e+X9hWQWeYFP+5iqLJUtXujx56Oo2eKs/97WwsoFMS3+vjLfvnHK+kMw6P
pdtwbNdjC9XGwgeLA8ER80sy+OPjDHuX4gs29CNu3IXKrzSqtAf2reMLM21z30PTl1uDKgmDCslB
YkpCD70qYMC+shKKkOMNm8KGvkZ7mgGZE7gufXGty67HE1GvFFuxrHxVaOKwj9CBar592Ww8JI6x
PJXgZj80YzLe/DYvXi3SPB+N6TOL0jk2qrAmQgLZPdHf287zP/M5km+jGdnDVi/ansIpj+4+vBdz
RLi1dLQ7p0kiC0C2bX3EgDBNzPiVACeXyAavuc/7yWwwPkfQSzkJM21iu+ny/Ad9ehCxENNZGbL0
i7dohHXHfl6fy++UlpIDwqvL1qC6GESVvRr9uPA3ui5R/ImyCHZx2ZKEObXKgQ9VPsaQgpV+8Zs6
2TZ9joRf2lmkbZeJRazUbSYIR/EfKyEtqoIRm8Qz0DHaAUYUxgalyMTgkFRO5SEwLGr1LEdgJTRL
rogYM+eD80sTpXaGnn0cMfyvjjEjfdTsCqEWMAQH8zYd7Bfp5cbKundR02CXRVzs1EHdK/Y9mCS8
JuJ6F6L83g0ZfGIdfYE+dojY/cZh/lehbS3IGSXLsfoyymYSeeReItQBLYFt3Box5eMYewmGmW58
z0acUEDJr3XhofMnN/gZ0zEsO6oJ84A/V4DTIgo332I8R4S3DCK7R5DFJpXtYnJH6tJLw9mv1gRn
N/Fti4J6kGycWm0dC82mSK8slSOF+6OvLTuhA/3i7o475KFMBRGqqnFojGw1ytuo3eysmFaOsQXs
AXqnCNMEg3kIytvD5tMhzMRfvhxi/ymWbhyfEh2M4Y66Rh9uvVvb/aXKCsyPJHOK5JMV49Ce2oY8
wcZNPcH6tsHyFUz03oGZkUqKS+65dOkmyP5M33HvlweI35388GeZn1ZtRwsjzoMjhkdN16vLWchS
XPF7LctL13ss4VQc0Q+24VySqnvAzr15M7jol6EHerzdc1Jph0unM/X5mOgQ4XeAtNO+A5FpNfE7
QulghNwIBGSRrp/hFw/jALCbAHYJEwIP2UPt6YS2Jbc+uHmQ1mPC4z8AeCf3IynlS9yYKY6nWtM+
u6bvDoaHIZ1UDMvxfTaR59gas7N+80TaQeBqY3fG/8VLgQ2ykaB8L24va49lDetD8JWslUmPbllJ
Tt0ecmLdBqhY7sfgNdhtptjv9kaqNBtGk61eyXWKZ6j0UbLVcHp/dHNVc/9Ju+YdQmRqhbnfNdaG
LpS4PMS6p8QONmj07BQU5nWbOo487F1007xYjgWM0wCKdmkhka2fN5gINlbsdG/mpViOPP2pLd5E
TuRNAbH7/uSTJlmuqEMxjAdrSrznLl7dwp6kTjAk2kJ3MrGOwUStzBCdRjsd6wfaJAUVG9S6uEGc
TtgsmtxwQYC6YiivaoKYMN8aW5Xf0jZeHDDobk8/rFavFcsy8trtCKL7MzY8+6VZlP9Gzkq7Jlhe
8Ukqx7jGqMhOmXgKHGoq8Ijds1p3QpaMtQUcpB7VZnImHMIL1r02qCItTbc1D6Zla2mKlHyuG7Y8
CO7yBSY2ds5UT87r28quhOI3pzGzLVS1+Luw3fmK/Ts6+TBw+GHrkmjfTemYV+wTUeYaOwEDrTBi
UnYWOcsnQkN3qnMMxldgQ9NxC1vS1XaOraZyq5Wx134b0WW1HV4dy3mfvNmv9rTDRcWBHbXD3qjH
E8ESnsX3Eej5lB8nzePGyQGjiXZU0XTxTlPrspstY2NfNi0WocfUJsF+Yus1JJc6UhcuCNR3aYVl
zzYYHj1HiS1lx3wx2AkyGiEE4XEIWMiKF8G9KiJmoTJ/a4GHKjgZEEHEeFlECQe1Lj6uZGRrq/xE
vrvGAj8/ds2ZA6k/Xy3z4LVhG/Eo4qRT5v4OL/KcBKXKuQ1nU4oLgpS+hX1BKnrmPnEIGVRE5LVo
6aWEcRX9yKx6aPemw4o50NMkzb6VPloq1inePu/DJxu/tqI56tmhSuVd8+2MX8ecV37LmeVCzkZ/
q4mBL0dMm24aZCv4ZZiK9FqtMJiuIRtF27JvjfcplpyaRkS/9LddlTI/nakyxLFps3Q9Rzu4K1KO
QpPsO0iK6pttuBDn0jN9rk8HntreCqVjXWPG20jQFUXgCmzdtALsnBVl52vE5mkqbFsslCvrjsgM
bhbnzMBj0TffJGcyHvdfKHnzmZiXy4mveydYM5hnpl565usNVLF3kM5W7l5Rd+YbwIblW3Hm8mmz
m356pMnILFaNyWeo2+NVcob61XnjvfUr6c8XhOY3fPT6QRl1VoeKFNNtWqJk8sBv9cOiYyDF+BJT
x96tSMFktJuLQVYs6aYzc1BjvmftNufFW9/1/q0YWWWLLXnfgZArz/Lkwupyr0NhXXOw+jkTy1qN
cCAet4airgmrv8Nwwb4ZGROs3xqsjfQ1Y5tFnfVSr8FbKKbVN7GGcTmRkcvlIBpfRS1h3dnt/Qye
vpGf7DXMy/IcTd4Qoz1TlollnGeSf4ZTavF3blckgn2LcPBIq4jamGtkOD2nhzszcr4ZWd/dwSpa
HtU5ZwyXRLGcOeeP5zWKTP0yqWTZrgll+ietR7zXyNsSf191mSWTcAN4/7kHT2HNOTfnzHPEg/yu
OCehheDJWJo4nbb9z6z0OTct1gi1Gtc0NVliea2fM9bGOW9dnaPXlNdiIz8nss+z9P+xcP5mkp35
58mdzVcRp335ewrb+gd+BnSc35BPSN845jmdw4z/k31j/mYLRjgf1QtR1zYstJC/K4O28RuPL8cg
oUPS1INd+t/KoPARFK31Rrjy5eHj/FvK4C9yiw74BtljxdR7Nqg0ZMY/yDy6yKYCW4K9ye1Zx6aF
TZbCOIacy2iAeG4u3f5378ufCITr2/B7gefnKzrA5wQrOF3Yv7wiFJkajVCsD2fzCRzkW5rQhKBl
j13UP5h+f+fJHpfbaH3DiPWhrx6CVL7PJQmdVqPQrbe/4A7gsUCRaLqX2pqLsBsccOOUTv31z8rH
88sPS5hJ8K2y2LavGpi9vn2/Sy7Bf2QAiSKK0eORx3rJWpzndn6dpD6DL59ptaN7IjsoT5nsKkih
5mm+bxNKb7NleZrrit6lGNfkQCkNs03bgcH1uUWbZnddWMmrTSIV62M0bzt2Ct+93r9rhRXglgQS
3SfmcfFu4tRTYZNbu26coKEAOg+HPh6eqmq0cFthPGMGOpi6nw30Lc7vk6mupwGnHVwDKpc0ow0s
o9K2JpkVTIUTQHJ8SX1rNfvF79hrm1N8GmXmBnrvYIVy6+/l4uHMWgoYGQyiRVA51JBgkTLuGjVo
dxyWnR0W43TnVxISEW6lTbO4aBq9HlLWcu0ajreLyiYZgiqbra8o1/KvbpUJeoyaAWt0rG29Fupo
LVvPTcGJt8UuKatviRL+BfUIL4uQDzZLtjpG0u2mIj9iBOAs3Ov53m2W5aSz0L3IxujZWMuAucdP
EGd4g/DjUA/tmdqeYUfu9LrpwnjQjuAInuK51O8XnO1hSWlzaGiDdoWH23z3RY/VYbb2fH7+oanr
/ibWm2RbDJV9lZbignrvzzHVytvCj9IT+7negHtrJXtwl5wySrgbmUz3wzzS064a3b6w/cgDM09U
4NKbC5dcxZI8NGZlhoSR2m2T0PWTaYLRjFO3GmCozrp4wo6zz+bcv/AX8w1SELpkzdppXp+Si1mV
oVFYt/aStmGvaI6rMMptoBXW17bG9DrkdRPWkp3ykNvUJBW9vAIuMJHT5fjjJPFnPNlv2Ieg6wM7
ygilJ+ognbK+Y04E6xMb01ZzuEIz7IRB47ZkhA3WjO2QxDvbcz8q0PVvpqc9j0lh3Vhdmp+WxKBP
SWrWZWLEbytk94VKWv0hn1v0JFaV1O7YwHIlQdmrtre00HT9hSkoYy1dubI6tpG8xuklv1Pq7tKY
B6Wd5EIZkIjPLzSmBcB4Rh6yH4OvKp2bhM3/oyJUwptjlxdlS7u4xHF7DbgUE0rh2+8uxp5Qa2Yb
qWRqMWgmtwT1VQh2h9sNRpsD9774qdGn+5qBji8ogn2r5kNRR4c0waSPkWYMeDZ3xA1lEcIGP7Rt
OYUelnJSAmZ+bfeS1DXR+GtN95fX2XTH1541410x04k0tkmZ4rZJor2J1rBx/buu6vrL1gFnW9oz
xd8+bjhM0V5AOVbEmVzHHGJpUNcm+8ahOGwrizbUFUaGyGRCGN0nMVufwurEya9Gd9/RyBMCCsNa
bWZK3Q1lZDF8yJ3VemKvOyO7gdFtkKEMiE4dRrAg76fmk9i5v40Rx16jqHsuZ5Ue5mRdJ6TSJ71A
SwiDbVQ/I+C9LSZHCLzA4oAE9S2zzOypob7yrrP66Joi0PiKWxCDD24kGO5eFXaGbd5UygdUUs/m
rUet0fdZq7J9yrV6J3H1n2RaFbdmhmDm1klDDAxpmPRZvh2IyW9NJKeMUps9p0j1I0rWIB41pTe2
kAC+U7fHQKLql0Ym32doSJuyV/dqXrlKnS0uS5spudf0GxWPj5opvhHzeLbzvnS2YyTjq5y18CFn
KHAwtwzGfWfp0xH3qnFhexmCPzfIL2Oq3EuWadGBdHY/UhputIRpZMk5coB3e4HEx5U49CmMSgwC
gWu0xQGTJd9rIASCqamxDrpVzfsGspqJoItheVPPjbyRQEjxIE2NDOpG9q9Iixh0YTmJZdMQgMm3
VaT0xxqWBO9sW7Hw7cvDokwr1I3IzU5ubOwpbQ68KC0+TTVjEWm8+lJAwTwQVSRaS7u3+27DL99Z
WooP1SfzBdqBKF+prPYY2y0dp6THg6iO7SvPyuQdy5X8RhTFfIgnoV3EACOp+O5NMlxpQ4zC6yM4
dD1tc30ygHSa5XiNtJAc1dJVd3HWGyGX9YWBhr32VUpro9stZjm9XoI+gWAekzyqw9JGcS39RQsR
lf3buo2a9R0rjj3t4DBUbGQs2wG+U2PxTExYXtKPfjSo37ctOTWGvgpzB9+aHXruMnDVAw41BZMN
XgckRxB2hX/C3UlMv/OfMbf5ocYz/k0Nbn1p9jgA8K8v/aXJvlDiP3DkfiyyEsyXURbBUg7ljcQX
/q7NnU7MaFwOkxgeTBptjgnTwWVsWwLjMOq89PsvDObFdTfR+ui4o7HrivHYul0eZlauCAuJ1ehd
fmvZEyAVEMzgaVAnhzmtCIXBHAgqiC1Xha6jMFegb810JgFkF75+V2umCvNJm4hceR7VVbJZP0Nt
esU0R/MvfQN94ePeaG6Sbkmv83FUF0MenTyeQFecDEATTcwXWJR5SPZZBky6LcYH6ZaSwT4d88Cj
tvuarrV7VYoJFI8ZnTTlW98szh1bAGnVDXsfcZh7+1AOOTb2TI1zEipNTw7AsbxTU1jGRY5B40fv
gi8hTF5farBPDoaQ7aE2sx9p51kXKYLJZWMU/nPacZFyy8bCv/bCz3R2QjkZpnsa/gp768W6OpIk
9w7U9yKpRxatXkXVid2yJBlxHGe6YsjEN+/8MAucIfCyFn9HndrtbHd0GxdGR55Lj6/wsoGJJz8a
dM4w7LQS/5zACg7Q0BY8khz7emxtOv56Tb4s6RQdmqWuQXqN0WUyRe0pJmrzDZ/JAkgGT07O4++y
xTeZYz/pp53XYBQG6ybfET+jyzF3ui8NxxIKLXW/ITWg49UYz84eIae9F854xziWBFUVP4ydgaBt
euN2gXC5962KjoWoxH462jroR1MdPG4/YU/wInAh01zWhmbdAGUiiqUscQLQ3B0rn3Y6DFy3aWQA
jwT0lQkv/7JJ9u5sLdcPLiniHLPcru9Jm8SKCp2qZQlUsgkKgODM23FoqgPlI8a1MRXf8sFOT4mI
7peqdR9pWem23F6qI52QnxX1skeguRvHLq1niUR1Fw/LoUh42VpvP9tYBfXSElMdRhQ2HcxqlGR3
roZgALOpv+u9Hs6EtXjeNU/S7HnoeXgiEmOmz5oG6ZP0jz7GJ/zPzldkdfKqm1rzmfS1/w2vEUE4
MiNYWkcEQ5lVzm1iVuPtCOkk3QzxlASL46IX1mO/lhVm8tKmhg+AZPbitsSg0LWLwPIa1CiraK+N
GVk31oqMe3d9y+T+KDoagIG44bChQGFv9fbR1OYU7q9zBT63IC7bhsrVipNlzS+oNg7ygl9cZEY/
7OoWx7OvDztbug/c6aC/uakf2tincf1nP9Dcl4Ap7zMHr15G6nGGJ7gwi10VufchHeuNAofkERNZ
tDFi8yr3ykeyMNqxTJMXanDZfvOT0XVtEPsaPQQEjX5U2gLk+8gud5c3w3iRpRGbckOyUCns/kD4
y95RQAnVPTPBvjSTvKEah07bysM4jcGz6DAY6rHB+yVu+SQBH83tlaSt8V6aODfmkieo6KXciDr6
1BwcVrKj9HnguDl7LS8Lgj+09TjbNjzAWIjNRYDdUWOB0mG9JvV7Imii7W0nh+5IU2zcDBd6R16l
sIvyIsbcfvbSb6yuFBxGPfNWTwuwdyJBW1ZrCHtRh9hwx12GD3GHe8++J835aTlQuaN5Ff2o4IOM
uEJJfUUjhnUcCqVfY6jBNIs7LXRj97srte4wwcK7EWV6JJetdnHmLXTsir7cVFqbnObCDqpxbeXp
WpqqyG/EZGDv6F2hhdQRgYv99STJF94m5Bg3hsLgCewG4ZT8mrfTcmB/CivWtkqXE0ER73OluyzU
bOsNwXarYcDBpEUuczT14T3O17OvaxUPtBtQ2114JhfqZLeHajU5Qv2sUfIoXw7YpgyAGVAEN5Su
9Ie+8Q+AZg+Ehmv63THz9Jsyw9RmS0bMJVI/4pyiZKwj3I6h7afbZSUjm4M2B22nE8T9McbTdEE0
F6ekTKfXcRz8m4ls9IcGKyxQq/kdDtTa8gO81jDiaTfB2N6ntrhn4QQ3W1p3be6/wxZ4KFSCZIsD
BnQ3YyTtxA8pyeADBiHjZaqcdN8wktMB8aR8j/20nX6H7wHqYL3TEb+nU4CNwR6CSR+WJcm0rfCZ
Zll65PXJL40LjwztNjtntc36E+xB+UBdSL7pKlvfixisI1++gCfLsqnh0FyM5bodS/nJSCwf+Zle
nfm5mON5Vxn1DcO6ed+60350iop92TTf2zhZdgRNutfaRKZGB3T2fZQnex0HLXHiddRkX0uBqYGb
d2Fe4ucbdvq4vk0eX1gJxTEwU0Jv6yazDNs4O8oyL3dcQKGTZPnenzgC69NpNIsMpdGo6Oy890Gh
XVHnwiMLGApqgPNUu8VBxIoPHX3/RK+a3JHeZO/IfXEZNPFg1Yn2zJm7P2FmnC/Kqow+3Il53fGK
/gghJlhk3n1r8/7o5rgCZQ3s2/VrK6iZzwPNHkn6ORkkOmFJ/QnYrdxHha5dLegbF2owuh3ZB3qn
mGW/FmuWHwsex12bNfNPw82/JRI+1iX/+s/1z3xw8KF9K1FnyMw//ul/x9Tef9XXOPO6X/+qP/zN
0KD//tMFb+rtD/8QVmRS5rv+q53vv+gi/flTxF/1+v/83/6P//F1/lseZ/n1X3/7qPtKrX9bDDzs
94rgCub55xJikKXvda/SX//ETw1RwOQB00NKADGKAcpCNvupIgrjN/jZlu5hF/RxwHn/gPwY5m8u
/B4Lgc8xYfobmLg6XoOmSUP/jbZGFzwQgAN0RuPfUhFXze73pi30Md+A62zzNwkUs19MW+Ry454g
BXMOxdMHugVUkGHf+RfS4Z++imfpjjAMB/XwFzGuyVL88zOv4uViPsVA754LozV/Xp3/tJDROGue
v/9thMU4zFDA+2OaTCy/mLIKynEsc2S7nvdKAEZN2tkIyCp6tzTket1+zl1BJa6HJWRiqbW2k9OA
5YtB3UrfIRCrhr56rOYxdUJWJUZ9BVnMtI5NrtP0ZsXt5O6qHFNUmIIyWT342Kk3LdmXLphss78Q
mYGgtywTdBV3ods2iJUxr6ooeTd+lKFDEVlr3O5TmCnNZexLK2LuzyC2SegqdxEJqeqg94OrAjeF
NxHSUWd9CH/pyLdMag3uWTzJiXGSe9awb91E7MmwcTjjdDliS7u32bWnN3o96c+zaeLOh1GdPw1D
6eshLob6GpeaKtiDNn210zLKafeNiqhyHnuQ1xsCsQw9rW8DWswjIEVBxv7H3fJf6BKjemKIBtgY
GvhhIhX+XPHI9zhnRba3X/1/kqY1P8r2jO1tESK5UQcBxprhViEeVVB0ZxqDzXFRp9EuhXgTlNiX
gUMivYJqI+Rlmy2iOfw/9s5bO3YmzbLvMj5mIQAEhDHGJJBaMalJB4u8vIQMaP30vfPvnlrljNF+
u/XXJTOTiRDfOWefpnTmhzAhhrsSzWhStMfJ+d5zhhmfoW5Rf6WILl8tcZOXwm2q30GZNlkCTsyf
0WDkn4nOFJoAl/lrMUUvPjQnXKgjyScEf85lhrvzYq2RHFHvATqxwAjEycU0FUcZANhHjyAtjHID
Lt0qqt22PgK2bNyVElMFk1TYvfHZNUTzAwrZsel3BhmPtSXyCVyTVzOpnBEQ0tWCrQGasD6l076x
Q7JOlhQ6DeNAqoDTZ5EY3130di5FMiuqXV3Z6VUu0fA/bDbW//3P//lfkuf8/788+yzxDXU7//e3
Sf58Ff8CtP37cn3/Cf+5XBsORTmsuSwiIKPEXaT5f4UHFgs5CFiPZDkrOZrCv0QfuhDuTm+HBRR9
2cLQ/K/l2vjfBisSZDWgXga2XNf+79jBMQre18p/W+PQNDzTwM3ikZKRSD93lebfhY02xaTW3PN/
FImShBhlCxu6q9DjNY3KPqvRP+3WrLY6c45Pa9HboB7t7lrh2XsTzjBdm+hOC8a7V9y5O94r0/lv
s2aiwzlkAPk04MZ0bJYrbGVJQZxGl38dM50PEq8R/VT8xKlOpkDr8+85M0Qwt6y0q8ZxwWxP8Bb3
s1VUe72vptdIVt2plmb2aHFvP9l0xJBRK0HYayhH2ISb9FpWi/0SxvH8Og0pF4O+/bFm6uuYZxqQ
y2Xq7LhWmWcuW6afCP4t0b6CpSUvzgwZgjbMu2ucqOyayP4nZTu7OIwWAjs3jT2JG31n0jqiohA4
faG6K1KyAwiYSlZtIi2HxF5s+1gbaOFKoCN3VfuLFvw9qLtqzb/URn6inpnyGb7pT92E8xGPVY5B
j5c8ci+5TneYeK0lzi5JMmdHM+03NxgRLI6ZXUmHLab/z9uIC0oPKwjpb/+8SpcI85VAi3MZ5wqN
gn+V4VwmIieCpO3boJykvSt0TwSR1slfjrUU/PZWs/gxa/i1F4rKvjt0koEnWXSQyQGhSP48jvzl
rwq0VjS8CV0jVs5gU4gtnXbZi6nzMacqhmXWDeMGv4Nzwcbr7BhVZtc5bMJ1X8/ZdcS5C0yGb9xl
sQ3eicbLl9QoHnvMApk/23nGWsxOtiMlP60LwT8guUe7E4Ag40f1/MwRUr/JAAL+FxZt/nj1TKqX
1T3b3j/cNHYJ+ExU6K2qOy8+dfLvusj5jeb4Q9wRM6Nm+EYty/39YyVI7uw8i7dccFDnhqYgiEHU
HzR+qVNF9q/rzs2vhCW4h2Xj7PIZBn5qtj8mZISLJbP5MmuN9UnYj0/RHS4ZKK2HYqauccBLxdW0
fYVK/yDysKQ0rS4NNK1EgyM41vlTU3fOGvHDuWpJnR1FFyZbjMx3y1Mv3Ff8gA1470a/ym521xX+
hBPbLvuu7ZVA682x3AjH1gKNx/ZSk0Nd69UUHm3giJQfsA1S49l8JNk0+rY1kbqnUcSnH5z+THBE
VDJDL/xZCBnuCqeYwkAaaB5cZc0fWnOIqXaMKJA8+455EdDgwCwXmurwdftu6XZ/01HmsCS8iB1t
8mDGN5BDHNdtryNfePdegzt78PpX3MElBSWZfat19NwKztpjajkl1yTqu1d0ssZf0cCDsCx2c3RB
YOAtm8fHOXLSC9/6/q2JNbEuJqse/IyMAxNzPbq08LMOzjLqG6HwzNltyXSJGQPKlzEaF22uuWFB
seCr1XkPPekTUMiZ9G29Zrwye8slqpANxtCgbDOj1ZIro+7PLBux3zRDCfHUG3axDlIMulXkbhNz
SdfOmNqXzu7Nq16E45NeYlqq3V73GcNF5FUV7hCMXfZ5pFXiW/FrN/OUy30P87N37PZRsFSO9/S1
POSUwMDA9i52YmpgL+5M9bp9FgiK43oE3Lc29dCkERx41Z3jtzEHHglT9ySXTcPaa6QSCWur8cDN
8LUk6/UQ90JcUrtMXjLYzgej0KzvlkgK82MD+IgG00KQVu6yg2opUVx7RKr3ohIvLUnDNy935Ftf
2YRnYSIs3Rg/c25krK11Ll843LGLUPMuWei3WY1F3B1obQ5fpaHFfgKNexcSBnjo7bjfNYoIMc1k
kvwlY3Af23x2JAmsnW1yro8wID0fqW+o/UbvrZW0RzADLea3TdUjNviVi6zBaftv01EVEGvTzowF
uQN7SZ56jDA7Zraz7rs8+x3bTwpwbmIYZMSoU21aGHvRFcofyeztmok+OGzRzYXPv1/1eM4Ylqr0
iuW/YIjrIgiPNQXOk5CHGFv8QxRNGhSzzg0gwU8fk+kkx3gJJU91763bLALXMtXMCTNQerFR49hs
yCLopYE+FDnR19IbvCeUP2Tdugv0RXunmWuh2rkpNR4VakiR9Bd1BpgSBUZjGHtodriEmSFwBSjA
nY5ioKpCTcwQe+pWkH/WetgNfwarPzepO9HlfDcea/KYI3cHTGoYrNmztyP5OgF9KmV5zJWiSaRn
pEctBX8O4OqYXKvBFMy3veY4G/HdKNoYfKGErB9jvYp3HEpGX+kT1aHUzu0bfbDfmkFXa210xz8a
XZicAarndiiSfVNW6oVT8/IKR9Y9zlOk3x8J8wLJBBGzsmbj0OEWkys7sjlw26Mmb0nS4qVcNLmH
SVOcwrlcdnguhjUXjDzg2kgXrkbvgbGI/AJwKKKYE8oNmQ97rYE38wfEfKR9NuRmcA7tUpsHewi9
q8EAcD1RJ7Miqhrv2e/SvRHTSa9F0WPe9/MlkqN3hEaS/fSjoIECgg8+t+IZczTrszBGvzIN9TcS
c3G2FVYCiLR8i1OrxHEC+U3l7ZOiksDjihQ6G3UnCIEPVd7KpcsJHprZtjsvVMbRLTDF68pOQ1TI
yjnY/EJsF0N99apM/6EiwDm2dzoRPsQPZCbrqBPcAH1mcZHyZKJuOVbLE0Nq9rsS7bYOGSI2kvg+
jiAr8htB7ZIB3/7alfVtIl+E+B6fuTbXt8TBIVqHkJvxiRg7yc9HD1APvTYVQTIUwxOxnrt1Wxu3
YYzWFcvXDEzQg6aHQ9AwdqVFIRr8mPgpQQSSBKY686zOflTzJSaxchidpvVVVamr09QPLR11fqKM
Z+D5ga2Wb06w1HxMSbwpPfnphYKvaeea6wrMAw8tty4Ba8GvnPzJTBx6kBoPjq6c9IOa8Q9yTNN8
5l4tZaKxc2SlwaUxmmJD0hebeZUN38swlZ8kqO/N1W7SXBcppj1dNNa1LTQyA9bkPaJje6jjIxAx
L15+oZwemlEfnoRsw2sNMuEiC5farNqINkNkzoGq2efQy81tipi6lgkQEaOkO3XQcnMdj+a8SWfb
3FRjb/0xE2TuPHbmej3DLVzlXftis7mdFZQybumzgGhg9AQ0QJ0bI0+Ngbql7DqY50J/cRmJ/plR
XTYFB19fOi1EFgAxjP76dtvPXb1JXIfO8HLqNu7gOve0hwqGbIKxIzuyYTzSB1N253gZTX/oc3vd
gqk/UFmrtmXJiJ1WnVVNCmbrDW0BHYt1AiO7/WJih065Nq8Xmm2QNJB6bdXRFiUnSBHxrNZublt+
mpsNoWkZrmxtvEElwhRJEwdVEiiFInKyQKtZ4ijYWHZloc2bxVKoHXNHAU/R8KDB4jgCsyN1bo09
glbHrX5Ok61m1frPHGf2luAD8YUWeA3vKcR50C9HbsnLw8ShoMjq+k9kK2BvSfPZesAeLHi0t4Xz
yhbcjEXDs8VpeHAvlYyv2sLZTQA5WEFg05+wAlzpNcJDYkS1X/azu2VjIM/B7GhYD57WEkRfrI+c
3e1PGM/evqjumj0+ELFHOnXFBspIxTpOUfAZ4zYKmpDSNQJz6Mcjs+xm71jYcHhiq71YLDR05AEa
JUSXvOsIwCckfkhOQwigdJ7l9Dx0Wv2VADYOKgMF2KOX46FvhSApNaRnlY/L0XXVwvQa7wV5AZLl
q34Q9aO0muKmwNR+CBNSig8IPNyO5h1Ox64CqM4i2PEwRLX22POIUs1WmuE3RdHhjjNh+ypD/d7s
cqfeacivL4ws5TVhKLEJU1mjzjhpDp8g7yArV677MHoV4qGm5yO7UVffhpjqjpXJ+Chl7D70++VO
32NE4vywUSx7mQyDEXR2FD8Qs122Xck3LxZuv83r0Xkdp3Rckx6joFMHNHiOPLSfIqR0JDGxUyBN
tDqsVSwI5ziTZ4EcE9gw+g4x3rGY6w54P3qf711fXv6oAWAG5pNswAa7q7hSX1laRYFq2+HoTgT6
nLhr/Mn2gMYOSbiaI/k+tQlapyZe1B1HXDhUPvM/rSN19zeUM4s0+zSOAWqVJ43biVqqdl077hd4
puUOY+x3ESVXwMD1/DRE3RdOEsFfutc208BpPLrb60K+tD9DBykMzsqjs1RbNyO5xmt9nSm2840x
O0S9PeLbww3uxrWGco/0Mw3yPKVtciZgCxkXntSFik7rV3iVuAE9T06eAeG3LwjILVSdrydTVzuO
PzenmD9nkTYEzIYIPJ/ZELPqGRaNoX1whIwORd1p64wwaUBn2mm6s/R0LqVBE1nltgKJd0GZzHZg
VsUrgN+G6NFM0FaDkiWN7jRk8w9rJySiInZ3yrEQOmOayqBQ5Zr3GjbqOZvmJ9VJtensNvPTZH4u
SuaSKE3UHo4vE3UmOJdT66Ma7wA+lToP5hwWL9pUh7QUma9LP3xAbi8eeglzbrZF6MPdW85VRXdN
3f8klaQkUYlvHBZ0k/TeEPQuOQO9sfEAKVI4KUUdL7pWqlPKe9uXnHc39ZI+MWLYO3hpUP3H7D1P
Un9Ip+XKBMEMpqT5nhP9u7ifpRLNfG4mdkkvzAL4q/EhVRn5GJl9almR+p2QMC+0X2z7gMzKa6lP
H8jhw8aexgcliTFSWjafwtDWDnbnUjNomwG+iIrcVczbL6CH9EJ7g63CAqMtp7GnpCcbMoflpoaw
3WbGGQPOsK4XqzxkEafJTq/kQctcBhZWlW/dKKXBjgb3VLewsadTuNaJTK2hbEFqNXJSj11/AsJY
/mE8PDML7OHipVIgO7PJBZ03Tc9a5LhHdxm8T8/z2mBwZbQe8uhQ6wa3fc/8o7NzHUbayQ2pE5As
z5lU8kqiddimnIV9xkC/c+f0+xF47arTcFTA/zE2YQgtZ+rxq9veJz6dp6W5OwU845wk3pHB6S+o
0z8mftGizg5ICCD7OFMknfROZREek5J9k0nOBabyFhdWoMEaT2vKSiydaTJA83LDAO+Vtqyj5qXo
VhXGuWrWHqswdX1hlL82ad2+MX6ktuwjz42DTHCT62R26Xv8JnFfQQpt42HdCfFW695bwvnW74x6
h7kTIDjbHL5bHEQYK/BhrVokMKhFmv00sElmfCFWHC0/MpduvYaoyDYiMEpfW6BoR8EPZl+IfZIW
hLLFLL3chpZzLYFfrcAzkeVJVR/kHYE51wA7U7tJx5V++eULDpA3nQl7lvo2VNNrFUl1M3GibjWv
OLhkPRgA5C+6iLYqpxaYqB00uPoVl86p6vPpYOj9X+ZzsOCrGcgwNgayjeYzOd03ZWrLDS7xR9mi
ztdj+y60+lZK8Rda+Vvted/jHP1iGjkNAE4iFObc9H6jHNG14txt5IYBhxybKMDLx6XvvuKyHo9k
Gfi2VWa/gVi9jzq7eadXCja0ENm1Q4nirKiHJ0eV6VpqVIjkEb7YkLJBqH62sdIaFGx2vAp9WZEP
zuE/QVHW636gHU/bDpU6TK25bUrroAqwR4Zm7+po+SngPvu8nHaV1csxDesPPsynrsCJpMpL4cbT
Os6HTW/mbKv9Poka8EmxxkQgw5h3h+xtANTb16K/N8046PejeIJ8EDFnQs+959EWXQcwluCLdKrH
jLM5jjWfmSfXptx5IMyyLT11cAd7T2nQyuZWsfKAbtEXSpYyTl7viUUNUwR2xOjLTgH5OrQSumrc
MmwKX5yOdi2oB5twJJ0yDE614xx/0xbtzPNAdUXzaC/plbK3dr0s8mKF6b6bGlh0bv6WRu3jgIyQ
hOVR6hykvbrH2rG8VAvy8RyTLooyphmwpG+KfWuVZPOrgTtPz0NcHDE1TKa+zeEyAbPy9nGUhb6b
9DvbrqJn+kgpDLP7D8AgR+7D8FcLLBl2KeJdxVIGFoDcVtU6fHvjmJFwWekhpbC589U0BnfwjEAX
7hhSelpmVI9tNbwwJBTblvagQxzlut+5dElnRVvn67BI21eI0YhNfVwywPAA13KQTzHcOqyKxF+X
c+ka7r4vwRMNSQ8Ip6idwGCKDOuG0dAaGVQcbHC3f2n3dvchQc2A+Ov0jfjjrbpElRRwt8OZk2rx
M2dW/rbgCd+3YkkOncNkmBnBBNGnmVTx5DRx/Ic0rfhgxGbtgCQYD4D125emTXu4yGB2jC7VuZZ3
4SEH0H+ISivoPaxmvKTylZMJpUI0RAai5rpHLeQcgO3+uwgtP/LYyg1Fe3zAdxtCCIYaEdEp7utE
+9hq8X1o1Nlc5WLRbEiIDmvhNMs1W6rwPJPsgRPpxQ9xzU3ZqoT3nvW97Se6TdPXENevzhAXz22c
Z1/RnNXbyS27TZyzKwFTNg46yf8bnFJePcXpydYQ9NCuzCptP9ImDgPYsi4iHYBJjtJGvvEsrmFU
UI3bvHGGE7d1Bg4twP2aB45sGFMH7FwgOFHDA5orwyeHPFTgjbXAGDHVu1bWOb5NR+7qVFk3d17+
Qm4Oz7ylcJ+W7bAJS5Q4W4+48IpIT/bktroDO0p7LHK33pLRxN+B61y82+k4nLl0FOv4XmE6g+AL
qFRgTGJG2SMVqvNTXJbR3oHy+dP3nfMYy/bdlJL6AKfXzorLYAA00FpRTLccqsK42Q1O+wKcbABc
hIe7ZqLR8IK+wsSdnyrZ0mnRQaBk1DVtOcb0Hwtzg6NdurNfGKrZWfW9CLBzObg6oj02uMheiMFx
Hxas2FVB3j4uc/3Us/+dWluzAhwt5iHK5n3qpUxuetnu3aLq91nTIHd6lnaN9fQTSgWnVTuhFoNr
i6rqa5fr0anSK4QMt3hOrM54hMFuMGsuynjVd4peA7CtDL90fP6hMWIgtNJinyuPvDEOoxO2NBKZ
aLQ7h6qKgMQNvZIqLgayuFX5Z8mG/kgseObGQBCDPAl/2KZIsQdDrEVX4XPgm7kmACPOd0odWbrx
iWqKbt2nes1uTudfSpv1vnAIDiQeib+oxQTWR01EGlngQFJ9EVhUdh2SNBdfk+CO2BFCWUf3VcXo
7Oo8TfxWLpWQqN3IWYMdSDdh0XfbxDMavKBsN9Ek5ZUMw3NfzfMj1FOMfpE+7Usss5yWSzw5eXjr
Zulu5NxkIFiz5VCjAwcw6tWa/g5uofiVt+59uAo1ZPKpeYj9JY2TR7653Q9tysbKtmt8tSmaCYKN
EyQGHc1O3j+F0F+futLO1gvijZ/HY/GWeWkPrnVysC3z12BkXQaZ01TActDqB9Oot8xakE1sTV4E
aHTA8Gl908CBnMMJdimv51wCQWCOaJtncvTqZLjZp9WM8Qa+fL7vw6HeQnljgMKdS8mcVCC64YHn
13gYBJ1rAzRp36iIH8dyzIhcxvkGj9gHjmaIiZntnsAwFLsENsCW2qXvAXImtu0cAGhiLNGxAyBz
6YZs+IlSWGfA7RZxmIex2MaWTv0QIIwzUhSeJfA0zLjWw1CTB7N6wXm7AIeTFyIg9Yj/LSJFXowE
pG3Y5NuJKQRmdIJAIraSTSqzv0OiTDL98bQ3JwRtqg3FN7U97rqR5hTEUWv5hRQkj2zmsyTF3Y27
1NOBaGjm2yPmpY61YTPhSSYCVrOu0912ZgbjvAymldOGXBkUlrftukILgsFBy0CVZ36tmvY5G9Nu
7XW15hd2zROYus1hnk0PC6TqsXDK/AuxMd/WuT6eB/7fvqnnGmgsx6BqQJfPCRT6FRVo4aa05SlW
Fkf7RVKVG2U1zMKIYHZoK550R2t5k4Ntrah80X32J/tmuKZN9XHV0gFeUVXyNEDRpDtJjqvc8ZJt
bIOEXi1lVdwcnNSBaZr2ixhQzUTrLTsNlvkfveurSy2X8a/Wo2SSWXLADeeIYiGK4XmulnpLPopr
GDOVhyUpmFY4DrmmOuEZEIW5t8vFfBfLfbza5urVlYNi7mrlrzY3nyDXmT/zMr2HObk3PVOAc1AO
auHiDcPLUA8/SaKii2o5yzDXt0cswNp0uZvgfZInP178j4rLD+ntQguM3gHiXNqD9Q5tsnrQZydk
uRPNO15p78HULGX4oA+x6oWsMhzNzUx/o8XAQA+2hw81wnXwq3KU0sevH/GFSEtQ9z2vLYrd34lD
EfPWhFfuqmIKWlF1B9q5p9e0IauTciD8BIKivVVAOHfEiLpDb7vDBwExdRMdVYaryAILY1bu71hI
uAEaWvyHckV7drzBujqV0A8i6yPMNDC2iPXqrG8OY44GFfKMNaR8GyBgvCLO/XoNim8zzyHXTQRO
a+ITiLqYQNFMg5W/jJP4sbBnIc1AiMYFm37XrjfearMY9yR5GX9plr6tAfteaROj+YbE50PWjOE+
IqHOaTJp+l/Mcy3hrHmAvzp5HK8cA4xKXmgF7ZNMNGK+OoaL6i6dPg/9SnCxbmb+B38e+IimeE4D
XbX867SIwHN29UMsPRAXnhXuhcM8tWdN3pt6Y73XRpOtefL4ZBezIlN3f78e8Ym3RfTNexEiiq56
etRwWBOWCSYIyTUIMnDlRIW4Js9yUXdCRf490CgSoAmFK8uJFaaZ4UdS8BtQ2cbLz4ay2iOzV4dy
xDybWn20ixxlXllUvYdC8lqo4VADucWm/J5lZXY/va3qSrvxa7ojmB7W8ijR3VcBKjgoEa37lWku
4OPvn0rBe30IW9auoFL8dzw8THa7fF4IlrtocuZ3TacxCUOChD2uLr2VsGYTa8esD7KvScAoILwk
1lij+Kqb+bdBGZO5BLU5jXR6oyh7RQ4NnIi/KD6Q2RscWXoVTecmJ9fGcZ3SMzX0MEznLq7JrBK8
CMI85peGAnTrxZuq9C/tnmrayLSt8it9E1owuti8jumcLNZ64SYZPxq5Y1wras5bd6XpQgQYFcph
DUxHtuwmS859mXXBWohK9NMrLaNL+NRA6eoDzY1I0Log5leop3YZqFFjRzLm5scQokKR5QmauMKr
pbnQLpqJldG2zbsOqri+T77z14VbD7spzO43FS2j81bYVqo2WNiykbPukB2pKuK0MavK5otIlQXp
Eyf13keZGc0ZmealN/gvywhB6ktFbbFcrEFg9ZoIsB3cpCRYAbVBF6/JVFLSQ0WcXu/hC0ZzQDyn
wdqeWC+Q5bkyC8C1a6fq03ddtvJrkEN30cZBM3cqiYwKORbo68oIo3vkcqBajwBTcXOjSPfRmgQU
jjliId05fKNwzhkQ1rmfRoDMkD2D+0xvAzR119bacdHtcDXm4Lo3cc+9CAkSzGkMM2g758p9YLjN
GiHnVnGXGTv0Zs4Z7sGyANe8jW04ZVtrzHTle22cUgqC/JH3W0YfBYJo2dUnKKQNw0og6XXiZxMt
Iih3wsqDmGCGGbi4FsZVqe45QuyBA+Csvu44/1LkcmJW4na+jG0iExQaM74fSy5yObNfaFTYq79z
CRzdLw2j/omlY5tXIytp07ONuPrFGSauWk0H7srhl+FItrkjm86yoITBAHnEXE5NXqoIWRxRTyub
SU+VXO/2Qmvdj5o3HApeNdctECl+QUgxBrGAAdEi4nQjNuIEscXXfUWfROT6KjI1ctoGCzM1uQ39
u4OzONh7Irpw9qr2yDOsimy5x98qzSM4NSF1/FKunRJcQa92oM8HPH++F5K304ht7M1lhl+r6faV
iUi71cquOAmqg+7AsshnOLBd4qp75pRs8qF16V+uJ0AuJoLmtMfOa452dszZIn/ljHZemBs0lEWG
qwR7tSWmBs+06/lArkno1FNx49MkStPO71o5u4ETzjenHHSfvjRUs8rofK03/6BHcvwtu7eanfhE
ke0unkk0pLb22ZeLRFsXt44Bxg9BdmQqls7Os9RWjC3GhZSbCdPr48QQJBhGOzyRD3lSxE7hgrh7
KwKel0luSLIgrFKVNK2AAYpB2HOXDqbSgVylc6KqO39mlNZkXLKxya44qmyWqvcAXBQ41YVOmsbi
ds3fz3xeJJssjLVnKrlrvCpM1MsILpnGMoY+tXamoVvrUeG+wTItCr8W3AjTSRd+2tMjQsZz3TYZ
1Q+lYkUsEqZATbkUlyRpkjfQWXweRtXmp6ou6mc5SLrY5uhF1RwOnbl69ZjQjiHG0FGjdewfYF2V
zlJdaH5xacM0JJhnvQ4p7UWvrlZZSznOkpVybZViemBoMByWEimS40+y7Tq5jqluW0mRH51+vEml
yAzJBwsuNRPjPfyncl1bwFJaXXtgOAYHqOR8oVRzC0PAVW7m6EQoO8JNoFGo0WsAVueouXSGbzpz
geY2O/fweeJrsbj2OvNcr7CJHVtAzArQ9ohe2feStrh8aeV4ApFdr6pqMsifzsYWuU/3mQQfQd1n
2wIUN4DUu2XW7jg6Ai0h5xUvnMi5AukkUYj99VGUPtQeI8+46baRXqU3RSt7VAuAPca8jwRRZ6aD
eyJPb3DFgrGrox1jQCZaNLLlBy91mfCJvnxFKx2/jKRkiNZVYG3c5E2r4uxYmNmnCbKVUk7jYyqp
9OtaqFneSIsBvYjt1m6itekNm6pejP3sEtI0SnYnPXxsxDitdaCA5OeGZQsXtP9LAvVHZDETqQI8
Qa0QBnOzes3uyMOxle4FVyJDOMhIp7zItLvgWAVmG+1zzZzufDEajSUKoyeM5YeVKWEQjLvCrktx
ouRC3+SMXxqGPHhqcVnb8fRO6dxrP8XlydJyJh3RF/eo97DtqMwW2FCkNb5IKaiE7PIIMWWAnqw7
7tVKEJw7a/5yJy7NAJ64AKTWX9NQpHzMsri6YkG4duNyw5+VLuUWY8kwTTSBuOmXo7DmIseieRk9
Dh05g4HhfOfT5P6EbPSTa0SKRjJBDBlTzNjzQhNh4e6r2XnRLGdiw8dGiAcHKQKIyEeZGc7WMlEx
Zrlj+qH55WR9pkMLaKDRuD780l95agrvj9tjVbGNBbYcq/RKQZl4ppQer4egyENoawq7N73eMfXW
DrOyHwyPv3pruPl+Lk3qw+PwpozhO02fSqzCGfinde1ZAWO2IwWNF8vshmBOtQcjqrSd6uBy96b6
dhq4TcSo27YM36uhfKP+eT0nBE7qEbm91p2gbcLwD1DtTUKtwnMjDfTI+bFxXcZarnMQTXOhg7Jc
F33ua072yUU4cKv4V+9SiDUOYxt4u8TnGb+5mbZJwvEw56bksGV6W9OSnNDt8poSzNngTpkPgswl
48woXLep+z5Z1XvawIxIgExBg0gttdKt6TQ1Oq9x8DZY3MkEOkZ095LLs+RSovppvBp2crVl/uJG
7j5OicprFVhwBlJcQwbuWsO3l4Lc9FTsrUstvVDhxIDaaV7KLj7AhwzCrPoyOfxltQawvy3+tFJs
BwjzIEBguZV6EV/DDgSpkb5GTr0FYoiLsLt5enkkFXp1knG3uF7AtGRnJt0lLSv72OotrXRYTDj5
DDQ1ptA4oiI5WAqjHuR/MoYThr+GEUZRli+x220Bl4U3wr5qXc7aZmmtQ9dnf9PBuECHOHLFEfeC
rjRINQCqesG3Po/vWQAdX0w6fYsp49TAOHsN5lB+mhnOoSGOExhUNKrhQCKTld7LXtU9Qp+PxqYh
0Ms4zxkfvT4yQd8JZuOiw+4oaoVpaAC6ENSGdbL7Tlxai33L4BsQgnwMe6KoovsH+AowEPqr858o
2P4fLqyheNC82MILo8+eBY2v2Is4vDaYbK5jnnHjwSDiZbywfETXqthilkE+gu19dTnu+zFe3R3h
dbilhOrARK0o4rlZSw1RkNghd477rpJrvqCEzneKkBlq3O/RL4crgQjLN7lKP/Q9zVVtMaLsZZXv
9LI+FWToTpR4UVqZjbfECrcLUjh3CXJketZb5MgG99CD0t+O7XQkd39JhHxlazvqhXRWRsNZKcl1
gC6lsHdZ2fElGC1168zRfKgHRTuuiXfUJdMNcWBdky7gcoI0yWQoC6ttXNOQOlXfDKfRGtJO+Hrp
+tbi0jAhm33njMS5G6ZA0Rnw4L7s8ld2IvxqU0AV2kuVjzh8+5GpDdXR0WoOQ/eH/gFAvxQ7GP0a
q4z8O1pmcqZVMz2hTnpnYigY5ZLahJfBmTAg2GH92HAP9hQw/GYe2yXOExWoIuHk7rTuDWYr46iZ
zm58uV7ApuNeRiSzk3JL5f9jyP+v5NZ/sYWIcv0HeWeyHLmxbdlfeT8AGeAOOIBJDRAtg32TJDMn
MJJJou97fH0tpHTtkZESWXqzqppcsytlCoHGu3P2Xvu9Z+zo//6v/zPT2GX5mt+29etre/5U/l/g
HFvwT/9sTdik/3X7lPZPP4v6vRth+Ut/uhE0x/4Dg5bAXADkySQLHmz7n+4xMn/+IJNdSkuBMAdM
t0DM/4Onx6pgSpwC/CU4VEq+s4/JPxYTGvYxTrz4vdx/Y0eQvzDX/+1GsCzL5CxnGSb/Td0CX7c4
v965ETi3jpOclbWFdXzXKV3dgj4onkRNJiJ9XD9FkGNReHbh5nJ68GOmvd4xzmojq69AMaYrFWH3
91pTR6vTCK3nMAEG7XthNNMpXa4M870KxsvAsWkBcNCnBcQWj/6AkX8zrDT64YPgu2kUFWePZCnj
2qrRetaYrk9LDmB7OKUDJAMxKi8bibBB+8ZJurDt57qFPi+saO7WOQWaeANKAzhP1MZsIANdPtCd
k7ZnoRl/pPdVTuskVPp5CIVfrlHsaNcEALXXmZFZP+GiEFjiziH73K6pfJ2+drRIeGlEkycPIjHe
GHNaYEUQRLH63Ac9VosIqH08GnA3lzm59Ajyqb6jj53PRkh5W6pF5o+oJaZg1WrpkgxNOlu8SibL
fSiHwHxKoNEcfAKN1hjChh8o13y6cQ26UUKl1zT2bW9qnPKnltNJ9Sy8ofyk0iTOlxeQgfII2stU
yJpbH+W5MeqgjfIk0Q9D2e9wdh3yxFXrWTlvNH7au0BkTCDkdXDGmecJdNQo4pgzq5OdQ+KNL1AG
XZn4ZX8CMEZ3FNeQfj0d7TthuGQrZitLIyo86ELlo9bviqdibHS5Fr0b7tt8LB/1qX0cE6R4sZlr
+zSDSNAiKuGaA2KdWHzPzJatfhsQSxZb2sWif+lpyvbBmy8da5dwFPOq2PiGEv+i0Vv9nOxXiT3a
NX/0dfiDSB+g6hb1cYzvQXNqI4cDvkSOIFwYse4qO9rJCJH60OTbIctb9A5UalV3ETTp7NlJZtKf
dvD7QS5I9uRAaJOXEWl/7VOiQcOv0ZNHsHc321nyYrVU3OAFZdEOH8zc8gE5zsM8G3IdkoHEIjDd
zWERbEUalvtWklnkZbljsB8ViFibthk3Qd2ixotDGtBgDG97G0zZ6FjolfjHrtOmm0zmb2qgV6yN
qOTghGmvloGUZ2y6J/pCsUdj8HEQsAcL9mILs9jLjb47C+FbF7hwWNK7H2ok99PnrtfAEZ8rxcHV
DBU7aeFqW7uxcYSkg02guKPtYyDSJ4FEnmbAht3mblOvB/BPYwsoCWDY1qZ4fUcy8itEIQIHCpFt
uqK+Kq02WRclqvGi4TvVDC2YN0DL5pu57fBXZ9Rz2dekmrYpOcZjHYGiWdDcfayRWW0DQfzWypzK
fEfUOAqhVFwXekJqncPxGwNdtBGjPly25ojUKVP30wwBoi1GSfmPqdXDKS0fazS7fEB+DU12ctgU
VHnsonualEtuk3HF6Z7RlECvRIMrqYnCd8AeYK1bmaJVrOBpw4HqVyzXgo6bA8jaN/GNlB1bDuKY
bgggrj2b886mnkx3FWm1601m0GwL3yCllg6P5i+sBZc+v20Qv1dOTEBLA3n0UweCXFr5dyZlFXzh
VeQEuO6dZmtSnN1pMpLNmnTQG9i0OVtv22+vRiusDi7NzIcJjMPtOE2DeVW4HP0r4rdWIc4ODrj9
agDWfHCHYbxKIaXeFtxTvJaDOV4lUajiNQpqYz9zOrgNQPfcwd2hc02rfufUVOcT005QtiBDi5k1
tmA7wGVMo3Yz9BDVvWTM5i1e5Vh502z0qxzs2a6f4/Gyp5B+VoxpOa2qdAS9Phv5zhpG8Palsmih
WKN/gKAKCiaO8UrEddG/Woujdh6b8inKTdYMF2TxW+c6ZXLlB071UGdjyQhWpbpFYdAYZ6ndOv2f
u5J/9hOzgL6z2i2LG3Zii4qbJcSS9cAq+n5xE3keTcgk0QGE7gW8fQm5HEn/4sSIxEEFQBySPNnj
tw02kS0ar0xQgic1arrqIckrEhKdubl6t0P4a6v0PqflyOT856+ycVJZkPhYwhdr+PtfxRlXJ+s3
sradhh+O2NgHKx3u52KAgs8G76Q35jsQvIz6/EXyMXoVWNh1EGp3SQRTX6oW/VfcAarovdIt3LVJ
pQWFoXMn0wy4TdO9ZQVChKaJD8vH8/nPNz7mzPz58w3ThiNIg1unnf7x52MlacrAN/n53UTaQhUe
hqk5D4aCczxOW/iod5ilrtKqgYQgol3MTvvEogUPeGvTqWSH7yjbg6n8ItLjo6/yr9+Fh1mAAsYv
4R7F0Ziw89zW0i16x2W7Gsv8Pg05nbcWR6LAVhsO1ftfj+Jf7Xr/f6QpLCzOf94Tr57K1/+6f61/
vr7fEi9/568tsRB/KOXYNjte6AWOazJs/9oSC+sPuXBVKWIJxZjlL/1nR2z/YdCAsxEYsVfF2YJt
9j9ABfMPFHnCcH+Ncxtb/7/ZEpsfKalwjmEpCvbcginQxgx89H0HmRKDxX6PKHTsMonJtgeKsqu+
k0htHvpklj+QQwQUE2opNuVS8Y3cRMotfrXsqTAYdECwK8y8hVqP8dIfIGksvVRli1eetfS0c3TW
aicakAD5s8AGhZLcefQpHV3GXUK1PZmK7AEnUHcG24rqMg2VqheG3NeGqz10VcH5Oi6mXdiZ1jPi
VO3JzCaJVMwYNiY+r5Wl8IykaT+dkNs0rFluo2/vXurfTWPLc3h3cuDvcVpwhIQ6Ad/CXLAY76cx
wmHSKsnlG1w5gSMVwUCTVuOws7raX5lBitooN9i/BxYTqReq7sXCT0/33bSxAWEPGm+1KDZ0kudE
f6+rJCMvpR9rhNDhOflHgB/pWJCW19Y1Kjij6wh6ZCH801X/j4uE+Lv7YLYwCeiin+yqZb57dwKS
fRPQ4Sje6DmGN5nvv4YymXZpSQ0MmwK1LzL96nI0KVEEkskrVDcuBBuSfRB9TvaS7d4GxrOf+v2B
oxIahEw/6+NBnDhBWJ8meW9eyTyMqRUX0eHzl3A0Fy/vgDUZ+AhiBh0Z0dGcVyOYkBTl3yDSZGe5
7phndNvoQLS9OFtA3evPL2d8hPIyNricgr7IO+Wt2gapae+f1TykCHiF/Yrak4Qa61uYzsbGKiEP
of9LT/1hIIuI/LIVmhS+fbZxn/8A+dvg5AcsiVHK4SwNH/joZWUxeDL6A68gRnUDDa+FMILYnOpn
4efibU7ZxHM260/wl1jRpur16Tkz6bqt5siangYDLO4mwyd5BuTh0sptmO0dOaw/ehp5m5n2Qrim
O4MFl9MhPhpHqHxTGLZ2X0Tapld6YpE53oatF9TyhlRBrdtnaR085ADmbjTfQYfcETJ6+vlti49B
WTx3dzmcs8ZRS3AtVt2Pz93EdxyEYfsi+7qvvEKo6TBhmH6sxwqN1axHxbaQkf4W6pwgsI+NNBdL
wwd0jKmI9JmQFuGI5Zvy41BMWORR4Hv1VHYPStPbi1CZ87wdLeca9aV1PxLLc8E/qhGd0tBlGirw
6YT1uYGG4G50nGsb3cbJ5/f426dMlYQv2GYQChgzxvG0SxZV0NfWc1nhuLD8dN6whw+pbXKYWriQ
3ueXk393PS5pMIFBm6H9/PGRVrFuC0kIcIdI/9HyA2sD0y5Z52mbxTiHXfEkE9fe97SLwtZn85v4
zY0gBrLGOsN8JGwAH4Sda5SAaULtKSMnAY0RU9uhBLTpdjmVXBE91narLmGzTeZ6cx2R4XMnbCE0
r1ooqaBI1q2t2lPD1+1TMC0SYHVOpRrgdi89C/ccFqzujdFvXFqqlystrl31xcP4/fMiPdFUJrs5
F7Ois2yt3k2BmRmZI/v/lwHN2zoJauJYeWIEq9fhKVFHXsPq8sUlj7bmfNFcUsFeZwpjI3m8NQ+j
yAaQNr7oae2cuMmSj57awZqKk/vVpPXbnMGYYZLkNYPxYPAc3R1LNd3RunkhZ/pR1QViw7Jt0u9G
7q/i2S0QukEY3yfAOhBOOjbgmTpOzifYkeMXP+V4689d//rgdIpt/CD8ph8fNBndthMK95noOf07
jVuiCzrXrAHy1hjUxx6TJUFaNKhif8AlpZkBkVx5MzyKWNGeT4fqcpRdka4NvZv5Ssf81XI40ntU
onrMAL3f7Wkj141n13V+KvxIltgLwhgtFUYZLpnZ9RdvctmufdwIuL+gTSBSXAIZ+XY/3pQezU6V
auopTQSAVEWW+0+9QbZTM9QvcSa2BUjpnF0OmRbGpmT0vILhgXYcmSbN/IAslqo2EupeEfFmM9bL
jYEAy1lbuZE/DdSz35b8HZQl2jyyk5jFLXby5iIJJoRuiObuq8IXl8zFvSA9ep/4VXSN0qrQPBsl
FoaSwuEB6G1gkwADoGkvyID4npYgijelpt2myWwftFlYiCeL7sxI7UWJjG2JiD4LYz+EAwzNhpIc
o128mfkXT1D8/oVKIghs3eQBmDbfxscnKHuqY00gnmoR6t/NrlbUKUJzaEjxWjjyTT7V9tpwxwxB
tBrRu9F/JLQvPSDiC+I1/kgdHRjyszRLH2zRWjcVZgbSqZCGrMpSAg8ZA9WdumNA10Vrm+L612z6
r05C/2/W/5ch+s9nnU0wle37Y87yx/885kj1x7IvM3QHGz9JszrH/D9POcKkJWCZ9KElhX9DX9hF
f51ypPEHXJ5F5EYsheBP8Zf+OuUI4w/XpVhA0i2lLk759r855Xyc8ak6L50IpiD22kv2pX00ETna
VBhAyKlmOSY+ehRcRXoAdOzFlG7NFGVbdPfuwfzNeWH5hv/7uPDXFZkplpmYr/0Ye0QfwAnr2SYr
DjscsJNdRizD55f4tf38/RoERtAaoTS+hPq+X8doybcwCRyEq+v4hES4VKzVm3+I9pF3OXqv3KnX
qZfaO5Qr94vty9HW+Nf9sYbavDPLMTmDHlV1ptQoUXj7sJPrl7C5TLHwh6o8LWkKBIHGrvIiEwUV
t7cv7vnjlpzrOlAe+IhYt2E6cRb4eM8RVZgQ7gj6l5bYT7/YabVxgYroVMmNJfGtghgXqbVz1I/P
r7x8Ih8etgNni2lLmsrmdR4/7NbRimCaYNwWcGpZu5C3047cpH1/V0gJzMcA3vH5JX/7armkS7ox
jxiJHWyto3sFZpcF2FRW9HKem3HsD3ZMzlnYaVe9bn+jR+DCSo3/ZdAxjxhmmGUtwEaKD+wZP15W
p+9ro+8J6WIHFP0HQzwn8AI2qAxPUFCtpXswB1t7+fxmfxswv67K4RruGAaD4xdbGUsYKh6eVarR
hEdK06YPU0o23fbz63zcCC8fEO0nJhuhpIHpfInC+TBoglTVpGdxjCXdjqr3dqQ0j2LiFJviFwvd
x53CcilLN+h30k+isUn69vGlepqgS/ZaDkAmmi9Gmm2w9z+/n9+f23IRV6d/KvVlGvh4kXJOU7jd
sMkQweFftf1VM4z95vOL/O2dUKQSki2ztI4fWjZmpOf1Ml7VYeFvtR5/6jijQYn1cP3vr8Q+iJXE
tC3TMY5uJ8C9JBjjfAYh6B2NugM9VwbfFzf0d0/NRIVlYUvnO1gWnvdfAS46x6RlRSyeCO9sq76t
0vKLSwA2PZ4xSFZiFEHl49WQ2v3xGhrilJKcMBzhBDtynpLiigN7sScB7XbWM8Q1g5usJyT0a6m5
QITcCQM/SbbE5vSGWI0tnegRds0XP+xvfheDjMfrMK+wBTv6XWOEKVhHRseeKseg2oLN22aF49/8
6zdJXjrfpbCRa3L2+Xj7WJZJkQ0coHkW23FcZA3wLpOk288v8/sq6FgssA7LO1hasq+OroOHneSU
CE00Wvnn2gVnErTxne7C2qZ+QQSMXqASLChoZgEeJmDVHGmrrjlElp6cVcj69mRTWSeVWa46u5Nv
bcepdOAYsZ71Tv/5+c9dHu7HZcQig9vh1C+gaP1SOrz/8JQdEDJo2jyV6TYdf9r+Bfzx60l++/wy
v9bf365DgYHSAhF/DNuPT99wceAno0xWVq8OOMuG7QDp6YLE1RiDUt0sVKwG9443gfAmB2Os9x3i
pk1NpXI3aUmhNnpafTH3/r6gsTXE0LNs+vABHK8sWbnEmnYgHMD4guiZgis8Jk9Ju++skxa3wD6v
DO2LRdT6mwcuIXszBNljciT++CCUlgFwjQ1MWqa9KQZw5Ci1Dn7RflGbPB5VYG9Yo5kiWTmRNR9v
iGJDE0aX8WJLVP+Xbij9dTeI5ourHK9ex1dZfsW70gVqZF/iSWHsFpUgpTywV5hw1anoZbWhBt19
8caOn97x9ZZ//+56oe5GQd9zV1Z9bhqnc3Vv/Nt54tclJIOB4GZqJObxCyr0DmULlwBRqRZcOllW
BVLKLwbEMg28HxBcxqTiw3hwTQHa9GiaEAn+xDiHAmlZwXAGg1TtUr8cv/e4Ei50vW6emgZbbkT0
80jOB0oAKEQAzZsvfsjxBPDrdxg68dGMA/nb7Y4kNuWNMwFwQWkLFqL2HL9jXgKn3wLt3+Al/eKb
+TWh/3brbESYJSn60xn++BIda5CWnveALuxu3JlIm67RoS7BuDL1EBPGtzR8rDXaOWjTsBuV1AQ0
/vAqMYJyhUJ3zisyh64NQ1V3beV/EX73N98YNjjqQ8x7FK30o2/Mmk3ORthXViZ6jhfNkQlEL/KN
KOEggvr8M/jqWsv4evc9VxADLREzLU74YCZd/gRntx2j4otbWr7Z3574u1s6euK6ygaEO+zcBzAh
Z0FeHrB7rAZlXk5udAMTDwVZ0T2BwU/Xn9/g30xDJpsOTs7s1di7H115hpEIDwN3sqW0DhagSk5r
4Xw12Rm/jSaWFdpHtPXt5Tbto+fI4kh9CevyCoY/gvIs208c+zyr0FcWDp6awLMCQLvr5wfs3jvQ
Al9MTL8dQNm6C/R5FNXoW8L8PJoJAy2rx9kxoTAFwU+7NQk5TAED6lgGs/DSqNs7vRPrJpIIYP2T
zx/yb1/R0bWPvti26F09aXp8xPJlgGQn0ALSJ/jiW/3VA/jwFR1d5ughY5kDhUIZATjItLHtDlxW
9NRSYvGUKA8qCzYJHc8q7U6kTbwf1tRwbTT97vObXb6Y334FsH/HWg7f1vEBI7GrRo8aXnWb4A0J
e4JntY1mxLcy9TdQFv71BMldL/OAw/YIyNiv+uu7IYpuckpg3dGNUYnHlLHD2oJZaVuj2sQ09z95
yBRxuTsUpogpjhIF4Cj3hNvwLqvB3YdldAit/rpxo0MO5dCI3fNS1QgdZ5ssOV945eQIb6q/mqOP
d0bL12wjhOF/aSYRBvBxXkoie+iGFtPIHOZmd9c2kI1XM/jcSy2pzPo+l91Q3qamLLCnp31p3Xz+
kn+bNjgIO9TaKN5xPjbto/NQ3oza3LZsCpN5OOMpozFU4b+soCyHbRYgi/YTmgMaFB/vsYhxkiJ4
q1eYFr9bVkecQXjltO6N0ovHlmDS/8Etvbuc+Hi5AVPQHAZYOmMt6ohOrw5j391+fo1lBB6NjQ+3
dPTYRscMKTbQOWRlBUCK5nPI7U3vMxqZE764IWTUv027HIwlmxdKX5Kq2/HYQD3qhCm4Ia9WdH7R
pOG9s6B+1W/drKYU4qWGKh8eSOKDIvCLW2ITiQwAJmyBSp3p69GWaGIL55cTl5dO4HfhQxg4VnqB
NiG3D+XUY7nwWtR7t2K2x4t0MLRHWJL2qZz1GQsNYmHIea1ZXA7IMvAwlj5kCrRweBONxun2SV3V
V46NRfc1dyJx6et9nXxzDXygTBsdYDKwmXYcO5vG1uxvNuqQ60GEg3MWiWYgkm1wYRC6UVPsaBMU
17Ve0Fg0Ghyyau7He30QPVuS2ZkuTcBdJyOaclxhwn+LWFgfgzQozwVN7IvYtgAlJW2JLDB5s6xm
Nk+aZESTUfaGAWg0nIMKtYkC4VUjI9lMaUAszySWPKOc/Xy183ME1RMoLro9Tr0lGksccqrN8PUA
L1L8BPb1CBhLgCv34czCeXI8yynn+tC3kbxK2nibijY8HSzfP1RG0m/TxMTMAzLzQScJqd5bk6Gf
6UZuXtPwQL8Zz7cKj8ZFBfvmZJjDBiNm7WybLtz6mOpx0TdggHzgjpth4SPvtcIvhufGSqcMFn0x
bPvObNcZzNPLum/FVYtbiNgjK5Pbjje6NiZiCW8DBATfrHZsBkpSUWmt0ei62Unv5POpkZQ6+CuR
8eAQXRcQfRagFpK2Rg+vBoxQgxm3qxk9YeXoYHPLxH5UePTfar2VG1Lszw36Oyu7nNehPlVXqB9h
vDic/8d0fHMULuMiTKCd6WGOuLTKdiW6cKEPmjenpvpZZlMYr1SO+Due07UWDWqzmHjJTjMDCYhc
JFeoFPRr3hc0+yjSjXMC1J8JK0S+zUsLvChIec5mTjsrYUct3fxN9shY9Ni5Kpa6UqG1qyDG+TcU
JmZSDMoPSTM/2zJS3zEJYvBtBoxJ+fIDo6Q86QuF+QSpu0EDVTsRpXgrpbnEeA1h5WVJtMGO73UQ
M1C+f4vHIMUABAS+R3CNbunGD19dtO25pweT9jhaxeVU8I6ZmLBxTphjZV2shnlCy12CIuAP4YWz
J3IelwVfm30HgJyBVKDsBFxN5KgECU6rGT/uBgO1sY2N/pJ4b7FqFMLYIeNsnw6Qm6sN4pG7VFY9
QWYx3QLQEJS9+t6DLhD9yJvFyGBl3Wr0qxepQ82porQ8dw1jPrB1IvuKEfZzGElbWUkVmge//jGT
aUdhzhhWbpsH7qM9TlDOs8u0nb9l1mPpb4bOGL4VfB45aBLy+zbOgNY0T2GBhQ2BzgzMPLkdNBo2
nm5U4rbT30wYg2udPGgVumscud9nIZ4Cjc9sNHQ0ylqjr3n17V1Caeu0iZv0W+NjnzOqWG2okYfJ
oWVqq3rIPZ1WIThV4qWJNLWNqsY9wbxn2ETKIB5NjPO6NMEDtTDNoOgHLpERkGSb1DrkyIWHqdzM
bcMAgtYJ8X/MYBiijvd0gTJZGjiKnLa4D3qiNRU9cM/AjmkMcb2JsgYXPpqYzTzMOzMM96bTbPIZ
Flpmeqbu/rA6sUVMtm5ZINI52vYmcQBx9zACu9XjiMvF69RIQVDALyg4pKC1UJvWLDdq7PZlRzrA
CCWWmDN98JreX7MQeH1RDO2+L5V8qAYDu0nePDKPAflI9f4AEgzeYFlzypzfFGZ+MyJvD9rcPZEx
PcQQpoVAwSsBUzGWW5SJxrOhE3jaKxrNfBcHszbnc7BECmJwLAeSkWYOTn3QNS/IkV6cwLqe9TTd
O7Fa3I4EcmPgb/1Nr8UEFKvcuZUBb5rY3BDN36wVxI2hwUE7V92MyCF437JMya0V+pUwUgB2BD88
zzNEl37yfzoNpmziQ9S9ngfpHnjV+UImaAkqyy3zMca+hqh+wsrgXGGvGTd2I/fBNFdXYFeqm0qD
7uq6I9Nrrg2Qnqqx4nsi6IYsXlzm2aGeRvM6cykQGqRyhl7oVnghbdYHRFYPbV5AknG6GPNCXg3j
wedgs3P7YOePDG9/1ro3M1tIRKA0pvAub/PpSurJuNO0TDsLVOqr3dxk9mmbJ6G2npzZWUXEEcJP
XuBpcXDmOIW2Rvm3wsC+akP0w8NC/5oN46Xpxge9H1V5CKAQbbp+8F9cexrJDBj1mXBO6yqVhK2O
zKjrISkvIolWkm3tWhtBbgKacmDJoQj00rrctBjrRbQkIU7hqiubcY8UHG6/W/sW5b8OqSXOLv0h
BmNogvUj4uimCaR8rfESMKUN3YY97AYy6rnUw3NKJLvGhyQI0Z3evV9dRP1F1FDSK10gr2CzTtLU
BOQNZSdAr6Cqm3qqu0Ma1gOcWBkhPRic+BHx4JQeGtQgxOFZiFbCDENOTbxDyoBmiFo+vJiT2jqJ
A1nfu2NiHRCSgR3Qc0Gye56n7ukYWPOqokLh8THrMFVJ/cApQSWHOqnywnDeh0Mw3zl9R6RJWlbt
t7keempOCPTjVQMXfuMG+Aj8oMPuNBgvgS5x1xYzgJvCwO5jVE8UoTH5YDRHHTG603UgNNy04GIu
Uo08GOJd9DFaNUS8X2go1LFJByM53IFL/Pt64RwgNHIKdEYGUc0E7Rbnoz3p68KS8TctIRfRy9Bi
7FO3s1cFhQTYXbpVR3tR2V2zqgM3uIjnyvlR1eWwg10xuywp1gjjH25AQ7suN7p1H7mVtSA6HlzQ
NRgVHhu8zHg1kNEh6BrPWqGdWGV1C3Wm+BHZFiQbc662pdIMm6e3ZEtFw3CRqWy6CgGvYRp3H2Tc
Vuelre2J5SJYdwytbGeXkMX5U8GlMRZFtLKZqTUSwlCUQNzFuz+XWz0H4W/FdDuqoURtVbnxeZsB
t4yDIHgMRMEGZSHjteRGkJ2DehQYw/zdnKaLHC5rvFeB3IdOudJkEKU08Pviqh2c9sxPxvgFKTAw
4NwdHEpG47WPQ9buC1K12+qmCINoPXFYX7ehmeyzLgzPcmc4aUNdklKBEWKes+8YwE+GPK3DTZVc
Z75zl5d5c+n69gOyyMALcrmdrbKhMjhilq0pTmrEeWSPwcxTOU2bPtmVrA8r5jT/Ahe1vcfAcol/
+9ZJLNx7U8f+EAIaJI1cZTfS6PvISxhLXsEWWPPc1LyJK5ESnqHpB3MqyCgRYfOYTuMNpNRr6Y8P
mHt2g522wZ7sbI8IoY0lCXXjvxiop2SYZY8pTkqCknQjvpIRi03rn9Sz2V9FLf4lD/uZ7y5+7Pp5
CPPqofWd+qZk43tZNWAjh2Yu77q5PJ20PqvXxVDeRBEcZNHi805ae10UZfI2hzp+43p8LEsb9tIS
3YZfw7wPcTysLV082V30CuFtPAvFGBD+AbvxUNvdeRSLYWdgvtwROKpvwyS6l7IoIId0UCTGhcwJ
JZjUmpTk68K6DNIYggVp6p7Zsx1vpugi0PWzthYbdybWybWb4bYCt0ra4bgkzZQ2RK7oSREfrfrS
fqttRbGgLYPLrHMOKgI15agth9OVopdtdoW2gwJgb9JKFmeDIYkoxoS0VQRBLG4NYJCOU69dzY4D
b2AawKQ/L+NxRQzp1YRWqk9EdW6nKqWVk1SxZ0F327kJ59uhTFm4Ba3f/lRCSw5XY+3v1KgQ0Rug
ZuKCgq8+1WAuSb3Ldolsp2AFHtt46QIbEJA14BurwuEHGEkX/mXwrAS+/s4PYAeHzY3rFj/yiojs
Xg/m7KyqMWgzh0wtAyBMTurO6M6rkk1W2LbjpVvnwEZQHxbb2AX/oDrs2esoIQxcRwPK1O8jEy4N
BXeCNpAZMZ/aY13jAJ/9/E3IUDupgY9u+riKTZZN4OcEjzOrZm5NYQr620YkpHyMc4trNGqe84mG
J1lD8At9ANEDO6opqpjE4cKW27TuzD16UtSnfAY42ZPxPl9yBMxCgz+dvBWiq69j1ebpVg5uehkR
1yv2LdMoGTDdwD7UgIiG2GWoimDNwMmf5sF1qwOnZj847WdR5mdjLqa5YGMv8eUnsBduiIhAosER
MxjXneEQ/Et6cYYpcujqEfs91Bjbc1kz2/Mka4Hrr/zRbdeEafDbJsNN1E1N9UZu6biQTB9Nunsy
jhhkD2VpTvoVEXtoLLVFwLjvzcwhaipuNZKQSEXs0klODxG+QBMWAUrLLtZgitC/WeSZju0lLXFK
XqB06T+IIuujnW6GQ7UzMF7CXu/s8qlSPsDLOEnyhe+rp9+mprfTzYCD7hv1/UTuqnJyX8mt7dt1
b9olsnwZXtlN2t66aiE2CsvPN8E8heNZGffDgT9paD+GwAmyXRzWzj36u55QliId5XNEtMUVx46C
WRnUirxkQ2IP92En8o0fwIzx/EibnPteC3L/MiSKDSZQOdrRWdw1Krgo5ERULNMTJJ3FAMKS1J6R
FWvsx3q4GfJiPtGIbeFe6te6TUD+WjlxM2XGQcuj913LQ4YpzX3A+NV1p5Sj8TNqJWSOJLHcXcR+
rN2Pc0QCqMY5SpRWkGxYvH3F1+heTGY7nNODRwUfn+YL0N/PK9F4hrYENDCzJS9DHdTfImMIyVye
Uo5ceDqHpgN3YRWYMr/BcbOGfofDS3NvgQwdIlVwEMfdy1RQKn/FSrJl4Sv78KJYqFTmaxRUt2TZ
Sv+gHCHOOJoHB1bTfh2YnGL1naFfWwnHYlJsCCDLamln+3BeQyAMIuyqqdYYa6LIINdanb5uRARd
c0Jwus1bY9ODKc3XPOiLJQteRtam1KdTWT+Y9o9phrRUG9HWl1NBOlot0+u6Fsrfx2QUdasZjKR1
Aa+quC5za23PV1ywwGZrlFswCUvMCVkGMx5f43z2H2pyfFVJitDp1HT+OowtKnRxXW3hlTxT8NBW
Qz8tOSl1flY2BLpXenvecqpTjldqPCU1tHCA/Bp20dgOXhLpu36c9deGrkHnRdbskygpnfou5Sxg
JQy8iYZUX5/iiZI32J+q+0FU38rThWt5ZiMCZrUs+a/X8SrmvK215pmQLTniGAOxC2b6hmi/C1XF
Qc50rnABlwS7GNtUT/zLSBGyKqIOu0PNMadjsxdqz0KFnsoxs6sW6h6TbD7DYYZbBRXOA+G+Gfpc
MbunAPb6aKUP7A55QgRqG9CozOzEcmdA01GtMo22WuQywQXkuQAADa8nHTL61qyLsD3PLO0QCvHD
nafxxQ5SXMVCKxMvGKSDDTpvOdzYuSKNRKPokhcUZWrq8fmZk0RtvdXGNNzAmYvWvStAp+jp1FxA
2vIp6EgfwU+o84PZuKW4nm3zrp3GU6iSoeMB4fo+JvoJ6fQDWzgT+symCPjiQYAZk1d14V2FyKzc
DLb52phyl9nNQ1txCttnWRvalKxCtbZpV14YeS69nLV5kzBO7tiTBjetSyI4MS7BhmRV60QYlKBI
S5OXzgTYb5tqQeV4ZN71452pCtOj9FWRiOj4w7qxG1Bf7d2o8lI9dwYw95ggAiogkbWSrMykssOF
ML2sYb7LtyHEFO2ks6CNJg0hPWF9IBzhoidVlsqbeyABqbzodHOTFzoJj6TnJhBb5h7GWKdZBkaV
Yvjf3J3JctxI1qVfpa33KHPMwKI3AAIxMRikOEnawCiJwjw4ZuDp+4OyqjvFzJb+XP69KbMsyxQU
GNyv33vO+XTCZ7Ap5zdYZzG39zGZd/iSzUsj24Fxw9i8ktqXzf5CpX2yqxKylJmjuKOZsNG6xgJ7
MAkDd6uTrpzD7Pp7URCsfV85q3hwIZONvtqtHeLrQnmp8yy5mRVbVFdCBheqvH6OjoMjWw36ijZI
9Nq4utfTSBz0jY7EytlFUd1VVAsJb1kRrwH4hjkLc7oXteeuefWY5O50XHG4vNSJnlU3XQI7iOiW
QmpA+7R8Aoc4xtl+1RabvCJC1ymfFuK1FAC2sHJn47tAFT/tupzz4ahoWTDQMD26lQahBg/AY8em
/60QbU5IvqOU96SvAwJSxkgN8iaXnB460DwsNSWiWQKraJcUe9dc4q/51Iuzq2bxIVrhAftR3te6
5RHwrx8x16m7xQE47YTklc2yCuldN6X5oentJMIGN60u+x3B1Q2n0U9TqhucvBQDTzUnqM5mjcch
HKMCUsMkWvkjmNvmiOD3qxUx1U6ahsaAWaXJHTWU8URP/E7v1uqQl7p+XgjiuM4lByN1gIPHHjpl
p5hAvseMEPGKvoRak60tRsfgfFZm5k6TC134w1yIZoJJnLfaKpXXaUI9o5BlWJCsP0MnhFoii+Xw
z6YKvH4/FE1gFA10U/a7kRTGoTUhsb71u74NUtpfC2u45T5G82+mPu+nTtuFGOpZqkWeIaLLdwNG
bZZEAo6ML5gqkHiREWpZqtkLsSEvHFqngGEUeWajUf9mkvF+2vTjuiZ6ccbUAmD89vf604gvQRBO
oDlqt7Esi71o4/y2hAT5G93D+8HldhUTfZuFjMnkf97dxrhX8AMU3MaEDAy9Uomg0EgntJ2wKq3x
2I/id86G93PhH1fcZpe2zRAN8ezPv6tPxkWvJ2aJVXlVlrPbATdIzN9MLN/PnLaLMBjFlMjcHXHh
u5tHZVmhqNukgumRtjOnrp2Ld8pmT/vnryFRAlvyjmHquvtuwt4UGgHKmxDDoIccK9E+q/L2lsgA
+SGFGfGPL2YiWGAGqqpIL9/r1bJZwf5YAFUyRk6HlB7U2V0NG0zXf3P//qJd4AbiLERyghHAQDzw
7gYKOwMwSEPZHz+61yoKrfYpKnE2D1Qz9MvT0DGPlvq7d/5vHhuLHD8RqROugPc/MIU+F4uIc1HR
JVUAbVC8zKTp+1Ve1AEBB8pvbujffGMIIjE7WCaHCqQ/P7+LCU3atlh4TdwcfCobVOcNhrr79VP7
+4uQFAoHg9tJOtNPH7IpqBemlE8Mj3Pq9TIH4ZoYvzPP/c2tcwk8EZuQFPPce/fGwIS1m3RuXeVc
oV5V0zdQMW3x/Ovf8uPD+fMwl/eCy7AK4kbBIP1+uEoEL/E9cPWImmNUluXPXTq9svuh2ylOepbd
IeoJsSDXXkHMm906h5x4Mc0efFpPT1rFbVY6cnDJqLizSQ7/9V/vb2+Cg2B0c28iNXy3tiR92cmB
qoH+kwqZq6JlPxItcyThVvV1dEaHX19ve3Q/3w1D4Ewl+EJFMM+z/fnRqpOt11rDV+J02d6NF79w
nNuMbBh9WA4TebhL0n7p8+Ljry/7159poJZ2OB0ZKl+8+e6NStn9ZY6bD/BjuWfnCOYeonBnfQCV
+puX928vZeAy3gz9LgiMn3/hDCZKG7dORUlbGBCTQG+ithyzf7MPbV/az3eSDQFlKBudi+N3i4b4
825Hcg6raMM6qkvMa8USELPPfHkleJIM817dKuTfrXH6+2tSOOD03TQ7JtKd9+kgzmTprWKzsw9E
GXjLrO7hvuTbEYhRuXjq1PwTMONDzFxDQsIgjfgN4MaHLGOW+esH+pdfT/KLjQgcAbyG3vn9XR4V
gtEIdiRZO+XX6vf1JIinha3SckwrDtXvTDN/eW+364Em2gz7BG7o795bkzmXaGuNqcGuuOvPqycD
1H4v/T9UReEfpkohzw7h+eYDffc5VhYNBItzA3xRpfKweYDmiZYPjak8UoSmvqONwa9v5F/KmXdX
1H5+jcgkdUqNIZ5vFd9I1vLHQmF+whBC6cMtl/XXV3uvr0M+aGySICS5FIis79tz/VONhlQJxzYA
SgAJw0m1olsdnGvDGXVLAyXzd3VD4lrDpPm3Vf0fmSv/CzEz+7f69rV86/4bhCqyjP7p5gev/ev/
eANc1C/bD/hf//OhLl+L9PXPvsof/8UfxkpT/Re7N4opVigEcVDK/mOsNMS/cDxQ3DLmcvjGNify
f+JjcE9iHKNVQin1h3vyP8ZKBc8l5T4+HhZ3tm2kWP/EWfmuAuCgQraToKrB4I4I03r3Vlq1O3Us
QBrh7kv7JQUY6mWDgFb2pzty98dq+ecUqXdr9R+Xoe6lMCT2hp3p57dRS7MuilYDeg5ZuGSQEeDc
opcLaIA3u8Re7IdfX08ztnXi/67anERtTAMGommOp6yi7+snDq/rFMF49mCeZ4LuYbes5NMyyoIR
m4AQ7jm/CwkL1Zvoj1JidYTj0CK0Iwcpc+/WEgRUafX3rUGE68lQZ8MNDWNcamefOwkGEb93CaKn
Du2VSBn9NAWiZAap48ZQrxQjAc0eMBtEz+LncdFOLvALXN/tvk/VjAy3ZaWiI96N7rCdenZDPON0
RrKwTF9VtRlHbIokC009B1vqYOjTQp+BixRuvdirPzkupNJPLbnZsCJkKgzMBDPMN4obE365JT3K
Z/J+fc1NndJl6Ee6MFQCUnCij6QE9uuzLVVigRCisQ4f+jbl3/NJXxMx3WtpbdmL42rT16Y5XUep
N07VMgvYIcrMME9EiAUir67tfF49wMCF6TlisvNjsaLjD0SrW5UGlKuwJ/q7aWnOJvF+dJ4xhhl6
lHlGwighyJEqMYYyHCKw7yEfiORUDqPietAVN+wAg8a2PJfktL8YZSGtIyYz5DpZs6p1E5RkZcSf
uxhqCf08Z9EySju8q9+XrG8f4Q4BelcyCyaxnFetZXgJJd6DIjS5DBdKR3s01K6ZGRKSr7bLbCsl
TTLOLNZpQfNnzz2HqDnjE27pSDZu8nXKEfm90f82qJl5zdTZ1zYy07mXuqoEK/sofS+ylUeHJDxV
y8MmheoRGhrEKRg/2molij+uulreopu3mTPYeRSdZ2Meyw+gf5WaSUiltLlHR6Op0BfFUiloMVXD
8NCQd2FdimY7xi3ZwgVzBEsCoZ+Y9HOtMufwO5NMftQpuUZfcV1puu9Kp9OtFbfQNFJQlOaWwZJ2
bmSdrT6W1nWOk2ZQ/a6smvqsZLXLNDM1zb4/qgszMbj2jMIh306D1bQ7yC5jSeAQHQdmvYUs7DqM
weWunzjK0hr12tzAB1fmHTkQfUtX5iJLHtsd+lfNvYWM0yieQgRySagSgSG3JpWz+ojOwCpzX3Mq
5ahEK6J0S6DHsxrXT9Q+j3eEE6UxTMUpKsAGjE6ZXsZ0iYkM1YF0HOVs4xG7gFqawEMUrXDZ4O0p
FbBRnbVBa11yiD0xmlqX22U16LAymIE3wtRgHBqgOytB88Eq5ZSpezIJUsiqKgLiTyDtuuk+hllZ
6OCOWvjobT6DpfSEAvR6QCJW5J9rMyv7szLmufOUxeRpsPqsKmCDYNCFRB+zWJmW06ocjFKuH6Zx
RtRI8t0wx/X4QFC30jYPiwu6zL1lzapJpmonLS6G+wjQ5zycZWMvrfNl7WVvrsdKS6IW2lltKMuD
JP59G9LogLKsum2syctGmxhYaa0iaYLaZV65szNoeR7tuHFqvIk+pAXTvpkYO5PVqbpXitGUWIqF
lw/wlUIyTOd3TBpnGq96E4drK6N2b3e9La54fpTsBKERPbnegbQNWseMEBf0cSGDlo7fwt0RQ3O0
WDhUxBGKNPdIyGzA5MjEjRPazvZcxaKGqGvwOJCIqRmxEIahwc1YorVXwK+tTeUah1rPYliGetvN
sY12Ljba7FOsjKg7z+OClqe4B2ILDukSj2WUECk+FYB9f3OK+3m7ZFdxdNQ0RMEJjgIWnrSf9zFy
yYae42fCKcqM210Jm3khKGRNX369f/3tdRxSjnFgYkl7f5Zl3xd9YaiUanmzJcAUzfiQ1Zzefn2Z
n7flf2+SNtnN1CY0vcS7ItEG9yPtiMsoUnEtkN3zWcLT6VqzhUhijFr46+v9fJjYbt9m4tu6JxyD
wRu8u14E4WVewcp4+jqj6aY3ikTKREZQ2eo2BIoF1rFFvBJbPv3myf3c2/txaWoCVhHOMTw6692T
qwWRy7C7ExIWI6LaprwIe1mLUIh2+k2l/9eHx4/Ujc1ATtKfq22Huz+X3lh3iV3hUmrfRle4HPlN
NCDc/Kf3cvshOB5wXVk41Lcf/KerDMsC2mKjjBjTirRFzg0/JkK9aRh9RQhuyy63ZMlhRMT0x2P8
RyX+/5/5KVuo+f87P8Vf374mP1f623/wR6GvOv+i3aEZCGsxcJHryWvxR4KKqv2LRDTOmcRe0a/U
LV6Ifxf6nA4wVFDDY8OikUHC6v9JUDGcf2FwdwQtVdrgtLP0f1Lna5wNfqqISSrTSaOgq41nnovx
x/78wixx7ii0AiuSBmrnoa6yK7Mi98C3+pRVSneUiysZVcApacEH++1gvyJLdO7SUiCzAanN+v5F
GPl9CmUFGa6fN0Z3MzY1yU+9gZLQrG5Nwz1D+az8fJ4yhrP2rT0kgnq0Pq7dTHNYJ1+km89F2x2a
RIVy5O4yE+uBW8PLqy9KRYp3Ul9cs/xsleJrPUUHo2+/d4p7QRN6Eg30Vg1+M7Le4jlx3+r5PLrP
/SoOCJXi6VRl6Y3qPOVSv+0ywYjUKHxRIbha9i7sZqmbX93mC387fwR3YFEfRXRyyrS8I1gtEFq+
28KXUvlcjNWRxsfOGVADxOfO7Hyb5iDy/rW4AF/2+hxCmKl8zXLxtFrrcXLXW8dF+iDLg+I+Tpyh
aLles/YTI0qQdojHFklQ30hs/CmeayK7SHZO97b1xaCzMjzHJcRk3SNZ23PTy6zfav1JIpaB60o2
t/kGPvOx6gbNLzcmpXEHNzBQle6xjV8d02BY78fFA2YOcmSygyrncFE1wuyjuylZd2aiBU5LmrzR
HFYRM5dlAHKx13yvmO3XaI5PnT4mDMXwkc7TjU2uNQdCD8nOYUxJdG6Z1r2iINM3MYi/FIVXKWC2
tH0aN/dLpR7cUfF15Wr0WePHU9kfObJl9zGXTSDo5vpJH+9a7TlzMfiZi99Md0V/yjLi98cxXFCB
ekXiJsdkqG/GnPSEHIu5GbXo59AkqndRBa7J1oOibe9ii+rLQVomzWXf6ZVJ4h7/pCwlQCLKQ9tC
1VkT2zOKHxI38rzWUCBS5nhkhM0kPnQmN3nN84/6vImuzBochvpdFW+GilJOq8fLkj2LriQ/s/A7
m0PR+NLQhTz2Te4DKkXonU8ec3YE7Ii3Iwsxd0ZaDmaT9ej2owds5JwacsuOqK/WctGt4XuGHadz
i6BqTdLDob9jyzDzT2XTBuPARN0pz+mweR7OS/LQSs50Wh8M5usyFE/IRg/wkelclwyMxrsuQwBe
OzcdcX2Oru6sDstL8i1R19DgnASW4yGCgKIVhNWDRV2W/tZdHut18YzUvEdL6pP/cywM5TDp02Wp
xVfyFj4li/o1az/CE+0UmB39SjhoezTqZ7u1IWcGYDSvrWk/kKdZejM55ZzP7gg7O8AeuY/G8nsS
mzwV8KW+Makqb/kQkFN2O6xj/2pr7VcX413y42H0IQhfdDxo/BgdlR7oppOzZJ8S8qVdh49EMfXv
nSvecFmNXuqM7g5RPVI3BPZrdtZgxA0t4rG4vIOCsBOzcz9vnoHSXEnPzEUVqtP8gPjvk2vmaxDT
lGakp0OWX4H21Mbqg9mGv+0ocTgnxXW23TpQx/YJWa/fzqwNojiIiSy46hOAG45CH/OoOsgo6lhE
HtL+q4qwBx3xGmym97lJvqiOvKWV4XHE2kp8+BA55yIC2RWWoMhYr8Vgzh9YR6dAtZcbBBm1RyPp
2yScnQNGx7O1M6mC8qFOlJuUZI4jC7qxl8vTQFotzZPxTsb2R4B2gNdr4yG36dqsaboz+m70nKKV
eGe6hyUpvNJatPuyq66yyfekYKBomZ2TU0xDaMUN+ujWhvmj4qxYEz5Ne5iADubp51zrzkAuSc+P
rs5IIp2S3zhUZI9mKV4YR93lWXbGl4WapIPycx5I1EfQlL6h5P9Av8VAmGW9tRGZOXOeOUG3FSAu
ePLdVDjZCeXtzIF9vhsRgnzSexfvrZXQbllMREXdJrMd20yGlkS0svA1GUp0E03gJlOJfakcY/Rl
RnFjIyY/RP0yIVZaqv62BxF3SUvsnbk7gP5BtSB0cKvwymtPNPqT3cTlMYuEdcSvaD2A2hogIc0I
xRRxiSDafOyHqgsta06f276ZQnNJmntekGzX4ZO+sct0PsfwT4IYKNHB2vShldPQoo4VxEwssIFc
rIhdMSOoQl3hmLuhXFsenoISCwc1VEOfZe2rKWBfIQlcvCEV+UPsRBLRfuvsOH/XR3XlkKjV35o+
fiAU6KBLtFiL9qFLa/0mMnpE4i1a65YV66610d5bo2tVt61u9KGe9OOXRHH7zYO1qMfFxkZFPWKy
3mrVrT05azCto7x2+jrsFutRMefmOGegAKtl2HzY3/Vt+4u1z0YlRJCg0HQ5GZ7ypp/3BXQmXCde
aaDOX+Y8P/Z2ZeysYS2DZMk/9XMiQnNqSHV0k5ci5qwr9Jt4hmBu0N1L86W6EJuSf+1FpSAxQ78R
AfnyIBw7vszIFV2AqXuGdDmTp4W6Rxtqhdx3ygJL+1JmiMaMGI3rakGOV+ruzjSUcWdWxAgajYKa
uin7sEQN5Ut9EJsUrbxWFbGoajHvzQayRIeZp5TO46STpSucySdLQN4MgkLBfqYX6+7XeNH9NptX
H3DjFw3GAqvEnJ5JYIh8QerDoaTu2nc8al+RF9jvYqVYWr/T8FNp5LfCJ53qZa2qb6MV3+emFMiQ
sWYlWnFRl+xJT7tjFy+XpFTvV8UOdWTLvTk8am0ZqAY7SrR+xUf0uZZUaUqzb7ntqGf3jDH2loPu
bg4j42aGUavWW81kntLORLSMRiKF4a5OQV2SU9Alp/VHDEc7EJLhsFHJS21CY5jLa+wSNDddZWce
8Mbd1k2zj3RrR9Mi9SIKt44hs5LzaRhqQ6PGooJ4UIzMPTWQaj/VpBWf13GNY99NeP8TMapXABoD
naMpw4hhi87PS4aa/krvjjhvlW5prM0hLRPMLEmtkHE/GVW66+UWooTwt9gZa9dI3ImjCdfXRiWa
kl9GZInqnmSj22eKZOtLrlBAJiKqzyOpCD4oGbGvmzW5R5XAzoiQqgi7sVQCvHZib8WFG2olzO1x
hPSodxrNrZWNqcJoeB4TQ/mgJm62H6bVPAywbG+Idco+Q9LFdFB3NbRlKJdel4LHlYRwgiddSof+
ZgbqC6T9eGV+lR9lYwr4JLN8aQ2aoMakM4QUYzr6i1JVh0ZAXMnWBbuaaw6nzujN76Wa1H7dTxvO
TXk1EdJuHbSsv3V6G4dCXFPPlFIot1mZ5OHgVClJCJM40k2uwasJ+74eKFKyMTaPhWo3hxkYx65W
kK2sEUZWoUNTJAx2QxRPOKNSjd3DlvoSsn7o+kFvdGRRVnwa3fSj1nWzEaq9MF/UQiP1d1QTtH1D
dofSHOCKW3b6wBpNJytrnOjJGgf3aIB156FCEIzRJbLyVZOvlp1yrvIJW2Pm6jhNyuhjqXcM3nVs
rj6WAkpFWIav60hhrEgVKbxhdwOeiHK4zJWSfWyx3R1n1ZyBwEwlYsyKrse3tWiMwzzCR1GS/rNp
9YIFEQ2YrQwGPmHnQ+qae3NG5RwjsGwtJ0SgFwxCOcl4rJhazmijN8s1kqVLVNW3Tjs/G0CroYff
anNt8CpBaTxTvncA6KrVzzDYekMefdaNKSxUS3h6Xt3gUb1xE3bAxSmOYqgfnal80os1zHqseEhs
kL8/sq+e9M7ZkdbSB3M7FzvMmp+UQVU9jDkEldjNToqa0XHW3Wko93w5VD5++xT9LGaoLIsuhVZf
GjU5ut0r72BNF3fCh2HFz+jsUVdH104qGgWg6I41quVT5pBFyyQc256SwWeNjRc0nBr6Ro2bbxPx
oTlf3NnCf2AmlWctaXrKFqN51DQpsMutxuOKrZPAEbyvdFaphTNVC2uMf/BQ26e1WN0PeY7PoIqx
vfWFtUHfgyG1Y0i/RX1FfAlbJefFJ0888kBxN7u5UU7I+EKtcT8s6ud6E4WCuTAZfkSi8tlRdgCa
fKOiu22BiPVcsvUGZd7PJOtMPwTw2hCaJBh6suPRVgh0IRvcuur4bcCK5DlU2EFSCFSqKa+6agpl
4qtKiXW0+MGcAab8LFay2bY0hEDY+RAM1KHsE0p5rvr4RMjgbax0w6kSw12TTKqHjcoh6kQn7I9s
n0ZpA7MzoqDLrGT1IjIWSIssSw4qrV2F7A72JR9N6istTg8mjdcXQSP/2AFaxkpP6zs0SmHeFn1l
7UpgA9dET8edqhZpUEKVOXOU4yNQI60M6fFmIbpg40BYWnJS0qJ6mhXF3SGXTO4KjXFxn+j2iw4J
aW+JlhESjGUFx8bsvkgnXu+s0RqfMjIEHmwMqgdhjv3mzuyZZBeu+aKZfXFJRpldYMG7D1VBY1XW
2DI8pn8Wx5lJHlWRli9Ts7SPcVGVrzNmpS8j9cWpXwflJKxE7cJBqv0TjPfhOuRVdlISp/hsxTkm
P+xR496o2nEhBrx0b93J6j/2phY95PgjP6gDgn9v7EhKJ9s5LR8HfdE/r5aRgPQkb6zyZk1GZFM2
8wHtTuRrWmU/mq3UQgfE/G1uNuK8qilHMJsX07JL9SHSpBLUaatcKiNejmVry1s8eSbmG6thqccG
3ougX6V1w6K/nlfD4NTmQIN/6XP2SdVcFoZqrfHgumbycXbRraB/WrqXAaS0FhrrrD3TQJiPxBaD
lCzzeqeYRLVi/T3OaPSx3mBo+jCryopPkaI20Kol59aMbMxO5zLJSJPnIjMMuvAw5l1tTL7DCHVV
r4sJNQCMswIqj1DQYgOVsNYjTQ3XARMWrfBmOee4GaXn5s6pm7dxYF3tKtnptC+rm4S3NnXnIww3
H6Wsh2wNbNJMU8LorccS/Sz7LH7CkeogMvGPDcYDg12OMDAWi2hKD+qslIhamJHq1ap+IyuaILk2
CmSup/44Z+XbAp3udiyyYxqV467igL4bTNWLI8XZ4ar5SJA1CF07CSeQm5nOmm3n6X1mdq6XOLA1
mvxTVTP1UxbtY1uWtw1cbT5zET+S/FN4woxoOVQtsm4bKV1TreO5gBBQJt9XeiX0Ub1xEC9DEh3d
AaeMARtH68bRQ80LHCqKYHLrp00IBNOcTmhZTDdIR8IRBRJ669TTmzLgNLqdH+8dO7f4P6fxgODY
DZbx3lqfMpOZWEG3YbOJG+j6UdSLtKc5sJnbqFCPwq4PZkszdZjUmAOfSjpF89Zr17Wm0jLhmRZZ
eUvXw/ZVQtnJQxe1r0x0MmyyiS0ncN1zCjBdkwXfUIqRUMRvZHWg+bDfmjktnqpSuXTz1OLE6iir
ysg4qBqGv0XjPJUT88FJCq9n/k0hl5DBQ6QAXevDPJ5fmbffscixxvcrkpzm2zJWO9F8jJR18S3a
JVk0IlGsOQn0W5DpnI0OC0Ju7hkK8ddXQRFbivLcx92uKyVnUrc5D+06nEVuqaFMEszBlrtrN8/V
mpfE7Zc0Cemge6h+Q8OBCBvGWfZJWuo1zpuvSuJOQTqwZ8YKcNgCxgSMz9rYs+vg/QDhvGvrcgiT
hCaKXLbBZI1nVPIJ+Qxtu3ssLNjYO4elpfQatXvM63nrnlNV5vVzi6HbbZxXIrRGuO1ViiEnv4x4
wAa6Er0ye1q+XtRWMOEv/YT0nzgShNGWfX6QmcSdDQlx1+kN7RZ3AYIibgZmoLes2dMurrqzkeIm
Vtva3VUuk2Q6vZhwkxtBH2hnxUb2Gq8ZL6El6xeS37+rU2+G63bwFG2R7WIHcm5vnNwYP/ySoRpJ
xY0RWzdDh8gIY6d6HVAeXeZJn69519r7iQm2liznmsiFIR00diXzu7AqNhnbvRAQRjS+/eC2Tf2s
T6u9I3wSj5PST9yGYovgz1pCOBrH64vZvFHoOD2gkiR+AtAG9un+ts3XvZXG92VFSa+P2vPCWXsn
V/dW12LuV1WugpYMZrnOqMKSkLmqjp/yWscUUA1MhzWSoXH0Hru1DjF+tLs2me/UojQfS9qLqYNJ
Ji5xJzELtfd1Le1Qq5cMrTFTPup4515J8q9yiu+01cDGGT+zJ14UIEWl7bxiCaOvRSozhxf2Riwy
RzM1fCZIqQ8SS+xMpb6TkIYOqGtiDzvNXouKgWiRXu4Wwzm7VDyympfPbFYqtX26G2kF3Qw5My2o
6Fkw4dO8G1O1uVIaXEgaPVvbdzFOhh44U3af4xA9dVH8po5JDjJl/WqZKTIVNXYeZnAxFIL1vYIY
L/HaeQiRcdT3Vi5zao8a1m+tjmS75Kt2aszGvFkKN77WipYeOhJwwnT6YRStal8aus/GdVdYEWak
xnrWB3C/i9MHmt00d2w8eyJM3IO6OuYVFkziVazBtpldVat8cEzJeqV/G5v1x67EE4kWGfCKMuWm
tAmqTD6ZNrzx2GBFRdwpSAsoMw2ponzWrc8pkYrXGDXJFWRxHNWBrd2PSbErxKtCH+7Bqc3JY94p
T2q7th4nL+Nh0ZZ872DBeayirgZiPg9XZA7gwmssqtEqLmYyLLs0cz5hiqEwTNtnSUuMNjsL71Bt
R6YJS3DhNn6D2ZVfOjc3mZjzgPQFODgaNPmkiWARXkfNnE+ZUkuEA7bn2ONOGxUapXIn8B3t8oQP
IrN0lxJ3KShUaMoO8og79ShU5TJBvRxhkDYOSoz0iaJX88dWO8hWyXZoGHbg408rbdcX4VjdJenQ
9BuljZdUDiBmSFxrWXPzTIVICdjY1zjt6+WhRc0+Nxbzio+5xBtnyto8Y+4agigdjAOW14SOAWVX
3Xfdhe0S+Qumuh1N7e+JsiUT5XKXMixmULJmoaVB/qHJrZgnkTOZiIg/CLu+/KrF9jmXOF5xyR9J
ufxIsKo4j4PVnvC5HMsybg4ZSm38w+uIJqQpAmYWqzcNnfrmiKLfT9pwU2y3nYE9LPpOnsYUg7m6
LLtR07mX7RdXjciFUqIZ16M53UwkO3lpZJ8Y07Rh6RhkGLdafCrV7utQ2N1jFllvCUZDtBSngQ4y
lnMlJAqQHSmGWj9kA5tk1ePVIrai+yId85VJtevnCEAeG2d65DW4G0orDRo9fqP60W4atz/pk2We
Z1M5xyOeGBHTAoYFDSkLcQElR0RobS4C1FEIKpTpCAORtIuVA2Rd6pc8m++InrtacfyiDAstB6Pc
m4Sc72WmncoYF2krqQVI2LrRsulklNbkK5pbcWynV0ankyQa6I5GYTK5z055hyRLzy7JcMLGaeeP
VX5BkXDlmBogzgujBQeR2VpFaENNqwiNqbD7exJ5asDg36NnGDpNezFEch0N9X5Q6Gcmbb7r2xVt
p+ledRu/9jrNc+gWbwpSlpIXvxZYvuoZoUuddgdd9Hdznz2YfRkfzWEi+lCeWrBHPiKI2yFnbCTF
twhZEt3y1NzLtI/9jH/hag8xxkyrx7Nngv4t9CUo7M+iFd8ptckadKpgUYYQj++DK7ObakmvfTR8
q4xUv3E6wwU0gnNQi01MZ0p8bhdOcI29vgC7FZ4DEausbkHN3iNnwxzPsrW6J0VfDlVvZGhgur01
uydY6m7A7U99FZFXJ5f70RHXhj1vEk/QbSnvEj8rpz1aIBApRYxptnvgsXoUSoCJwb9gAHTvFhRm
XrOBflW+uLLNr0a9nodFC2yeZhzTEKtWdg2ozN+0JL6AL3I9TWyBfkV9jE33xWbbZLhPpxMgkBPf
WVt/XlVeBjMlC3nJrmOdrcTU8PEPWb1eU5VPakLXFuSDbR7pqXx0ZX1fj/yWeXaP1cAwKt5L5FP8
XZV9abqfdP7IgXd60kks6IdvY8L+LEXQmmFh3bpuGcZWEqImv8hI+pZMwoJTY4PluFA/FRpKsdIi
vSH6HLO3Wc20W6sdYYKPS3uxKuVizMOJebAP5feAPRHjfHSuI0eyFWcZJSAIVPQVu5Ze2wN5Xf3e
qDUnSKSk/WZxVC7E+uAy2H0EZmk+oBXKtsQN9RFTU0Z+txnj5qdhVZ85LJ+MCp6f6UalHw+c7xbD
BA3AW5xx/qBDTTyKJtFIqqtyjMl7PkjVeXMrlkYkg51XaQR7FaSAoTJakBohtAKJh9YQ98jYZA6+
GA5BqNQKRFdZ4I7DNQdU5KlicakDi46zj3KfD+1JKeL7FlpB5RjXBCnbqU3KvZITaWO4/Znkx+Tk
GsoUzk78kjfJdWnzoxq3RdAUs72jfQcBmUaST5zUyP2ZzyU9xKeslt//N3tnthy3cq3pd+l77ACQ
SAwdfXxRI4vzJIriDYKSSMxzYnz6/iBv91GVyqxDX3eEw+HtLTEJIKe11r++X9dJqY7oORfxxABa
7z047ICrqFAkufLUwuDWKi80U50hx1wV3XSfmaCRiFTuugYPnVCFFNA8jWcqYeJcm552WYbNJkvU
zVSZixDzZy2atmr8ofzqRpf3eeGfteC/ZJYSx9VUhNNiYzbm1hrzexcQpalw6Ul+NugBudafKTdh
Z2Hr2kVxvMnbbktryyaahWMBACzL3nix4JaBOSHglV5eQglbOgUconIVWo920tzQ434ZhHB7TI1m
CyIwgbSLr2Z980TerFt4JnDlEvNJUxioCDsglul7n/7tqeXpdM/cRPZjSIdIUj9Z6bjxZXIdWgGC
vl3crdLhUjrh1gp+eITh7SiXFbcBbWwo1ZgLmb5DUuO0HXgqby2T6NlWw0aoH6G10UX5nMb1qz9q
t3o/awvECkPCmZG5LCHT1eoSieJSj17zMF2WhJsx23CFHN5u1gpfjIykTGp/o8mQ7aKLaGP36JWN
zh0MxUtHT1eVjPzHsipaqvhk7lBbzniQVN9N6PfDhV/a+n2MUddDHTTVbZ6RECynqkPgpHlbpBzm
0hR19F33fGub46xHqYZ9aFk3vbGmUl8ki4rUAvXHSHcvEte3Zi0BjzqG41VZ0mTsi7zfqk6W6yLL
rac8MgnehoatPjbJJ3q1laxxgb+x4tz4Jh1WsCxHReI2Dd4bywl2esIWHVt68bU1VDdyXw2HdR27
5f0AdGoJqO0mnclbSRTD24stdzwfnDjjxze3CdeBx4FL/TLI05Uw6Hlu5XPl+WdOVjzEtfbFUT4X
bS/95gNEKyF1r5yUTRRAx12D5ReH1RMF82JbjFaBcV6O2JYwIY+0pe3aKOiYzueYj9KC4ac/MPW6
pVj3ZHbWzgzD916i7UQ0vVA1yCukkFxZ7pXrnns+ed1ykCgEyeXqvrjRI1ZL43nBuqTyVfrP7PLY
hsKeikqxQmSy6CRlQMfvh0Wls1r68KykimGZRQ+NSN2NPShpt8huUY2fTZ64Bg94U0nnRTPlvei1
81ioyymtt7Hsa3IEfcKnnLSzAOZtWtgO98LgYdDjc7pkni1OV6iQEye4FcqzMtU25Ed7YLXhQzWI
2wxXDFcjK40xzLIfqDe2lGmM5Ir2bp0sYftdJu+10WpLXR+ZUUaDkoQUr0iGZkEk+k6vDrqSnqMt
ECnqhXLlevyPceBymnZyEWrhtSXaO1cpii6TvxVD8tJ6SbzA9fmt9cPvOA5xvbaj83ow863Amx7L
P4VicziDhbEVVrVxpuDcg4vDRbKgoh1cxL73xMXwGhEyjIU6uh10NNTheE3H1mL05S/O8yVIkcug
EC6rD1qZ7cx7spGtbKigfj+OC+gn3VmBMm6R+MlzOTlbF2awYQ1zQRGbxtxb6ZidQnwkZPHVy1hm
N7HfcPa74YMe2tqyAhpgd/59K6AypOZLbo07S7U3uDhuAnIVfli+m5amY7DuPUYF2omm2ijNWdfA
z1dWW23d3BVnzpiPG5UNYj3FJgJgy+K4Tq3rgZuiysRth+DbxlFsSTD5aoQUZ3RbezHaEZJyY7zH
xojAO/5V9SaJ7La34WDc+N5wberBjdb7K7tRz6bW3OQdiAZnvHe87167iVL9mnIhDawqWWMLExHA
eLDE5FIR+yR6d5bG0RuNbRW2sBBBF7HeBUtsLA3NuEopUFsNKZbM3MUk1wYjvR/bB9fZjZF55ubZ
3ZA9mIm2UsqepQAyoEwm6yVBKmGbn+wCDwXm6CTrsDflAkAXdZc8unBwll9Xhn8TRwWRkEHWagIf
uSyIbMkoc7nVVTNsMKPcxo4HCzkhcvfSEFwm8As8gn9qcIaQfjxIbGm1yUDv29J0DD/oTjWCgkw8
bsKBvHnHmbY0AvWMgfp56lg/g1qd255xT2lthX3RFTmOc8LVkXoYdU3iy0VhQ75EdOtsRTWunLzY
jqXcth48mSmujVWsWnObIwtdRFpXMuWoQHINm917ukvMhX9a6Kdx4fpSldl338kuUPO+tWn1U6Nn
WQeatLKRESzNtv6h3PhOkxa5qLa+h3rLqWDvIsgithlcenFDGSpdDm1MRe9d11S3tpy3BjF2PSTX
jTHOGa/MvK7T6lIpdQPiXV9mdYeCwQP6SC9d0E7FRRGSgsRBnvxTnD5zyd3pVf2atuFz3/iCOoRz
MfTG09hV7zmFXNyQM+T8ifaos7SR+4P0G98m2eDWXrBLBqa7bF37lfQxHRkwPNZRWN1yFp+b7njr
AhDhgrGdVRlOamwo6vcrKwtHHjGZFshzt3I0L2M60knZOcswCUFJ9OWllqFcChOtQBo/vkctdaua
mypYtXaV6lRm06ZcBVpwWTegtXIyZovGVCOljShbOi0ZvGLUdvh7QiNHIcNUHs6jICuWnUXmFm2K
AUzOu5mB/2DaMObjHUGBA5cF+wQFukIQFT62mrNFMc5P7OJwLeiLuYjCkddXUhULTFEwH42LnMLD
sq6Cgl6Aknw3a5XjQdvSLErsbXcWPNzoHcDcw2hBq6GtgLxdRtdq96LsdoVPMH6uJGprXnQYRyun
q1/yeri0iBPCDfAmf2GVSDJs+eTRekORVJLlaDpQtmAnxjx81er4ixys8CIfPIC8OIx9F5r+buc4
xYQwhnrirKwsv9GodBmNA6BbM5gLUt9VY34r9GopqZzGSi6xbTdQE1XscM+Th0yix7Z6Iczs0qfz
uIqjneWat3yuCw0n5rmkdBun1qrUmU0mNYkUzQMtjmBLb9rmyguvB/UUObG1Ura9o53iPIApXFXd
vZum5U4vWVrS8B+lshFHtIhgxpn74vXnthieZVzZ13jo4rao9AcaHKAUZhcGSFAVOY8AgLeeMDdO
WG8sMmKLPrOBpmnccgLxzYfMrKF1K71powlfpxJJPSsL7yty06TkaM7x7gx0jXC7vkLAfAHWJraq
jx8aLfmBvJmyxZvg2tBQ5O0lbBnu+6baav22THZ0Y6BWoOqapFfzsoiLTRqCMIq/0AO98dr7iHxA
v06s1YijUKRT5CjjxURGRIxIDUdyRgAGgTXLVj93++QydJCEufr6S+gtsZadK+yI0YLkrqKJ4TGq
Qv++1nlQJKn6uTmq6M1J8glgoNDeEidN1mnY5Q8T8sd3EbqcMKbaGAknUdZH4TW9Sf24Qm4NpdUb
FdyzuL9GRZttc1cfURS0MVw95e7GqRIbF0TYJazq8DKTSfjdz0PIrBpxq/Brm9Bp0DeZr9dnGqpt
2HOJ/9zbwavvoWWR8atTUUsyQfpRa1EUejTHXCMHhPYVTvVVGofJtSMyfWc03VOT8xp1sOHFWmj5
E6xGSXHcbMW5kbqQcdrkJwwsrL7RKwTaZjKs1dDaqzA3boom/IqdKCI2m0Z4FKZGlMOeJzB2ctNc
aTn7m6C4/gh8V7trPRKf4rXgYrEsI3BmrX4Vl8ktRIBF0PpnGgmIM/JI2paKcraurEmcYeF6W0XO
fR260X1vlyv689BLmflwXiOUXg2QEsDgtNeFbTxHkboozB/0FsJiIgKhMgO3qVfU4+Nki3HcYqBG
5evRs6tf9YAOu/7SsIONQ80lsG8Lp6MTh6iIi51jvGk9tcVQO4tbYKyiehHx98nzyCE/sW6X5IM9
xELTixZ1IxRhsn0B5uehCd584Y7Tq3D8C6UjOZUYlMK56Utui8554gRrMiXXQVzu6MxAwhQgGDSj
rzVsoDl6qdhVgtUUwx+kkc6Ic+RYGjhqIgY2PjNaWeauyLJbIE7dxqVXW6S6/5ygb9yIgos1qKyh
TwFvTsXXMN92ZXRRRONdPCeTBtjg657OyN3YeES4A00mdfeQtt6l37neIqDZcAW4aNiZUxysg7hH
j03bOza7oXfr65r7RGYw3AhsvtG7hQlUA33T5XMdAN0a7B+koLQMQ15014DMubPUEbBll6MVQrSz
SNN+WcvwKkimTTcYXydVXzQKbW4ut/RYIVaOvZ+eyRZJekX75hiDsRxDGVzFNh0qLsbTWtFvu3Tc
JhqdZlqUuIsoHrCjacx+kU8DzAXP/xmCNWwVOlfN664AWF066i3CoWJJXso8s+Q4LdshfeXIZen0
qN+K4TmfijWUMGrZHOmUypNF70Fg7SouZpnxw4l/1GWDCt30rnqH+3/LP0gkowvJJTsta7UsdYDb
fprGbCS9u45EGV6jpFuwN3tUIhwyo22xDrzgcVQBsGvagN6yuoRLSr5tFRjlOeX/K3oTn6hww921
0h7FtczGdZLSV51mlGl/dRZ8qsfiBsT+g6rf3tTVa3nYKP1j+N8/CqrxURCqf/zbbox5vP/3x5p/
/PohwVsxNzHv/cP6V0PzXftWj/dvTZuqf/wf/ubff/J/+i//bot+HEvaon8ULSQ+flrAnfT35mhj
bjL+900WV69tHanXfL/P4tdf+mejhWb9hSHdTCOAC4T9HbYX/+q0gJH2l267GDZioePAM3Howv+7
1cJ0/hLU6+iXoetaN8Tsffu3Wa1h/TV3dQE0Qr7HvzfNz7Ra7Lf/SKAFdFNbLs0g+EPRfjw3Xf3W
mGPa9A53bfQSueQ8Uod53w6DfqL7Z7+Z4+9BZvgNLGcdRMxBJ5WVZU6gD8FL7ybhWT6SVWoQGtMf
gRncb2//SOv20ceZjfnw6wFI4x6QEkAye6k3et+MMU1ILPVed6/GnJa9zw5DVU/gXkJ3O+As72CY
if5GNhL5LKouc9e5nrWPxRh2/on3tt+BNr83hvHwvbUMCSzWOPw4AG9dnO6fpzCj00T64mvgoh70
W5w4vBAUg+8gqUvyMbv6+PmODYx1oI5Uc56Dhy5ZiLX1trb0Z5HFyFzoS4aHhqwXrXrVrkmdmquS
7tDrUYuqm49H3idq/PORpWCKeAhpsFqawRS/zccioiBZG9NzZWKs+GXILHK4vd1MclO0pqafKVqV
gbEOvpNucNdS2Oy5JTnEj3+LPycsWnaIfwaGT/j0HLppIjsr06k0n9s4RDZcBY9VSYdHQs740wN5
tsRScvaKs0GdH3zhXtPC0QnFs6aSauO3slrTUY+uAp+p3cePBE+DV/ffkAFeLdpSjgKMOGngst1D
RFmOdqLXq/B6GkVAfseKQkAD+OyW5KrK7CGqe67dnNIeNe2x888dQDwoNO1ZnIuKeELxZ3e0QzaK
zM6KbFtMAIyya9HW3MayXsU5bu6qzpdYuOWkLKYBDVLHGpkW3TgRr3OIu0QlOra4F6LC5wU7uo4u
pHrKQvJFfmP8wJPGGtZxN4XcivyYK40wEmo6GplNWvsr4WhbzRaiufAF0nVXTu1lNIG6pJkicSOM
J9uS6NUS1hVtWH5+53pa+BWh64R5oUDucmbGAaoQK445chNDdDdlZbfVxqp7l/KXTbc+d3dKynaX
Z5RoTUuRjUR1D9mgnxKPLFFW/DSkA7cvJWPR7XzLrB/HrieBZZc1viOgADR6saOg2dGEH6Iu1uxi
WFY1bmULORXRGSTyOUHU+uOAucswdo+OnkziYsrJHsz+Ht1LSK37Z63n0l0ANjUJ+cD92P6rUbvQ
Q1vb9u+nTmoonlokQhSBahdvGcMeNF7sVteA65xXCp6y/mBxbRL6Cvqf0NDj2o3NfdAfYAXNcq4a
H4ZbX0ZJ3dMVpKWplzoEB0oZ2nosy7rDR7jsce641iap1fW3skTwLO6QSJRuRtuJzJr7WCfF2KAu
QkRjP/SFVyDDp4m7xlMX9YCKLjKjTip9Y1hxZ1L9SWRYcutZCC0orG5BN9Kk3McsDSpuEEsNwY9B
zs2J+PhLzZDhUK80IylSYa1InzjVV7/rREsLh+W0JcUk4MwouDugrXT6wB6W6jEdRhwmkJpl9ftU
C5I/sanblH27gcjev+wEEIXxVhJG2zpNX6Wo460djxJ6KS0kSKK/NGFNbWYlEXUIuSjQd5crSzAU
OOooKKsdrfZDsmxVpWfXoUep/AIShq3T6BXV7/1Y9LAmRO0SO9PKsiuMzP0q6g6jQ2XZ6VucFmbw
Xg6AJa6bMUUURsd66dyYQafdKBfw7nZg1wufRjeEkw0onHQzrSDZdOsXsrvjWJDBDTlGNMAGNtN0
lKnY2Xa1ThMA+eLJ4GWY/cAF3jTKdhtOdIlfKtKn9lnUe3UH/XuwJrJ2AdxiIw+rZ/SoxLfZ1CB6
NyYbpZMy4HUSKQ9O+T0Ik0HRlSMGqMKgHvmj1qAPFBlw5wieez8mPcnd39e+gOyguG5MnQ8RV7VG
unFHoFXP8ZhI8Tja5K0R8anKxjSlEh2JhmzEeGkhW6RVX/HK9sD6Dyx37yrWKxs5nK9iT111nspS
gRJS9dTKqqbu4i/JFNUIbaKa+/IjVMRcQmAtgqllrzFMpEZNMPEtQ+KC3KAwMLr0B6xdTAvdRd53
6V0jbcSWBjQPYjlpViMJ0s7S0Ys08KHHtjQv+xT5PunzOiXRgKqoreNY4XnYIJ9SaRkNK0v6cwZU
RsZ7W/FCN00Uh9QWm462TlHS6LfSDcNuqBR14RXFO6tZjkaLTGiu16H7w/k62ZqD7d+RiR+emqEa
sVvJEQ2QjCx8nVdkcwxBNYbhDbGje/QDR34ptKnKV1aQWcHKK6YaUyYQIvbG1Hxpk/BroxxNZU2w
VDjRt2bsBZZemH7cGhQUBKlELYmWSeOjSY5yqBELN5fZTU+1ESuLMZJPOViHF1e1VARlovnfdDMu
EF7o3eMgexoCnNCM30Jr6o1l2ETNC74COphbgKWkeiKE+W2rdBykdHf8VvD5akphMV19oWgId6H5
4VPj5RHKIKvOL6YxUDZFor752tAc8m10ZfY9NHsSp2adV99VVmjD0gYovSuxhoi2oW32WDcYU7Yj
etXbjTtkbreKxRR9l04m77pqTGG0tuI1zrQBiIQ70mXQqSp6MIiIXsi1W18Q4fc/2KHieF20keeu
OOYMZLlOjW6p7MD59yPqRVryQud9CAaXrDbDINKoeux34YABvo5QvGlImsCJTKaFGUan6hrbBO6K
pBLkBMLV7X1D2/DQaJ+yyUvwwmBxkHBzaBFjJWYTy681RwudlKjIPQRJf63DJLyARWCPt6O0zPcW
kv5lo3X9Q8oX6Fc2B2sO+KaldYel41+jHjCrFQBbf0JoNpEAEFrlZCtsBkBPTpyS3gJb8uGHyEsH
glCHrxUC7ST4McakXBbKg+kI5l9jLwT7oMiIjrK4Thuf1JY+9eX3updzmsLo+C5EVtmr7daVsSps
rhnkxXLZYTzmUNOlgTchuTuBtt3ypym/oeDrknWSFe1lmGAZvcyihnJLpVHDYcnk9FNhGEYS3W+Q
KdWpwq7VMUtqZ000TP8fDwDsa/fzv/7XHGn++8h1Tdxav73+HuvOf+GfUasl/jIIbByP2xYSQwKq
fwWtwv7LIp6lospNDBKXyS3zXxww9y8dtyaoGVycPdiR/KV/xazmX7gPk34nZELNB6v2XxH73zEd
wf4/I/iTMZ7DkAZwDFB4pgEwDhPL/RAhktrsSuhaC+ViHdzTZ7dOBu0Uc2++ef/3bZkf69nzfxhH
gOmkmLc/Stgkhal6Mscz7/pZeelwRuayOw+zNuwWjuqzEzHlfszxa0BCLWmBwPMgG8g5tP0t8hkm
p8pocaeQVjXlwuO43eGKo86T3I5PDDX/qINngyI4Px5hgPjDzpYGawyXtAJtUZXkL00+UnbTyvDx
t/l05DsZZEoOh7EMKp1ME2YSGP39JzLsMQiNAa9KkXjlbe74IKjMXqsfTE2rlmhSizdfZUgfrNYU
m8FwWjqYmvwZ+JOzsYwpPeEJeuQNM3dhQAteMJzag4nDnYyLacvvE1uSGqjp+EjbGtW8Bi1y848f
/uhYkhyBJOYy4SfvP3uQJzTfxLhONUDmCDH69pGNFuCak0Lo+nisX3mAg+8JxQMeB5QarnbOYRQZ
1SNXTYKLsInJtpMBfrRlQNW8wPBJdhgYJXRsnGOjPCz72uDkqXRDcdqbNGfDG0OJ1PktSou4u4gV
qhqr9NXFx7/kkTlHfonJZuK+PqMs91/IyIeejCSzMWDU8PQQQUWNqWg/P7NJybieA8xcAG2Y0wu/
LSI9j1oH2YeN0M1GzuHQL5Y4NsiOjx9mP5T+tVaZQexmttDhYrgHm0MEaaDPksCmlDtxH57aYBfT
ovUDMXm9E/D6UKuQ2Vl70jQfPh762KpykbsAKGaDBpcwz7zfHtEkGItVgLZVr0PyyrGynTMPopyz
6aAj3cg4MKhCIFJetvgLzVW2ujnLbZhFqAH74q2Db/L5t86sIz/l8O4dtv/9Xylw88oukoS9MpP+
Hdn7YVU2bnZiPzmyI8+5C1KlUkILtuYZ9tuDa9xIkDGjtiUyzc76bMIKUcflxoEgIEFJsJ5/fPyu
5594sK6YrwZZuJlMzDGwP6JfUZsuooCqUo0TCO8R2a8l5erzo3gWzXEcqR46roNtsjcjA3mMZyFK
s/V1iTBoMRaa+897zv/81GR/8ID/mqwMdn73YGUgEEPRScs5NfWyu6UjO1q71XQqfXdk22MUTHBt
i00aZPz+G9PMyUgx1QGd6FoWfkIoURDUFSsSXc7nHwhwkWOyEkhc/LHpOTmsO01xQcygVq7cgUax
3Ecm9fHHmV/LwRTwZrixnDOxcGgPHkgf0FcqXTFKY7fsk72Dp0iyFr69KmrzIaRViLySe9uF3okN
88ir9AyKApwhjrDI+O+/Slei/NDKiHrgrIctZZPhwMJlmSBIO3FYzYfR4UOaEtmXO7OMjflO9/vK
crLEUQNH+aKbS9+t3a1QY9K+HhDu5OZ51dAz+/FrPbKygMu6OmQn4hUgdPsjSq9ATpYqyJNYVS3G
JmtWjcCH5eNRjr1CmkVoQ4WhhnDsYP2aNuBCs3eshcw7cVb4VrhpCT+v+7YVJxbxsXkidTYlC40J
ILWDRRxYBPV2r1lQUO1g5yE82mV0wm89NhdkbGhBTC1JH+sp6DZ6aeknhj/2pJJzD5IyuUnPPnjS
Agup3FYme0iGFNLRrPTK9mp1lRrkmj5+qccmiwROissF3G9LHlw2cizRAJx3fLq6vxn8/H6M/Brb
aMxe/fjSDYBZfjzg/Lvvz07U8ECvSY+7NjLog1fbkn6gJRJHH0jeYkO7rXkRRZVcf34UlxTqfD9x
57aq/Rk5JBbeU35ORtGgDxNoJF3lqe9cfjzKn9/J4adLCvLswzrw+f1RJHYM4CjAWNdFZT/E5Jt+
4KKtfqb+NG1PDDX/rMP3xt7FvRv6MsXCgzlhJmHNoxLBcDd0gIxEbtmuRCQmsYqMDsEr6B8gFW4P
1iiTnWjWeIcV6cqoehDEmtVFLzAaEshgXgF6rCePpS2lN6j3SO9gCQx9BXCTDsOMJL3Ism+YU9Pc
pNsphXgIntHVCDM6WZmq6wXVda366YU5ubsIEEdJ07sN8EIVpnz0R2Vhe5PTvoaeF27uRtE98t23
MTAUHIo3Uubx18LtbWtRlvzW/L6m3V9II7ceafzhSq/IvDSbgF/4GyCCNlubeSQvPUcLeEQqOOe+
49K9zbSm1Y8+EDKmSWAhaWyFHKIVSX3LPYHiPzJvoes53NOwDuCWOM+F3+4rKbSaKAwAJXSNNK+y
tnxx4TXtTnzlPz8yOUN2HUQqlHYOTwl6DIoGkxhqMxSOLqiX5Gcu3N9llaXNqQl1ZCj6MW2PZqB5
KR7Mp7iKYN3T8biYBox0QCgAbfZHGayyboSm/PFzHbnmwvqmxEoBDhA5i3L/7eWpiSsRStZF7pTO
j55O7hlRhUsg7pAkpbibYZML7pkWj1r3MH50zfGnIP+4xdUxvqukp0686l8364MFxZs0DR2SpStA
puz/Sm0JuajgiouJopmeq9Ju4ErhjHemxV7uQOtO3asKIXS1EOQ33WXfBEDUOpiFSAwnZS6CiL5H
kto5cRi8V/+uGlBsndgu/9yf+d7IAlxCQgel38H+XLh0JuMzJ3lFmfm9QSqJnkaT7wT95ls/GvZ1
EMbt28ef68i+RvWJvI8UDge6d/C1nDAld16MvBqshS8z2vdXmR4ZZ5NKtOuPhzr2fJQxYVRCOXJN
8+BelBgxzBNS1AsZEsjq7kSjvDPc1VHxNsoYdFQxnXijxx7OdSjxuBYBiH24kQo4pVkczOmStq/O
mlKaTyn/Jy0pwxCdmPfHxiLdRPWbywTY3oMXmedtwSWs4ZpOwWZn9Jq9lL1AQVuRe/74RR4diqlM
hZ/kHGttfzq7nHYT2DTWszJ6ujB0ZkdK5KboIPoPRmIuWphlkAyxDk69fsqAf4MAWoDLFZuCcxUD
e8OFIkJwmpwY7Ni2CyCYBBc9qfPWuP9YcBc9mftsSD0KRLBX1rQhYLa/f/xIR0ah1414CiEO9/PD
QMcIMqMzGransDKym6ROCkiVDV0v/8EwPIcnbR36mXew5Xg67B2tZzoMpDV2eWiKSzsa9LPPj8Kt
hEsJGiQDytX+K2MjIwMG2BUSZNPdIToeUQ175omFO288B9unSTgND5ukMrnbg2eRvV4AdtEAbISC
Q9HK3n2jvTUi55KOvVNCoCOTm12IgiKJak6PQ7EDfYGjPwgG44ARz0aBEZunh/22Ds3PZ7ZIpRK8
60QaswHOwYY0WJoLp9ymkqUHQC6nwUV023Qnwt0jbw/7C4sAjbvcvJL2v5FsjICiDrGMSxP9mavV
7W7IBuuhUtggBBhwnUiW/unJwosxyf7PM4/n0w/OkcFrwLeHhBR6mfu09+eJ+RXNsTrXSEjfTaUx
/YySyXgAuU9bDPXf7gzog7X9eGoee2wxry/mJRZ0h6HpJJD6+FzxFlVE0wG9uyVYeM18UiqMl6Ov
+hNL4dh47By6a7Ic4G8f7L8ZawTqD08doL3Y1a5JU2Mfhl/U5ENM86R29/HzHZmnVER0AeOb3Ayi
o/3PWncDyfBfeWLoThu3RbBvdIG9JtX2/B+MRPYMIzobKaIw90eK6NtDNDVwVdZDExiMIZde3OUX
adv1n05dOGTbQLVzPP/ah/eHCigpGwEoEdLM1i3MW+cJc9bpynaHU1WaeWc62FM4uLCXobbENftw
swcU7MWY1dpAdrrkllOB9iWN1nKrpkiDGXa26vTaPsNb1/n8zkyKixwXYjUm6OHFu1ZDj4Use2YX
Du4XziJ/YdI1cGJ6HJmOuMFwZJEtISY9lMOR0vBcTbC3uA59HuiWn52K229ghG+N339+gyZ/wWZJ
AsEFPX8QaFfw2fXOZM+0EZVzFsBFlCH6GzDb/bokm3Jimhw5QwlcqEFxLJCyOKwPpZh9zCGdXCR1
NdyngZNu+zY8taKPjeJweOns9GTTDg83Llsp7vTMe/Q1XxLfbuHZnYwNjg6Cemi2JcImST+44WSz
l26Ffm9R0MN4ZZetvK4Re6w/v4TJ+pNd5WmcP04a0EiVoVWupPvOcbdWZFvnQwXfoDBi7T+Y3uRC
cBhh753PnP0lHFr0fHnU/BdTifcN+CYPp3VNfkrtOddR2JAIU8hPWEQth0XWunYT7rXMgAGI5llQ
y2DtNtizdGKCUQ7CBHJieVnrPZOwsE9mSI5sHrPTlYlbCGm7w2cMImMM2rnhp8sS/Sktac2MWs+8
yT1xSsn75zaPzygOHL+2euePoEWP2yAaG8l1EfHJsqHX4yEEybOlITo4cWL+uSUyFOV3zHPkvP8e
nCh9ZYbYWk9krLUOV6heyHzZVpV8xWbHgVk8J8sRi8wlw83H0/PIyMQtXIjZQJikv7xQf0t4ICSc
bHpCxAK5ub9NCIIfkkK6X4hB3XARFgJJWeREqwnfo7+N3P5teePPF0xAyAWMMg1VdGpE+/PVy9N4
zIguFioCiTEHZmcqiYPdWDjTp5eGp1NfdHEhA4nCf+0P5ftuLQuLlBZUT+c2yXu181X3+fOF4IKS
E5VSImu8FfZHIcmKPWjKA1lj4C3lKGlz9+h9/viT/blvMQpVzPlSMFviHixztwhHNmau42aqqTO7
ykDzKeztPx7lyMdh6rOLUHcnbD8sotC4lAmjdAXNlJO+FgrlrTfS0N001nQiSTNfg/cvBJ7QsfOk
XIPK+Y+0Ef4lfYbZGA+UNdEjsBD3fqTx9zXoG/2OPTpcd2ghP32QMShFSQ4zCjVszvvfChWelwb1
QJKTlqsXZKcRDYZa8P3jt3jkW3HNQJKCQ6JrcCnfH8UYNStyTGTYFmH0Bj6wBfIzGz8/IxiFLZnw
iZjvcJSysBMtVoxS57G/5rMhYcjS6cQox2YEeUtCs7mySm1m/1kaXk+YoE6etZATMEZzWgrPnZC4
ilNeOkfSduyGBILO7KZj4EW4P1ZP1QyOHHO8ckBVAxLS87UGYhX8ARfL3cAJ8C3qLXvdGFBU+97M
fhKq0qFXDVa9BT4KTa+W/X3c5CZUk9H6dJ543q09m/OPJL132LNS2wAtBu7LC9G32ZlVODq/SXRq
1/rzJskorAcSPpRLeZn7bwH4sR/B5hTwZwL7q4BcDVJqomM31cOMtl0rOvGJj0xX+rTJlM6Dciwc
fGJwcR4KaT4xfCW6JFMxbUIZjycKKsdG4TI0JxSI2sRhQcXUlMK8wMbpw8nEF36N59ZvT628I8no
eSPGtZfaNjks4yD4Hpgyo1RzFaMorassdu2dPeXlQ1OrPKFPPsi/ZklSLmvwkVc4kKU/pyRsk1Xf
xc0VRJrsxC53ZPmQaZiVYuSeSPEe3NTH2pUzPoaPSXB5T5N/tC3sSj1YCubex7vOkaE4fMjdzduB
xzV6f95YAGl0JLDWIs5UeJMBLroE3Nts+smvTyyEY0ORhkKKgkqQkOpgKFE4+T9LcFXhVt9dO2+2
Y+xXq65Lo/jEIX5kOcj5nk4ykEsZaY79x2p7DchIQ1FRN3x62FHIXocapOios7VNM9I2+vFrPDJP
qZmSaGXPm8PCgy/mIQbm8pLRiF75ch0XUXRmA9L4ZKaadyYJuPW5/Y1rkDh4KgCflaLlmZJfSyGo
UiG0ZDeIHmnL+KyGEEKvPqsTSPfzqczDKWiPlP2aJKXgTdVuCQIrXg8NHIWPX5tx+N7mYUgF02JH
bYEGpoPNO1cN3KCOYVx05DKT2wQ+mYjwPRxApdbOeoKLRA9TvJCxsfEs/wt648UU1CvaCD79dvld
OOLJykvW1WEGxUzHDqoFxVuMHIqlCABSg053twUU7k9Ol1kjx/sli4IqA/Pnww8JMzTJIhQZLnav
kHPC5qIxoaN8/Hb/fLnojbhS2NavCrt1cKMQaVplEUufNgp7eDEkMOnKyp8/PQhTkva2ue0MBs3B
ICNt08Cn9NnEyYGCnpiQ1GX02WsLqTqDfRljYEyKWc8Hx5td9ioHdALxUbjV2uZeeyFz72Tfp3W4
b8zjIEIAXozaghBnfqW/xTgAnbOeorZY2IidfxQoGl+Ayfxf9s6kN24lzdp/pVF7XnAeFt0LMjM1
WErJsmzZ3hAeOQ/BCJJB/vrvoW51lZVWS3CvvkUDhcIF7rWZJIMxvO85z6mBg3cB8YAAUn+qPtLv
qz6NvjizJb44RVfSF5tL8AmEOGB2IhQHlIfoguWWCc8TeKjq4LKetBncV81CapOPKn84g2MNzm7t
+uw8KHp1O1pToJNC0g+6YA/cXrUtYQGxryfnG35XY90X2WKct1PnWGAgFocoHT4VSXHMtOVewxwf
d4M9i6vc23hPws/VJxja7POaWo/ZeT+jz09YQ8JzsHnGFzlGOBamqSndRNt+4R1akJdZHtfhsmTn
YWqYPlzIwMaEFI3VsV6C5QNwyW5MlNd5NzkfrjzUwNftQ90MK45cc1mHC9OtCWbR0AceOjXm70L8
lksSkUx53QzCuTdDZX3pZwwyIBkE1GpZW01zRpZmlu5DT6trNgTV5zlUBIdluXatwxBpK7oWZcq8
lxd2V16UVQ4re2Bnl52lYen2ByfUEZAP14ZHalh9C25b+21IcICXT2c2cqvsfS5mrZLB7+EtZkT+
vGk0jfwdhvQG6JgYsbv0Bsmnie+L+Utv9tYHZ5mhoVd5iq2QNJXo3vW0Ly9y2a3fcgfrBzAxbFwJ
09vw1svr6tadhr6GJKmbj2xboGLBNQXQvQye6xPV1gcgXLBjwqUOa3FtA/77YIMUgLuAT+mDyT8z
ztXkk3xV2UBJdSjGw6owX+0mGIms1aia6x15T5iLyNHijbXdPEvYJb0wCIyz/a/Ep9gfppR4vfNs
bPkvpqDT0FoCT3xvsyFPr1FWrVXSOIZzn+Fs03sbN/BDIPCGngdWn98F0xje9mnlXJQLSRtF7g6X
JFcOiYNsLgZa7Hwm9s3/QAlf+jES1KrZ+GgzVK3VKWkBFWIWiVNOoCaQpTX6TFLZ+G5quOy7voFE
muB/JjkgbAbgNp6oPlZmCm2lHAV2L7ICcNhEUT7fDd609jvRs+OMZSBEc0n1LFsgI2/lMU6/2CeX
bAo+kHBWWvHKn/82TVCTztY01FdtFA4kZamoPK/Nvk5jhh4A2rQcrIg8NqG/K3Khv84KZc8eYko6
HJy+zB80xYYWEpnf3foIbUJYRt3gQL3RYQoUu+1dzEBlP+Z72hXr1RBi8bpBR+F/yYcCLOActR40
MbCoat8pH4WDK9rQvyrtsJxvPDk4zr1XW/jO/HDJNnpnDU+1dcuGbDk/Ah5h+FXQvkUnIT/lW4vq
DOtEARbS8ab0U+lIs7ku1nwmjpuQ3I+DG4aQjrTwcAWJYnmo5UKwAsYhvEAwc4z1AAlad1et31Tz
eY/ysKVbJ6dPQ76CchLBUjM/qHayEjIOchlD+h8+jqae7jLL6/AB8iwuWqfEMrxIGRaQpkd73Skr
C/wNBuzOsemyfUavU2s2X5g9ZqL+cLRhVBsUIgoMg9OVl5uNdV4WY3vViaEZ4glf44eJrKjPTePj
aPVD+blXDd2S0BHeOfq+fpMvAUXqJ5AkB8fA6Ll3chuanDMPpAoAAlY35VJ6XqJN2cKYJ1cayC3G
jg/kEWW307IB7xdlr2Oc0aLGIl2GGKCNefB+EmN+yNyg/mIVbnZbpcKDSNyY3XKW6ppnkpllG8UL
xwPYkGkO9EusYUfASaRFuieVy7lRjQBlo+p17hJSxjBZrcUCgF4h9s3Om0DWS7bXqh/tC+qidVYm
YAawMw7p9DbDJojpJB9C94Mg1R1io6esz6nlWp8H7LXT5Wh52vni+y1H4YspdWh19mGUXi98v3My
t4P9ybAmYvEGu7CDBMVnBVt+8apb6mmMTeEMsjhUnuHzsK2wSeE21fItcM9SIrKoxvDMJm+bMQBh
rtrPVrkch4hwpZ03sR1NOrygei906x6NIu3vC/BIEFsR0XiXfj5OP5BwrQJ8pjO/qxaNWuMB3KrI
L4Qa3PdNs8Np7F+OptP8XLIBOFSaeytI6QkHbRul2DW2RpO959MAnwrZEyhvbxmcZ6PUDEmAwCZ+
CS43wmfd2uGFp7B+QusW5ud5ZRbYlaCFv0L83waTpesfvbvlD2WeJu5JUuwGX9a4KHuLblq+GFGX
v6+9TjXx7IS1u8/4oKiF13VBcNHalwzgpgbVi/Q4uFsLuubBaDkZkBsglMC6KpLVSO2iZZiVC6hR
3++/AliHIRmixWlx5gnOHmszwlJV4QwJRzSS4qwL+CnmuUIP0kbU6HjWaXUGSAj0nUVsxJ4ljAQK
FS7e+RSJ6F1oVk3Gi8T3HZv0n7ydlTFl7F2mvLckNlgg16qxdxM2BRDXsihYp8Q1LeNNpfvJiCGM
jvW5V8LPWtNJwwythDiOtR6OowrcPHHzFdA1OviIDBbp3zLQV520LQv8N8vJcxLNqOJPx0Wj8iMa
oiKNb03JMyR+YkyDn/CrMQSOuoe0DKfeBrqExcT9TKqTqs8Y1oG6MUe3YO6wGKXXtp+XNip40r7v
Clcy9xW+PwL8K1LX/yjtSi97dzQAL9o4A/kKYUOU10ZtL9ZdFM0eVuUqzSEa1kYHFHkN6v5g5cXs
HdJSZiC2o3r+MvRqHm+WcnSIsE/TdIl1k7vheVfrydpDNWCociL22k9jMTk/X94Qnx5z2UJyREMr
QBOf49pp28upKsl0vuBjWGZQWHbjwYLNqpvAJ3jg5Uttp6Nfq6GPl7K2yhKCMJrMJ3ULw7HQjTir
GweoTFmXfB+rqMNYdwmQPQyAA8DoSftC9su6l3Js9y9f/9lbRbRAgW8TQp5qCADVgQBsJMcYeNwH
oTy4iSmZ71v+4yttj9/OMjxVuvEc6TfADBvapxvzvGo7ctiRJXcpDWDDcpcz0Sv9hyUKHmhItcnE
/EN7BbHb06sYvtmmwczKZcuu2pcBu69xdBWiKazwLz+7Z94des6tXoCMiW7DSTVkNcN6VcDSwUm4
JuVsB3GsVxBTH+a+A2ygKQ7l2ufXI1ZqmHZp+O3l6z/3QB+bOUgebApAJ9cXpUFmosPhMCL28WxZ
CMqCFvCazvO5EYLthaoF1iEkSCfn+35sVk5SsxsbQ9dDKjPAlQVsLBawan88QijO08ygA4GU6rcj
4qDgCg6Au5FhRuV+pStw7Usv/PGnj227Cr4GVjaqS6fMHivYkAdUnECxoau2p5DwNl2qVwbH73UR
a7OEIIbnf1hgN+vur+dQAmpQH2RcxpAEJHL+DoimhuWNAro3doPsw6OWemSnMemj38Dy6JaqMsgQ
LecL/NcThWYi6MArtK80Q7ZP4OmcQycfZBF9Y1QZFJKf/rJmEaSOsoGO3dU3v2QwSg4mC/CBQAjQ
wnjUQOmN+WtCkN9HK1dFHrRJhajUniKm0mgZ4QDzPFiHyYVsOjbxOndemc+evQqeO1py9Pr900aW
rsZZMXO68dg2RKk084Npks798gj6vcSAN5XCDB5qXEfcztMHyIJWhJnP+oB+n2gqZY0fCfIg/U5W
xCk2lv77pv4I3vY/ItlowP6LyPZfLyLe/n+Et0U82//ZAn8G+eLHF867Un4ZfzXC04z5bye8YTl/
QUYjvJi12iawIOJ1zD+k+s9/AMn8K2DM+Sw5HE+hVTn/9sLbf3Hio0uH6oQjF8eYf3vhzb9gtiGp
4x1bIY3qE+v7S1b4p98atf9NdYiUi8UVzwrayqdDhbPFMpGVcpOZhk+GloT6TLEH/k/KH9r32hje
m/VgvSYOOdEG/n1dhn+EdofWNEXRp9dtKDEJgJA3eban2nM9eZIMK1Jnhhl5avPDre29TAtCX53q
lWric5fG48SatDUIKF2eXJr9tqhnMdxMhTO8acpeTHvU9yvRAwWWZlcE5G2Ea9EdVrQd7Il9f4Zr
suXFHH4ZK7d/z2j/0Y7NbVdQZf7Pfzz2+f890T0+BMhoCLNQydBaO3UMzZbMfBc0LtCU3I6ZE+16
J2vyVeJ55cAWh3Il/K/2W+vr3A0yoIOyBW1Y1NTw2zsbhLOkfRX7vuxf2zw8MzCYD3EY4YxEHuec
LKtUPg1fk5uF0t8iY68O22FH1al5v2jFBpoiJ8Eak70lM7z8VJ7uWv5+KC5G4M2HhpLsVLbgLSE8
6C67ocRnf+28sfuqu8jfpbYuLiniWQ9T4wW3BuElH0yfPKyXr769/NNXgpCIHi+adoCLJ3sWEt6l
78noWFLA+lD4Wn0FS5AfMmW/prJ5uhL88z5RewE2QDWNUuPpF8DBR1MvSY8pZK33oSXFudWM1tmf
3w5dKnQ8LiIsVrWnF5k6L+uylPyA1O3RNGb6vc5MkzBipd6/fKXnbifkO8ZDyN6ZzcvTK9XYxVXh
kAZp+eM93QBxE0SluHj5Is+9nZCNAUtbwIn3dGcwVh7F/7q4aa1oETFOmYZKsHDvyk4tr2xCnrsf
zPU02pgmNon30/uh2JlaaVHduAPx4ZPK4Q43iEH0K+Pt2cuwt2IaR27ibZiUX3dhKpoXyPsFD6ta
78umz65kQfrXy4/tUTd1Mqo9Zg8qNxaHToSgT68y913WQwC76QqT2BQREPx7IOYMtrQbDB9bp1Hv
Znv1zB22H5uZtwybMBl69hZnfmohS3n59zxz00he+bw2vSNu8pObXmu/IzEmPErVDhdVtprnExnc
+5cvst3T6T1HqCIYjrRzkG0+vecexteQCuto21gFS3r68di1DxTPv1IAeeVQ98wNcfigr7c59QJ8
wk+vFSivIVNVH+e0yi6gzcPpcjLvteVi+1tO7shnW7zJon1O5KcagpLouoiEiSM7cvK/JPlPMHtz
wmEhMguXJHKR2rC24YiWhM6W3kfPX4394JbO1Toa6YVd1Om9EKRvQTAEmjKYg04coyzvvDFqX5l5
nlk/mMMZ0Jt6A73RyeMHyIJ0w7aPPsxowkOn/qufeYAal41ATOIbLSvTu3v5lT+zdDy55skcpHKT
MATlHktEjdCy5hLnptbNmz4EIJk7vZ8Ssq2CKbG8ernyJSTwl3/Ac+MATepmG0LWDRzn6TgYexmR
z20fOaKAZTQGcvLyvHhlsD23beCzgfZAHxEt16mNUnYW0HplHtlXOM5+1OTbkKppAae312j6CE0x
/2T0Ur4bo4Udzeq0IRmyftju3dI0cFs6tW9A+2+M18xGJ4fKx0UNMyJqDx+dHhvXkw8BoEbZR8I9
Mo7DXTp0+R38tvprt1Xk1mooPggQHDtLSuLPWMf1R9161j4vpoJ/iqLbItXWz7pRr52ITiRc//xh
bGQovbDNprzz9M1MKyUCGZnHsSityyAHVEPS+DRdykm65x0G3nfjILtPfqu7N8MwFw+OVAHUPCEX
QpnYw5OHOtgXpHRWlwRg9Pd/PnCgDW81DJ+y3mmLG7m3RCFhHo3Ba89kGw1xWYXjK0zeZ2ZEhMPU
0eht8o5OV89ssTLaFNOx6a2JOFrSgN43JoXoYk2Ve2hL/ZrI6Ll1h5I6bi02dBhiTg+i/TrRULfk
UZujemMp0q9kVbqfB3+2b+eBcIpYWzmsncWcrWu3sDREdHN6R3PP+l+sOXySdGuQgmw4qZONHf2p
jiSE4Vhnhr9fi/Gnaev6lT3Ds/eLRIfdHPAyzoDb/uWX3r5qbYfwEHlsBuA5c1hCqhvkcDZ2uXNX
LMPM0ptLwUZiA1mNS6SMZF1Uvm+HwXxlq/TMYgEWnPMddTdsbKfL36CGYCgMSBU5Z4XGtj716/hj
Ds2vKXV4H1aADJzXFqhnpj/qYnjL+PSpk53Kt6uevFGv64/O7JIU1w+4uwFlJdQpVNy51oXbgvob
yXchavbB2OZJgPXeovbK6j5n257jj78qyHOMPIY8dKHfrV/kvUSqPUaoeS4Y3u0uWrw/o8hsM0sE
tIN153EH8Jtu3KDVPcNiODbazt8XZiHvrZyYhT+9EwqcSJKx1dBhRUn4dGB10Mgh78zHZnSHb87s
V5erV/WvvL/fd9dchOQhvlh48kwQTy/S0rMyPH8+KnO23/VqRZW+ri3xm5PXNK9sAU+IY4+PDQsZ
JmzeDkLE0/Lj4pvl7ObDMaiLlqyX0M3e5torPjhS63U/6y3cti+d92ba4FPk5PJlsWyyER3CcmTt
EWERoFRIaqWliGdFaXIvHUnS9csP/rdqAY8bPSE6NeojzNC/zRuely5OasPD1Fs09Dxa6w5aQPHG
83ywqKH0CBjCfdUg6Jmlwf+rZTnPZOfVfzgGtl/COYEvLKJmA0Ph6eupHF2HuViONOxJGvPIQV7N
wnzlvZyOAS5C0RWN7+YAoWJ1sjVfwjAzVDYe6fdWCTzn+do3NQ6CtnzFKnaiiGWXvF1pO/eyg0HT
f4qTGofGmRUDoIGl/Ba+deklm6jzEqywcyC2qYzNxQ/Ohjl/O7RTfkuOr/FD0bG8RN2yvrL+/ran
Ovk1p1rjIsgy3+7UkYYh8Xah1d4Kex5vTXO+FgbKbpEt9HN9UE3jsl72WUdSSKit88DP7MeMKOLf
Xx55p5vZ0190soHePADlkA7HdTboDDHZfk9rWb+dYdnHaRWUscKStK+qHOxwTw75y1c/ncq3q9se
vSoqjZZNjeLpYBvbIhwLTx6DxpqTEAw4qjGveeUip2eEx4sw1eBGgDeB/ebpRdLJEENdMQTAYdwh
X0mBry/X9qDPGN7Dbplb/YrY+7cVervkxnKil7gVEcKTbUBttOUaKXFEWmICX55t+6qRy/oujMA9
85QJOU5ss8vYHhDzUyIzsHYcmjGYORZE6Ve+tmc/Anyym4WMptJvjnanpAtu1ZITSxa9WaeGYl4x
uX6fpKXxkfnNiqE8BBdR68JxjjCjjiRsHzgYtLekGYsvL7/03ybl7emwb0HSzC4JSN7JFKOmJux8
Rx3VtBjGzu5y+ckqJCCSlV1lmYxtNF93YpFirykFEeYY9P6PHsi/uAQ0FhHv4IaoHEiXGc/KYnF0
bNSmNV26jah+vPJbt/H/62l4+61MzEyJTIZsc05mKlYNs0MAeJyCNlvJYnOB14fmGvK+ZmycND2V
QREjk7lIImkifvQyIrxW0NkkzEK5emWleO6L2Y5lBKEg+2GifjqYwYfrzJ/6owVoo0j60ZzPfAtr
9P9myGDrChEzB2w7TnXndegghiy2+3YQ02yo25IYcqdmU1W1IfFODfop0TlEJvgjKoQ1rzB99cKp
j0WaCUKo23n807IpL2NjjrBFoU+/nUmf3nxIuKa9htG1DJfoKmvd+u1k5fnnAmbzu5ff+zOPOdpa
sB5FU05LpxM1zBuXdFbjulsCfUEujL/XlTBemSa2n3sytqgyYotwmf0omZ1stwI25USkhNf9MLrn
JFyMu5Zy8VsMGgRXRlNbn798U8/sMpD2P5rQObRv/cenz69FOQMQdLqWhS0/mohLXCIw5raPyTd0
CRvNV1LW5BpZZYzlvq6Zjeblezulqnhl2WHeOb159mT0mzD1bfYQeiRPfwunp1yPY3/tAGTPk2qe
RLZ36DN81MMaffSQX74HPkw3Iq/YfX1zXYIrEoO6krzVlK6wlGRg4a9LLM2Q6pFsI2pN82i8aKJs
BU9vdavxYBoyWC8X+JiXYNXhgEej4tmOgzeu+KybbEpsX+mjtfbVO1F64hv9AFclEPSaPpFrSI5e
sLZus6Pjn097rwmMryP8r7dTMZA8mbMmflPSzI7drJdvHoASd9+JWpILWNTBuV68xbnIGjJsr5U/
6fkgRq/5tiinJrCAYiieaKcZ76RrDWkS1ZwwYmu00/FgBtm4JKttV9/hnJMFNk+WcScA4bTJZONL
iwm6KS+qsps/9a2zVDuiqlfCSysw0LtgQtOKzssmz8vwaHBl6xqSfO50IuHikOI7ktrGS13CGUaX
64znqqVbZcV5mQcIBIXfUOhBqizNs6iPLDQV4dJ1xU5BcC++qcpE0grgf3J3+eCyntjE3LYHsiqN
JYGpRsjflvRMetw0wU6P+VNBnaFRNcmyDQxnDM8HvFLedUoaCCGUkS40uTJGpG+jdgrPnFTyn0fu
oMZz6aTWz7YsTDSIzgwtd1pJIYxJYSYKytym5zgEtZXFGF7XY+PAik5s5YsKaBu2r93g15oXWNWQ
kVKLL/S9Kud63JWuW93bkzeMJKnLwkeR0xH5nM4cPGOB3EPsHZWRc0Ly7ZDu1igb3hqNw7JJjJ39
1p/Jnj+6UgfMgenkN0njSaver3Ich3OLl/upQskVJsoGd4w8tWnTpLRRpbJcjUhHgqiwfqCMzjgA
GfozuUH1etmi1TTOyAgZvuFwlOsR+WvbJNYaqDohYKZ7p+qsk7uFsBSUWbAoLTIGLO8WQWh1l62C
EWQutQCiK3rs02TzBlHSDVGX7WiFMqqjtJdm4shw7uLZc0p96JbWItF6cCbS13tKqSSPLDWlg5m4
X/Lb0mbY543hOld2PZYjkYRl9sVVuSL5xGmDd52/6HtnAbxwcOHiTwcaXgTz6VJX96aWIesjmbjk
5qI/vJ3SeXoL5wbD3cjS3+wLHdnffVR+iOOnyN43azG9QbPSnzl1x1c6T/K8y5zcuUg9/pqEKG7S
jee+fO8HiwVhbRy2rMrWugJParwRfpa3cSBRI8cNJEH/ojNada/GqLjRastULnL03CA/RvVBmWHr
JLbOo3o/rrPLHJIJme16ggb+ibH6P/nCP7ZGz/+sXrjPf/zH2Zfm69Poue3P/DN5DuUCbAV384GB
ZIbowb/6t3KBnQXwaoQm/DsQI/9WLjh/0QrZQLDUn/F3bcau/6b4O3+ZtEi2Qx91QfQNf6RdYHNx
slRxHN+0UiSccVLxkC88Xap6qS3Sa+u39IZJ8DKQW39um8F762CoKegPlmlLGL1VqOieaoFME4oF
0b2JF/f72teLjDMzLC9XUog2h0hYPziLidzK6Mvoopad84C9wTbPHCg0xKUV6x0ICTIoTXTt+aUg
UNa4IhPDLM/nZSzek1EiPg/WHE5nq61ndfCGVIrrwshNjBhbMhGJk2Go4tac3voVO4ydFiL8HBUh
MddTwayZFEHvqDiE4WYxQ6/MXW4xNzLxG0wisT1BBIwxipApFiE6SMLBGJxkGSeOy0sY1Sm6V1Tw
B/5KMl/Y9JH6OYgQ+WRnpt/kSj4f1oSKhWQtXbQXWUuMCEEnhHlEC4YHVhzO+rG/iGY6SF+hYWcy
x3fkVXISiQELl+ShaSoxQFd6uu9N2i1qhJIeC7F6QUzOthtxDIhyFQ/e4FRxYwm9EOMijPLCcfNl
b5DiooAERM1DVaoAdVvjioe5rwB7WpEwir2vdTsl/YAgY7/2dt3uHIddSByEQ3AsjNWp6W/1GBHM
OTX1+RKUVJaXGXNwkoVDpc+NGvtWQjKYnUzuan/3rNzN8Pb1ut5lxbDoWDgdXFIcK6WZLP2MaJCw
GYI7w4b1nUDxEYNgqI31XgGeM60P0s4L5kViRflT1N7UuTVgA6KtMmEHmYOxvqrpN6lDkIJ1T0Zc
fs2emp2+mwozu8QpYNWYOzJNUlUereFedqw+SVVa+daYJB/n73PC/01q/6AK+tKs9m78/qX9VYv1
+N//PaM54V9IqjBgP3oWf00lsa2/OFFxcttQho94q3/NZ7b9F0lKHNApGbA5R0n7r/ks+ms7hYIe
4kjCDERV4U+0WDDon8xndA6ZSLE4UnzlgqijTrbebigqyq6I1BEd+Pe5mNg0JJkoCUe7CtuG82tm
zkOZ71S7yn747KrZsJd9lrbNcr44hWUmw9qlB2p2EZE5omlCi7xbvsY1whq11kWS9o6j7KNDNFRr
H0D6jiRO8eWQMNVw5pLnVSNIV+/onrY7I1W+LK/HDhTXDreZYx9LXfj81aNRtHMFGNjsgurAptTK
wabK0P+apTkJXYeQvYtUhxn6VRWcBxV7mJ2QNZug2ndyfw/Pi5jAVq+FiAs2smZ3Ru2hmxOzZDbP
DqO3QMRI1gxKVhUbVUlgMdlVY71X6WIPuyETQha7enuXl4boPe97SdSded15nCEOy7IUVo8HxG2L
Q4DxhKx6Dg1mLEZd9knXDpZNflHbT/HqjuTAB91gocJmhCgmkV6RgsSeLQ5Jygb50MiyIkq765pu
56weAiWcR1kgvpbjmoujn2XdQL4yFhWyC5eBfbXQ9TQOcYvAlTlQhATBB64OwwuFuqL6uXRuSzRw
Qd1nfAP2caz2xozsKV5s+pIxNazuIbUUmzWm+Okih7RJuSozNS10TLe3o5jwQOnIHd/xurzxvQwK
5byhVllVCyFQo3OtG0p4O1GRpRjbQqdvQAhJIpDHltxPVBczP4+NLdwZtKErnIq2ZaZUkEiSnuNV
va8YwKiGRhT4MRUh1V42piQuOLf4D1EVtQGKg84Jk2ApC7jLlZONlzQQzIfQnNipu+XGfi48q1dU
dNcG7SnAVdaFOWqwjLGL1lNiqpCH2XJIa+NIrdywJRbuMpjaNXog18oNdga92H4fVg61pXo1bI/w
SABmY5eQQp+HcVNT2MAO69YTJ7/eHsMbv68KlgMb9hn02qYrvs+Plqbgn/4my8PslM2VcD6aqGO6
IJ5g5WOZilZ3si+Qy2IwPJuqOZ13FKg7Ox4ffVc66x17B4vJuWkfnVnDo0vLKjN+FKJB3Fudi28Y
8XaKq2tpop6E6JBmV6w5weHA9eR3dxw4Q62P5rAMcTxGMac3x3h+NJBZ2ZTd8sXqD4xaHuP8aDYr
Ho1n4M7UDQmb/NX2ozWtnNIh2uM4wrIWjU7/KXJmIQkgs9Oz2Zgad5eVg2JXhOcNU4r7eTXn4EP/
tyUOjvBVPWSddb6dAeerMc/HIJa9jZlOQoqed/noa1xGj4a7+tF85w2Uf4DEK2fdCfqAxWXAXr0g
lQzfnuvVWPjU5uYLm2j4SJ+G41S/5AS79Y/WvzatGCpB7k+fxKM5MOBMhFHQdJfuatj8g8Hs1eFn
nZsKX6F0nVTfKIqxinZQlm97oLkR+Id1KNtLRUrdeGCqWpxdCQdcveuskASzluPYElfz2jVRkvWt
ZxDW45duOcZV15SzTOi2BeuDqsj2vDNUpHRBCWNOiTlb7GXliDFohGXXmcNnasXSRkq0ow0k8Imt
vZed2ZHMA4tRWpnmtHNn0xrgwIRRA7Fjw1QVbHv8N0ZmuOoChJWQ18uYh8Ybvts8uJzdDlMo7k2h
h8QIOkzQhm0O4GtUOLUOt+dPXfaNMlg+fdYRQorYm9ORwkfUWcYDeo7SXvIdWd/QJmLb0AvW3NwN
euvrprhdq4u2NDKbrJzMGdieRnPpZ3ANpHdTZA1OVZUF7vvZnIL6KqMy4pzZ/jQMZz1FTOJaP9oI
xNokmgzqF02SW+uSm+9g+uXoDN/YY0EmXIVp8KGUOAKuJrQ+411b+FZ/kecSL5TPB5O/a/LJGViQ
anzS2ik0VGvSkwrePme+Q50hrNzbMAKdu6yRZpDgNlRvUUJ6RTKg12KT1xglIaBLn6Y7Uc7NMZ0E
ZQOK4faXEK/acGjSUbexDYDmKDFsdDy4tSoxqW1D0iy8zk6iQAqRyNlv62tPzHDuSuRVuDKFw1Ye
i3d1xPq3sphKFIwjrHrPvsH8nGL/ISdsPpNLnpKWWeRpXEbdvFx07mB2iekr8UNiy/vot+u6HKKo
DK4JCuyvM9ambWiY5mWTNR60+MLEGLxW6TrE+SxX86LwJatnx7pr7xDYZf0hMDo/O+Rj7dd0XPtp
yQ9UIacvBnX+7xkG7eraGGzhH8qxReyblpEv6VS4lkWdd54ZMpmkQWmnrnlJbGg57IqOBaCLq0am
IpaOAWdGYMILieZr/CLO5tArdlhArDeFI5Yixh05f6Y94AMYH6K8PnB4GgiVJ9qDWXWqMxPUf19U
yWKn1aWLd0THy7oKsk4ZrueViuR8gPvofdZ9npG9WVdBL/ZhYKk+0Z0xrOemrNV65wuZ+wkSCueM
4HC/u2RAUWIVkfbXBPGN/y40RV9sPun8u5/WIkyMUS2Xdp1uXvvBDjvc0/2EwbAFIZM56V0tVnru
UTPXxyiaQixOxtJ+aUbZ37O398O9nvyUupNvF60DYj1jjMHcsZb3i58bOWFDRWqcp9K2b1zf1diS
RWmVN3Verd1FudnsEjYf+VtmEueT0xG5eY45r/jh8ZZ5oA38qY8T6Rnj+5Y673hGO5Ny4GBEuX2J
pWwyz9pgEuK8VcHKHBQ1W5XJFWifFBEjvfFWe5z7vhctKs458VWAPok44PV6S+79mgudvROOS9HF
yC3zW6pz4OFFPY6sNp1oxj3whuDOnpy+itN5oFVjh/lw78+W+X1wR5oQQ55t4HjTWb/VmuFOJahp
StrXNR7WPGiDL5WmNM1pLcc5ukmV3pjKq3jDcqGkabCLmff48+wLr+FBxH7rFk1cFu50nWeWzHlv
vfl+aBVi8aCL2FRkJRwCIBI9pvSZ9mm2b6nlMR2rmh9fWqv42gwZPMHUzNWXyOrUJc7C/MGY2u7O
yv3FxhtbYb6v+266LjpEdyCaCIeO3Sjz232hUDHvSC6PLmRpNj8nz8uvZKDSn1jKTSBOudufLZPj
nfm1SaTIUKxUJbtwk3EpY4JVPk6+FWtPpB/MYpY/sf526YMYShInhNk3eh9NVW5/0rXdTPfEUmKU
T7J8bIMzuxgsc2fUnBWcV+rvT6vv2xEAuh36c4Qej7rwk5JGNAmvMLgpsOB21/Am+rre443enNQV
bmIppuG1lJvfrolqhVMHSnZ6sZRTTroPGA+8KZRFEAfQSN64Th+erZWh9wCw131FTML+lwPZ7d+N
lF+ND09b29wj18PTSZNhuyBBT0/LNp6hSxYFi7rukr31WW8TnvG4t2jN7pEfUE3W1rSzaTfS19PT
K8jQp0Wjx6tv7H9gXCG0L8QOT69OAj2SKwvVme5Iy4pAJ4Amab//P/bOZDluZNuyv1L2JjXya+gd
GNQEiIbBTuzERhM3USLR9z3+qOb1B+/HaiGU912R0hUth1X2MkcpJYkINI7j5+y99p+/4lsdxXoQ
tFcMzjFQrG2u90i2pKsKpiiZ45MC7ATV7NQWa7BmbMN0KD8Y2/7+WKCNCNNZO27r5f1JdaZ0mtnY
4R2/p+jadKHIH+rR084JGO7bH22Ff0vJfDci/vHF1tQe1DAohbCvvD2YINtlySaSAtkmZoEzQ9zy
x1xbThomQEHeZSvo10VkPiX1KUQ1LPOudLaRWWObr0LWhdG1Hqap7r4SoTyfLujEPkoL+PUKr1ip
VVeChYR+9btR7BCGdHdGTn5SuuWW5lh2YolE7Y6X+L87LP+xanH+fdt4H30tuENfINb8iIld//cf
/RX9H/qa3UZ+K5UHdKO1wfFXw9j8B2xVBD/oL3nk6dvSFf5n7Cs/xqjR0fjHwX5t81Nt2XfR//oP
6x9MDPGTAGXlt9GJ/lsNY/gy3J0/D3bRvfLk89tQOK3hJqtq8qdHBc3ckEXe16gq3YSdIrsO3ykd
g9eRGYvPTW0I5CDAW9msTZUieVtDOT57FAw+tNvqkEemzfJUy2TGH6GZTwasy+SkiWhhnlJEJiJI
Ioe5fD/Tytl0Ki7NK4V0D6WxWDzysEk2mXS6n3FSnLXJNKXnczjX4D5rUBVnajAyyDVO323iqESp
2XsVv42Rf6IdMvJMhlOMBW3Azi3p7gSyuusIM3e3aTvtxXAq/COC8Gg9UDXbzT1RSzVNVrPXeGnq
sjsjEqdKT5akau2v2bzM2uVCwFl14lLrt1C7GUNtJt1kZ50Y+vBKw0TWW4xxg3Yok7g1T3itTtVG
lij7fEpbJz0wIo8AmEXZsJFeY+0rOQz91l1kt6I+CqIjEzKrQvqrULT9Su9p+BBP75zTszdJax+U
/VLohUBQVzgGEzhzdhDUJUyCpLbYn902tyCdtHp1CqEw8RgpDl55Yqf1pG2HPqohZ8X5V9pGQxa4
bu3sQyW83rfDOb/xlpGam1DtCI5OZKWfGcslLySdh+VGlFV8UWlufi1l1dNMRuSSATiyo+Z8WkJR
78JiVi89ljsRZJgFPtMOi9CEZy5eC2/UGu4bI5P2Pirr2A409mkUfnqq463xFAyxzuqercRSWsBg
Tt5qesKMVIsNJTYqnAoK1tIY8u0ic6lOhhkNom/mbrexrRY+kxVazXOXmxRoC9eFDbAn0qeZPe2X
SjLzpofd4U9kDEmYvZiAXBVaRHslx7pGR6Xwhl0h9PHApnacN2ZhW/0mTgvxybDZaAfkdUdYgrmz
zsY0jI3M16I4OqSVRaPbGVCz+ImA7+nrkRCGD7hqyBA3tima5bTIY7pkfXS1LF7ybA5x3B5C9FYv
AzqRJZhto3t21Fw8NqbTt1vBNpudsRapdDsByDqr2qV8zum+m9uuiMtrLXYTGYiZkrp3KgdrQxPS
gILoxEw3t6ZlMw9uw0a7CfPvopN094eZth4XI5/SwDRH+VmiDJn8jHIlQgXjduUZ+BX9ISOv67K0
TIIdUcxNVOUhMgFGyn16WzWtPTB2dEpmmr06c/ChPpsjo4EgTC31qCXh6GzczpkXhqZVHAZj15iv
mtaCNXK1SFLLL1YMwpBNI5BzJ+mj/Uik6PeY2pFP5zXD5Ldzppjcpl0ng0G1IRAzpw9fGb2KLAgH
I+n8fmGzzL3X1udK2Yu2D01viQ5jnKo0aOuSnR009WHeeCkohH3ZDM3tUrKGwnJoDXenBktj4NU5
Xbq10oUteOrF37MEDJPfWOlY7pqucplTN9a4beqSHc44KHGqW2PxqsJYDQAY6eopaSbpbRzJ8VXK
eHyNau0o9BBExNO2JsWjL1z90U0t+Wj3tDqCJtXd+yZuBns7amDsLDuBZVU2NPIWGD+vMdaPeKcW
w/s6O10R+TIvGHnwAvcuHGDHL2bLWOZGVQbnxeGWzAJh2vlpXmvLsu1DqDRKcFkOBh2HQ4PjieHR
aHviyyLI0qhAQ8z3Idlrj82c0YpZhoY04sIi3KNdlBNIkG+jCXKK+d0+87ADnRR55TQ3iC2c+Skb
VFqfws6QB1YNxaCrlERk2iV9Tb9cSvkgleFml6ZkpLMTmXJf03ZtyxZ9Z88+KmnzQk9jMezdNPae
dWN0i13oRDObKHThn3SIYrHfeEmxU1EFvozPR5iXBVgK1BsHw31RWhFvF9FduYsKzUDaS5vCFerm
ji4LfdGNZqfudNI2A/JmVA3OHaAsVQZDV4efYsb2bmBOqrkpBPg8f2mAc22TmsZBAG7Iuq6S1Wgx
xMi+g6hb6hX91BZyg5KQYV625qQFajRyNmWMDu8SV6ZegJI/BQJKZsxlZqvxeN3Lc/KAYTw1XV5/
52UAjBF9Qwj7t0xoOtthk9KSYKFZduiL535bOSxqflfJEP0/UTDOxhOl4olmUtHiqmkT+UitWLNK
Skt0oKYIADyE3J8jQJly4XGjW2cGaS0dnNFFbd3XShDg0icMMc9Gax4epIFGJogGLXN3qa5HmQ+A
LfnmjDF9TV8ZPG7ng5pa/X5K8wTSJ73gNewPqM111ahE25S8YOpNFg/dw5LM07jPvXIZw7URJCZf
ilFVvqmFw3mY1izLphlGX6Am0lrJ9Mq4DrtxfqU9kzeQjvIaj9lAT+RLmGTGia43cX9Z6EJPHyc+
lnmX6WJJuSvA+mwKe+rnbRm65ktdTaT/jLazx3OcXDvLOlF1R7tvNzxr5/lD0ZkWTfFC7+9aCZGD
RHR3is8b1txq44HBQlDSucpD2rhMryoz+ehWMiLgwpJC8EdPmeWB7UhoNuuFih5KGMPPLU5B+mji
i3Tn4mr1jFQk5GTNrYpoSpwL9u5cA+UWj3UIj6kMyOCSnrnRVduPr4mxzPSba/s7ba6y2I+15ZyH
+N01Py8YT3PQRv21V/3vqvs/qI3/VHbf/Of/RnVdvhltHn/kR+lt26guVkIq53d1b6z19Y/Sm7/B
qIvmGV2fY1pHceZflTdN5X/Qf8MohG+C/F50Gf9VegtGosi/YdGb3BuU56b5d4abx03Xv0pvFCH6
um10UBfTnl33kW9Lb8NlsJm0BL0WMo0EKXu8lQJ3KlqxgVvqyJ05k/njI+lMIIIN3kBnyJjFeKY3
lhX6lEsLsi/lJcteDCUTIrUUXnvQiT8agwFXa3YqdYHBqIL9x8NTjzSeCF/L5IaNt0McDVlUV0Uj
RbHpI+IefEufacPpuWy+h1bimQFbWvOG0IcK1EFTYeBoM6910BP37YnFW6QHElc9tr1TfgtFLJ+t
oil/9A3+1u39/xwkZZWI/mG/eISk/LxhBGryzx2jkMBR8HUAr7ds5Lyo8/953wrdPqqFmMjjRpFs
Kv+1YwSOQssKmgqdHHoQxr9uW7luQflT/vFWGgHG/b+BR/lVoL/+Jhxk9HJoF+HufnvXJt0U9mYe
0Xsfm6+MdLFDQRQdXgg4qEBjx7l1ZeutURJfrKl+2+ZyKM9iiupn2+3z+ZB2LYbXn07fb9pn6yb1
X08SnbOjQHfVJmPnXLscbz9Tnhe1hnnxYpnn6jYnD++pGufM2ziWSr94Xjh+9sYMpa7dI0H886Hf
dgr/OjQkbc4FO3hbvjsd2WgINcjkoqgSsQuBj56POUWTMGLtqpv16PnvH47NP6gkVieHhtrbb2rm
9KRllgDrzRL0xlGTfwN+WnxRbgnUnW3Tj6fv33a33rcH1jP78/G4435uD6Bydpqe4+nGEjFv1qoD
swpt7yb855+/2bravb+GfCc6EPTsGDa+a0JGcVOV88JMJyu6i0Sk+SGJ5o86nb+7UYzVar2612z5
/iCiRUTstPFFyRyIVniivzZ13JzPIPgPhurq5752xk2TOcYH3+5tg/fHbQJJi8eFo9L2eXce23TR
Cpg2FyGQFzOooMAhQB7DG3ex3Zti6oezKfMGGKKOuFFJWf+96Ju/jg+cn1t0TYd/78P3ZDMjXuD4
aaltGZKOe7R1H6Hyf/MsYPxcgSewOwCsv+slpbbbJV0ZXSC7tr/1GuJgXVuS6wlL1oVRNd3Vn++Y
X61LHhQ/CcIDPCEHfe+tN6gxbcMOLzAl4VGfKvFYklR0VWqmunaZAT95c07egWNS0/Wp1u7wgWcy
0MZi/tH5/DuPCY/j+i+3sPnL5R2KgedIhRddn+lBhyxgo3rku71XDh+sN795IFdZFXZiXMw4mdfH
6Kd+Xd+wK83JUB+MLnw0J3T1oE0dbGI03T44vesT9+6JpHCiZYnfg+Dc92bhnFQ8JUFlYOHVUf3l
7RfSX93nCjBLfzoSeXIvUTZVQR/l6VclejixkJnHL3/+GL95cmBD8m0puWh3vgcB4IC1i8rRz5mo
z5mPy2IOqqi3Lqolrba02ZcLXPz5/YIf+JDDRv/Awf6bexqPJV1Y3ivAEqz1evx0vvMlSlaHwnkZ
pu6JgUF9l2aR3LC9a3ZKL8LDn7/tcQV6d9LZoawWahrDCIbfTYJ6z4p48Rrn8APYl+YIp/Kglx5k
W/Z8/eM4mNN5E7n9Qyxc/USownxoku6jHOPfnfSfP8W7u4yFXsm+Ms4b4MmfDMD0l16izEAkhnOt
2cQ+FYQP7+fSq/YdrOMP7rzfvAowW2v2SkNjFTHevQqcIgUuu+jn3ZTDK+4M+4T8TiP2/3yqf/Mk
IZVe++g0hX+033++sjDTlVZV+rlQWrdV9mDsuyjXghaSyEd8kt8diib+yj8xjn32tzeRDBesLYN+
DlQtcYIhmiVeHTqTO2EOrkSTFzYXs9aOh9iYDdQcbXpuJ6LW/CK36zvit8tL26rNywlFbeTTrWSe
/+eT8ZsXI5Z9A4qEZJJNGMPbT+gWbSQsezrXmT2dj01rbfXCy66MeHT2sO6nm0U24YsqZfXRDb/+
5rc3PAMIYlVoKFE+4S17e2Rk0QKhGcqgGbaUIpUGPbLVb53BafeanY1BJFduYyIZJBTxfM1nyA/0
xcuddJpC+fSrxw/mob95CHUczZTNqE+J63q/8plTP5bYGs+GpkT0Maf9RZjH3m2cVwZwoSi8aaTs
Tzx9prumj/ou7u3h/s8X5DcvNzJa2BSuU7vjDPzteUmievHKQp4JM24v6GHIcyNU6hKCPSxSWxY3
wqqs/ZQkxukEho4On1nQZkQx/8EH+fXmPZ6Jdf4OwwPs8LsP0k/moPfWmULy+V05gAZQ9h30tHA2
/TAToDJjWN+HXVOfYAuIXytTmY9W4/WBTkvpEGkOQQWD1Vy644c5X7+61D0dGfJxp2RQNr4PIgPM
n3MCzTPbiEMReH1kb3o40Aejn/qLOv+qtCVj9AIe3JoGtZ1ZcYOwV+WZKruo9ksTMvkH52st5d7d
0HChmT3z0rQR2747X6HVTSKdtTOzj3vlmzKvrqCZN/CMqT3CqspuZq9tgr5vv0bGaghzS++ghnK+
jpow+hBB8utbnDPE4oOFEVgG7uC3l68a24TutXkWzmm4b6RC4dFMOrjVqem2S9lVd2TflTcTcKaN
VRWXwuRd8+dT8uviwkdYR/5rIKiDE+btR6AvbMl2NM60oZO7OM7o0eu9ljI1NNOnfnaaA+DHp5TB
5wcvkt/fHitBiBQbTDbv36ZxYfVaJvWzpIAmSEM13g8oW5H6ZNp11nj6F31ymxfERyzIqRarw+Rl
B5lgDzE4PZs897oP1pZfzwVTW87DSrqmbH2/tGSFoDG9JGdxWS5ftUbnViVMpPSdNLTawGSwwkCA
Eu/EUZj9/nwdfn2vrmDRdTXhVIBQfXcriGi0UuaIZy45mDfdGM17Wt3p858P8gvxCoY7+wwkO6yh
nPf3FZMdd5VRL9HZIufycnbagRmFSIOhGWK+n7R2GbfDPslUvFEpWtocoVcwywhZctaby1PZWcBy
UIOG2z9/st+cel41GlgFIt7oiLx702SqypyGD8bZMU6mUs8vc8tjEjMZYeAWiMHmUhUBD+0HS/l6
Wt8uCNDeqF8xFsN9A6L59vZPO7ikELJOXSd1s81Uuk0XVMRnF1ta5hWK/VGF3HBjOH206ztu694f
GrAyu13yCWkNvfvKHcFpFgrys0ba5blZC/rQY4xnOMG/U6ZD0Dl6jYtxug4HxLkjsRw7W8ztTrCd
IJSnSa8a4qwCBh7dLeq8T+QJLNeLbjcXeT0MQT2E3xqtv+vHxDwlVy7ZosT0UL61Yuvwnx/UCr/W
4uBXTLSoa7XAVvZdVQq+KWNNladGvT4fWdO4myVS5r6xa6/cEngZXv/5jvn1gVkPSFIaCye7Lufd
leN2yY3Fck7xpeIM6916lzLx+OAF+5tvxVOpGbatEbaOWunt7aHFSbWIxD7Nha6uBmmtOSEFuvtZ
17MZ7m0kbv/8rX59oaMAouuMssRd1+P173/a0hTp2FB1NKcdKouNhzZwm0W6syNDw/jgqx076W/u
fXpUlLy0C7lufEE65m+OVRfop5PM2RpLanW7OrRJkGtDrXjQCmcGFhQPIBAdMmwfjIqVi7k+mt6t
HM2hODitci4MRqYRiHWUFtqYLsZJi9clChZsDv22d+bkkz62cb5JCPnZZ9Kb1AF8Sfm9L5f8RUzM
j29ny0iXwOorBm1tnZn3I4yV8wG/3bcWml20kXpUfdUnC+llZzjduLXcyB63jHmyb03VE0JG/kwP
89fRk8uKy0VaStThLzB6I0dHOeX2liG/CIOyzbJvHeSHc9TuY7spXLNZSLhsNcULFyakP1aEVSHj
cJHeVmb/jYe/ea2zZTpLmbMy8S7HlACErM9e2wr46CZC/fFSSpiU7FC117aYjGszHrFLRFUjxyCE
1/CMyjQLNyJdFkZitK++Jmh4Bn8Qmvpi5VhCfezimYlhXEvOitRKr/ssa10fMKC4owlgRHuFGgUs
aFy00xlWSHxH2PkYGLTGhBc0VAhIJqESTl6Jk7SremTAQDIDg8HqS8Pm53PH2Fb50eR43MHVrA9b
CVxS35fVnDg7xOkPRt8Xw8bTu7HeJRF+pW1tKTz1hpl4AzlBiYwxrDcxdmhC3F7NSCP9asicx6ZI
EUGavChXbXHBj2BHwS2lxcTQ+noXVuQ2kXN7VgpriTc93d426LRsWALm2UAGhFP1bJwK2EBRMXuR
32LO8ZiDuONJ2+Zm7nd1FAkQB4SSBXZtq095M+A7gNYd15tUxMaVRXZctG+SYTztkgYZlD7PdRig
oHZcHxAGnwdxQBZuFWDPNSMmraadrRgfb2IT15jfI/vZRyJ1v6Fyj/F6IX5Gv4oRYPC9rBjueRjI
7Zo0Gye/ZzdttzUbaz6YrZk/UVaBSGD9Uc+9Ha0XpghF7+fxnB56Qzb3LI2ke4XzZN7lhR49wtWb
mm3aTuZ3lP7rID+qrZsmA7u9UV0Z95t8mYknW71Oa7+qsFPu0dm+HTVLPLkRvMdtn0Z1ElRONp5l
bp3Ze1gSSvObbqjTk3BoMLvEkQe6L8KOBjig7cmBU50UpE7JdP5WOXGLDynPiGbSGT/v4zHNSMiR
8Cx8jDaxtwnLpdICXUQFoW7cQv2ZhXcq3oeJpED3DPKF92M5gccky23EfdsgVeI15iU5DhrXyYIs
z3vE8hBKCi5D6eGkQlP67CQDAmkwPdEXuQDp4HKZmbZDgBKeW6O2oAVzyFMq7U49KS9PXT8swuxT
RUlIQA6hAHhF3Mg6NzNvxJlS2GF90EvbPJmaGV8FDv/Y3S6zgASnTUVzho4MuEzJRR62KAnUs4U/
pEKvS9TTJoSlaW/GOicS3Cir7km5btJ9kl043pCXBDGrVszbfZMTGdIWcNV9gWFrxHhbIpTtRq0i
Cg2FeYoyoa/TTVObFFDZ4k6uH1euRvBePBz1IFpJDFzryHzLC9P7VmHWtbYZoWxy61Uyd8/TuYLK
RkrZiC8u0yn5l4SVx8JA/BzWVkQhRGv82yJToLpa7d6ZiQUeA6Y2bkGgHSLf68hXGmQzztAGaRqS
fqX3VXvrODGUqqyhTYC0yE1MmmVoW7YZFjvK2mots+PY6D/HPeDqQB/LIqHnnVCXEDExXy65WD6b
bsviEw5GfhIm5eKyqxvFq4wtew5GC4AEOZGTuE5wSCjfmSm0A/KgrMWHhD1c9LPARVhXZXntmG2D
t2byiJTQh/HJNshC4kzhPHMiN/nMBSBjTUnt1ogzYQYuDP4ZFCVciy22RivZuk5CACHpOi1cTk+P
ip0RxvLWY0+LrATrjhO0ZmKcI61enjz0MGg7sJz3vjmQK++ntr5o2BUrLdxgH60dfxjcJQeIwZsl
gKdtfrfdMb4AegXrbeYbVie2WKJbA8X5QxsvxvMAM+TbJPPe2WLLyD+DUmYhShrvXjjWeInTg7iu
MC9AeCLNdHqsPCFR6XE+dKAA59qudl08atdaZBOP2GUeV8aTk+0g1rSAqhJVpK/59FJclS7AD79D
r3wSe2byYFiD/kJDVl1lDNOQhWqTc1MqFrSgXhZyfal1tfMMGj6b62aJ5Z7ivnJ94sV4V6IBVyE8
Pq1+RReo9eTJRYS3jIbeJ1uEVw7SO6RzuT9wU5abqm/S8rS17fERLK1jb4cYK9ZBox/0iMQxHTY8
V313mHHjNGeQu8XdLKS9FQyoo30GUqXDCOkhhjSKIvuc6igiMQwo55Mm6iwLekDiuDMmrYNBkku3
D3I3T7jp+1k/p3ShbZ+IiaTOcRas3TgnGjQxQjWpb01j+TIxuCmQ9fDeDebFavpANrY3HKopLU6X
hHJCZ8H7FI+MVl5sxIInOm+cHgHikV1z5Njgl4dpQ7iD+6mxSkg3GGZZ0s20Mr9YIk/rDSURkpL6
yMhJExyBaePEh/HI0KlNEwcaWVripsBGv/piAe64TMvmAG2u1+8IVcNMjAAGPg8E8/6GPTfUnulI
8KlWmE/rrFwfSzZDezH+4P1knnNSHClAsJ8skwUts7+RTxZedotTfRuP7KBhxQgRiS2eS9MLBxoq
K2eoRaje+DjX6AHpRxbRHNU1C46X3Jorqig/UotyqnZeCkeaUaPCVvjLCjnS2JMsp4roJ/GQwxtO
99qRiaTGCntuUUCKQNWmhHWhs/5QGc5sK67g6g4QYcAZkF2MvjTCjModNQToDzNzmxIaZfhGya3p
T1mC3inq6Z5vAQz0906pqCyGOq5opTGU2maO3Ty2tZ6oTShlmOwa6UQPsdY4mKxGWJbFQPHjT1Ns
4FCV47XNsND1IyNbZRl241wPSuqsgHmYriDvHOeTWXAGA4W/FfczpEL6O8tcaf6ArYyyyDXtx0jE
ERpnx71dlnC+nWm83pnwGOyDKCqPtyg3vPRzTeH4crtpsPHYDNVZpyUN6UImHX9rTucXuxm7atPh
57mb2mi689zQjH2amax/i6Ek4YZapT5FTG/GnZf3nbqp7SYcWZaw9VFn2SRnjObS4nxrkRAHhUw8
fbeW1xeCWgGLWoLADDJRQxTfOEdfcoRpmw4/8AWkxHZb6VkX7anoWVNIQkU/vlJTLoU3DstO1V6q
EcJmal+MEvHjJsIMOm3xJdkXdj8Md8D18/qQaFaLwmqc82uyAYHra1Nc7JO5shZM/A6NAGXgWPet
0lIvKtLymyqT0bayiprIvtBNx402LrwnTZbPMWhjkTuBlcz1glZXVt5uyTsR7axs1PWtQYbgQqHb
e6+kS1RuQIhqnm7ycuDyzTh49QsvtUg1qTzs/UHhdhaKhn7BJzgvyr4tsiH7XEX81I7s1oIAQHzY
T0OUiMa3yEjNz1wV4t1punjWA5qjOPAxHn7t4imPaRxzTTaO7iKoTVg6YfCNYbFD1EjjZ6gQwLNg
uyWEpw4taSlimgLCWfI7rc4RViI2zmByDLSjt5qjwocqBhHN+Hj5Aho2vbe6wjx18aY3QQXh6oZU
RncIyqHt986UypWJudSUP/Mw7x3apurEHNq7oUy8vSmaXA/ilGJrbzaG2BaUXtjlOTnXvUzi5KSK
bfec9y1ZimhyJSV21HY9tVAy5Eg/GW6UpP41w11hhRpmaEdb0OmNafcMm2t4mvG13OTcVNmm8Lo1
AHUiemDj1UXnnLC8Kkq/WdfSYEmy+owxjAJ/RruZqz9XkL6SyZq+E03I7RBBsbogC6ZatlXbDk8m
3nAMrHpofJ9m9IjBOJnVrqpnNOZkiKtbJNQlouJ2Ti+ZSGevckmgc5HZaD3ijx6irYh1VJChXhb2
aYz/YIR2g+jxpJGpq7O9wpvpk5jqNYFb1ZAIRAaj5sTCSeBszGpqLLyYNqriKNLmc2CAPXcUEv4U
t6gCObNg7tvYdRK+0NKCtM+71+k2WSemRwc7krWXo6ZeMx2PvW3Ois4X69HTOpS4jADnxgeuwrhl
fccxEBnGdO81PNpt1uaf3DCDW9gsVjSem67IblXIDvhE1u4UbUxvcC6WVPNgVSq3XRVhs7UGV4bP
ILi1MLCq0kB/GiHowFW+eig86IyBOxaYwh2cxle9YS2dX4fsajZscsZXgPWi3zWzjkwbQcgINabw
5FPBn1yQ2NzetEOmX2WKU+MXRkpqMupPD30Yi8Suajv84QOEysyvHCBdoCx68YheieSSqGbgvRtN
bIuYCsVdnbgJ566XUGdmSKn8JjuL1yJUd9PAs0OSDEwzW7JAJtRq23wc+2Encrs4tRsmtDuQF1TM
SFthGuVUpWvNZ1Fmt0VkDxdo2ZJx65Tk+QSkZXtfLKMpiMnLFX5RDU3uJyzL0DshBcWjD2ykulxY
44U/EV4JC2QS8xO699pcccuYb0fCfu8a4L0NwZhG+PnYsPlbErj/T9PE/kyuCf7z/3Qv/+P7/zwM
Zdy8vBHMrT/4F5TL+IflWXSaUcyBaaTJyV/95bFy/wEN1uJtT+4bIi36Xf9SzGk4qdA20UhENYYS
k5/6L48Vk1pIWvyoji8S++nfUczhoqTJ9XMXlhYb8hRA/bi1IOLY75pgSYYYPatnilAVdneTCj3W
+h5/NtLlTmo5wc6VI5onCOBF/KVnk2fctGFvzMS6Y5zPO7gIYZe436eaIFa1i6rKLr+PuQkR8WJa
xciLagh+8o4a5biYmtv6qFzGdVNcDcbAvo4n85mgzejBjSSK5+Gofu5jKnufRwFVNHAO0r2rVSzt
HXXTfGQ01OAe0VNbR211ahEg7rur5Hrol6TG8aj39mYZc9r4HiaRa82MmkO16reXUBvmbcSAw9xw
UvT003yUe0NrQPptHGXgYenBi7at/Au5RatOHE8CovFo1Y9HhU6fK1sQlS/Yar5YtVgdQKvq3D0K
0B0P4CHcZxhVKwAMw+75uIDF3JDZnWqbqY3t5Xr+oW1vQ3BYsnN7/R5WA/VfXJlrcYj/yoy2EP5I
HnSOsnkL6scDkRhWejan+KW3GjLz++woty/1MDXZNx1l+KFdjYeFpTk6oL5Cqs8CjGw/P0r4zaOc
v6ojUQXVUeZvl3QMWQ1X+T/CT6wAlPPYAsjQwCKgV2bKXvxoHViryGIDgKHGexL28a43s+o8P1oO
8HyhxDgaEcyMvkRA1B6mt6NVwVzASAbUv+VyKaiA7qQ18eZR06RZ3/AEhFZgsgNz6TTpYXgWeRG2
EJv+drrBFosFTRp11O4xyFLuLBYCD192fcI5t3V+sdZF/Scu+phvy1TLVZBOy9gc0YT0Wyy8y9tE
74snYraNIpAQ5Bxftgb7wVZLvfuiAMzq67pShzH0FuGHAlwC2MbeVUGN35qNC+/3IwzV0wM7agV+
Aync77TyuOkyL2tkENNMmDf492XsZ1Gn5BlczCJkR7N4V2DZlq/VNLZtMBNpT6sVWjM2izheN+uV
NX1xhTHd6Dj4vrbVJJhCOmEc+0NqqHA39hoV+2yaqR0M4aC+JrqH1YtYTe8+rjuzDlyDaJbACvkd
dTW0j4nIi2s2qSGMuLJNX5LaAGdaMmB5DqfYup1HdxwxFTXTCQ4sYflN6yU8PjZwEazl4XLC2ale
x6QBGxST5vpZREl+z/8pryocU9FWDn13ixbGPM+xy/AeIhzaoOFaYICjkZ2zHUQIDuSS7inJ9Hhs
fOLxqonTmmHfGwH/vOqY5m8Kk4c7QNUBz02jS0W+SDp2D+HsJEtgt52d7DI9zbge8GcvBXI6/JpJ
135LiRz/lBHKJzdzTRs9GLLFuSR8NRx3TQ3pheoEZ17QC2ZaiunyV4ZJCRFLSY+Huba65MzQc/aH
YmpVRgcPErVPU4CcAoMU71NHFvOTNrbdszlJNiImQoPLxeoGOFHugkBRS+nE+0Oh5Z8XPamwjNtF
5h7CsOnOUyG05wwGq8lrWcp6A2A1v+agFlE2TcHWyy51+clgS/FgKNfmpgO6d9ZW0nku55oytK/5
Ob9Lo/m+7b3osq1VdcvGZVUG4OP+HA5ad4OLzjybIOVixTSwMpZwpXpMW1H/GOejS5Z6OBf1aVUQ
jbPL29Z+yoD4JQdMkop+rFD5dZ/mgvSGMJ9xrtZujWql1uoLcGxVSaB6Ji5rU6blJmSbdpvTDx5B
jcfNLWCTdb9pd/kZ37uEYCIiGmIciiYn42sBryKpm/zCljmT9MYt7muRN3qQt8OobbzR0cbtEGb1
uLX1JD7HnEUD0UlZi4LQKaEGmqWWE0ZvGuGzMOnVsY+JpNxIJZpvaZMn87nspRixbiXZC4He9uQ7
/5e9M+txG9m29F+5uO8sMDgT6O4HiZJynj2kX4i0neY8B8df31/IrnNSsk+qTwMX6AYuqlAolytN
iUNwx95rfYt07xv6gqylSzIPDEz78c6MaPWC7eNTwxWqUtyBcRx/M9yJJsuYDRLOSz2X/drpGyhk
VH6OERi0ftyNWYbezsAHIUkoTht6u62R/TCw/D4jP45yOq3dkq2jSPdpr5Lu8mQpT8cK5ylsJq0e
jGsa+M2wziGsGRBpTPuDzELzgTuFrjddBfO7H1Zjy/6vjD9HUU6DfNLHaR1aVfcxVw30zO3o2hnZ
hGcwVS32YmxozRiq8T7m9uzuCJOiKd//bNDDWPrY7tv26eJS+kvG1xaXms6+3Pf49+1+a9/6j/Zj
AJC0tJUweZEsn+5HBfy77a0IAqkjmhdqnFASfnsBUtePd6maN6CwZfQQWhpjCMgo4W25H050+0FF
ux9aZJo+gkNWowzfZElf9YXODl8zS8Ydds3bcLJb4HVyPxAZPW9m6K7mJLXDtp7WhIfLqtyPUrr9
WEVOOV5v+vDIoBc1eXG7tr3I1TSGxhvtk1LkIfvB/djGtMIKnM1+nFPoYzEEmQOwbOftxz7Sc61O
kfIYCpV+bX4QalLUIYF7Gh0zS1aLn/PN5H6+xNLESIM/sBzXQtLjuGSg5SqyiZpNlXhinopi4GGY
5sLmVO2nWWMdM9nq1ZBLMwrmXSVJZC/hfgrGZp6JGAHNxleGQ8zJkLIxM+OcG/eh1UBpViM1srjc
13Y/ZwMKlP2I99O3dD+Jq9VQrhZ9+8NVgzpF0s8Y3znp3bCf5FHULOFqWVImfH0hh449cbdAjzKy
b0zdmQYOZmdvxH5GGKZFC48sAou6ZjCb3kisqviThcftM6hBowVqetz0+/mjsZ9FQiqsX7qOzOVg
VMNKzG/ZlVQDTN59bnrJ/R8ymSsWCXGmlvUOarRfXPq9Z/W7Niun+9Hzl+++aNnn14SbB0mZO7em
UVMxwfvrgLe0YH3wV3bWa41V3VnBm5luhQVHNrBZ/Zi2zapx6qRlEYMQnxkZ9E6qP8res8EUARX3
dxWJq5eJrkd2YM95e8tgfq5XCfeQyVoTiZuUPtp1nSzk8/UF8KlV4YjFINfBE7wT4hEaVYw7/tnA
WHrZVunwIaldPJykpae7sljGfl1yx1CMDm5912YUEAHLHnZxfj1edr3RE+/Wwg8zqmi8NKgsXGot
FRrmjD5ZgMjE0nIXIdP4VIwzj0bv99pVOoEhX1tgDF5any910ZbwuqZMN19c2bYPUTmFRjBIK+G+
0TvvsbFnrKtEpXUthlUNZBMiUozQ0VRb29HVbPuSefD4QbSW/8OfS8g8foKgbmNOaAh3ltUP0Zqw
++GLnfa04xepJbwKQmlg1PLG52ieW+zrel0+Naw2j7aUdFq80vLo0+VkzOagpM9yTd9g2cJpPTua
c65LI381AfU99Vmo6WeZKbVPE/PYT2Fj+Jfob+hqS1yWDHdlh89bj5xRZxSwjBcRKH2+Sh8Vl2JK
gW9rkae9prVDhVCDKvCDzGvtEK1qHhP5aiXtLnayGas8elHwsaNgZkjbrn8ootjNVowhlitvbKMp
GJaw04M4HYwMkv2iD4DIwrDYdkXTbs0YY/bW7qraXtUwEe9aJunRSowlmCSkfBT9fpNMcpUNERB2
YJG8Of79PfX/b7YydqlvlB7Bi3z5xRy5eSle/+d/fmj7qH+Z326T9z/xa5tsK9S0rRSJnoEBxHYQ
Lv7aJtseW2h2zngpALuyFUYI87ch0tT/0j2qT6R7rgL3WOhTfu2TNdP6i5/xsEX/+kOdf2ujfLBN
dhBL4tJEqqh0KbiOju0jlSPZlYJv3SxFqT8TadVtexjnT9ATaWq+OTN3Pzffb4FLh1vyX8dSMjW+
sUt/4EgDgw40MZMmM5EouF2QhU7CPtn1tqSm9LuewfojcQX9GofkckIMeagp+nVkjgnOH0mtdxwD
6k0mJGkjYVYRUesQ+xqv6uJUtp/6+P/sOPw6CB4qYLyu7uJ4OpTdFFYvzaziIPRtHztvWpXhcJ0t
wfsn8Uij/Pth1Fl+oyQSQ9XNtc9hRsR9sOci2JxAwJ9qS+P9XuOJ3lWTC1Imznmk4Ul/ShZkrlMf
nVBV7mWTv3/hvS0XBxJNlsNPMuZijOk380nWjIeCbl1da2vUnmt7J/inYLC3FWtj1a7ztQy8eyKc
1sVXiAgX5so9//di9v4+L//8NOoeeHNeylJn2YfbshlGsCqNbV9BIzmlqj2+xqDl6GzhbuYC0wD1
jnRjljUzQe5Lc+MYtb3VjDy/qWEQEOs6VWfvX+jjexYFNeJhwavKBneo7z2hb76PZXZRYch02QCQ
FKsmM7iisDtO3E4A6jkvb68ix3FdEs65Z2Gh8Vgenje9B44HPQjEWjul4crS5phdctXTw7ViiL87
C7xNvKsT0/pqGqOPcsgJzfqLxGPPe8bVPTmcKyfWBB0UuMoKKUdYM1gEiXKfgRtUOksagrd2TpYF
EfbY+deQHVVEidUJZvCG4XaXbZ5MyHW6inizFeaj6r43U8nef571HEbykNF21nLicIqZM3MOCdle
Q3Gdb2iu3Re+fQUIIAL3iBweKyjGHTCl0SS2I8xDKxi9fv7gjtRH63ZoLC+Y6B/lZ4n65w7RR+ef
xbjZGKIaZb0u27GRyr0NqZLJROl/DJs+DG97s4/8XY/llySM2R40qKeJln4rysVCTjHW4pnZF4OU
OK/1jGGaLUB8FrX2ESOdUwUxyj+Y0WWX7hDcJu26LLyo2y6LTY9BL+AWdXBYSygvMa2Ympz5LToI
L141SC4/T7EYk8D0Enk+FXnRn0WLpl3ni1tl66yS3ncLQ7q49fOoJ2xKRhLa7xDCr41zkfQbu9e1
6wQTULMbvY5G4ejk3ndfT7G37hDxeZeRhruIMc3chUoO0+ibbJL5i5madr9piwG+aJlMRr3O8o5h
X902JUOArtTWdRiJO6QelFaOM3t3TdmVd3I03fsWxt1Xm2ekWue5zB/8IRbsTmNf2qskM2tY4LOz
DIGJBPZHPJkIsG07QfiGwg+VT82c5SnDiohAxhkXG26967E9FyqMZqiN/BvvTwe4qRia58QqZbHu
YiN+KiLNA47j0YfTIMvcRFahhfQSiD9gU4wZaAMPhH2ulFH+bOHDF6venNg/jBr9ocxp52vEQeG3
KKq7u7gAMAo/dQIFbrj9cEs9W34C9MICG9UR+BPT1NDalJl339ExR9xRUgKuXYgsj9Mgm+9jVyf1
+RyOeA+6RmstKjMt/rQAxE4DeNYVsG10DOw5RZvfyDqR2WpqPHnVQzWic0xFeW/QlKRwJIHhxoxw
IYInSPpH9u0yCSJD7z54eeYDwkJAC1GbSECYzbrNe0HXkEPOhZWtNRBa93Nc9Dbc5xa0GPRRyOvL
oplinXGj3xoahEqIWa52pms52alWn5j9qsuE+d0VIEQvK7/QrzWLEahRm43AhGJ4tyOoXrIApRwl
zrlc/+L4ABZWep8wp67K2nrwQ/BMq7C2qh9McpwXucw0Cnx2HjiuciinZVjPH7il8u9xFBNTMEYz
PcgYd2NDE85nR8O4cEBrE4qHjjVErCyG/OW68Wce6qXqnOvQLgDII2SWnwE1Fdc1c14bhJnrPRTl
xLSdWVrxCtnYQzkAYJP7dmbfxsnRa95bZWM4Z1aTFpe2sBZGj1aa22eZwcNNwc0cMhAGGg/QRgwy
N3M7dtgEkVeC65L07QMAxVkPEbuuvpij7bIKCHu4I1vYQmUPE+xV1zXkKXgF2NyAmZiu7L7M7ask
I7WK3uqYzFs3cZds2zWRb21G20/0DT1628LMwziPxgsPAigd8p9XFOxzdxaTvxeyBWOPfRF2Shuy
2E07rEKHFvTOop23XAkiQj76S9EbTP+S4THuLJ39fQfXeY0AjjZrI0w738TwepdrdjXD3aIx9kS8
J3JgvmV3a0c9sjoYA+50RqIWcuEFeFuzJoqqSc90NJmoAVqYrmcWygQumC7LPogcNrVrwvDYxE9+
7D8O8GyLAFCR1axLvdSdnUO6J8tg62jaCvnfNMC0jhZ3ZUkzRJA2V/Bdx8iI5WbyehQDBQ6tZdW5
ta7T2XRKNlU9WLKtl7nuuMkSvW9gAHvjk5XZLuSgOB8fnLZOoAaH7M8uF4PzHDj5PHW8COLcO8Ou
QpFmLpN9Nxljy/DAnUx7E+tZMRJ/ljRMNwDL+dsCjrN2SWvBbuHnVQPkcZcVNaX7+4ECk2QvLx6G
G2TnCMOiLM29DVAHqw4qj4yFTS71ns2VSHywXlKKZs3oyTGu7AxzAvwdOy/XlR6b+QZMmyGfnEww
M+fFaX6yp2Zyz9BETf6D5oScMK0sm2kLe72dsDbWtCR4vmh28eTQeap5bw/nDF1MbdNXGiQcIAwl
kBF0AAD5CxRbCOScc2s2qjO9jpZH5k30mXxG6I95imp81YZGSdE4N23AUNen8zfFts0fYeRtegV7
YvxRd5mbB/QrUa0UvM8FrS3CFnZu0lrdRS782ArUsgPTju/WrObSNT7FfM9bGkTOZ4Ku6vlKi7Wu
YiUD8qNims2rxuxilsHEldm2DTPrp7P5v2KsO7y2sm9f/+P6pe7+Y9uX39GMVOX/UIf6hny6TaJY
/q/DX3Y/fx29VmqjePCLzR5Ued+/tvPDa9fn/OhPp7v6P/9Pf/PX1vNprtl6fqv6Uqo/LTri8Rg6
e4J/TUJ5fJ2/xa95/tod7FrVD/2C+Dh/kWWp3o04FSwHD/jfm1aL36EvrYzwWKUNmAZv9qx/gXZQ
dB9DsDyS2Mr+5+89q9D5OctFrUqb2Hb56f/7PSu7N1Kd8GkKhzBtfOJ7OOybyric+9YIfQN1f25p
25nHB6n8aAZynvwTW9bDIvzXoTChEz3L3wwJD4vj0hoLuI9euPJC5VnQ/BoddX7KMvT7UWgCuCwC
nDXXxYJ+eJSGMNMhadBop55ZBI5yApd0hXZvrvIftt9/OIpin2KsYTKuNv6HR+l1voMaOK85Twur
OK/8TgJSe/8oewDEP/cT6pQp96yLldwHsMz8//AwjP9t2LwlMaju/L3prxq6Xei2mG31gCotogbd
ixolejXnvP/CgO45bc8qqPR2pTcEoVR3Rq1fu0hy3/9kam92+MFodZCSrpNrA81BtWLebhBl3NkF
Ka5w7QvB/FMWjyy6cuV7vBC4k+Yg7KhQ3j/mkTFPnQ2fDGuckOCDOKR9dAMNcTnKMA3RCZSpdz5V
WnUudYNpKaO3ne0BOh0dJkVelo7n0KZIzhHOTRk7084xy/g8dpj4R3bkbd7/XEcI2v3nstn1Kdw2
eTCclMOT0Y4GWIWuRP5WavMcVP68tQij0QI37RXDGe02EkUKgAc4y4/ORPGxEK37yUsJcOSdNF55
KaDRBWM2uYpu9Ip0LnKD3IThuerJMvnSL7Z26ZFO9YAYYlIpPgPdUC2xNmHH5GDNLMc4lef++y2O
y5D6n2XBwm6lAE9vL/HouHLs4PVjbVyUVinJd7yXT6Wxq0bO0Y1kq36eg1gFlblSxbw9ypLhDrIT
M15rtr5s8sohcyUiybeuKKUMTBknFqHDHfrPa8WNCeDF4y9fLbpvj8dGsaEmsXmiYtzMlNraSi9m
J5jnsT5xv/7pBAJVokRm2WexMA8P1eYzuKGGtCbXWRgEIeHnuTXKU3efOkNHZ9CxaH3S3gScZVlH
ZxDfgoxTdCsqoq28QSs/3bqk91K/edYOUqO+1UVibvvezdg1eu5tmApjuzgETIzXWMrjwR3PiWRF
/FWzRZAFWzRIKEmn2WeNkX6h4EqCio7i1sI1sUGe213aJaTePDVxaEVULEbuOedkfeQn1j/Vfjv+
atitWc4xnlKdHT3w+pBVUx9PMe1/M1snrgeMcsnywPVzY91jeAw0q7/Osu5UZO4fLh2QJd9xkDyB
MDDVXfvmrWjAuO2ixo3X8WzGZz6A9JXWp1Xw/sLxh0WU164NeIeOnwDUcHiUcXKZ8hthvB48EjrJ
Dpp2y2SGATAeBxkjeSEhC9qJg/7pnLoUHTqNahzO4uigtS31gddjvC5iC5zohPRf873sMR+M5qxN
RPKpN+d867llcv7+1/3DSeW9TIkBroTH4ZjUnfGMLOOcJIQbMkTUMJKz92j6E8/DHx5w4ivx6quX
BEXU0QOO5DlnUqArzy8BNBmCU/Sk+ozGRItO3J5H5HxWLYovbhFGCDgL8Ogf3yYzu2EhEXVkrfhS
o/SM+ylg95XuxhYRu1N1j8Rh4EYmZOVubsunuMhhYEOM2ZWJR6+sMfvzyUAHVXnlKbPx8en++eEg
QjH7oBepgHpv72GfITEMPD7cgt3uflyW4jrsZv3EenoU2Pn3OfjnYdT99uZRIUTDcxaps6uO/Xkj
ZkjliP3ttbbMy1cwPPF5Z4fdlU6g1VOTkzNS9XYRJH3c3yeY9QLZht8m5I/4qiwTFpTot4RlPHNg
b+N6Y3Q/+CkRUW5abMwxS7ZFWhTMpP3X929OVVEfrDXU1NTBIG7gYpLVcexiZmFm9NvQnZCetyEE
q/k+Obn/kQc30YPE7b/izgOdyrBPZ+rh4ncaOzHTqJyps2r2xs+11CKhOJcQKiLhRpssK1xERJUp
HnMEAGyyK6Ro6x59/ES7FcUvthNCQlcRfSkrMKwuZHOJHhx/EpFH73/BI5SEulAUT4buq2qNNfsY
9NcsYTG6HW7TphcE5eHTfeZr5ZsJA+QFVUeFAgPBPcJ+JTTxxofExofll84G2yiCHNs6sRL94Yyj
JYVqgSHeoHo6ej92JG3jVoBvDPtv+pjb5g+tQeOE9SHaOFY+nzjc0bBnfwLIJCD6FqyDqTz4h3dq
ITOrK3mY8XpMyod0lTkORuiJ1lXfF+0uo6BcLXi210ziM1SCyL9NfzqxCu7hT29farjJaaMa/MUr
nxnI0XM5e1mrdhQ4bYyCqG89iwhMduSacrsnr61cMAQt9rVBWu2ltpBEPfroyGRReZsaRwNN0lS8
1EbB8lEX2UXSNjjHNMt/GhgQBKBKXuFDXL1/8xwvqmxDFbjA4BHBDQ8r8vDUCbsy6yWU2operrP1
S+1bHhELlJVVduIq/fFINlnDqJfhCRxPUGTT1MwURm2laeUPmtbNrraR1OBY1E4cSZ3ng+sgGLOx
VTR4XViudUwRwKEzC7v1maI0wj77AjnFsbeoHzFkJaI88fT9dq8LFzEczF1TVdLwO45O4BL3DQJj
KpluMXa4UGKVQI+zfOPl6Erfv1q/fzOPPRmgRPb1gjnt0YPl1w1gQWjZ6xCpm7nyhqpFI0xkmJ7b
7T0Mj+VSYNM98SY4gk7xfLHC0JhgPwzWk7r36CaZrEWXkkwyJa4IPB2NdTFdV4O1wu15mSbjBYCc
XYrVg7ruxEP1213D42SYvOT4xtw6ztFeJZ/tfvaVCByFsAlSmG582uGzcJ3x1JX87eRyKIfCUBEb
DVonRwDTNKzJCjGoYvKoRFzT+tmK/AwXcAjY4yxltjLWjdy+f0WPoLXq3LrI7xUZF1qUTdzK4f0z
GC0C6l5SBLMp25HTkwYp8L6LZhyjXYU4HHIyThKzvq0jaV01bShvRdQzwoiyDyc+i/qGBw+O+iwG
oEhYvTD2jh8ckBfNMnEN1xOgqIB5I9EDftPraI1H6POhW+/qcNBva2eLr5co+nJa0a+9PvEx1F18
8DGwGjLSZU1i4AoL++iR0kfLAlZQIM2lur5jKamvGSQTi8B2C/NQ9D0jrHsXt4z5jHQSt05Ydzs5
ihmCjWZ/mwpzt/9E/xXt0Pq1fJTt66ukH3rY9fx/sgkqDDaV/7oJevlaKsjY6z/ig/b//8/+pyX+
Ug4Uy1e2EawWqq76KdoxTX4HopVKFxIGPCku8C/NDpRoeEP4UNjNMkpXLc5/tD9VfhCdfv47DQP2
vex3/+7+3v28PWgc/0vu6VFVROFuoz+gE8A7kU0JWN3DByvEyzpDm/hqT2UojM8TgS7MzE3UARi5
p7y2GbbJUTvXhj599efZdNGClpN2FVYaQbI9szvN3yEH6OdonZHvOz+/OZW/PvFboc/h0vbzA3qQ
O1nRoXhSpB5+QCNyqzrM+u9T7AgYQVrIrs2GR4EmZOpr9+c9/C/Ph3X4UIHUohZzTJWiptLAvKM1
fFimFncCxWcSiSiwiJf/iEO8vn//O/3pKHiZeMF7NMehJh5+pzieM4wADDnJSeKsFWl3nqMsuHn/
KOqzvlkg9t/FFHBf6QNDTD6W1Hh65Ud4QuBAiSLdDvWo3/hT3J+Vjh1dAqz3N3pcv1pdNJ/4eoeX
jHcuJxHSoE0DgjVSVy3/t1uipvGHjjxYgmfHKN/NiE7P207LtmJuT8ENj+qKn4cCVWyBYkMooR+d
yYVJrN0QUrVCHl+ue4ndMV6al1FbfuhmIU4UFr99MQ9DGVodEFbkC4jjNzwKXIbLOmmS2Rx9khaa
Bs/qXmeG9CdqCfWxDy6dknDQ7WXK4dIYMY/W9hSfc2s1MTNuIXjFpEmxYXxgMb+lFrThH1/6bTif
0GD9dlfSM6DopHVAQ4b1QL1w3uxkQ7Zi6ZTTtoYvBXxkGev+B9b8ODtxFv94HECGwEKp839rrA5Q
lFDrchx8r9VnO4QMEyV1+vX9u/+4OaGGOrweVfeR7hk35VFNZKfpbCAnYP6XYvfASpNjLRisXRJl
T3VrXefs+PIUlQy0haZpz7hdzjJnOF/06nr2+2Il2urGdJa79z/Xn749gXGqYKNEBOhweJYJrSmr
mPCoVQrU8lzY2LSygfTh94/yhztVdeOZFfDNVf/j8ChQuwtvsDjHxdiO3koXFfI1uyOCZk0aWXYK
N/zbY8i5ZoLHY88+lqCXo8NZfphp9PAxkqeRth0t74sYvMvOsy8AKUUn1ug/H0xxACm+PL7h4XdD
rixA2XGw0SrKs4Kq+14kFdr3TDONDYnWzalb6ffHUeH3qPV4UQqPgx4eMbSntB0Fj+Pgj81NGnuf
O+FdkJw8rjPTIWZtp8nPiT+vps4IlrCm/srmtYteDXuxhvYt4tPOZfox1jBtvH+lf7+fDHiQ1KM2
l5uZlPr9N08t3SfVbsSHgbaYtgaqubVhEtPw/lF+v584ChYOolx5azGyPTyKALyh9lyIx4DUzJcq
DhmJOAxIOPRhggbg/cMd9yr2nShuJyZegtWAE394PHMM9QZgExpUHaPMxTA4cKKqJc5+WG1ljSvb
jKLPKS7ydK21HSOtBvvmJz1OUeO14VidKLb/dJJNgyrbohijRXa0/ZBKGVu0fP0i80lOgY/RT2fT
DP7lxBc/daCj91lF2po9xhyoJLTorKJM2JC4dGp1+K0yoM/Hyxl9K80Yg+bt4dk15IgydeDsliUK
uqAtTZ0tSmg6H3EG9smZxGszn2P+a6dV2FSEm71/ef90NwEeMtk/7puzR1e3Erk7J2A9VpmrkYPH
ergtaBQHfj1oZ+8fCjk4X+bgXareAlwzwRwDa/nxhF9XOeGpSSxUGY1AZAE14BQDb0wrqRjLSA/6
xPOfDGsiWz6sOggPxgSRnrcT07rvIhTeh6QIS42GFfYGCZEGA7EC8mmDV32lvm/Kb2RR9+6N39b9
HtMWm9OKeitC3JguTfgsa9rCFxodLcENnY3huhsNFK3aKHJkX0zK9Id4SnjxlEAYkNxFckEsq7e1
bRlAzMZMC8RsLzIIK325iWtlBu5TPhNt5qGVW9/oG7kZJhT4wdhO5q7wfA1FWp8m3yMNu3pA/zVy
LkmrX6LAw5Ee8xFklu06jF1Ao4qSQa1hzuYAkq8i0kjqkyx2re+1zQXPuf1FBS4VV1mbt8aucFxi
5dHB2/R3LXNQwbQTWBeVWlawpQBtyOh2DK9bvJpRfh9rw0wPRK8iq02fUZyJiC4kUeQDKW5xMfjW
2eyLib0yAAZv9gJPi9r+3K1C+WKRCXlXF3ly73q1K9fA/qohSFuaTOsmseo5yHKxPGZ+1kQ7Pa0Z
evRI2r4Msii+ty32QgBNmaiDbqaHvh7G0L/DFRs+J0UqePv3VRitEJ7lyQVqO8c7F3nrZRtvahNy
kiYzTgJrRGh6gVA5eR40R28vibnD27We5WySgkgd2H5mOw6GI41y7bkzc29xA4/TprxhZK5xgmOr
uQjBxWAjxptp3UWkibkXDXnhdC8x5KdBX0+pE6RemO8gEFXMtyFDQZcSZvTSEHmPVx6AIfLlTBPx
xo/ypL5k0jB/tJAi9PB6LPx7/RRaZxGUo3BFYnCBQVRAFOcRzwqhr2r00vjtUA9Xq5RZzUPclkmB
CX32blOv8ZE+MxveAh1ZMiIJrWjqAqb7dV6t3LFOpuvUpXXgK41nO5WUU0pwHOIzyrnj3LH9FPXC
L9allPW9VuWDtp5Np73qOjC9geomuU8l4jj9YSzSFqyHiTl7V1tiyf0VGuOh/DhNHXZoEUn9EWKB
026AIWkC0h9JsdGFZVVa6V2WSFi15DzlVZWcs6MpnbNCw9+6HuM+L3ZT6ul3rqanX0GPyvi6mgit
ZKiYQ+winxIsi+jUGIpNAqMHEO1kywvRgBaJlpJQrXlEdA12JH7FDRdCgYu7yd/kJXssUFI2rqjU
SDG+0SJbSKfzBzNcsT44YZANNQ5z36DbswX/7i6EypdTQtClp/5IYWHfTquUU4eJVoY8cHBxghr8
QnbmeNJgBtJ5yxUgs46kWbQ3cTBAawY9vvjdLXu5ykdqzHxgnVakVK4aF2821rYov3KQjcNfKCM0
gnCS6yzoSpM+f1YkYl6HMDONtTMlngZMRS4veOPtT/ksyM6c4iE/TyLS1IKBECSEqbpWP8fjOPrP
WM2X7hM+2DwOpBFm35rcEzwFS+sYOyeySv+yakEqXnjk7LkbmsBFu23hG6TQAArzyxBiXNs2NVJR
NUpoSIlFqPgt9vx82BVzrJ8Z7DrKTZ22yO0bN3OAgVoG4Y5dmzbNlirAddYxjRVgBDzQAARJEYlX
Xop7do1jubnpRGV9zv0+/VFJJ8RoB8KyX0dN4+KkKETxOfP1Bd1nYdTMfM2SVcIEjRlv+nEYCDgN
Q9JWNVkVclfFmf0QIaN11jl2RXvtLHVq0dBMK/JoSVHILzHGNvOjJBLXEPAGZWPtDCMua7pw6AfE
tiM0q930A+gyNWZJbrXFFRE2zTJZso+j40O8OqPop4jdNEnf1lzF1jV7KV/dNLTb5yJmQt2sxNAK
aAD23PKE9dTy/d1EhMY58bXVlzFKgZZNoV2mgWuTsnwRV7ZVsuIojyGJe3pSr1tGfHjWW7MYHTtg
IzJG1s43Zj1rftaG/933+09utTfVhhJX/mry/fTrXSVfX9vk5aDzp37il1/P/ctU8gY6dTQo6OWp
dsEvv54Q+PVIigJQY7C2ICT7R+/P+4v2tsq3QqDAjsNTm41/Ym1AMAPEUbt0+h0Mh45afe+1/vDU
H1RGakygIsjpPALd46Puf//N1sGbc6sXEtxZZ7qkcWgOzN0MKYtG1rYyb0pDmRKMvalTIzQ2WjXK
6+nTarbx8ygLKFb0dlvsjaHh3iTKCmTist6bR7MF1lqABl2/IjoLCb+jnKaxUTjw2H4aUHtsJ6Tj
4kvFXJLEW6wNYGQw9+AdGbyhpSRTjtYJzKBPOYPPtYpb9lC9cr/qYz/plCHIe/kPyiDr7s2yhaH5
l6Ny0ObKS8tTGoszSzlsebkWr4SZ4xjbG3ALrLiF8uROe3uur5y6zt60O9dh+tgqJ++YMNkg8AB/
r8xy4wLWnHKm7A3AlfICR8SdQOPaW4TDvV2YmGisw3VX+T/Czhw+THtrcdWM1rYfleG4IuDbgVGr
jMjt3pQslT/Z7Sqm4fHetqwVZvuAgsp8KanRzrGCYHC2ldc529ueCzi8V+XeDB0rX/QEWr3cJR0Q
BUikAh2rubdR96iULqNGmaslBoPn1MBhne3N19QR3hJI5cmm2ZOXiOaVVXtx+3SX7g3cdScCM7XH
h3CRWHqUxxt5f92s0731u/OAwTK+lh6M4L093Kxt49pWnvHGT1xzbc8+NYylXOWOuRDuAWheXpoZ
CCHXKNs8sHPpVhcDX+5RWsWEXEASToiqQLnWyb4V3srYu9kHxHi3OX+EA4EFu7sz+S/lTPj5Cnm8
hFjj2LjigUg6t+PeKx8q2/ykDPSDPk/34d5VD6gSh32yd9sbQEc3jhc1a5NANSwgtPfMh9BOytdS
EchjTY7h+YA0S81zSPuWilauOVWEgWkPMe94OxhneZabZ2GZgzmHQuFcm0vdl+cwenE29HkEFH0e
7fmTv0elo4QBm66LAs+PFwFTNxrNkFtDQce6PX8sIsnqqdhTyWp7annNKViZWCrE+PqeYZaxMbgx
AYyMXLGK662Xorq19+yzqGwKKINQRr7MekeNzH0Ofg5kpDMQtDWY+brc09T6TODKG5q+8VAJK+Ka
u4zlRbnnsHl7Jpvb+PDZKIphtanxAdM3Y4j91ZwuoYUfR7HdmqxTIE/i3p8mBX8TpNYTjecqJpyu
8HAKCaWt8SpRqTTQsgQmC0WTIwfVB+CnRAYxXBG6KGIU3IdN91ApHF2rwHShIQkGLn2kdZBkFLsu
DOvpRxspol2x5LR7bQW66zDq9TRLwd/JPQmvxtPQsUWrhBPIRVAxCalpLymlxBprjsRl+pOsZ+fO
tbfn7YUh87azGjxyuZ4RRyIUsfozIHkAf1uLPPWtNi7Vk08cnb2Zra7GetoSB+7QQKR6ZruNzz0M
ZxQkMDgefCOKX7zQYPWBI4pVfhVDoHDhRwoXft6ATfBhkBl8KFl5dX8nY8O6aaiX3XtyJrDz+e3s
0URiXfE2A9KYrVxUTz1z20Zfobeh3914Xfu5KKL2wunGWUltyvF27hv9JmnLluJZi2EiLb6XfA2R
ST4Pk9/xvCJ5x4QVEYCeOUhBAUKM+jdvgMe7GafZbx4Sw8jaII315SPh8/rnIs1ZXNk3+9VjI7Im
kTxoWZ3ejqM051uY2Pm8zccmV+YxWMcBIHixbLt8KWB0Ai2+bUNNSYbMCgvchmZKmdybWgUH3J+7
JA6WzqV8z7sBXs1iQ8ikk9bW13VXOsT98JB96SrOVaBJKqcLavv6Yz3HZUOdZ9fD1tRM7J6AtgGN
rU326FiillYUa8PWCi0oOpf4eEHOuH5OdHpvbas274LOnWV2Thpe9YyFVL8P8znRLzEllgISCHGW
CPU942lOB6c4S1m3rmfcostduUBI2JEMmO2iKSoJH69L3nl6kbXRtq2y6cGZ2MeADoY+q5Zzcggu
lbAEYaqUoX6uu+xIhjWgrvrWXpZ23MZ5adGI8LLuTuNC5mtnYEmb6xSybZx0fb/T8Kv9bI38d932
n8J+d157zZ7k27fqoG5TP/GrbhN/MbRi4ojYnlkgc1lGjn/XbWTxMppFFY4CAGOK6pz9mtma9l+U
cXhVXMVfoA/+j7KNRGpGl7RNlZvf8ASCgX+jbMMzc1S2GQjoMHKTPsR+ioKQT/624+stfqSVc/TS
9pa2XBYYoIqbGmBcRoRY3zTnEWG9FoJ7iV0qkPjPTCAdhDqglAfFl4Lh3OWJUTo6EmIsm/PdOEn8
m1cZzULCX/T/zd55LEdypF32VX7790ELLRazyRCpE1puwgAUKoSHFh7i6eckm91ktVn3TO97QTMa
iSogkZHun7j33M4YsWriIP7JfbwKBgZ8YIfHfDIgG20QpoPy3SO7mZuEFh6OibkBQeq1L4ku6sIg
ikCz0rkLWj2bMWnntaLiOw70Uiaj+2gqSW3KDawjbH1nj8/2IMFEWAX20zQfi9slGUfr9Yr01nGv
kRtwy7SJNhzVqOp9ZKVX5gfTSomRLKpxtkOvnGuErk4iiigrE1U9JHqPPxevrNqG82J2PxlJ9d12
NHXZPVhG5zX3IOnVAYVGWbwpba04e2eiFtupJbx2Qj/s5CMvwfTD6mf6Ae6mIqzXSVzKTQtU45Xh
3+mBOShtH1h91UbAWxHyWaNbyahCulnfkJqstqx2mtyJPHjPym7omMfc1blRYQfl4rWDtBusZptZ
rbXrmdWCMjXbARE6cC25EYVQ0mB2LfGKlGc5G7EG9HUauvlnY0Nm+IIcJ6pLE8+qdtSyPnkkY8Wu
feEa8ReYDnzhGHub6amx1IxED+rfpRdhprpr9lFiDjQPRtkV7nfLUZqz7DfX7gaYldcfVcnfFI7U
r/VVHi+NQwk97o45X+NGptvNn6XOtRMOVcycKCce/V6pLbDOwL0ZWCoFs4IwW6k8/IbsQUGNa6dI
6lvI5psVrMC7VWXVw1r2iRF0cyIfBz5qAm2rBELNMercOnrMxgo0aL+ESAZng3YgL5iM1rX+U+ru
MPhClfIBJPt1k+hUFrDqVO1uQEW5VCTZiFkmDx3c5U0bkZ+RNn4sDKB2IM7rCv3x4kaamhXeYdDb
5ff0ML0Pe7B863moXKULV2wU2maZSfUO06zyxCUftUZEklifp2ZUm3PqlHF+KK1mhlZNaG5yAwNP
T4Lr/dZvBlJP3wt3hMWzqhoLadm4xlbtTT4waqsY9rlgDWsGCzkn92Uzae5+mmAQbWWh806ribkk
Wxtnf5RB0b96j+vivnAmxkoyVjwGw1mn1JFtm2R2zNCpVxJYBJQ+1ZvBHFg9DKRtba0u/lircZTt
2OBv240xZIGM1uZKQq7JXeCWjFtj33dMbwJLF5K3TfdiZn/jOOZxqE5Ey20KZkDehjelzfZTDV4/
IjNgempNPS235IqKuzStGyVwSfbBBMzv5Arnt0uIz45dJUEZz7iACsK9T4VuJAt+euJNYFFkzN+Q
cqUM59ylp16YmxUuMVu+R47b5MGsRoc1hDt2bqjH8WQ+iqJWpy2ZjVNxyRR1TIMkFuW6WcFpgFdk
0tlHOaVP+iolOldeAFAGnkfwbsE6lxryAOgSt3Ntm3f5wKSbUY2uKA9eK+WOF47RtarcD21q62aP
a4/VooxLLNvkyglQj13VVCED7tmIZEXBtpnGKhOUAZqgIKVPqbpdNkPujnCeakWkw/xyWGUhlmA9
WLp6866XdXXE8GEat9C8+jpCS13SVM9D5W3aWck+1s6y7krpcJLrsz06W2JWJoNldtL+dKCt7TDJ
m81LObKYDBnKte42a1lZnMRALA27Ck1LtuOoe69LHNePZtLz28onpZlPyA7WNbQdKR2/lJULN3+2
wOutJQMDP5PscImvsRm0XSbZmPqZ8s9ZlE3f2PozmhvnA9mDGF/gS1hDZPCrYeY4E5fzYMUzSvZO
UY1sN5H0Ye3N2Z5lZCWWUl+quWas6xhU5oyu7PyQmoOqRhnSlU+ZGhYcTjE5dah1Qhg3aplOvHcK
bXTQGaJMA7TSwIXGfl31QB2HZfH7Vszmd7tg5WDeVmosQ3ypiYQ+0ko8t1k2aira5Za94IiVigRM
gksY62WkO2+gBjizvoEzUbM57dJRkfDXnSQ9mmLNSFlboeE5BLkyXP50kyRODN+Luw68A/3sRJqu
VSbND51WjXmG2tfml00691PvdgvjP5AeRJz4nlLGHCyS6a1z0yXjYu4IoShx5+PUV+mHTZnucsYh
ScDNJypa67wcbyVgwWWbVQv3I+kcqK/I29H0mKgOS8+JOdENIMOl7Y5k0enTKkJqTk0LEmW21kve
p9q8J4dHWzaLw3hiW4/cZ77DTu7OdDMHGoKAuZjAJ1ZWbWsBvRabghh168TmMB23a8Kk8lXgTNdz
1hp5JnW/8GrmVSQypG7f+OT3pMM3qZ1LfeyFipcurGnOiiqKLcUdPghKqci2SfiEVYEmMxOGRt8u
evWcF2BCdPo3F6T3xuDNbfYFbFQVu3rM9H0OvWFIlzNzECeml2VDdDT7sXcPvbKQZ2vqJeSQzZp2
qkmHVM7jHJrccj1Q0jh2zRBBiE76RK1qDTD3zFOZ6W4Q7c4WGVhjpcntQrr4AnZ4LNSVFYJIOJtw
MTrpmbG1Yr+3g7X0Z6mpzXgzQXCx240B6617aXRGHCeycXT9rI8dubepkg/i1h3E70D8yaG7s7t6
lbeNjR3ysY07Vb4NMHdXsVFwWAyQDGew8IuetA4XWlZ23b0VO3ZDy+Akxs+6M/P4WPSTUoWEVBTX
dCMLTmOZus7jdV1+5hfnrMHqmNVnQ6BMa/rAP3L5Plk9m5QqJcTg6DXCNg8Z1YB4XNIulR9APMtP
iP1xsysII5Cn2eZjvI/VfMrCyrPN6VaUDWkVkiLX3gkI/+lxSQyzPMQKVPkdsZbr8HoljPAUqlnS
vcxlbj10Jdhg1sya/mSXGn1c5S7QZ5oVEMYuERaI0WmuJFlQtl6ogS4ndnuM0zLlsSiKerqfPCha
Cp9f9lY71wRbsJEDCVlhNbTTfapy6Ie/z2n/2/owsmZe/K+lqoys/0mqev36vzU+uvUb9dRVLfRH
G/OPvsf7jf/I2Y9TwKbDwV32Z9tj/Ib2mIRFpIwMrOlt/uePabXmMeNmkg1yDk3Q9f/+J23Pr6If
B/UJBlJkacgmscvwb782Pf1ilH3a8RGaZcmTNPTzGLqVkt2yXukenM6e/x86rasG4U/ZAMg1VdOv
ElxskK4BauD6//8yHKeqt1CDcT4l5NAEnWYqQa8rn5Jcm+gv78Dt3/7Ovypc8Tv++r0Qaaqs8fBi
IAiz6R3/SfVB31jkVLTUsQ2nghYWFPip+tB4DDaW0jcA4lTEaF9XCWFCcZevaeCWDMRYrpUdxCMC
/bJ0EJnmx1qe7BabyFLf0ab+h9HjtaqJ5Up2zL1V58Rmq7k4Sqz7sTIlWUCsmXgYB+jKUeHOxhAo
o10YJ2/Oinafwu5mAsgx6oW1Umr116x1FaF49eRQmzqrzTuiq8CVd1S8VhJVbKaKoBQiJiLDdPE5
9uQ0mZfYGcv+FrNcpocD8RzinDfJ/DUCPDsCCWqcjzKfa/PsrtT+iZXF52Zxsq9iLgidrSyNBENL
74n1CFgErKaNsCIBe81si2LwpsjV+FyvMxjdTeYIchFThvhIA8jgtYgGRPReuyerdJim0iQVU6Cl
ik2U4DrbLb8YHm/gTNT1b+j1BxDxkwKJ5DgvI0DwWQWyU3PzL6V2dNN2pqqwCIHt1Y0ptBVeVKLb
vbUEah6bKwFMGsDPGZYruWikqGWuIBK9xcY+vbZpPrVni/a9enSnmrtsU9WWhQoib1WpPnMti37h
PgfUBaEsi6E6hu4EAwGJh2rVlOH2rFQdoOUYqLAR9ewUPEiEat+t5oFCJW2cm2Fo7bK/I0mnhanS
MEFgPaFOMcCCTQl1rhn8OrWc9dYZWq3ifhxywylvyOoY1fuYbrZ8SXIvX/twaRhLs3xWpv4Db3/d
Xtf07rLc8QIYCOMpJRmkYsds9ih7rYYGZfRbospIb8JStbT3rDb78rYE0nMTD4SAUudmsgSYtnYv
bbLwELWyX8qo6fRaQY6p2lVgZKNn0U9xZwU2I3kRrIOdlzspmIj6s+Zcae8smr/WvOnXkCTLXG65
bIzkeezKumPa0en0hptFDoAKyRDFCiT1uCS2ht91HaC8BpTdOkCAgrH2nJY1PTQ3cHWJ6225bLOd
MfWMfdUWM+IGrppx4wjZ826S9CaCys5G48ekWVNzgNtk1RcN+plxKuTcFkeQ2inG8IawGge6wZrO
D8wO+34Xt+31SwEb5RudT4V+sRWhUtfNKSvaEE8YtFphC6FSDzZkrWUJRcG3Whem2FlA9JJjjwqC
kCRd6z4ZClq0TFY27wlsNtVDA5ArbjYFKulkPXR4ZIYx7Ekn6IDpxORnSZKSB8Uuo9q65scNQpZy
i4jbSYIhThtt2/fqUl0ZSBhWjHRpdvrS2yastEaQQ5CxpyI6K6WGGhulqiHxtD09uxxVf+pyq9pd
Rc1qlAwVmVuEG8EpMpRBILfxGq/fNVSgj4Kcn+QMnWt2t1arj9pDMps8vqFSFGb+XNfxbO+MYW4w
vRtmZbX521wpSoGWydPkcLbdioQddV6VbLf0uaXgQCCeaqPamWr7Bqi75lTluZruFd0t2m03xemP
Cj33CqGYsISNXTC+pr1Nk8uSdCSq0pOsD5lWyDSy7AZSOqza9ihWMplYY06WDGU5WhJlRoVvF+TS
OD/wVE4A9ekwzSd4p7CUNtpQJPSA5kwTWb1BIsWbuO3IocrXtwXtrHYfp9rqBmi25qV+h1i46Pqb
plQg4ysUBldNAk1yk1UM56GsEoEW1gPJGdOPpAWf3boIjWjk+k8JSTwzEgKzpGJOP2Y97cv26b/1
0bDsf/yf//398v3X9dHLR1Fk/f98VD+gNCHr/GW5//uf/fuQ2LEpfOB2oFW/MoyuPvt/DInd35Bd
29h0ruXQ3zm8mvEb9rwrbggZMeCjqy3xj1JJ0Uy0AvrVHYSfGhqC9R8xjbRfaxe8s+iBHbA5rCZx
+preP0nfk8mB16Wpw1OOSBApjlEWl5m1n+pb8zxuvQk8Tj4niQjXRZef7dgB7nNVMqYGwxZPcTu0
F46p8h6D97rtHaML/33J82vB8/sPyJgcN6jN2hAT0/UF/KW4mmZ+9M61h6c2R9yn6eMhFz67aFG2
5t/UKf+fjp4/vpUD7AQPAN2pTVH712/Fdpt0dqSTTwuNqs/6nSBwdMKHf/+Crm/sX8rF67ehOEZ8
6hrXrQFF9K/fZiKTgwiNMn2W9TRuNZvcPeYXt3Nbq+y1+jZCrNBMUA1j8cj80L2srXKmgDt2sOQ2
tpbgBYAdF65suB+4cLpQ0TwmTssiIie+F07bHIXMm12eNKyE+xRr39hagSc9dfvvX8vvCIw/S9+/
vRYeG8BGV14s7sJfX8tCXgZZiH367DhK+sMBUXtLFAnxYrpdRXbWUGQhZ53Jk+T0XRrmlSt0PTJ7
SiqyqmvWLeFmgPjGR8uUeShF8gdK47/9G/0bn5V/fT6dvll0pr+urq5/4o8OjpaLRb7K5+pKicL5
9fdDSXd+w6trAhmwrm4/SAZ/Hkw6kiMHdTTmH1dzXOcqxv/7wQQ8/IrfIvcKWsh/urqiG/z1g08B
gNEQuRHesCuBAGLPr48WK1dIsLODUpEIyaDNEdmNFSG/yeQGwhjVS1N295rZheYii1Oh6kNI0MJB
Ndp3qNv72Ja7tu+TjaUyo7KEjPQOSnCtJ9SdDjUDEXPB6Hl3GUm4woOg/8FMyk8oSNokPyzscorR
fiHNBHmOOVykmj3SZww3Cp9Qh+rO95wfbmt8yVInJXsqorgcbrus2Mshf09McgsE07wNwqn5ubrO
ajmKO+BQ3TOomiB1oK5msYdkQU43MLeOqFnMIDXrU8XWzVb6W1sQZWGnGmmd7bonp3FTS3YAjSlS
xN0a0/Kx/7aM9X2Rcyhy7Et9NkWtIn+2sz1FZLwTcLx+5qK4sQUvS2mK4sDWKLCc/B2wxxjYRhc5
afWTUOjar+vxtevK2xGTp++pPVks3peVnUwr2Wfp86y08j2nkLuGa7Wb0VpxC4LIJMiSH1MOC9Mc
qLXKY5UTEoUUY2YiQzvl3LvCzjiG8tZvEM36mPBe7YJw0WI2t6pTAe+CPmfM6dHotX5DF3BTZdOd
KfUbA43VqiPk1uqz8AgdZxT+xra+2HjNfPBE4viDWp2tOq58reuycFaumAC2kwgw4hxMWHmXAhBF
drOV7KKAwN2ZcXE2upLoUuPQM8ndOErz0I35fbJ0oLWS65oE8/hkKs6XMse3imMfZnBKhCLxxW5h
oJYalnarFMTiSlwEqCbKXjnyWQFfRt+02vWu5xZlcukjgBpvq854UNxMeRAgFKCzJyrpB1611cf1
WTETRshIJbq1FRvsSFkxX69eQ/upxA1IM+jDO0kx4PcERj5nLlZTQLJJxCrL2OvLdBivDO1iTmO/
LChXl64nIxtyZyAQcdp2f9t18U+UWGd7bF4qUXXB766Y2SLBOGt1ApHTSJcOm8elXyIFA5Oft945
65bdknlseQbnkJZ0SsMyXjSr7yJFLRD9r5p567nTh4lGOLqCe5GPE2detymjYH5HusviRmRoYlmv
nMTYvXaF9wTc9+wU6YLmWYXPzmLkYlblvlitMVjG/G0aNRHEXStD1WieBWFKG0KtLlMzOZjX4zJE
y06k6ngmyA0Jl2PnYWaoOy9nQcbYMM7MaT+wlPDLscXRZk4aJfIMHSRvITT39gJQooapg/Z84zAx
QGlTfE0atNcq6+oNFiwwO/l4JLPuCQWuDIap3JUtCUxTCogxQaXv5POXV5ECPbAY4EZWI0R/PtSB
gzO3sDjm9ppB8kkOylbvM+HTXVVBmTFbSF1r52Wsu8W4EGgL+ba4yfSiDVEnk4R3V8VK5Hnvuday
1Grzr2Q6yZG4HzSPt+w/Rr/ICb4xza46ETiLGopFRfJg6LLZIZNrT0SE9D6KyzJk3dZHNHfpHl3c
voulfC/sZooWPCqvk8dqe1yIJV5itIjXDX6VWJdm8ICiz1b1RUgI+U4IrQJyB/O9qcyrv4D+JV2d
POjSq4LKqW9Q5xMzAFdBc+edyXrlILUq5EFobidPOdKWHhkx/1gd+Zjn03NRWn5XpnVQzsp3Zksv
zIg9DtUkvknsxjdX/WDK5YisEfGnxTTItnO/XuinjbVWdv0ggAKxi9v2tVGe9cXwHYVo7yzJ/LKe
dlhsblN3vOQ1exG238VunEDLJigYRxjFvVD0oIHQs1s99TSWymtrwynXW6l+Q790WTFyfjW6m3+K
Si8PagXzWZtndpTdfFKLqtqO19zx3qmmIO9xPqAljRZZPVhOQXT3fb0Yu4oGjyUGQtjCLMJBks4E
gm15jIv9Wl8tYSN96fNi6/1ZSXT0c9RwY3VIl4kBEQO/nqED6+HJMqdozHRA5XEJeE9bmy9VcHwu
dPxnYac3bOYYUxTQm9lokpBMMGmkOsnNVH7oooJrWY8k/YjlUiym/SHH5keWDP0Wnbjhm4O1Ax21
S2vcl2yV6rgGqd5Tb6b2YUpWZoHZRcmy59XKbFb65UEoYp9ZHL5W1wTEIPP+4FF0l+F7cdw5aJPi
iJo+3lPytZs5WXOytLEzySqsVO6Ydjxng/vU2dwGY3y0xfRDBe20Jp4vrMHvYjcF/qx+d33xxMBm
DWuzsyIU8lVYW0UZIQfQGFnCdWZoIaJliKHqNNmm7w1sDXM77tLUyyKjGyX5rtO9KdW3OVvJbgMG
6tXdh1CVwa80DoDJEHbUK4U4ex43kFyvXKe4uYqBNW3b9hnSwoEN3ezGXbR0q8VueEQm39u4Dypl
fZ3X9cW1IW8b00Bl0ZCnZtDUs32wmt1s1dJHkZsfijrNP7M8kRHZUBVf6CBndQgD3bSxqP2UodAn
qopyvy6T2CmpOb5kpr48XzW7jACq8k4VVkh8sxN0FhDsaLEspIGgBhupPhiK+VJWon/MVQkq2nmp
8AHsgdaYUTqgl0mmK9K55pBVhDOEyGYxfkzxu9dDUnIaMGeJOpUBpvGo9+rDrELpqtrvqbeNExY2
wsAUwsTkYn3kBEbLyrH2paaoD20yvOiLzV3m3DOkBRAijRczqTOiU5QzBseK8WZbHSYNQZrRajJo
em7LQjTDHn07Mk6IrAL2d53cDBUrXU/djyzn4G/7ta6RLlS1u4EznolcoGUpQp36VEI0y1E6m4X1
7GTtKY6vccMF+kkUBlPvRUus9RGjX8Mn2Hy3CO2x9EwiDcuJuR2uHUQv081g6Nt0uH4ebYaUpYMr
v/XVlhzL3OHOrE/qqIRzkpI9xYfBi2/Yaz4kuvG+YMPzlpm7tdtPGQto03zqCxifGs6RNVcCj6Q4
m+RvINbOZvSKsEi1i4ZruoIjTvREkNudD8v3W++Lba2fKtVly8iqdZQbxM8707pNKqbXenNce1ie
9ojxDMg+dOyQrNLAUZJtGY+7OGsOdatvC8COlF3RaNsHsrjcreaBXccsJqJsgYTKXPleVPbFqJkK
ghJvER6uT2hbsSLZE7LKdBx37TiRDEEqn7lwoQ2LfTNWvG5L/WSMeEQTofj9sv6UcjpnbZ1HTJWx
LfUYIpO9kek3PNSUfFnt4+5C0OWRiWyHRWnuZB+fsap8dv09aXUPDZnqoo+Dxnio6+JNNslLVWvb
ZnAj6XX7VSlOBCbsgQ5eWiZms5J3QZ0XenBFjjMWzaK5bw1CApeftXBfrYKrirNB2O1b7XTfphof
rYkZY1yfepirk474MTO3qdA3VtZshTX9kISYZvZ0kKZ8W9udp7LfbhOqeZKpSu9kiIu3Tu9M2E59
clLN+8Re7+rZO46F5ZtmH7m4Qbu0O9kotNpYQjDSOMjquTt2JrUNe/jzKLIPYLobMQvwsp5LzdRU
n3qr7/CeBY04s1+I0ehcW3BX8Loq/ppFtX9Wggebato8LYRuDqt3Rm90UxvdnVSsiPPjbJOmQDT5
rTUDWejujR4QpFrO+E6LG8IMCflo9bOaLcHQ6UbAFvhAXQXXnANn7y1vs1Sj2C5esqw4QzzdWL12
dHTnOTPTp6ZCLoLZKgkXbfALjUsrG29rTX3LYKUHsjZGroRxt4xMtJcvabBHIqR9nfsF1ZtCToa3
H0koGVjUQDUeD0unRrNuIJ4zlDtpaE9t8+rMNqtj74snKaPlF/c6JrqNtIkJpBlJwimdPqt0ZXOB
WEovTPNcLY2xrZpyt876hens7WSvIY7GdNP12D3icRKb0vm2r8S9blyeM8W7dhRAarnGkutjKb23
mVop5ypTKxREJK6u85PhIM1XRMopmvW+bcr7KpMBUoybdr4mv49HwR2YKsgQTMkVMM7WPsYmx0bz
TUrCTZrrEPhsKO6DBz1adMarGQ8bjWOPO6PrSGRonkYwjvYHo+bv1ThminWr2iFbo/p67N0tC9K9
dTzX7WjckT/xY66zc61az6VmWb5lLqEwB3/ip0tj5WKxaBfucMD0Fi5Z89PT6jvUb2HdvOq5880I
eFfm1THJ1PmSaNYmneKbBlccuXnGgUubbo3EnAHBtMj5Z46jTGOVnjkbzBc/qpbslrSv90pt6P5U
OLrP4uZcNMo209cwadNd13XvAqN817BBW3IWeeqA17XTM1/haijKac9S8GJ1lKSrwmFj0KZvsn7S
fDggrk+6Y6ioYL/FJMm+TJufiB82jR5DTa/UeyAQQCs1TvPMkUPgENqy1yasKJlT+7hiH+MmfWMw
TrElx1Oi6ZembZ/ligl6NqoJlLcdE+FiPZvlStq2IBbBMPJP1hsPJA/U22oQH6lOLWm4dbulMn2S
EtmlHrd7hSSfDSm2rzJu30qB3oMCnmDOdC59ZyJVh6bV7/CeHuK6dqJ1dInqcO3PZKrvVUb7gTa6
t10OIRubYwOpsid3djyviX0RporXNceCuHYkfhX9aoWYBexN3nv9Btvxm2JzDCi9We4cAODbHCBX
UPfzulXxWEUZKVubqWFtnXozKD+yGA9Fr0IuWLL4BZnWY9qSlEl/jCinTcYbHAhTwgWm7PQujXhz
JJIqUvwQtaBJH1E3GuZ4LGIqeKVL7kir9edJv69IIkltL4wzNlWFNYVe3X4z3bstujWKi1qDZB0X
TEAwkUQsRqqzk+k0E21uBI6LN3OWyxCldu35dp05D5k0cUni9OV8QK1S0kOyfPbner5lisnMxpbx
KatLjPRGo+hHE9VcRH4GiR3eVIErbrQ9BGsqpbYt3mN3Lve2gi7Smb8SrN6umkeLybMhnNdacU+T
QqPU6wfbKn+63LVsvt/TWHV39VILzul8cjazLt/LbHqO82qvmDate2Ic1p6rbfWIwVGNky55zOdK
P1KaIsThrCJVIvNFw0ZOMU+2xQnnaPUjSk7VC5fC4hmflHTP1VKyrwP7hLerJZLJZWUcOZWWfbCx
08JZyGILFVUno4YZDK7jCbN7k8b7LC+g5ags4eFmov9T+fRxesTHPInPS2+gh2tX28cZ3lHXIaCL
08+R0a42a0fpVBeTJ9Ht04+ER61ylMfM7Z0AnWkY59DkuipKqy5hFaWhhLpmaSxIm5F27/KyBrwb
i86HjBeSPLLRR3bZ2nTEO59sOijsjabMbDgxk9RWhQXBuOSUaqVeHaDCfZseamBTHsh/28kS1Vv7
ScTj09y7t3KSPgibaHRJtuzGjRxxR48mWCzZv8de5gOe++zEdGmL9Fgsb4kz+nW13BlmcoMP7lWp
mlMj2p1F0WbXFpEe2YEJ/Z1b576RLZu+Q9pcKdMJR8utQaRx04+3iXxBxXSfNy6rWASKltu8MlUw
9w4l8dU43XPFEq5NrriRREUyaFGRLxmxH5SncXsZY32DJ2g5x7O8KXTvjo9lkNo92kdEsavybVL3
rcb4MqXtyMe4PmZVdo+bzrtIrPfPrEFUIk7WAI8tAmJ2g4bSvRWyIoKY1CO91k5KTrguWYPWZrJh
Ovb5kwQ+gvpqmg99mt2RZZaGFmtj0KDtZSAmcEOGysNaoKucUB6KWXkZKu0mQdnm67VOdUlSO5E1
7WsiFvarunaveH1HRVQ863WLRrFlBFE0lO+jFwmpb/DWYShL0p+96GrEW5N3Jpx3YZSTG2OUCxeI
tbgFG8i16NLsjogE3GczWZ90j5NTinI5xquzN5L0zGAIg1iZ2lwMBpJjh4zpra5S5OgYwUn5SpJ9
uqY0iKbzQJrqQ54Vr7KlpP59hv3fcf7/gtL6d+P880fxMWW/GlH+Mc3/3VFC4BjORby5Vwzg36f5
hs5UXge4jWbI0hw2Nn9O89Fq4YS45gleGVMeeRF/TvM17Cs69lzX5g9ZHP3/0ZpRh/X969YL6CRI
Q1M1SGJhefD7z/HX5RrqdwaVOnJtEt+QccfcOOupR+ccxSKun9NK5YPLa5jC1DW7aC5ca59WKIEI
ZbOpOHVy0fWueLSRyUSAiDsGT+oaVEmjnXpPoz220Tsk6xWxyShwOCDGqvdNMyDt8RhJTO31nD9a
dkkvRm1MwjTs6Ph+WAmTu56fdS2xN06wv9S5eUZuvPCTMNHTW/NQ8N0bcN3DxKweBXRAAhiFBPlt
mwTtxEYRDU3QIo8q9AxWdMpPRfdexlpEyYqyQkm1/YLaaTNPVB4kZjKotptDg4Fyk+ZZHa4e57bE
+bKILn5s2w/oifQTmbUbdUqvxLT5/i0KiFJEnlFfBlMxo1UtHwFvb5OmClKiVZqY9jkHjcPoloZP
+KMqvBAzbE+OX3rDGcqV0K8B7kF/zOwzwZ1PsYKPocTPivFOK7IX4qf81pgpCTOoziZRWs17bNNo
lIMNh8zQv9W+T9/IFa4CFeHrbrGgzpUNWLuxLQzgEMwY5tjzZ4/ybkrK3VIKgOVVKu6rjoujzr46
1SiPwnOVUBl7Wu6WqKZuVL+MwQQdYf3ARXqAYXzXlI8WtatVRlKMZ29gdFhM00dHy4cWxUzuXa27
YCo9NAOD7UO8XJegmBV91WBapU/1fhq0V54o7HGuPOrecF/p1amZcPgZUqeXHu3btVq+O8fLA6Ov
9h4eAOQzM6XeQpyXaAMnFodpTDG+r+WPLBu/EtO6WW2eJcgvm1Jl4p5nCrP3ZfrJuq30c7Paw5+l
uZy4u9TViGr05Lu5KAIk8HnY5QjOhVRVnT6wy29yNQHxkciCOm896RXcX3y1WTQZ8X1nF1FPvhXp
EYy240zs1Ka/9BP+VbNov+JR+6pqMxiXZW8I9uKYJzaxh8CvAwS1iYemZIyQ345CfPf/l73zaHLc
iLL1f3l7TMAk3JYEQV+WZTcZVdVd8B5ImF8/HzUzIalHJt5bv5VCilaTAIHMvPee853EvgcO9Q1p
h4lH1E+bymBbby14QJSUy0wVVdOWKLvkyRP9U5Z2N1GtPwqNP4EAiTJ1NgLTbPIA5d/GhVVfLc0h
dkrURcmycTn9fijRfgqlXpmKZCBvU+P2SpQlmvuCGjwgQHJlaDnUDkInU9n/iDDmmMwNLN15TIDE
3DVRkq4sq8S6qg8G42vzK4st8xBrLWqYyWfgVNVwb7T80GT2hzlapEMuPDvs1fPeX5qVSu6W6AgM
bO12XUBwwGo2dpKam47nD2e2D6aMtvVwQOC0gLdRkx0FA/IfXn5OgAmauaLYl+3WcpkgLDQjUHDO
U/tuWDwzo0fbsuBdGHMV4GBmUPdidY+k3nJuNEgIJP8w4bvzyq8zwJIQg3KkefWL8pwfMeO4jAGe
q/OHKA/qZi0i3SIvu3Lr9xHYrs/rWVaawUFtMeuVk7X4N1bkvA8x7QJEVg8eOrH5oNolh/VjzYn9
ZacKXk4oWHXSayR34ok9rhQ9ftfT0hmLtTejxL7XnU6Ut65BYfFW1UlB9zcRMjn4bWPghujconZ3
cjaxSRAmLLMjR6PMoWloRtgndGHSd1FxzJfqI+uzrQvvVvfjpA0MTVP3dAkEAxBb1PsprRh0WkuB
NLxPJ0J6vJ7B5DZuBISFLKfbNxJ62G5p6zhfkR4RPtGWKVLILqVHcLRhYPUWovgIdyGcHkFbqcwb
CvbISlVAeqhWbPpBy9NwYb+x0dkOE/HldSQRs/cWYhVh5dXdYtoueT+tt41zEb3h5VjJOeeF92wM
9XHEuVCo8ixbaKq85TZmqFdmUPlHtxg3DDBvBYFD5wouzqWSCKjqSqYMkpz58beYCIKz+7eq9coA
2sSzhc1wnYzDD1+IetfXU3Fr9IpXB9ZEa9drz592pdkeOD35h2YJafev+yk79vZ4FhRsPprDghGI
g2t/UN1OpSk5foobX92NFsZ7399mFPWtZqy1mv4oK+1MCOvBGMt+jcKRUqA4K39KA1qtlyRJqLiU
BC6VbHxZu6cRB/mKWfEicqrOQudEGu+KxN2hrme8ZpNKmyZ9y8QghAK2aiwB+lEb+w0EHXnQ4pyJ
3LilvrffXaooTEZWskIX2JMgi3fEiYZnJ67WrVLLWiSHbiFdKmuutkpeSbOJHxxEul4dhRQ+j1K3
oUshkrlEJIKepnmy1qZOGzGa7nOEw3uR58eixSzI7FCuHVuSnDPKLb/mdqgGgtDm7ie1KYUfQAer
NZJdrOY6QAKT7zCLUX1gL2lzmwl0PW9ws/6IlzHfeDIu7kbMNIYqvttBO4mo30qHQPBWJ8v3zRJz
F9LMPhZdfdfDZrLICUJnsJqTlJTwW2gR6Ps8HzDjdKrr5cHJK7pYNRg1puZsOg7jhzrb5vWyc/X2
W5/7O9cqcgJG4UGgYt12BrY00GUnZQ83btun6zbzOY0PlNAX3K0fcryV2bVFlcJJxqIUxhC3/OXU
OkUwlCpQHJfYSj31o7L7Z5GmtIldFv9+wtelkdocxvjMGOhDSZqbp96dDkuslhupFTtEVNHJsebQ
Tsy73o7ABvoFtr4Jya0N3E2J9LLEH1DrNkUyhIxG9q4cDTpkwBLq+iCn9A1+JpQuQHIV2WokE/t7
o0+PXkXryuUO1G7y0AERaAfk3qzLk17sOq8iNaCmAqL39u1ajKqF9pm31c6reJBqA4wAwuNqXvc+
A5q24QEg8ibbZsn8XJsNMXt4JHVjF7nFWyTbc13Fu0byglBdzVr5MyUChLC8DbVXzjGGxNkqe7Hs
fucwkSGH5DbLGVi1euSFHuDqvWVPW6upUIROIWnAn33mBiK56+QpTni2Gia4M1Aaj8XYv3RTfaIP
xPnmCUXlRoL36MeXht6bPjv581Dr7IK3/qL726Kv9o2kDWNqq4meJB6ENVidF735UIX25WcxW/+p
kswbk6I6mnDof8swmRC/S7KdE+0JApXcRKlL4k3mFc/16L8Yo54/8k7ijXLZ5apInStb30a58+2k
1oYQgYeSsARWX2adbJXTuozbhyTGPBV0dkwOe/2iNd617jc23jyWWxtHNmfoMohalkIPj6ueyVWn
3RQp3Qf/3Yk2ZnbskvsisTepwmjXJXRXq2SJ7sa6erE9wt9TPUMXILY8au4qik19jUvuqHq2DL36
mER9pMV/42eGtm+SmqlP2u4yNIhov3QbigTcCQYlbYeLt1tex0SV7LTvNaaxIGqMaHOdM2NjjDo2
cqXfYJ4G2gIjaSfNRj6lo2SMvkN6/LoUzn0OrSHQKvHmN58KEf5gxjtVzf1mlu49+aKEmaIQsKLu
GvzN4BI4BJ5PR7oB4LI1UuW1IDAnnxH8Vs4Njpdt5C9dkFCbcyYq2qeqLIleBLS+fNFvoI3OS6dO
1qQA8TXTEkJjwyVgatm5K0cwJ7W4tC1bjFHbd1UxT2+L2S3fScLfOYwrNJ/xOeUZ2rTDnd+PTwvC
EtpgB3dp9jn22lVqtmviq9dzkyDqi05W7oLkdsKW0bMNu9EWeU8p7mr3C+6NlV/E6jmPl0thcsLS
ZoREI+AM2dJniXOSdo0XTTrH1pU7C11U27ekAms41V3/5E3xKU18uo3pDbi8l6GYvlDq3MTlvT/Y
nzJJrpvLKy3yIC68jRyGTcoUYDPK1rnYRqntFiLpVp3I92AYd05fHY10OZtkJrP6j1wH5hH81Rtl
648MnG4ZSIUTzsSF5JnVROGKJQSgcu0xf+io79bRlYZmu3e1p21jIZiv9SisKmdH9QCIsq/XjRPt
ui5dE+lMt7/m5nW2AxdaZfMOKcKTpQ8Uc4WHc7rPLj6bbHzVV5tyb43DEwfBwwAKJ5QdPaqmmQ8J
thXdeAEIAtAgts3bshPonrTDyPoly+LTR3oFnUfCWkw2vX3PtnLBT7xuxQAtxzLptDELuhoGViPg
k0M9DS+Zpa2Z8t4stZEyHjW+xzb5GU16OETp8+Bf02voFNMyfBXddEbBxrvt72Z+FkfuQKRw4niX
bpgQo4wgnHDK9Bogr2/63KS/TnG3yfPypakG/zmdhx4Vj7dDZDmtm/waPqffLljA6as28woySB9E
1vji1NZ7mQsjcP3kBqXLR7Mkm7YsnuJmmkmn9NGtGD+G3of73LiHTt02JjxAt901cGTWutYEYy3u
PDduHxtRhmkLGnExOZ3Wbn2fN144Lm6zspLxO1paLlGaFUsEth9s8w1Wc1Ysf1CbZjI/dDj9q2K2
fsjYIVzcjhGHTMVOy6YybO0ssGSPEx8NBtx9esauKo7GhOc+FR/CLVlHfGYjkT0/eov1GbXVhfLe
ENCDXDXRWwj7YQjRQ4E2zNxQVNEDktoQ08TDmEYbZbobe0w3FdaMssNHOKLTl/VrzcE9R1w2dNRI
Zb5uvCPJM2Hb509MGMuuuEee3IB9cpEiqF1LXjFHnFVNk3bJt8n4MgzSPbd4N2jGOel7lpGwTBIg
4eta3DBaVAOVwt3g+vFXFCc6Y7wkj39G1rCcU4ycwJGq0tjzRGnVBhUSPzAHklVcMRuJlaQHnQCZ
6QyzvtONRT9lGc9ec/V05jCN0ARgqbGFp+9JYZ8DnMXoBJfl3BQccUUNHbGzqyrkPB9TUfMAwx8w
AsclJWVZ0DLZtR7ixPiUImbcpuuRsQcFCjrVbqZdA8Fp2yr5rsEwfDK0VqOgi8xPbFfNSwdmexu3
hQr9yE22RKozRRNetxc4Q+8oYQ3andq4Y3hv421RMfe+aKwwjj3ryYpLe1xrsY4ATotm8wFsRmrz
+RVljkaj6SLZyg516UIT1UqRrXxkBkSnKgC6Es8omwZm6hNbS9Zs3XQhw/3a5uiyfjjHdWzclo4c
D0XpJQXS6mz+QZwDA565mfasQNU+6uJ5r4htPCw9SXRtL9ZV10Y0DBIznHV/IPzAnV4yosz3dmZO
r13tAutZVMUGwNd8gOEzfkvOU0z2bXdbWkrudEY0t5MsZrJVfIpekjM3c1UyD+hApPgE0FAFVVxZ
dWLuAbq5Qgvdg8peu23kQUkQ6Uc0dM7Wt+fsk4UcmFweb5pF6Tv06/0UsFNNP8W1890rRXPWzBzr
Mjr9vMa3LPBmT3q9qgDB7oAPJzsd/AIytIV3CGpwZytiIpFjUv82xcVjP0SflqQyHLj556LsII9F
Wr0ejIHhh3IVc45rf7FmKXGsR5owkh71Yt84Zu9+TmaRXvQi434h5U23vl5rIRADeVFjXB2rtLZO
RaKyAODCMdMShjSLo5eYfgR/zahX/b0rav09suPhDfeizpra98s9ig8KEm8s8k9QNRw2oJ0ScsDp
dufCFASkgOyqgcdcoU5K7B+lnqt5lTTWiMxEgmxq7IRJPeCxA1SB9ISZq33ts3Hep4NlH5E5RS2Q
XR+OYWWaEkoXYuDFg9UZ5rjDOK5XjfVC/VQxEmKTkbq7T4CQ9nLZ275zT9pXGpSt/zAN1QejzS1p
Qocxa6NtbDAXdRBRw0bEZVjse9n3BcnwAx2Ayq08b40ibj7WCVPflVTs/qsJ9DTmo9LfesmoAgp5
dXG00Qxaz9IThmF6XAZO79rUHiUqqF7T14Jyeito4FroO1D/V2MZb3XuyoyZGvFBP2wxWEZ5MGQD
xU40anKLHxCOg1cb4K7ivFt57vjh9dULo3PjTtMnwTmgPObWeK41po1mhlYq8/30HhaEe2as8lCJ
Iiy88p44e7XtraUfdlXTqAgT1eCeJ9yCgNDyDg1NWb9nJUx4xDpxvy+StBNry5xrFzlymxwb3bSR
ymUsqZCQ2209iU9b9vNIl8ibzpFdopCe88I5cUI2NuWs0W0tLBM1YqL65mDUTD6Gqpdbp/Whs1p1
Wf/ITeZ8gF6ciF900qerbvx+1Dlqmya1FIeRQb3FdYGDbYEOyeoH8W+FjquRKEP1q0W+bJ/QeWPf
dPl7DzJq0Zlqbn7CSK92cBH3ve+6CMWZ+4L98TaWocyLJZbr0WPx1H4UBlZgC5jYoadRwfaa1d0Z
4jKIVrT3J7OWZssSYvghqHBOpbaxGDRV+n5PUwZpJGVgOegbOEj6tnXV8Gk0Aw7ckWo4dRzshU21
8R0VarG1HZrxBJdifDDh3hKzaOnTlwv4ZGXnnEMomDMbvHDkxeuUTXxPedX8tJMuDhevQ6y9qOgq
xbXj81TE03FxOtoloGoVgu2hig7OXN1hFKg5/MCPuycz1HyPqMGgjwz4zaghBW9bGh0tgxU7zVp1
a7rRsxiap6zqaCz20b2hEJmUmukEzcJ8v6Kgp90B4NpB31WhtkX/+Nib2wUi/5svtepE9gS4azc/
/AZGs8zk3TK0eDfm7RukmDtj6i9KGt8sI+uRW8mxlDpcu1GtW3OwqOjWEMDc6N0rLTD+yCxfe6B/
G9yX49pkRL8pKy/QKwdZMcIYjmx2HqFywvt6atw3sxKPdJKMLVpksfJzbC2TCyJkrLaQzNddxsQ9
Ge1nGEAgZRbR39NnukvwOyf0VlP9Yi2Ge8Iv/Tmx/sEJp9+r2aI5DaXW3Gs4ilmCtQRTFT/k1UcZ
Kt4kT0NF7dKvQxIaxqY03yXEe5IycDGPi3KfktbZeIyws0G/MOoWq8nzbqeOkwOsyq9cmDe6qBg5
S9SSA7RHQWZIWNt69WXzrNSsyoE15Lc6DtVN3EjEvKiG3PExd0SPL7asH7BoehtTTKcmM1/Kxfrq
euejT586ppC6rEDjKGubuy8VOYohCHF6Tn2B8j/DQm3YH4uPgE4m7tOo++d5wosNuo+9FlY8kdyr
RjdopqTdqu7HoKI3RgL7naLLh2N2N9X1hksNbVYEyfSl6PWQuvl5ml329UIoWLPpAb1AsSJ9pqDh
Kh7cppS0TdvLOAy30sebRgF9Ghdrm+jUCwl4pE0y5z/jTrX0It0HpTcpvArpnug37CovSs6ZwSHP
80BRaqW8w4GfrhDV/bQcDqRLVZV3NIgfQA3NK0dRK8vRfnRsG4cIze0mcf1NrxtX68WOmY54HSpF
VVA/5w7yStr0Qe8VP8ckHbdwpfqAnSnVbxOA/E9I5Mv96Eun2FqO9kbn4DiU9KqRYD575hWuOk07
+Fr3DYTRehiS9SJHjmhV8d1FKe0t/Rv+4IvXQISvLJwuQqQocLDEb1svzkI6Kk9jQtcc6dl9pNfZ
gfbzcoZN0oTFCCxaXCPhMAcOQdNZp2qe3p083/uRwZ2jGwZlo7rQjYfmU6CFcZJ+205CIA3sGB4x
zNjbEAcqpN9XXY1dnavBsQI/c4Kl87a6JfVANxrunFxjXCHBwchtejnT64zw8ZrcjCtgMc8a+hZg
6954Pw2GhqGDKpZ83HBeKoECOCYqhTQ/rnDx2HOXU93k97JOPPSa5gVUjrcy0tR8H+x43OmjjvSx
jNCv+ygzb50UPJGC8YJGA/XD1P/w2s5GeJh1j/Oisjc28umIVvZz0WTyJpbIu5Gd3JUDj0ukOZQn
aPGJyIHLXTcHqiLZZPDKpJesDYCtKyuzeCe8bj45fqaFFqwakVcnOaAXX+oNoSUfU0PDjraHRkuK
wZhvzefeNlbjNP40WZebPHuNmcNAlgOnAt19oYvDiibXuVnpmzge7LPp8J7WSEs6kf0w0zgsZ66a
Y94Kx2KI7f2paXtnnxvo6A0a1UZmbdDI8COB6tGo46T1lOBMWA1x39GP7r/TrnldMj8+4aoBJuQa
iCzZVDhhrCwU3FsTyG0v0kPZ6PuOzM+ezXoVU+EmgJPe7QbmmZII5mTpPS0jJig3wWORHozU3aV5
tvUzzlVZR0ul28VjgdRVNqdEi5qbUTfkOvNhuNcmS7Wvy4VoyGUGfhmBp00Q50wpF0nvqqpPzbDs
Ad3nnFoHe2f4p1LYxU7UeXbIpEZ6RC1gr9dwa2TxolnTN1MsLne5dcyyYmm/nhDiV58G0zDkU2Ah
Jd2rUX9M0uRpajXskWW8F9ir5kkeZWmc7dZBlIWSjanfETfJgY2xowdMmNd1rhn2tlUHqaAUcZlu
pJlFx1H3j/CWUGQs9ku39Dw544ijYLKNA+OQi0bOgRowRTZa8yaZbgfKleKccSVhhY98jZYthVTM
uc16rtK3bvxuOoYdGo8+RvCUU0pi/+wj573tp1XrQoUqLIMBVknDlyCTJ6j6xcGGCcS85sZSywVz
0Eelt2/6xFgB1i8gLHD40U2jAFKBfJhXSx6LMI08L/CpMH1DW5nWoK0kxzOODXBFKj4Wuei9alLC
T7gPpJKGMkIMY5OBpevHPkLDVvesDotHqwGaFQUEkRWi1De2EYJBWnfpsvNBW6zIktLXwHkIJcmG
m2IqjCC38UtlyXSYLAvFbiG8Jzejv4x4KQ7QrXe3wrG+BqYdqgNHR5dbaTE8LjLgAxjdZdDVy7ud
VvdpehqzaVMQ5xEsuaCAyatLw104LZnBAm44FwPNPRJGtrxFx3xjwMTgRvPc2Ur/dvSvVLXjZ8/8
MLTdjA9Htqm5q66S/o3revetjYjRtW7hXMeMRIrnzJTQ1TD4pY56xCps7ggCY8EZPlqer3QFCeXZ
oiGbNh5N6t65181ot/QubL9qS0+VoUYsmJCztU+s47rxAJMA0AAvK/l0T6jWATqM1rezhFgPTLkS
yDWDMo5ezTYNx9xjsmhG90vBsBGS16GJlgfJEUToMXNnRiRR8R0RgkRHm0AJfRm39sCxla3mtmGR
d+tyC1gR0Ajaex8nSQlDKhqLo9Ug3APUMgRuBsa2tPY+2I4VzIX8iw0Fy4kv6rDUum2V0F3vqqoN
fLOhP8MYTweaccurdeVkLA/UQhh4GMrhLhGok0UVVPCBV6Y7XugA0+4a6p2MGQYbPzj474pYO5c1
tX3q5j+ibjw7eftCVhivnuWvVXzHRGgNs2KDz4k8nc4KyEM8lRwKi5d8RNiKFJReET01Z0hQ1Oah
tcwRvBJD4j+sv0Yrf+hG3jLd0ffC6Wk+JlfuFdGw0SvRQnJdG/V3QeowJUa0BU0PBlpPrqOymaa/
jZfNVMm5iI3PIXOqK88LbXAnjoCrBxyMaBkUSStA1t8dvWhfkqVX21Gj+efSFAo4M+76WXsDYLEp
kZSFwh4xcmrjuk0X5q/ZQRQ/8lTe9IRV+jOCNzVdYkH+Dir6ijDL1uy/6XUyz9QlL5acn0YvTd4H
Vd6B2wzHlgZ1rTaZ0iiHvOYIIuhoXr2Hy1ukL+vaK9AOGCvSlO5p2xFrIbbkD22uyhiTZ1Fa7XYy
aN5VLp4w6tUQ8s0+71mTrBl8tkpQqHmrQin+xetvupqtGZYGcoVbxgN7crbDqbK+tIZ1P2r7c6n0
0zWnw2802mn3yuw4ZyLpKNGsWiXuEuu5QHkYMfjzxSN2skM/64c4vh4FBKFH7NlUgHrgleyInvaq
NQVzZQNLmTui/pm3hoVDwOhOaSVDdtnAU0O3N0x0zGqnewWHSJ69xNv2c/yFsXHVVzXdNWL8uH06
a1weuZeOXn5WEaIzCDsUNVu6j0K9a15i3CF9Fm3i1FspO24CNsj424pYZSOrWk9OtqfGX7WFgwkf
SVPUR/vWmc8Qa3izTMAgWfSiwwjEjeKlxT3HzTFMmRJP4BFXRfphYyqOhHbpAbDrKoJlx2h3oW6w
qC1ag7GBeRxasa8dgpwWzaKLW2A+42sWZlsgGNbjta2SXbmgBJgEotBla8juUBByJheSEPLiw87F
i3LnW3puOWzYl8Epj6qFvgRxZ7Gb+F7rMBwy/5mnjauT+ZKk9fzTlJROchbfU1yu84UbZdcPup89
LvbBL/tgzs3HpFQ3I0MTFvaWigpM9+Qn/SbNMmQR1ZZRI9ZmiCPrxePJhpTtb8omu7HyZnnqOJ6y
QMY0XGmniEgQVFBuvAGxMez1r46DU9Jmj36+PHrduEsGjzl54Z9T2KSnRh/SGyRJy22lpuNkLhx1
5I8/qOr+ArFlXH3lf0AaXIVqQBmufVLLN3XSOP7sO699tciM4FqWLte+nTPpNFvAotmP0m1zZKcj
jVRgi+5pUjXIH4QZvbkZc0a9/0K+QGL3529yRTYTIE8Pj4QqAjd/QV8kBAs5RU/AOvK97sNHxQ3m
lp4gumz8Xw9NoWk/aNt7l3youkevt8aQwWUHl2txsp+/3Zb/r7v8Py78jb+nKIQfyFKujJd9d/1H
90cB5vX//G/Gi+3+Bz1uiHO6EJDn7Gu24n8zXhzjP8hTIYLS0sUVtGDwf/0P6MUGIG6ANfHE/05v
tk0o4b6h+xZ/pWcKCA3/Fyxw4884Bc00xH8pQ395nNuEyZUiAWSXTfbtROIttXeWMPdMrBCYt/Wu
4419cgk1eU2yOrtOescQQZ+zniVjIWDVZDYvNH+ULo1nmjtN8If7+VcvHNf/hxfu92/2C8ouRiGN
5BFgVW7FxdEED3LKJuBgKe/kmQ4fnqnWtzdNRMfUUHP+SKPxiVOgcXU2Y8mepY30fMkjlDK5GUoz
aQKr6owt3dVpA9zKeviXb/rnpeH3b3q9t39g0OgUtnHvZxlAZMNb4zTF1ajVBbtlFn/puYiPDibz
jSJ0EpiyFEnQN111+n/89F+WAXzBklC5FvVfg87ecesx0KjyNx7eg3Ub96gsqprT3jjW5KGN6ug0
Mvkv2fXfonGuT8nvi+LvV/4LS7EqrWQRHEx3SxlREdSOSu6jqOr2mg1nwGZc9JCg0vdXvYvY/p8v
+Hpdf/WZaJn/eLfBrummZpjprs6GIhwLAj8qr8zPldT/ba3/u8sCfvLHjwCtqBWci7OdMmD4IsaL
cW2U1aVwaOMQWRJvUpFxEotmHQHfb9Gxqg+9aLnJIAIS08f4RZTT2c+6z7JxSIlIaNgYmiH/5Uc3
/7wH/H7jfwHrwDGrOPuP6Q5bDKqOLkk3jlfhdIUutLNo1R1GuruHyKe4dKUTX5Dxo4oxGuiLA/r8
WUacndvc3VrZFJN/dHVQLcPEIb+e93rnXzWKLsF609z/S5j43/1uvwBbCoSpPartcrdInFQpo9Jg
AjWLm899/Ocn4zdE0v9+NOBt/vl3QwkZwX4bqx1RI/khdtHFxpgRd3ZeT0don9PKbJNqq+FrDlD2
tvuhxRShCgPtB92le69NUHW3sX2LTwgiSqwyTBYROYg1Vkc3nfu1Mo2SM1TUbC3su6CSK8h3MRGO
RjcYG+z8awZp1JtSmqFCPH4Uamj2UOjSKz+xCdrOmI6caxpyU6o6GCK2Ccfyz3BnGJBHrfUvUdx/
fbcJFPzzrUjJ+EwdsmZ2paRsRtUJZc5ZWsqA2Q3/+Xb/ciT6n4eQFLg/f0bTug5S+Ynb7aYQyvNG
5+AeF+u+HG4IXXpBBvImeoZSo0XtQDN5/pcf2ri+iH/1Q/+y4taaHFxB1bjLEgeFp2P/1gIXhngG
aqF+FspjMAWywXUC4NcZgvba8LcdyZDYv5zJ1qm3DTiN/3Ij/u7r/LIE15NHkGtlc7PrwqK9jMNr
5XcJ6vbZdldVKQ6lB8+jgWWEtarC+WiggM47BudKcHL/l6/x14sCY+o//x6qhJZZ6Ea1i/yIwz8y
G6TkMyqbSD4x87SCpCyazaz3HOvHxsMy7Htbz0PW8M9f4K/PEuBn//z5NtIBTSG/RjEBD97QNS+I
qrw5YmpHF26iHfvnz/m7Z/v6M/xhv5XI9ftFeTlS2KnYdrPjsNn7zbWdfPnnT7g+wX/1fP2yvIKi
8Qnf9jNU/nTPpYmUOM00n18Ql2xDVNgmNWfj5Z8/7O/eI/eXlRGzY7wUtHVwG3ZWeMV43Oc0Hdh4
WHUyg7kssDg4lKL+HgbRBs6Ulv/yJv0WPP4XV+r8smS6YLTmuekx9sLQOHQ1PU+98pa3GcfQuTag
bNDR9LGHxna7BTlEWLeORLaE4OPYn3rPiWzVc+MjRheJf1MSEUAQB4CWXWKPRcj0LEJXltB6noRf
f2YU368iieutP+gxOjXzSs9pSgIcgkTM6CassZ5vGd77/fafb6/1t6vFL/e3IIm6tFwPrKijzz9c
m+8Es9WdMYgumh92CD9pY1E4YaJrkRfnkc64sB/kNNBABgWy9noHhpZTtw65mdkZVAIPX9JL4j2V
l52nvEVsYKSz/mWbvfxoCmkMAQiP9C1jpP8WU8QHRdxXoT1Q/pJNHF91vDZ71WrsXbgocxn72dZh
NHank08B2saX2Ak8z1VwbSbz3A1qvrFkbg6bJUdamxNwwfEuMegL5IV0vZVOjtYUOJyAt05pLkaQ
WNbAcKpu2tXolu5tZHsF1hYmTEdMU7lBo6IowewBo37BPpt947kppg2j66o4IX+J3myObcdkSCfv
RvkltlFnEhb4qCICU2C1pg9iaER65scusIyY9k1oTRXCaTOunIs1pDSP57JagFWl2teIlJDcDQ3M
UTOX1n0DohnhhI+Ztk0d/zJ3vm1sDJwHNR86lzKIgKdhxq2gQ9m+HGkGxVzeqiNNrt1c0Yb2aSaQ
DTYs/9FE+jtYGGV0wBErwnIN2BVOQwo3VMj0g+bJdLGYnN9mnar3DfmrWzsyNQQYrc0vnysLWZLK
a9rqpiPGZMcgK9EC8MQtfTgi97YLUoVXR1fKWpEDQojdiNKOIZLra4e4t7ufFb2U7zGt/WPbuPWA
jaMj3sMn+8bwbNWttaTtSTQBnM+w0h5wqxrt5F0KD9kOU5kxfyiLkvmlDWkIu2tSOK/agmIZuIHI
aBtZPoZyVxFFOxYJk815SYSxEXVG2DB8ZXTc/hRbr+kM3M7ysvYJZmf6YWSO81UIjV7tEFVz+URa
hPPl22rRQlc46B5SxRT93klova2NWqPNCS+O8zwy5OpBFEXxTL5gGa2X3AQpnDHXr0GcMH+VeVaK
fYPyfJ/BRhvCZGzhMRQdViPClJITNGvfAoIDcXlFu1nJwPGwDQAq1od70fPeX3UMzbj2ks58xCgC
JTohvpjm3Vyi1Krxvxd+bKC78v2j3VZDkFqL3BiGHPuVh7Em8FKKU8I9weMilycxJvYXpyS/Yeof
m9pGgQA8QUtDdJ/wEwgF2IppJJBJxH5/Hxk81+tBejzseR992yTw9ivar5O9jozU3pDCFtkrd1ia
neYbxZU4ck2r6w3nsY8nkHjEivQbxD88hzw6UQCcjcOQo1vpfRfHBEV3heN/VrxrzcrNW/dRQkX+
JmbO+fIiZA9BPCub4BGLHj8ijtZcq2ZQT6nWEZfhuC4adEWc49rurPInsefpU1J1OTYiVDy0lsV0
7frgTgB2ZEChbeg43wyGZb7MEyJHU2uHi9MSPLpCBmDtew+K4YZYDTqKMjZvvM7bRFON3uA6Qf6e
IrvepMV/Mndmu41j2bb9lUI9HybIzW4TOHUf1MuybNnhcPdCOGwH+77n159B560qhxCybiVwgQPk
S0Q6TInc3M1ac44pzZn0zfzCi4f+rtaQddCJSIoXm+EE4iRRqROKLAlXUUfEwiLOpP7UVk3vE8iX
XXQJ0OSidksMkcDK8o3EakmXGUrEpjYmmITbaKAwCLmvJ/TyMC6FFyqXqPLwPzIpJLckgffMmnX+
pGr2AG8rd1XIMfq4LehR2lAC7OzeQJ1Cz9IZ5KVWEDO+jMpiZUilI9TVc4MrreD15UFiHsdVbaEb
zoJm7kSQCSl0j4uBlE4minoINu1goL6CWeK8m2Qeu0ushOpr4sVFThUyMKMtQqPmR8GJIF2RsUif
LCcuIIEUArFucOArz2ILA+ksqnOIMEiCWSzJOpt1Sm48IdxJXtq4Y7aNK6EniLIRvuPhihjPVdu6
LnM4cya5Vg7FUaQJJth8g/fw6yXwxIZpMvl+3jAVnd6YTY6rgi9brcxU97Yxtk3CY3V38fUlpj3m
b/YRx8EDPVD+pEiybGNFQ7nuaiRmpIQNm69/+xEc919HDftowx+MInNAHqQbtHzxEta8umY7AeKO
1sscQmL1LTbjbjUKMAGUHWifgdW4aEq2hnQw/VWkme5Cms3kw8vAobAKrowxDO7z1tbW5KbiwYmr
YBMCv5zxCFllu2i8KFCpXqkYzf7iFt0+Oin0IRJwiIjxJmy68FIlzXOy8yDkF0a7CsaBHr4HHrEP
nWpbsA1d05DoL7W8FWf2zr+vqhHV/OtQgDRWJpEsgo05IDTBH+jue2KL6aAAJhi6BBeCp3sbpUEn
GI7ecOasKE7sqO2js8FgD3DRGyPYYPQu3kK9q0EY4RPSfLvLLxs9Ia/d9EigmbVF0n1HFVe91BxX
qEc2Q6uuaeKDwh+BlDkze4R31GtdQFvRaPEn2G5b3HPyR6OAILgdloQeEGIXJx4He59osqXlt9aT
UvftDt56xhps6C4TiJG2Z57sqft6dCZJjTzMmFz9jQ+zjF0PapNwhLy3bDB1mzO0gybnVJF7Bmme
bvrmVyHWpa/fjlOv99FpZSyztCYT2dsAMEyecMqhJQa2sgjzMN9/fYkTRzt5dEwoe5J+yYgN2bkJ
2lRKsk5SjY2sErz1OuCcr69y4ovIo3nKs8dJA5JHm6DVjUuv6jHPJWy/O4tN5teXOOqe/GsmkdMA
/XR4TNPRUmK9xwxojiBxOtqbcaBT94blZi9slp95jyzukGJMZuxlzraTKF5UT7jvZz7CNOZ/M1fK
o8nMzpXaaalQ8ZZhCyOoalgLJ/UPWlQHN2D06llDQfd7qqUNpQ3dxA+UmDcQYGE8VsypOf27M4ej
E6+lnJ7E57tRegEDs4YyyLYZfC3+/gRL/CzDaznH/EvuIZzBv1aTkkdzD9Uwm4BtL9s0UgddjOR0
TgSostRLN7v9+t6eGkFH0wwu9MzuS30qMoZiVXhRymYHs2zUaeqZQXpipZNHb3o+OCjDKHJTVcSv
rAeEyuEl0M5g4E+9aEfvskQHPSY49TfYRLDcOs5dViYOqFR4Ad0AwuLr+3RiupJHR2Kg0mRTcLrf
+GQkYhRUu6vYU/ZePoyXiUKmRzfweluNyRanhYbz9VX1E8Nt6pD9Mtz6BC9qlWabxFWL+4icS8YB
wjDQprExPgZI8fwZwd8eh14ihaBVxS5GUPQmY4m8U4kua3yBwwft4Gcqs+wed2klZ5WF/XkdEqRc
sKGbDtTobny6EjEzvm4W2XrIk+6Qw8YDOhe4WDjLVN0KeHMVOUAGwDn0iHW+VuERtqBjC4cTBOFj
N1qUT+G0Rlmb6AOr9gYrY3SfDgldJwNO2njmgZy4M9bR1IfTj25WHIUbN6MIEkdjDje4HnH3QXQM
gygk8if2zgyy6Zf+ZgKypg/x6a2H7KTnRIUHm0iM77pe32DUhhvph1ex0pLeIrv42fCgxX392E/N
udbRhKdCwAwzSYsqbfxLTTbNjZolKheU7swWQb4C9OGsYid6gSekPDomMN+G1frw9fVPTAof7JlP
XzfSXFzXfRiBIaaSpcb4pWEpBVuRxMGZhsypSxxNbSUtF9m3qb+hFdds3QDPa50E2Y5rjWdW+VMj
5GhqG2VKpl6jeJtaT3Q0hECwmSOiy7zUICsULV59zVBe/9otO5rkEIFITu4SClgJcVCim93CMgc9
1av28utLnJjpjuM0fDsFl8sRaJNQcDpAMVZmcko/r+toXLs1hK6vrzPF0f12tB/NdU5dmL1Ssj0C
J5juULHAgrUyd6FlhoFcTVf2jcQBVKnNtcaLf7ChfMAezPL7JhXaS4a9iF2k9p5yxCBlCyuqrNU7
rwvTDR4eOOyb2C9gfXvRA2Gf1mokwGc6JKdzRLbYUxovWpHosYYsTkUqT0w4AdjTERFH14NmvoaU
YDnhBjWnD8XBnOzpM9X2J+MKG6De8pOblMe7BNDGchx20S5qqnKOHxYpteU+23VA5ABn0DMD7dTr
OgWaf54eoNJlKBkQJSpwNyEQTcSVoS6tOUwDHBoxXQO/FOqmhKK/aotYefKqosHTHqubr5/ZibE+
pQR+/gRZayXOqGs4eRPbexb2mH4bgcvMRaNq81aJOJaXZH+/f301Mb1Cv5kPzaP50C5aJasHcLtx
bat726qype6mIJOqstx25CKta6sirlSv0G9jNp0FPTXBRLQGIjJAk3T3vzs+tv4qQUbemKBOja43
llVijM8WrZapRRguTAG7lmN4MmuHLDvzGp26VUdzK6kthOcG8PqwA1RLrE8Ikdt0uBoT86EG9XED
rCU481hOjoxp+vs0k8KVi0KwjN5GgP7bGIj/1mpcDz/sFrhV0AbtRWtF1c6Pff9bFyUQgP2wwgUB
w+rrR3Vi82UezbNh5ATkNNd8W/LHFkNQAuIJPPXMInyqE2MezbFFVTqt8GhZeBpa5lFAD8lG8oxt
rFBzp+/tXa70YimSMdyWJsYGjeimM0es6R7+bhAeTblYdoO8zdnGqGaMpKHpQWhFYbDogMOc+X4n
plzzaHNJ0Sk0xgGbFFgQ8ai7ot8TdftayRFdKbWTc/Wmo/yffx2yzKMpVxIHAADG9jeRjfijcHqA
jt2Y7DoMlAuRuWItzRivSozDeAz74CYVELYDK2DLZ+UhbQxq+7OqVwYsbrZ+MZgCSbdtuX/tXhtH
M5zueYR0SJZrqJjhjSsoB2ujiGmZmNr91yP1xOP8WI0+vSqEwqNhbptgU/uRs64V8PM+4LtrAzXp
mZXtxMJmHE1bxHATgKMHXKIKqwu709DhKJGzEigi1whWxRzEY7OkZ5SfueKpL3U02SgEPY+5rIMN
j6+eW70g1SEvq7lh5cmZnZR26ltN1/504/S+9lojdqhQkRl1Rwk2WUMDF7Bny3w+eIpO1ErWfuO6
xZYmu78RvQ+Kw5PjqrQxtvWGFi1Nu0df6gCPMVKrmVNEqPH/wcz9+uGeeJGMo2mocSaIRkByoN+b
VHM7ExxHaA/4Nejy2MFYrP/adY7mI7SlCl5J5u9SGzBHgQvZjZkD+Ydy2txPhvjMkn/quR7NPQQH
ohHDDE31FkcN6ZPhTHEdZUluUXLmlp2YuY2juQdeeFhjYs02gLzc5Vg7xr4u0mH59Y069QWOJhzN
avuUUZ9uSgt8mkF43tIVrBByoGv/ly5xnMsWFVmNORL9UpjC5DOFtNG5j9fScrozy+uJLzEla30e
+Z4zNAS+x3wJ35HXOZHpU0DFeGjb5NxTODFwPw7mn14uxQ9GgJ9OssGhW9+7rpqDwIq0raVCekYK
Wm+/vlkndiX60UTBRy/7JtLDDTrLb1aVX3lhhWQ/U0DH5/CnSfQ7M65O3bTp7z99o9FiYekGjhEG
BpGZSIMRk0iBl0H1nTOXOCUg0I9e99oTaS3zNtzgJGzY1ffuhdoHyjxsU7HukFTPi6llIygvLIPJ
QFRqhrgoE2kTeCPP7stPPbyj2UD6JmWBlGO0nxU5maJATqq5hlPq2S0yYkrEEJZb4mkh1fhl85JU
mfZsNrir8JcZ+isOk+7CiUBwGRFnDqRxMccI6WkUUL5+6h8j9Td7GP1oHsmUwOR4j2ZXJzYoCkf1
22A09O6BlIoyKpd1P7lJvApRr5XJKbQKqkytNoBBYB8ZsWkukG4NV0HMY+xiI6XbaxcPjadh1TAx
ibaJ2y/RXo6LxO28ZTjxgJrI35VddVm05K1kFYaLxoCVQrfwsh0868HyZbtOPB18nVfueIIA32vF
gevliaterRZaeW6OOLF26UeTXJwXIdAyBgr9f7ENtZ5zihOiu1VLDoujIEot5+xels6ZidtQT8yr
+tHMh1ITnH7vh5uO6CIEz00md0GR4DiL2YSNhE433tqUseXMc0hvey3I2obCPfW9pW4GwYLjI5IU
Scu4nAestBokiZwVtQtHYG04EC5ovsGiIda7hVtFNYrcHtKvvbh7TuJBt2dtBjWijgC6iIBzATFs
dv8GkaYkMYFV+4AftMUpARck1rX+0BQWFNci9bVFpbYxtEOSdfYdbWishnXVwCHQhXudOIqZLVrF
6UDjlFa78HIra1aK90qXFPdmMrjiKq1JgqHFHtGDECOAax3e9MIZa8DZpo5YyR5UFOoB7cN+qQUR
YLtB2qQ/jT1dQcVWwME4gxZNOEgd3qZUsGNbFHIWvW0qgHx6vXoqCfeDgCERUipF6dCPUE114KON
7ouqkd+HufEWAG6HWYX+aqU517k3GcrJRMV2TYpcPm8HixCBvrLFJQwOFeOM6hstPNaKfjzfL3jD
46JdwklwMQDqjYvrekjLlVVk/ouwy4q+phsi1TODBNCLnhrao1kX4iL20wIbsKyKtZqklCo0YRML
HXVdqc3lBP3Ft+4vAFBm9lyydGGWYzbQ5qnbhASU62n/nqlwCm9RTha3oR22tMoldpJJ5OK8Fm4V
6/MRSs3GUw09W6SaBSSWSnGCv1b3yu6qdpT4Lc1L85Gwv55EN6IJXZyCxDDjQgNN0kGBeiBvCzRC
38neXTRjJ7/XWd2H83b08h9hM/CqkIYF/aH0hnar9TDIZyrd9DmahEKskOhMwVmjACAw0IWPZwzI
7nHQNBAUgdbK77lwg58K0icIQ1VCNISdYNXuiRIyMU2ltOWNARnGzOgId57lZGRD0/LqxljH0dDd
ceJI0TA1IGVWnEjMEYVwYvTrqCMIRddbXSzz0MPfbvp2sO+sYNQ4qXXqTef5oz3PLEyDAWnQ3z1d
4weklmKPUPNe1bftOIIAiAYvJrMqcVBvFZWS/ghqAxcs7nXnubOdlSupe8/zPh0O0iGsdRbFjr1u
odPpcw+r8Ty0KnBSBExXl10MtWNFVat4GtrAe4EkHKyUNg6nKpaPac+qVOeipZ2Wgamy+egdbdCL
LgA7M9epdNw0tpdLcBkJnS9Zwi5ZNmXOA2X2Nn44od98V9wq6We8FfZFKMC/z6M0JfZRt1WM82Bn
H92maHe0HLE6ClmaQLRLz/nmBZUCWzqnH0pr2ynDWyrNBG6EivnaWpA4GQtKQihPMpG/iND+3qSu
/ZY1ZsSiHSbk4/VOVXnLoE6Bt1QFnQJYBfnoMWu7+d7r+iCCxRBXN+Bf1GEuqXuYc9zqLtOVLBty
abA6eLPMH2EJqiTC3CkQ6rChViL5jiQaFzKBK/IHUDlOmpGFvxurwqTPqcwJ3ywnEX8WtVa8CG3Q
MYjlSgCajmuSZEgx8SpOyHDAWhv4AdGgo8ZUk+OsXOhxhZysiQdlOegK/Bys92m2hPhSrwgjynGh
4+qvWtW+jPQukivfSeq3ttUwI8IDAf0aOCptHo1sKs0wAIKPhojlTISMBqduqZPrdbdvjQoGAr9P
zgWhYRuo3aG4aAAKGEu+OrLB3C/jN8dpu2ZBWgncfoqOT45RqkxdEUGNmLzbVm51A33ULKlMvgHD
t931Y+RJYuhG81pVpfRmTll320SH/zqTDoxo3nqQcbrvFOE8YSQPwAEApmRj2pRreFT+D9Ns9zIp
7j08ywCApXQw4inee8K/ZyQg5oF/ngbX0Oj0V9f3sEqQRQwEMrSEufWQ19sr3WeeWjpjQAc2VU37
Ju+rKFhl6lT17GPbIFeDBXXm503rstUhy8Wt0mhYACEC7TAkmgbvvbDVR3cA2L6pE5zNgW5fJ3qr
3QVE2t2OkQr+shA5AVdNGDvoBCj+YCwtYGPFdNsY6JDAD70am5jW61x7sjNgzEuzQmqElqq4rlxR
7/tg+I5gcZJNOGF6p0Sjgo3T8qu3uLfAlkLa1DM031HyHDvkus/ILxxA9LlGeUGFMRnnGkMWXnwG
fr0PpAq+qo6aWxRp3a0fOv2zB0FjWOPeU8TSisySMKYi6CAGtTFAbpZ0lfZU5qkbmFyEMjhx+qMP
yvZuzNLkKtfjespz8zCCpjDuA0K0XKXFJ9/DIMsqMPJZlBERoxJ5S1pi0AT6OseQ9urz7j6xMShJ
wkBvnCOzq1wUh8CAgFLg1wQA5rgOEUdgpbYEtlDso6PbXNLXNmcIueAOpcBOEaxdBm2ZpxCBRXX7
X07LwGDXIEmOC5MH9Dp8NJ+Uj4evt6AndmAfJd5Px4HQZZZsVMtZh6SQzyAWvhpdXF07zF3bxHOx
xktWGojxzpl6xYnzBza8X84fTJ196k8XZD3KbyKEwD8551pbOw5ev/5Kp6qSHyagT9+pU43KN3As
r+2Wqliq68QyJhBcrECrftSWTQO6bsHkJsAKA+SGZOcCqT9z8RP7S3G0v1RRiYI7YA/Vat2dZ2ow
fgH0gQ7rADN7RPGJ1gyWysRUEczK27jo1F1XdHKJXz+Fmx8rq0htX77+OCce72SW/Hza60GfJ3nb
WWtQSyw7Xgv3dEyrKwee5RrhIkBTWIcrj03KmSueOHR9lKk+3XyWzTqyRIRRQgmje4FPCExIz56D
CWuLar//a+Poo5T66Tpa1qm6EJ29hpybEv0q4j17SxhtpFTdfH3zTgzVDw/op0uMsZtHJWxtiGYD
1RfHuo77AYkrlvAzJ+VTVzg6jFdhoukKzaO1JZXvdajrhzDGoExgq3qmsHDqcRwdxQsolvTMDBoA
JCgtO1klu6zPtBWu0GxN8lZ/5ih7ooChHZ213VI3qtzvlbUX+Y8cYreK1qE1Tvy3IsiGbQRn74wq
5qNc+5tD80fV4dNjsUrwX4jy/Y3b4Ngsstg72A6UNDpNJAHUlbXRrQZ1ahWSswXRcJ6VEFiE7wOs
YfG4d2LnZ9KV7FmCmtxht9fuw6TT8fjo3UJwMlpKD/WCkSnDwmvqZIkm2lqKOLAOet3nKxLWyGyl
Lo1iLbW3HTGL83owEvLZbH9VaAPydYdEQW+c+AU2iYWubdFDbQYCiMmaXfq2mmyTOKI9HAesqqkx
LtMOanKEVH1hT0hDTqI1ekI4M18P5VOdqI+//3TTSJUNkdDFyrqwUsgO7DOXWQ9sDRNjtTBcA+6i
HDDaRpFyUQW1eutrGhsy6ftnBoh2YmL8mK0/fYJIeAUYpsRdt13l6AupjQSpo+4tZyVuirWtWYVY
yDp2NNSGVfXSijZZWL3VrGWWt5wghkhbdKFpXjkh9ekzH+vEp1KPJkiyvyvSXzoC+uJCW6cBaxJa
TrH4+rafeL/F0W9vQHY7UAq9jYlLYJ7FvsMpm6g3DsHnZA4fC+dvXocPp9Kn+9pg8PV1sMCbUifc
mocKos6jwO7otvfqluhzs3Ds8NYWRKASl/7UWCiOwx42iBDjQBgPBztXAtkcO2B7SeW4e8hEAcDf
AU+m5xwyMgRuojp7LUl7XH19Z061vD6Er58+tp+5XtrE9HtGdyQaAdnePAGju/rThg3e51CSadHL
Qr8kdtncOAQuLkWgGqzb0jnomtNfIZHl1XMN55vhm+ZMEFy0+/rjnZg2xfT3nz6dJOXVGB1uqitz
+8axgDlJaqVQhUb8bRM06uvrnJg2P/Tbn64TeVBePUuA+3WGg2NAeI6cClwybLMZD3E9ergavr7U
qa90tBIkIF20MhPuWi379nJAFzbnrNithCRD18Ps8eet+/+BuGjfy7op3/+2f8mrv62a9O2lDrL0
v6dLvWb5UAaeX/+fX/9Y/fln7z1bvNQvv/yBeOigHm6a93K4fa+amH/6pzF/+sn/1//5t/eP33I3
5O//+DsR7Wk9/TaPj/ULskJMHArWutPEizvyB0rl8r2q33/7L/8kXlBkAmvBlGpLU0pJxtg/gRea
MP6AdGFahoMfV+VU92/ehfxDh38BJVsImxKaLamfVllT+//4u+L8YfCzOvx7S1NxsaMe/ed9OPw5
bXALTwIL+H2M+H9PLwSbGaah8xuBueh8yGP5UdhZuWmMar7DtZoORLwOzooIV5UTUp6vwpwiepBb
oChDSYAibuMppN1/gEdHxZNFxllBCFUf+8713zqjru4cuF8/W+IhJmwpCGstT2OQCH5M7Emd+P6h
DqH/EjY8wc5LUW7JChj3KaEl/ixxKv+Q2fZIF8O2Xq3QTa4apRFEQ4OEMoQdr0BKzTuydGbE4JY3
Jp6nOT2I1xKyZT8zG1+5S4n+ejE7PoWb+Tk/jbWO8o8OLWgWWB5/M+A0wTg36ON1N5DzGtDFev/4
LPA7YVeWuunLpUp1aR776ngzYJyf9z1Qh8wulLui6tUtJ0x4aYVsdGPJtCrYmCRetjCjYNzbNZHc
o233HKfL1n9TG40vR9Q0XyQzvUc9t6KFSuUfxaxChVopOE3P0rHYh20It9QIo4HiWwHsyKZymsaB
4KReWkjB6+SuTkT+FJiZ+6T1Wp/NZaMQvT1aY2oeyDMd9xI01IUTamI+4rCfEunTZul5nrrAikM4
LeUV1AVZD6yuScpZm6bFg4YaYY7Xyr2rezupFx1Ur81QehjWtbYJV1Sfoluz7UgpE0lr3ANL8Q9d
JOIEGJtOY902+uqBKdx8BjFnb9g0+ge/b6s7LGrKA5H0bFXHytlGrYcW2ZH6VnUS98KueoGcybrL
awtSndUZb8EQsv8bAr267i1zpeKCe6L611/1aIJXQ2N013YqJQ97VIjhkcnBUDP/TUaDudXUTjwZ
qhYdyGl0n0iIpHxKMJuYe3bMhkhTh53nEoymaWRb+aZ/1Qeh3KP7yB57r1ZRl/rD98BLrINKlBOF
NH7EiIyITF0qp42rKktpk+XZqGW9zDoNopmfCJi9Uq6NGJRCEY7tfKD0u3T6sv3epykY07xaDG2b
LoOs11/8Vqaz2Hcxa7aVPpLSwPuQOmQDAcSiNKW5Sf5ksZObqbEy7M1c8w5J1HjPI56udTdRYkXN
uyn0MVrWYxntG92L9npcBqR8jC4oKbTC2lgHa7x93gIWY7Qo0DATg1yn6yqp5B60lDIj/EpddDG/
r8UYO6Gm8tUgGvXgN3Z58DnIE3ITq4vUKB+dgYxSmqbDHix18jN20v4KiLq/h/Vtv0E9HdZW1LfA
DEN1g9wq2pONhb940I17hFd2MOP8HKN0qb2Q5NaypdpBqmqxwESXbdit9VeFxmuquW2P7bJr8LuS
BEpdhqyfWS2Fu6+8yr5qIra0TI5EruNluVB6TV7UJPh+c12DvBgTzj1uhT66U32RPXqD7X/zG1/c
1ElX7UrLi3YD4NOLLIny78SWwXUOcVDikBqbLXAIZR/parWnH9Tctx6NiKKvySyvSmM8QGctDkQY
NJc5Qrzbgl39JgZzt/GYZ7YouYG75eREm2phvZAg21xYPsQBfchJzjYN0IRor8/sL8Sv+9uP6Zul
Cv6RJW3Dkccbjdw1K40OUrQzNC9GBe5Jc+6YI/Ar2RTFGrDfjmqUNW8t3dwQm9A+5gLdoj3U9COB
Va4DBQSfm8fiITKKq7xT83mpWOJbQgfkUa3CaKdHarwK03zc4iFMd65NuNbcSTJn/Wn9/L9r09/S
JjlkQVpX//i78aG3/vdahELAtqjf8O7B/zdMGFG/7s4MYTQJ9uN81/Tt8CBJ4IWQZqX9TxSyzbM/
3cMSWASl04+7O91nctB5+6Z7709PARGOtQkQZG1iQhBuRUwqttH75SHqCUnvWZb2rR7Q9xiIxVw7
UNZIfZweuxhszrajWV+QMgKeKJ8GyDgNlWoaNM00fIJpIPnTkCKbL3sspmGmf4w4ZRp8BGBH37yB
AckE1lxUGjVqgctyUU8DNw9gNw4qud4KuiGOYvaBEj4FxYDp5c0pBBMzuPMLOyNMLu01dUFcSzMv
kmEP3U5dUrOAd5jNu8rdhhXxH5m3hQzd8EZ7YbBtVPvawVmb7lLmfWdwF6kV73z1OQp24fiiTK4y
1pWc1OfbUH9EXoEE96dJSjmlVVZTq8bQPgbzBHgjEZQvaQ8qI12SMC2y67D/4UgQevEVmWegAGbp
8KgRAtE42sKrd8EDNh56GLOeRTWfxfllGgZLqfQvPWUpLxqon69q+85CQVgH1wSbWSplUuy9P3wC
k12c9AEZGisS1IiZtu3q1vtB0l5AgTl65OwOp7Adn5T4gYq9oR4i7KM5Lclk5TqvUmyQXTJkuuCa
PF857AeNyA5orNDeSN8KVjr3ONadZSl20n+oVXqp9Jcobc9NaghU2IeZqcbbwEBKAGf/ewq2L2n7
WdiZF21BQL1NxLxtz70Urioxk4J1EJ+EX/XkOmrIk0vbMbYYYGtg6pFQFvQe1E0u/fpBJy5lyRvB
rZNEHbfEZofKoKzZnGhsB9IuQj/TQftUsLAbVwmp4nXkQEwYsDG7BDdhTr8Evb+o2GvVnqfMMga6
DIw9VvAV/IGVifqiNp5ILMNXLvSfY9c9qql4jQd1wa7nTYxOsFD0u6SHbltieQ8AiBcVAkR1RhbX
BR50U1I9f9QaqBvZVWzQrK4C9RpKG00wYX4rDIg/H4bTbyPRdIB8jB8jiJ9x6C4UHSK+Fc61jvAA
DdqrP9KqcPtyuDTHDvZSIHyBs2EolyNBWczlNGxMgoyI1wMa6ob6kjDT6kqV7qFsyHeQw5Wa9evQ
8y7D0fkRVcOyS9E7N4Oy6TRyW0KbJp6X2t9iUgCl+yNMLnr7BYHHjLTWQf7Q7TvYtSLJ1xJUd7dq
w9cMLT0RtACqeOvDbpmGeyFmY1pjl/SXwxTdlZBbB+NpMADYloskWXSTnz5fx8rDmLMxIyasbpCx
hzd5tmKUIVLfivLJ0Xdu/GymxoOJi1NxVRD0V5UKSnRWwNtOnGRnu99MnZp/QyeaXJHqInACIGAT
qZvW0zVCjFlh4ABRohmudMIBAv3JHw4lZfQHn8BNr7W3sVeu1GDrcbBvaIDVDW8Jbwqy+6J+GJ1l
TxHqg9+gXcs+XCIrIBzlzfaICNzr3wftENHBKl8IsZ6b4RtU3PEd8TUme+IV83naEi+8EOgKxbjP
iyveQLOqN5nz7EQ7EVy36ZTn/q2Eos12cyPCW5lEl7pKVAYywilylfoO1IV2Xnb7yM+Xo7lgI2KI
6bVCDB+URDdsyBp0h36rwxoCtonGdjUg34MDPBuLamnrD3l8Beh5rTY/6zHjfyqzInv2dFp/pbeg
M4NRqZvrUufzVktZ39iI/luGiQeCOAjJey8upHfFRp1aQvzD9+7M8gCXbBdqjyVWckP3ZkryM48J
DonZ94ZbQRO6JmloHKN7vaTziWQJbogW+zfNQLQEGPM3z6rJbduRr6RUGkTQK1rgWXyXop5I8k0J
iFtztZkvc/LrvjkJ/cQg5pwAURuMMA163b60+yeN5GAcDdtBlRtHM5fI+bsAlU/306DVa9cEDmwh
QFDJfCnCZ7Ve1pm5/Hpp5XD4yzHvY2nlnAfJHFSKBQbrqI5ran5OQz6Ldz18uHAWomhcIA+ctL5O
oZnkAaYDvTFRp9elMRCPkdtq+1wEJcEU8LEvPT3Z1yq5qnkdsLkABwuHvdO4ee60E1A+NgVgJ9Id
EI5xa4s6XqmVFe5I9OG9GxV5bcVadl03QbmpyQ678Du1W+gNdayqDAdCk0KmNydudxTnh0XkwY2I
u/s8CRgj067YJwO1q6nSOruiscnxGy4G9TaPd0EVbGXgcgQBIaVH73b2I8uXmU7ZtfieReMig/qy
aFgkLjytvyRjWeW9cjeuik6KZBa4PMMK8v4G5snShky+TqwUx7RAnXGlRmWyGvM77J8zr7/21L2S
NHsrW1rDswQxUt4ondwmPomq9No1XaPXu6+TW29Idhxu30WydPT7GBMJInaUAHmzjDglEjcg/Lsm
25KRHHX2lSg9tCztzIBo3oBGt0ZdwYs6bi3HJYYq/V7zdOzaG5f1cCHdG8rhb2PAcqwcBuMFpM42
M92b1P7OicefW5TFwds2rbVOknKTqM6iKeodnNlvWqWjHtFnrQ91PrzLSJMC5PrsZ/lO72+1Apr2
vT1UoOcFzVC2/I48Zxg9kg8yFiUJSKqN/oPwJVVTj1ppo2pS6jcRTYR2x9YBOZGZx5dl2TyzFxoJ
miCgagRcs+wqL2fFtw208nhJPDppfxZw/6Ni1l2W8N+vZaiPEsq/a1R7CghZlf2sv/yp9Xt29ZK8
V8c/9Eu9639HgUubjJWni1v7bHxJfgRF80tt6+Mf/VnXMtQ/pE6WJMcOoQN0nZo4f4JcdfUPoQnN
ciwmG5reEw3vnxxXTf0DxKucIK8WXFFj0kv+s64lrD8kQU9C1SC5SmQd5n9S16J49qmqxa/RbSpn
pqSy5Rg61/r1JKHaTLjUWdESqED7PSUzL5NGhjeFVXH4/nRrfnNuOZpaP66lsd5As1XBIR93LKPW
dtoqzjukIe0ENCplqzFX6P4rbPx2B4CIUfz1JX899X18PYkFQ6P6B0xXHCukzUiCsBYcTBWrqxet
jtKG4MfgP+ot/nkVU3WoNlKHpCJ59J7GNsIY1yRkyvew5W9tE9qtpUIPIXQnhY3T0UBLzzSyfvPg
pAPHGbq0YdgMh18f3JT/bYPbIjKjwTHjsRSR8OGPJLawa/LOnDh/8+S4mA1yj8adLj86kZ+q9KGr
Fxot7Y46TJoTiOKYb0bWFRt0mvkFC5XjnHlujO9fhqVu2o5FEdgxGSa8P0d9Iwak2iI06Wfkve3U
aiD2yOW025CQFJrOZZJaOyyUZxb/48EyXVTaKlc0uKY5lbU/9zz8mmRFpCsk4fwPe2fWnCeSpeH/
MtdDBSSQCbd8m/bNki37hrBsiZ2EZOfXz4O7p7tKVWNPXU7E9EVFR6mkbwEyT57zvs+bO2QzIWPh
9KPLX9wsf34V8NssxTS0BQ/+ezLG2DaVtdqAiFooLTcZibLXbadefn7fv787XJ8WeiAJx8MZKsR7
M9G81MHaGCKGGt8xT+FULHeFkJrslaH6RWflL15KCXoQQSgUzfH3n6fzkjzlCLhEeVIQDVBWeqJK
cpeJE2k6rL+4RiyK724MhgOsVzaJ6x6LyLsbY8o00KCuXjlBBPFZzvn9U4pr6pNp8+S6cpYUShKj
vV88bO/vf75OdmMw3IHgS/W87ee/u/+TXrYtB1WYTY7scfQT8oN+oL6iBUOTfEFz9ov7/y9ukgC2
N+10tn2W+O3nv3vBOQ/agKM/6s0Y7maYufEZUrj5F4/1X78KwYLbdET86bHOfM+as4qDGyJoEcHe
SvZz6MZ//8sLaTQ67GL+VliLP36WuCTaZrU79PlGtCdd+NYN7QZ1ITLVvqVD3d79/N7/89oRhA5z
Kap3Phg09D++3kJnq8KctDJpXs/4lkd01XR8NI28pnJu88D0JIj8ir/xF49BKDZUO61xm41ge1e/
u2LSs0VlcKjj9UZAYQZfH7WS4VlsrcPTzz/gny7btkYJn2QBxcHDfs+Easn4GYizY2wUuN31tCb5
icnEr8akf3qVwAtt6biBUgzl3PDd17harZ17DuSAYskQYVoVysum750Pf/PDbKuU7W53OTt0GG7f
6+++NzJtqJx7piULk5ZI4lFhhxbd332eQgoPBSx/26Clst89wKEgq63wuMkRoqKYHGOynzWHnZ9/
lj/dAzyxdihtf1sJXb69P36WxUctTb4wFwaq3IUp1pV0Y2/ehNj58ecv9aer8+OlQk6eFFRCvJez
2HOSLQAFPAwXKZlRSzXY3vlCY/7vcb9wcdBipmDZ8itC5VKK/vEzmTEgDlOskE4bGTus6UtPx9Gr
mL4JtUyMKsVSLDu4mUhSLG8mhzmY8mD+259XUnxw3yMY5BK+57nxvLpIdZWK8nlETLcA27VPkPGa
XxnF/3wNURuQqyB5PWJO33NVAI9CL/RD+J6zrhFc49leh3U4S9xGPP7dayh5Afr3wmXu7b5XgMjV
ocVXzdBoxrW5VaBvz3QR/MpT/ec7ZZucc8jgHIkwXL57wJY6kaQVYd/KN5G0LtwOksSUHn7+Wei/
cCP8bibhBJxhbM4QisqWymYbxf/+QfaznIGeQhpM/DAympL9izCaKW2/42gD7G3BnCeQiZxdAgL7
rIklgacGbdAJe1fKVM10qjqKuW1ZPi3L0pERs+XsRVwV9lUG0QcSL0OPOkLdbl7juNT5DuEWTaMl
62zzIXG7UR1jdmO6qHk7w0V1EqcwWO/iNfaiLnXbMrvowhGRfrQQAQFre9Jp4YU3LNLJEpy3Ig+z
+zydgetNXZCQP8h+1o73/hwvJKXyY++w1vXg3CuFeC5yIP+NERI3UCdt7i/qtLi5SS/JpGw++qm2
Ty6MoYqQedM1twh1LPU5NdOCVhNSxUq7Ldxi+kYZE4i+6D4EUB469d0a+ogG525Zi3tmJvA6nM6a
Z1rj2GgqcpKGGWHvRo5FFj1VMxY9R8TsqYWv1aGHKOc/6G6mJZJ2fUBE7upb3n1R+SbbIzto73Os
tWHkZStrIlFv0wrPmOIKb1zQ+MfB70T9LJI4sS907xfukwC0tBFLZ5OVXwl7k+mhgb7iRmviMv51
bOi0+74O2v7MeKOqqG61VhGEy+RLkU9BsssM7u89PKfsyU4zaz0PwsYCj7HkYAToAOnsTi2pfApS
US5QFAISo0ajaNV342wzmWjWENCR0mRTTVDKzR5gerqFkw7pfTIUCoeXSulHS12UZA1V/PX71Bqz
jL2L5IPIrfwfXU05TxH6yLK/KTYd9kXdiPJuaAdXPi7gG5fzDswf8iPLq6awOpgxyUnOWuwS7w94
0C61XoLcYInarQzbuxtoj5VhrGL57qGxCH/7nlXLem7cJYh3boM5IAKzx8HMY63W0SoyKchKIffK
fGh6YnhfFuM3Lh1buOc4C+Fn9253Vshwg9t2MfEVdQTZMFHjgZyScFJ7QVLw+B35ht1feUFbdq9D
C8ywBlZK7lxy9BbXubFJVE4hdCfpfBiNdNoz3kT3DaJ27Z/iUGV3QWW3b1YnO2eDXvYWqW2hgmFN
gV3pO8bMTu9to3d3/LYilOeqDsYKrfNwXuX4Yk949zBxwLvei5B818gq/EpCvMlJYw1zk/uRsYnA
3GGUsuZzM2alAvCRtcn9XLpMuh2wduH13KdNd0qTSn8PeKjGU9rzDH+rOlLFdoFFp7RfgddelXNs
MRjHV4sTJS0c+7Dw8Ez7MvXHm36C0XA5D+gnHwKoMx4981yIQ2q1yH4dZI7zfk0NncU4ZHpCzlMx
kv5G5AGQdreoINSgoWl2rKTsYPPQ8DVYkNsoSXQsb2d4cB8XMpDHk+JPegePOEV8hCplMBd486jP
epG5ya537YGc3K5p412Qj0kRxcSxvSLn2wyqqLRxklXac878Yaqnzz6z5O485cQTMo01lXvZMGTx
7oYwmeQnrWHsPkx2WDfnMiDX7iT0RMzZKpLSPxKfFX5q/T67thHuJAh0c/2KBLxLiKnHRoIU2KsZ
ycUNXd4p8YLyQ2uCkqOTrZ3tAg3TV28MexVVhU4f9YStBUuWIsOt4PG/KeZ6Ak7jBNlyphLtMr7q
POFjvOHAfzYVKZD7ukuh24Q8jc9aWQj3LMK17zsmaPaumEvrpliK9gMLPxDf0g2IwnPFyKpR1x3N
27QiabMBzuPgDAhmHEEzY3pipIO8ucWtaadcP0g6xy4zgOUyF/HIofFzotX6ejbB0XOAle/0jFDq
meSAhaO7Js3xyiXL3Nw4U5idEyqIWFE7PlFmC+yw+nOf4Hhj2riGn2XJxrljFDDJt7ZdUnJdYdz1
l6pLDV5LoJyCWMOgsq4wEGFPIjamlBfr5EDoTCYbyReb+GJHNmOJAdnV0C9HG3/Wuke1Aki86VwL
k1oIvQdTDdDfi5SnhXkOWUVQsoZ67i+IOScLlWRNv0Jx1Ln5eWsTfhglZZmLp75nKoO31EvCC5ut
nPTaqeL4S3AuxVApl7A9ujWNm0MhGvXCstbadN1VgnfZ93B2jUFjHxugjcUuVdpTX8a8HMPdbFU2
WWpDwoiGK6npd6Qkmkbw/PgkUzKQbdd4S5bv/FH76yE0XvK8xA6ttGWeGAzEzjihVWlIetpZ0wSD
NpmFZGLlNBSFTSjNq7YM6jGPvORpxw0lqfFDRlxoncxGNEpFG+mp8JNjzx7wJVvM9CF3Mq/fVZbk
USxLY92S3EGYLB7dcYrKEg/iXuRjmF+UDJDNnvFXNrN2eeRYKtyoYj+2c+HtaTXmbyCHDNkioTMR
gjdUy0vQkIO6yz0Xrwno54G1HaSkFU02jvZ92DgdAluin8ozG3Cax5x45Lw6wmTfDWIqkUbZYxiz
Io/yU9DXaX2eVbU1HLrUYT6n6wm8v9LZck/Xb6l3smvskiLGagI4H3l52Ze+FWB66ryPaoUEgJPO
4WDaJaVNtvs4EA5UFfG07lWj+/uUgZvi/aS+Q9wtk/+oBTRGoiWZzstOlQyKo46o0jWyEUA8C7Y+
HnkitutoJGlF0HVs3e+pMjUbIBZWrJlj3RVRwE4goqIaW2tnVjaDvQHdjhQAWv3XhYwUQnBd7TyO
AR57pniivTAQjQmssfKJeL46VweVjCg13M5ZSXYMgzmgQCqB5LZNQkYnrgQbB2kLvPMoFhzFdwmq
uOR2Scsm3PVJUPVuZPJxnC7bOl/dg8X6nu2UXev0uig2SiamoHz+gEGbdFNNol1+40EiGk+F1wMF
Xwn/bqMqXaRzGSMEKC4baon+sc5DUfGkZTjsLvBEJ40ik6fzVBAx9Znt9VhZWeCda0Lj++RKuEvm
I4ikVGB/Fa1K9iFKq1wyeqULVDBtdr3mC2WL0Huzdl1LBOsUx3uP0dZZxobYnUaZSP8sSyxyWhty
FXqEocoHjVEPpN5LTfDmjqiE9bm1lmS4MBgKel7MMEmcCMe8DwbM6fsMgQgJMNA2iqOJJTbJlSRx
vafxY4ABzAaUcQoqgK+/5Ss4cGX8i75zu+40eH15b1sap680/vpJp2SgU4PD3N/DDfAeTDWNF35X
uIi3WaGuktj1UJYtRvY7N5EM1GPdGXOYemLBnodEuM9kpGLCbkU4OEdSdmtFrHJV9McxW/rkwH+3
ip3ymCG2ifxOr1+Cn5qXodstttvepQyiYpovpmlYANkaIwwFFlRsW0lu+Trm7emFFvlITyE5EHKZ
P8e4KxH8WDGBE7CdZydyuwzpW+XkpOCyqU+7AbQN4dui6osdlM/pU5sH3soyLCZUs04jH8kHLstD
7TgD1rKy6CVJEMgndhSuZjwsIjDjGV5PWPjl2taPvoX/DIOi5RPF1S3qTtoJyd5uWZJhS95u/ixE
RrJG4I8zRv8Azoqsge/y6gxnIlRNwYMzgTbee1VOMPtqJ0RYpmk7vpa9kKSRLg2PYd7mndkPOQZq
pAuq/4gPJv2mC0PLdA2IadxzZpuAky7NJ4lJ7MyLY2opu3A4LXEW0N0uIV/8alGGZ9U31rztN+So
EPxJEzQaGdhuQq9Sf52sXl2utQftGkB+KQ9z6ad3Mytd8xRmBr3DnKqOWwl5hNq36K2PJMna1tGk
spBHu1gr5B+1Pw1RrhlxE17FYHtP1vF6P9R50qNPUt6VshAUXID5s55amSj7qUF1OEXGFOPt2nru
3YyjEsVQ6lkPWY6A8iBtfHdhOgxEbo4e439/QffhF41+IVtF341A+mdK7ALzMpRC/NUo2uKFy1/D
EmA7iOMTmrd8Ps8lB417eh7Ta9LW9VvZjDBAKqtj9wS7L0gQdub66+wFcvOxembuUL2NyxYSnvgw
vCK11CtalsbULNPcPjrvLhWrTfjZWtbK3Be2lay8xbQYlqPCYVs8uaRsgPtvxALYBV8J6bm3aQ0V
Gr1DY3dESFAA8RNlx+pjZeb1aVI8XoeyrP3xOGCqJa629/3npMvHR4+jIPwMTqHu3lkRhXMrbUlh
0A2C4LhYpNLOK0U7QISVYwhPa8ZNZ5MZSLKqIB/r1bRW50UQWVfS4Lvhe9726UgCDLsO96nlUmNa
7YAjuUq2zHS8t5e+jNP0SLhn0O/iupIECJiOCnithPtRZ679ccxZvVlsS7s6haocwBZB1zwQrGDf
1J4L16myGnIfyCmvvgNeR8yggrR4bnzyFvd9X5fHovEydyfRUj3782A1d6KQU8zJC01l8zJkHOQe
y4oh2Re+W9D1hTW15KcBI4kxfA3yCRV6WOz1aAmJ1hvQyD52CQk+Jt66epeVGvxHRP/DfJopBUE6
jHQTQvxKW0RNraxA7aUqLO8gxs4+0ZBtv4HB8ljbZE6xokjo8TkoI7890GyiINe9lyDjbBtOCmM3
+2f+tMLSa6k3IQw78/q4rtbwJZEhagBd2M5zsPjyul74I7s269kqskmOH6fMYB4Ojd3ijuTu9xDx
glpFWtoIkrwVPTTU4MRX7FuTJ+Wp7RpgubIc628Vc31WPqa0P2LJJsJFetVduDVAv8OShgrpYlBV
TgSPY/iKUctkVwRTwAwCyaMM8i0fmzWlxvBgOgiybNPBfFOjpSE7R7cwJs3azg+InB3cNPUGPJ5G
y8pOtP0IRaa6VQ234SSRHk0EYI4jjefIt2ynvSH3nTjADBaMuiL0LnmuDXEg+0w2ZJ4ovxKPliYS
iDWUYhf6ntxqtzI3l1k1zKBUViv/SMm3UICm7KE7E/s8/O2kyP423sYe8QkLwewXhIPamEPmG6pO
rPR0JUf6PMopytPMXt3suS9ZDvUc4mS0kgq1dpnkwMeLISu/tBPLTNQtHmX2aq/lk0VU0C1olPnV
4LjlKcfh3qPhG8fv3JeJe3BRCWdvK8prKCjUxtZF7BDuHQ39mjKfHo1DKJnZNKOBCtk5Wwf/wpFT
r21/qYB0Friq86I9GLtfX+Y2Y90ZCPO+K+Ns0ueFtZrPricNRdOYmcBEKNAXK762lmAW1YcUbT7P
Vzss+WlqKEmGG7sJFrHHoiacvV45qX6jcZBXX+xcjqiijdP1J0QetKkQpnJWfywo41o2vklI67n0
7Cz9wFBR4WLA2VDwnKaINbuH0i19lEkSHv9FW0xZcx3Ecnqb5sJadgtp2KzTIua0rArOK5mS2VWx
BvErqpPqjeJ2+NyMYSrwJRBi8pbPVN9HQiLcKXKkFs750sHt+JCmSdOeRBn0BEf2DKvpArT5pz7p
H8AsBIZDRO8QYMWt4QJW2bu5hUou9NN93PjijO/5S1ehIa/Nba29N867xT5t1Pe6FPPnPAy6QxUk
4Umq6aLbSk5YGaegmvtd4UzC+5YE3pJe/mfzr6jl1FhOvR8h7t0BeHG7gy9yHLGy8egZkpTTf6Yt
4XOUUbRgT6Kb/Nv/DPQcG8PxjwN6nRDCrXPM6r3Jh9twcJ0PnMwcqBZDSnm64CO+a0JNlA6FVvH0
817qnzqpShEW7WySH8d2EQD9sZNah6PPnSktDiA5MglalLu5iUPgR9b8i9nc++YwB0PmLsyQGO8j
NwrfN21n6Ikr3IrIsXAiJGyDe69Hf/jzD/QXr8JIxGbkzVgEccy7uUgnfa/XKbK1wVPmgkNQfYWw
xf3Fq/yQWfyhAy1I8OSATnHOoFG89/p3SW880Xekfk1WGR9Nwa4TxSPUddRqBZCw3gtuJmVzpiiS
1noK2PDebOlS+vz88/7VBcRoQMN9G3h676n1I5G9jgUFIaJQBv/Wq3Bn2Z3NM2H9c1zxt3RZ/zvR
1W3zWn/ozetrj8vw/4DySmwwuP9ZefWoE/17P+GP//yfXsLfNvEIdHHEKoHDNBaRwD80V5b9m8N8
lvEO/2OgxYiHO/6fqivH+W2bdvFjn3YU/fJ/mwnlbw7qJYlug4koj6Qj/47mSshtaPbvOxU5C/IP
/j5jQGmH/L13KobGXpk95G8qKzx5qqfSulLM8pbrYdCy29GCM+tXEqsWpDZV6Fwhoc/L3ZSF6Q2O
jepNpWIuOKjI+C6p5vhjjv7sSzphxMBRktoHITA60RbAmIAkifbxQYZj/1VbonXpBVh0kWyRJi3H
i5b8hMIfh9umt+J114WkZe1S0lCRp3uevnMRug9nojWAHxerdT87U+ct3+p4Mc4nZ8jj9EQdGaab
tyKdr2VQZOfhCk4OpzqGdjJJGh0mwN8c+QSRpigODQUKDepiavdjqQt60wp5BTAo3TjuQU0Ncial
U2s4l8xomlPehuAaZhwF+UPnNcajgzCnyJ4sT17ZSVIRQpEX5pgrqjk6P0sgozntzIuVz2t7DGSf
Qx8rdHGrEf6epk5l2d3oeHm6pRo7pjyE/exW65EiblxuzdChw90mgzir23UM9+uQZgE+mMKPr5as
qcF3t2p4LB0sjLsQgVd4XNvF7oi/09XYfdcxx1rKMNk8+dSUNxkKzcE/dmkm22h1Ce69Z9DqfCdz
FRWc7U31G8F2CXnDau4QHHvToe0byCQtGX762IB7qgjDTb5zMERcKxWH+UM4suWjUSodjgz0iQkO
q3PzISiQVBFTGI7L3rQap8GYFXFBbGa4pucbkco+LQQqXfVrlY5RMjZFH7V2YZWYPOLkbYg3JelQ
9NwFWF9iIj18C4+HzEMyN+ibtN+7MejS04QnF0Fyn2dMu+1UAb/GA1VHXduFT3m5Nfj0kmEaz5mF
RGtOOxseXxs/IwAc6USUufdV+ZAHw7luTjyR3hgBmCs+tCN5amQde4TXMLekAV/4qrwhI9v+RMhh
py8L/G7pbvQ72pXCndQTnZ6JbEW6u11E2zVddq7hjCJb+Gd7sYoFX0gYI+GnA0Cqbi8bebNmbfa6
ZkFOb7DO9D0gwsw9AIPUL2WQTJdJmobYeGnJVOBb/L47LG1ZP8Mk6l8QOnnrTqeVehWMl7rzZQ3z
lwQI2h0FJd6VjPOktWuxVEKdSy1LRGMDc4AkxoGsjnw7JdF0lck5uTCZICyAmDwGSBn9Z8c3q7VL
i9q6FTXV8j6c82mBaglXK1/FeMTkwBCJxDz6SAMjwSlqMuw5jYvoHMsD/fio7WX5xQ2tggArmHm7
OSsEzZrEMy+AlJAneMye9rmt6U4sqlJoizSsCbpKcy0JVhShtV+dnLfacxD74OYe00m5Nv2LWYOQ
zdQbc+e4hrE5hfOY+js+g/JPwYQzeLegBep2MabNJJr7HqpLSw7Lbhqz+LW0Fe1qJqSJuQJx5zEY
c9y+ifBIVvfrYKXXXtlYMDzXMn+F/Fk8pT/8lxQ/fHskIWxycQCWHHcWeVpzMZa70djl12FI2y/c
MbN9sIsiILeOFSXkI8cNxtnKI3ZnTuSTCOnfRasOZrnz/FrSgXVq69IbY/8Vp4HLwSMZ5ZWmgdQC
Fy2ZjWZdytS8KWvTYctV2DK0GslWwHbqneoQszad2zk9EfUgi3OpXeLGfmxr/7/D/wfi9p/t8DdZ
8mqyr7/f5H/8xj83ee83wiwRNLh2iEaJEva/N3nBDwL+LZIfz0NQtMnq/3uLd3+D5Lypwih3lYua
71+6au83KlQRUAMjtkcFym+9wwP8DBeABOePWzySJrERAySv5+DsfR8bholaePkQR+WYY5c5LTZb
ODo7bYfna2kvwU2jEjrzeOWL9JojP7xxd8sqwts0kxRrGsmzyETFPKqhzrqNn5VMt6H2ea4sH5ZR
FiVDawf4TBz63pEnhCg1v1HYtJUATacRu7CVHQtgoPmZWjywlo2da3nt1d0ElSvRm8YisweQfj14
10hLyAo7WN5YTVBeaDhMqPqYG7BNs9jQQr72/NT6gpuc8L12mBhv+L5arr0u3Kb8GSNCtxLYpJl3
N/y9yqMt6E0FoaZYq1RzhvcvrTD/TXDs8ljk2c6dQD6SNI97mOAQNZGum6Wte3RHqSV9wwwYsdUW
cgF04JXPoSrEjZd62jn0SZncGrjgX1PCcp9JEQ6+N7EIQf4tPh3glLqkIExlcORzLHjJT4nT9owv
SdqorhdRhtXFhIOVfQcoCL6XTeOKFaxe9Ad3zWW/x9I2CSyNhAhiilMBuVdjGqd4lIbgo9Ydh0Jf
I3G95lw7XIUyDgAs9VaJRCXrhvWiZOXrbrsuxjXJ+ZNwzwYw2CXl4twzY5/m5zqJg+HYhkFK0wMi
efyRY9LoHadt3znr4tQA/2Upcw9t1rUvhmxkByNYoL6lskbDZovF+zixPX22Gd/jmKLrfRo41xBq
29TBN8QD2uzpfU3dyayFP+1sMtqwpQY+bReAjeCNfbCoHOaHxT+SqoznrPAyJAs2mcBb5kzlwmB1
eFsnv5MzAVs0Fs96bVkAey3cWTP71qUTd+kDdt3uDb/CU58lWwxMh5JrV8LBxumaB9mHYdJ1xhdU
tEfItTNE4NUYCwePcD8JPWPxKjxMUDRoff9hYI9h28wHG+VIWq4g+CASW1EsJoJVenLBntmsXHtH
d7v+JnqSkneBSzcpWgnpvm9LeurR7DiYX4WrN45APa7FjsGGeU1FFX+LGaPeItx3XjJ7zcsjMZrs
pYNq63FPgplf8M9s+hLw5LdAQW1Bmrkdw2/I6Gihk5nr9atn+c3t6PpbU6al7RsVo2ZntelzhQTi
EvaF3y/L9YXoDZtLZgud4XDv6J7Y8cTcWACFXZ/LIom/wd301AltgKBZGzC64tatmu5DnRCzsVcx
OSbR2IvijpBh8RAvTXFFlHcf71NT2N/bdhTrMckknu9uzIPn3E/kfS/7kLm8AisyNkBmz3WJsfA8
ZeJ12yJmKKIK+JHHI6dypA99kLyKboEP6Rvkx/xwYtDTtQHyT9/dqI/xPJdPU5qAcXJFirA1Bz72
GR4m1ycst1pw6Z3A3stlYumbsxL7bilnXRKFE7QsUk7SXofUhE+24NXApOTLRwyybnoLi9sAfJdy
KB7M7Jl479rAIfYxAYtnnkjb6bQp9vpDYuRcHvwcvgMzIYz8eyiCGNo0GiuO2JlXQoWOq4SE9gFF
KJbWwW1IdXCwqzZjntrEiG5G7gTHG58uBHm7tzw9MlAsx+y6YyrkRRrfDuquFR7yPjBuLI8LU4/P
AM7058prxRBNk9XQ/m9FMu37mUBIfNQBQ8BySHrqZdUBy+vq6aVD5nPZzMlaRknoY6YtlmZu9p30
3Adu2Nk5LHFVbg4OL50O2dJCkc38UMAg4YGrI9dd+2kXe4Nb7xYZ4MtVGPTS2zglNNkUQ0F1TeTD
AwjvsY9Qug3HWrSsyfiR4yhYSti5VdJ21TXUvlpf9jRoUWcteYJggT1oiIrVz6tjEFc9sadxVX/J
gpabYsgoBzkCheqhizkbRj7df7kve/Y7bus5+5yBah52pkO2xNTFyR4RzvddtMauvogr4XQH6LBg
fhOviXukAisUa/aMwXCYEripe6vqKRKdEhRumWgIAzoX1UdKrrjeq95m8N3yD2Yfs918FJkOmVhj
2ws51Nh1uitrKLUpg5pkV+o42xuZr+kBWwUmAEcp7/scZnbL8cTJP0NvlnZ97k2dP00fY1nxQEcy
Nc73qa/qm2FdsyISzqrOOV1VgB4yUWztzvLGn6X/JKxs/VwOwnxLSTtHSaK1/I5ewEJIqG3746yx
IjCzNPrNS/yUprUiy81Z1y+ZI4brEOGEjgAvuGEE8t3ofYsUsSC+WTsPS786n6SPbDKqlC7CaOK3
n+PWnXTkhWJ9KFDLvRXgJy4wCpJha9BInKZyg3uneKpuPVFl2C828Ww0orEHYtymeHEZCjnn/kAC
2IEDEuDalYcm4+Q8EUhfZ6N8LBJr66GbmPZ9GXs9cdh50gx7bzYTJzhi9a7TssWfNVtFQCZt44Kz
LhGT3ifuCj4ADrvr3nR9z+TIAuyL63rOt5YFe/yYuV+L0O5TfnHtneFyEjQr7lZypgCqCjkNwVUS
OmNxJRNrRB7HAhrXj7JEV7mfghyWPz1psLNDYRl7isKksuk3W+QA3RvGhw4jaFNWe6bKYQ2V2aW1
rdugvKz7VHLWWnPnm+IoN313iKFqr3QZl0i/dVaxMpXhkO2XqYjd7TcXbCtL6r4kJRKHnWsvgMBZ
iryYec2QMfBf596OzxncDuknIBNMmDqrq/PHfsH1vS/j3CaHMZsSycifVd7ZVSAT3JsQbTSXHQFj
/AVMdueih61D1Egw9xUGb0y8HtIENH0tnApIyPYrma28eSugZ3taZG6hBhnxgPVT5CMsD67CrI+X
tz6c7eKmY4GAF+FWgbmGVK8NjJkiD885uUJkPlTUFvPEWLoGS5ICMFCXpHGhUfPWRKN+IDQneQHd
RbYA01ebywQood8hnuCNinSIkerEyBznCHyp630f5n4oLxI6LMWd8kO8PoZy2gKe3vb2RdwsY4uG
lXv3rGytVh5bGz77jttUu+hPYc9+hDouslPSKkphbmR/fgrGvA6i2vcnTlwY9Vr1OZwc5xmp3yxO
VTDEb/aAefFUI9VbWCWKhUNbbG/svpWbed+P1cD4vqWJdFaXpljONz36sFvskRxCaRiN3uYsPCA+
cjG8WpTR18Ecqy+qXmx1dIIFULRjuk6c3GAMN4xCVsODUg7dMO3LxMf4zhSYL23UN03QWe5hGRzg
L1r62OotPli5U5aLY4zmi5oj06j2hTUBqqw/dtBA8Atm3i5xpzG47fHmoZYNSlcfiBMvW6q1IUFl
HAtkV1IG9lvr2gUVfJjV1N/F2roHOQgUOxo/dryXjppLapCxL08UCB5YBH/meYsZpjQQR0z85IVZ
yP/Fk/ioParp47AocJ5mmrxuV8XOLA+NyvKHxizpWy1kXuzKcQOGkiC/XPZAa9AkUVL3exwSwC20
6Rhfdq2cwsiElQwuHKILWfjp+3yynGabUIJ+IcDSNXm1q/2hoFSB0JTeuYNJhvPa16i0RhQi+hK4
Mk6VheE+WW+QQ+uzcNKNghWfr2hNh6Gor9vZML/SZdCKyyLUJBclrrHSA0oHWkc54kVrb9lcBWbR
EK4PIKFRzRf8sXJvD20aQ/owDL5JbqyHHfPERdGNTAnEtbtw+kYMQ0kV3aX6NWmyEv1nzLDqpSnR
u5l9iweWPbnLGoD+0ukIbG058gcQGpJeGmaQYz/MNPJ81YDG4tgR+uVe+YlgVl8zl44Py+LC0SqK
WqnbgDU/vgCikZsbhdg//4RkFeIWQkvmSdvsGWvWI6VnDsIhMU3V/zMg9v/7B/8hbAZN//OE4GH6
Ckjx9+2DH7/wj/aBa/+G2cj2UAgz9XJg+v2rfRDgr8bkig7uH9hAXuRfvuzfOANuTYXQ5TdoStK4
/5cvG6M3fw2LoJSSrVb+rQaC92NI9O8Zgc8AGmtIwHNGK4KJxQ+g1e+MUZqj5tKH6kNfpD5nhxBp
jI267rxtJvNRiJ49KJTlTfpf7J3Zjt1GuqVfxejrpsEpOFyeTe4pBylHpVI3hFID5yEYJIPk0/dH
2+dYSrklGI0DdANdFwW7yvLO5CaDEf9a61te0N426xJca0vML2bDoz4R2I3xwpdgLR0M6sM0PwNw
1/cLxrwH0ToUA/BUnHmVF2y/rQfDStdHi2IKDEIqvU2Axly6bMD22WJw5nOmdKFYhL9vinI4O8h4
kc8KdIVLKrioh2QydwOl6OmhMPqRnSvPwl5mw/S+DOTi7ooMMTfOG198ELUFEBs/h+1FlQe5DuN/
cFlIweY/oUDiwht1iGtSeviS565D7a1J0VS08IYl7AitDCoEKFIzXZNDZsi5BH7K4Ha3tdN42Xkw
x/GdwtzBHtdd3Ntal/6RH0Vd14kreJQT68btFp8lAg90uwic1TQziV1JMwyLKYjEHU6neOisC5a9
5pg4+RvSDuYlYTgYbN18o/33oTPeDDnrWEFfK9lQFu0PTEb0LduNCxb9F15EV06j9klN/1rOnGF4
9CkwFuWIGWX2d6bZ35tZ8pnStOlC9vp9h2pwHrvJhirCy8YvQeo5Cqd/4b3AEA+u1IAPsw3e4qq6
n0PZ7d2JeLnUC+eHLH0pClahrAs+MZbvI4pT5o8mXRGYTbExsiF7noV6xmp41rZxUcOaQhhKqjtt
YUEQcm4/N6Z37zX9V3e1HhFn7xMB1nDCo9P3B5UwkWoM/krayo1h/jOtZ0pQRmvSorx0QYexLrHJ
7bh3Xlc/9LUlrwpbfwT2u6SEWE8SQWLoRgIUmCGPU40ofUnDG/vFNse4pwnPOzZn1p2l8Y4muje/
kiOOJI0A4NF4RRnYhGwsM0hasmyPAttdPo1n6QzFO+0my8Xse1EJXqSa3k+4tMfPRj7ew2WM0+ZZ
imEU0TDhmlIbZqVdAmXvJX3SGKHp24mZtJDGEaJPsKXxMmeCkywjsEGDo97scLa6svDxfeQA2Nyo
KfX2AfbSs8hsq+SNb7HxHWbGeXnRxHmm6ndGCrXTxsEoMs6mMh3f4DXl7/zwxkfR2ulFnXgfPzFE
3PdOfUeuLq5T+75Y9U7C+40Hu7sd0yo/iBnlWIS0pI4OQ5PKzZ/NpThAKiVphwixQ9i/UIwb92M3
XmHIz07dmF85VEiQRV0XkKDBFUR6nHWTZoPfmGSChHpD86x5sTplEEGmbmOHy8+7zaAN1l/5L3f1
2cR3/rG21VtpkQhg/59cNSY9iaquroxhHXZ1g8NaGfW0942GbWQ9cg5p0/saxezcLDMGoVqktyi0
SdSVXEp8N8sh9HWV0U8yfq7y9AluzdmovlKnaz0QcZD7WnrGu8ZzoXTL8ESU4alrXPtQ1R7Lk2Od
ypphnReMRz1zPUyy53tVdHM0eSDNE7pJd2Qz6ggWHIZdFcD0Wx335M5JcLAabR0dDMEvVpL6hzHT
0Ji61X5e5vAuLRvSuiZVfV1xypr5Ja3L2zbTtIeYXkyFQZG1w72aqCBbavpcwBQxKamTAg9uGgWq
+JRw6WJyXUxrE/Epm8ozqiH5lOxd2qlP7jKWL2WjTkh8wNC0vc2uoqR2c85bjKZs8TZ3R6xb4s4w
VBeZxgSvCqPQHJjvcc+eFjNsQUZiyobhpXJNF82UtLumr05Nk4g3hV91N/w6fTS3MG9q4Yz7wiqS
k+GOet8GzkU6LClnfDBTqeWf3Cx/Z3pgfwbbfg5zugR2rp8BNm1WaH61hV8QLYhoArkwqnTSR05Q
T4V0j4OZObHjPRNPrneaBHZzonXASfYstu5TxvvzxnE657HTI6t6kL5YOSQxj5zXUi+4cmUhd+3q
T0ca1aBecwr6pCcZs/QE2c4eQEB1dJ+g2WTGpWNO5viRuWYNuXEcXmhk0sQ8bCE+URfSuGydXc1+
OReOYAduAspcpX/MrXzCv9aXwbXdttYj+TB6gtzCMI61SSMP6RfgdbBAdtQR4VjtrSEiamHFrNzh
ATs3Pc5UFF1yDhgxaDrs2ttQVW/6RmcHzXw7MkrqVHdCmXFhpNsgPxSod5SrMmddjjNp+6cuTfdu
Xb/hIHnqgXJ09YmG7upk2ex7nRXmIhNOfIAqnc5Tq08o+l+NsJUQhkwzTufK21x1TIhz6RqnYNAF
nTZlcvD5XYgxrpe426wbgoFR6mkuAb/DNHvvhlnjdpzz7m5VAnocKPm1yA/J1PmPxrgkB8C1Kh5M
JIc2VfpUuCrZJ4H0KOEp248GqutDij9uPwOvvXZkWbxj0pudETeNo+vk6YUu2uwCqdl4Y1T9couD
DdDuwjmejsB14e1J9O1cujWgPz14d0NvNFc4sZt3A6rCS2Z56z1FaUlserOCmpqYh6AGbYdlo4q9
ZjtqW8v66Y/N3//fB/8Pe0t//+/3wfcfwYj+dvpSfWk+/s/f/kN9+tIoKGW/sTv+7aHP1fCx+e3z
x9+iscm+3y1v/9o/d8uG+3tgCQE3FRHEc2CLIHf9Zamx3N8F2XovtDyQKehqf8tthv873AMidH4o
NjYOO+O/98uQkYCUYLVBIGOz/K8oRtZGu/l7s4ytLBC2G3oW+JEwYOz/ylCzogeAIc8uzDKbmOX7
ZCYh/62JpBsVlis1XkJgNke4x0m3y+AxTi+ONdrtvrDJ8Dm7by7wzZ8f/C2hdZMYv/15PAwL/Erb
L+0C8eDK8P9/s3knsr9gamXaW2WMBIjFjltXVNHVPf5oZ2nzTwbbxCE7tKKeRmen6MtTp1lBM2P8
67dJY4ArZJO8S/rQ/0VjzPY9fvfTcals2EEeOW1OFsRnvv/p0pCBsz85vEiGwp5Ja9UjxYAl1gmG
Csy0jHHXZL3LnBOOuY3XYRAcxm84X8/hQfiO4d9aaRqYv/q5vid3EHLk5nJDjlCgryA1hNtV/faq
ORiWDC+/6BtRtct+NUeXyDOgT0/tJS6pYAsU2xgHdqOJc/fdrNmInktmJX6A07ZIvABBERu/v8vC
Rlqx6y2qeCDy4T8xaKzmKS57fEpu1E8Cf3yXWMR6/7RU/jesM/8nPLXtx/kv7Nr/Hai0P7hXP1mG
vjRf0o/Vd+fx7Tn+a4XBfYcjGqCVzbGaJ2dbKv5zhfF/F7CWtyARPDTscn+vMJb3u8cp3uWwbG4P
/jeCvmX/jjrNjR56tiXgpDj/RtD/njvEPe25LG++t8G2oBz88cB/c2vyQOYzR5xbLzes917vVI8s
hRra4sxpKHKHYGZn4if/CtDz56eisdPlwQXAifrKCcz4esllE95OKCtoOXV+L5c0/0XFx/fu3L8+
hIEG+AbmDZgivn/qJDgA+n6C2xIJ6j0pI4UsIOdl9/MlcfP4/r1C//kpcGu2NwQfgyPi+08Zg0SS
mQ9u65EQNMDc1L11g5xEewgE2Gz8Dz//uO8tuH99nGVyS4Gl4tXz6oVQFqQ+15F1qrTkpTk79ynj
kSs1BvoXv9c/XT3/7w9yXnHYvCa0R1P7t7pi85jB5NqZPX2WP/9t/unuQ4smSomlBVvLq6/ISxUt
Apl3y0g/vOMfmpDN9IrDYO2MwxIWVRW5XprFP/9UXK3/8J3BKAt5Innrm68+ltF9TmYzuFW108ea
czKuj8F1OS0LwhBtWN6PfZjsG5/1VQTKOwgSRy95SsPfzkmomQDbDdq3D+UF0XcriVHsOCT//Kf8
x2sT4AMi6QJF5bVbfuyJbIaFf9uOUh2cslyBBpA3j2ozyL+C/g9vGIWbp59/6D9861DcbG6tP5hF
r68MOlCGXGvfznTUX9i9xiWKH+PfP5jkAHj4vYA1EVvS948MysxEUsS8DekFiuyEs1Hej8H+57+J
+KOQ7vsnE4s6H8HSi03Jeb20dVla9H2XX83gW4gvocW8DwsYChc9m/I2zoOQSUJlFWBbaNscKSpp
0EJ2rmQDxZkUhIRAXU1jwoOEtJXvdgFmVL4SLCcgXWJ4KAn5eayDsW5n6i5pR/DuSiAoy84GN3az
Fs0AxhgRioBhmHeP5Jy7x96tPYCDs+y/ZpMaRrjsgTlt0xlwFem6+UWIVjtP89STFZrtATmuM/ny
a9c6Q2lysArQJ1JGJhZNO8Y8sO4ZogEm54md4SFr57abgwSIPB2bH4VV5ER1N9kwAtxFvkQ6zmOi
XfSpxQidu57dyXyAfwgmu7f6+nYT59YjFF9nC4Rs8GRyJPqDZ3WbDUBunc0C2F8fSdUFdYQdln9E
DsnwxaWC2SC7Mhif0tGev/ZF4Z6DZvCLWGhkwIiC3eye6xiebTA24dla6xDlNVDpJf3ObX1ul2x4
MJ3SLqguHJJzY/raIG1rA6FWIpNYK8pWZ0f8QlMbp0wBvwaQiRcIn5ZNVa4EHn1la6pDtt4ApOuB
2DCOMtUbX3o6BegPYE04hV5Z+BeIgDo4zGzBPzQUWKAHAgBpY1caBMh6MoCUpw5NeO/kgqg3ZoM3
xG7lEBWlDwO6IDy3a+nJfuSlkh75t2M5DzpPP9PSMV6Rqw2cGARHf7NOSlxKM0w/EnsjSlsUWWMd
vX4u3+OAa4pDjlPdi5Q7j1d5gLuLnF/XV+R7SbAcTTMtu7j2gR3GWag7xjUmY8rO8wzj4Ac920Hk
vOZjjqmcYaORExQh99a9IPZu6bVFtG/QfAc8bOWMjWYMCZkimfsE9cHwpJ+IAePBcRuiezDu++WT
qeUYkmjmpOzMpf3kd6NXQxkp5mKH9X8TEKV2ZNy3VvKmLUcaGqXWPn3nQrfQ+gFq3g95OVxRueMQ
RAGfcFMKS1/aaanftCDDLQxYWLxiXMXULqNRMx2sR4sumWYF9XJsKoEfLdSJZUC5XysG4q4Gk64Z
ZaDB1fRXMwcbzTtpQSpgut3rkY0ylT+oytS67xbMhmSoMXB/1QE17Ts5Bd7BUBTDYPwRpPJdLw+C
GKpEUewTZ5w/5bPlPtplpT7oQeb3vvbrkqONt3jA1UfnI5HO6tH1a3FbOmv+Es4Ub9HdEBKCLsK2
PLczd/M5rDOKTCDp58e8cdvzWLeMMfhduxcGUXxBKxa1F0AY6TM/gXpqEHiBqjarf0EEnKlaYG3k
9coh0blAtyFqHg51zwxpXJ6Thhjf3ubaYmFOw5Jqb8M0r6vS7D/kLviOCMNx8WXhayAuZzXTAxOZ
9pNXGslzwGGtg0thpx86ZbnvZsftttbmonlbALsmex0SW41E2+L+x5olKDbkG78JDMGs2mj8/DkB
DXNtKztrIuRA4e18vWbeIWnXXh90zTAJZRWQVWykvnhs3Wl6MKvtHpzN8d2sGCdFiyI3QhstLdYM
liVkiHR19Tu02+RWLl1VHjEEDvA3LMTWY41eRcxZT9m16eR0UBGFFUvcKiT+qEwaEDyTTK3iUIrc
+qqBExIPZFkmct2rNIx5geUDnh5b3+DkqG51uyxZlAvDuuLQto2tp8Ex93Ad5IIzNEwJW1YN0OBW
TxTjcd9jHggwSe/7wRU3StcGFeRAuB+tFNvmxVTo8jyhmAbXMyt596Ee+3bNItfOEwOOjQEhBYx9
E4Z+RFN4nV8FfY+By2Y55gzdaVGPK968Xjv3ou7JE1LtbL8Zehf/0ELeuY4NcBX2hYEKrq5VVQL5
a4aGJ1d0NswJn79mOslTMe9gwJIu9AmpbC+7tGfZtBm+B3rNq/1k+Pal5eT+V/K3sL6quViPq0M9
eASEq1WUacku0uCLq5PIJ/PSaDhB70xACs+9qJYrtzMDyqxIigINcTzj81Qa6l01oc8f1LzQ9Ees
MP8w0jd/YzbV9MWA7/GF/TcoAwQEvvquzzJ9HpOUibPREnLYk2Z1bzv6O5u9w+jXtN4FuTIf5CIL
SnwXleYnGVDKRKNAjgwPvQP1yMj6Zabxul4q/GkVlBW/KpzPYmPbxobfl/OJ4QzurBl1BcODTsyZ
AWRXktYPev9NpebUPw1BVaCGO7IlqRJKI9+TGCGSj4Ajn4pi8OfYHsL6KTGDZSCOXYzDZYJkz0eA
1icl6253lutJQqiy7kC+uU6WeLQ0TnjyqRX9iNOopOeK4XMXuaXCQwL6CPsu+flkC6UgvRxmtybZ
Pg+K3nHHKztjD5oyY7Y6jh63ojl7M3bLKvnkgMXZDcxlyT0lPc+O1fMiAigUVsjydpIVsKdLZjD4
qJqBmpetoMSvgdXuRK5raO7TymiX3u7J2uUcK4jV5KkmiZJz1++pPBvtmAMqlW1ZXaWSLGnGa54R
spLXpj2D3VeWDrCPqZY3lVfhCAQUAv7qyqxQdC9mXgXhvoXnMp9r1TpPPjuzs4diRNTU8Pr35IBr
vRvMJU1QCwnYU96QK+wCBoOgh9pxef+8XS3cYzuI9eJ2rS3/gy01SlMSyoX9CfakKLAI/fAScpit
74QuJWqoBIuKErJZNZmuEi+hZmBBtnAYxlN890d7xVRzOUlMgpAf8dJGvI3Ggv6ZBndO77twh/Cu
kgvxixT1FF+k9XUenZGAWKIY2M+WHRztBe/ODZmUYj5wZM/gTbVzt9WSFPW9ZzhjcOoX7ZOPyQOf
P6RCwicXvTDN7DFZEvxvrljD+tiHiNIRvWRrc6gGsth8xYgxcWcOvNVUnwf5pynAiJfHmU5sEFdW
SOofnJKkeyeUWxLDXoduLg/4dfzy7VKUV9iMm4sJ5/t0puCyH6MwrOs00lBPGm6HtPuiuNAlP0LW
I4eNWFei3JjhNWD2r6zIGRfrChImdjX08BBTiIXBPBrqLsVeZ0gOYsOwem8Li/crRiWy6CXhoHCX
zavBumxbLuZAg332HNDAN5M07C9rb5qGc1eE5RSvFTSUMZ/8v7DT/w1jqf/XgqI/J/Sf+y8Vk+5v
x07bH/hr6iR+D8NtoLMdsXBXhdso9D+nTubvnhWQxKYj5E8nyH/5QIT4nTEJGcCAwzh/dMux/GUD
EdbvDFW5t/6YkvPn/9Vc+9UBHGWbsRPUWobkhJp5M31/ArRSXym19B06uP3M0Hk9hF1r74u1phup
4Wz187Pgqy5aZtZ8Hj85lpiN9vrHlP/bAWxpByvl9HyeasqUnEmy1rwdU1pwyTkeBm8ajlhZWxYW
0ccMJAQ+c4m/Y2AHByZruRj0fDeLrrzIq9GKKaQs9wU26F+xiV9Nd7afE1sMX5kgyoMwsV23b6Zx
YQgioSnomsz9/oPkoHOROTKMcE/Li59fkh+/ASw9AHhMvmj4t/arT7JGUgyr4vkn4yo3xdk72kXg
7/HYtx/8Gc3v55/3aprBb8avRq6JQRwIVfEa3E6SLq97u2W9KRGIAe+4WxiQnExWEg/WxHI3Ct4v
vvd/+CU9tBOx9a9uEf1Xw7KqqGqFr6CPGod1GTc99kHFrrkfF3lyWuPrz3/HV9mo7Tbj3trKJnAr
ApnebFzffn2D6lMH+7PEVNlkhD3zcnqkmg9rR2s26n2BoJJhpLeMe8fvrDBO1t67l1UgPvtmi1de
O/DgwCv1FsnmDrMLmMCxKzZvxDrHSeF6pHMn51OmG5NqHtEQkrTX4L6oW0v+YhL0T9eOG8TBRY5t
zDW3W/WbW5H9hQVkqUNcnszgqgGCdKzVvF6B3mmBDNre/ucX78dbn8y4wzicG8Q3f5jWiAK3pIm6
EXE4k5dGm/hnwrTmvqca9RdTx+1r+GYwxNdEDg6CgScwODAAfPU1gSSbAwVKnWht4ezI2xcnIkO/
KrJ4pUZxN7DEYnGD2ACnmMXz1d0nRGDYVc/HYGSZ9yBtix2mheBlnhzsR2j4gKKSOW4yMIToQgSc
OoI1g514b35+aX949phwcmu5PHwuw8SNP/DtV5kS+TZGAXnQmAhOB6Byoq5pxGU1A2FTCNaxg2H9
/PMP3Zbw7y4yH7rNpx3+AxhAvJof+7qfYGxR6AnpitEDTz9lfIaNpIBHCxZWepzMgQN4DvTy55/8
TxcecZJFFNcR093Xg39rqR1hwP+PMtfBksbONGLkYu8So7aveiL7kQ5t+03h0Qg4Tu0cBwUMMyZm
8y/Wn3+68NxjmCa56HBPXg06rTExhrIlglTWmLaNvL2qUelIkJHzTtPQuABT2P/iuf3xugNf8Ojj
YW1HlAic779sr2H02kiVRj6dxccF0hmTElNcYP4LkT2hrgWtQwkaLby/+Mb/4bpT2rK9zbcai41G
8f1HD4nhS515LRZyv6AgtO8uh9HKjpRo5u/moS/jBYIx8Zgy2+ceaL50dOt47O1f1br8sJYwV0Zl
ZbvCTofNz6sfhJaJsu6Z8fI99zTfNbQTikmqCF5z/Yv32g9rCR+FxMS03KVmRZjb1/HNMllpAmqD
gNFcNkF5Yp+c7OnuXn6xOP74KdxFPE6uBVOLK/zqF1osxvJkHppIYrA8bpn+u5kowi9u1x8vG/7e
TRTBlMvW8PWubLD0HKQrVNCOUGg04bM9klXHXT41v6Lv//hk8E5B24AiQzbZ8189GUkhpwwLbxMZ
fWbCZe1c4zDkgbev4UJF4TpCkKjgp1//fGn48eHghYYQj84pWAtfA3ty2RNvsac2Ur5RHhZm7pdz
lTRXk6UXnKg22cANOeENv1oN4c29Xg99XmsYr9n9IBJi7Pj+RlmFN4Bp7xg/Gr66SFJAhHQW2uMN
abMui0tL5cd2NGlZVMAUzp5TOe/JCoeXLSZLvgO3doCFLsFE0hdhgYFt0HQUQW++AqMAoLsHcsWm
Q0LL++LUUryXIzzPc+qm2TXncMZOzHJddewIVl6UKiV82y9W847njxROJoJsPmZU2JNKQMe+bsq+
VXu/GeyLzunT2wJHr48K4uUcKIMsoALQxmyIetsWd/O4dm87NZkfCVW67EosGLdQcXuG6jlkg7th
FdxDztAsK/S2oYVvYM5YN2eyWe+2mUW/b7syJbDb5hNuXOZdTB8YfTKoTqQ4uWNnfEryWbxjx06f
Blsp+b7qVnVTjoqzrPRz/+RL071dC1MX+0mn5kmxzxBX+VxXzy2sNdRZYnMvSdUHjy7ukzXekH2x
dpzZIKGWQFmZR/h+sWZm9IkBt/0MKd2obqSdOX6cLYrpuW4BnkW6mfGNcgze+Mc1gIsd0SwTg3qA
pRoVhWH3vpWFJfdWR1x213Q6u6aE0H7s685fdkY+kdqg7NDKIwGNELPzolUdLZUIrsGBolKvU5n5
hEXSID+NU2fgM4fLAnYYYDl9usofH7XdcTjAP2yANhly95n4O9bNqTMXkKWqmwR5j6n/QL4sU1Ge
trSP4nQp9qTr2uSw+i6KRU6eMYNeLrs3JKvRDoCfF27ESq7NXdqsrntQzjDoQzEoxleItKBG7M6B
cWZYXk4FALtVQIF6SnmPFkUde11IQrPWrcNfu2bzFGJ3Z6oS9sZz1YRUOnOD64Ax2bjqiOS7czXU
44jr1yzmp77TbgiuMZS4ahdTP+tp5S7qw2L+6HeEU9DgBmCsQlGsgtm2Y84/kqXNDq4r1zewrkNv
TzqPw0QxztUxGz0kG5kw+oqmoVVj7DGDOnnLuniHsdBKRZ2QPkOzXFk3pOdT0OLTwGgjSTJcpUBy
9HWuq/IrZRYSgKo1VU9bCvvGw8dTsz1enSAqljJ9Q6PoWEa4gwN9oBKcPgMxyOptV9vOo6nZyu+X
wO7OWe2AO04VqkQ96XA6hB4xmVgPvveSmWJ9ADcpOAb0o1K7RTT5Z38aLdQMSw3PJdExFWeUeAwH
p3fyKfJykXuYaiWZYBXI+TymK0bsYJkFffMFLcw7mqzMr1zyjS8+dIIA0KKtr0uZAZHtncmgcXSs
FrRef+3bPbUIHgMkYRmX2RDAm8OGntbx3JjrGuGAFsyfJgagrBm5yyC9nOix37jAxI2JMDM0Ypgc
jalpDHG9DATdG6L46R6wKNl1NXTLS+EIDSrZkPnNYATkiodRgUjIVU0gkuCH9942JmIRRVn1DTqm
TTq4ktKN8kmGn0eLajjE+tx4aIZyIQvB0eE4dTgFIo0XtUNeudueZ/foLQ10WFYmMs5uFz7hRyPE
ZcEghom4NBo6M+sapEeyBF/o68lWDocm/ObZgqWawS5kIppRmrzT2mZooNK0vc+HcZp2OShxg1vU
Vlcl4WEmw6MJY3Pxeu+WgDSrgTc3JdQrAlmP9rAiNhdYSD4LDOYfBs7C7VEjDA7nhEc6ttCqcPI7
MMApulswgBdlO955pPY6JIdmHg+aTCEE6c0lEWk9m9M5UzJ5C9bABbLAmM2KhJ8RDPbEtjxbmS6O
mZ84QzxXKSgC3QcP3ZKYw1Es9vghXH1ZUcirZbkneYZFJmvx5WUlZRp7Us4bXjIb5fWw9D7ZkVWV
XzI/C695ErsP2bSgKxUQBmOhWgzwxPAplK3sGsjrhFXtklNY9takw6Hcm+QvYB7oVHxehQF5ODc6
+8NY9pCqMhV2b4tBYtqbaOJu4EtZ5rU1Bgx4M47v5WHyAAtEcD7m4Ctfp27u9MD8Nk7w3A1xWbvL
wk2V2p+LJKUEoOe+iWdR+4/KMKoPa+abUOthnpbRXOmR3g+mXwP8BtKku6Eu9HvOfmXCG2QVb1eM
00SIO79uT8mUwwrIzQUYD/8rYQUZ9vNVh7pZR9ZmhEeaKSpqjXkYdsRbUdzzzp6CSAc0DPBs16l/
DuqWgetaGEh2s7kYZzhQ6BdaUjWxo0vEaSFaGLQnJMXaXBWeVib9wD7ZS+lnhBQnf2XSrGSDwdt2
gX3JksoWcKt5BYZvSZLHhbmLiuZGovkFwqmeeGkNrLxadPB9iiqLii5ZXzwc+tmeO3S5p1NJcjXq
ntf3hiKj1RvAz4xSRed3PA4VrJG59lqEj7qUToRH3ZPxggR4rhNFrTHKqP8S+Al5TsPSxJWwqrOs
W1m/MhXvbPuq9TIbYAmFKhscuurfSVe2WUxRRlnu8oxCwig0Fh7KdBoIzJNGfO9AYuJ5cuH07tyF
fpR6SlAu7AzphvnJynI6GlXzjJ6M16Ks2uCTFYKzulqRWD5M1ijRqNPFvUMqHSi3h9pyxd6qR31N
JiLT0je/eEZDgMxkA0Vkckq+plNAmcsQ2OO4p+Aveeo5SW9l0U4n6AAvE/T40fnsrBrocbO2CHyL
AFFAUGm3lk5/U5WGfY0OUPS86qpnnz6QmyA3UEhFngxyl8/UObPAlIe66HmxmE52KCmdOOcgAXah
35LLxhwK4YDZ/fil7YjjC5G5AGhd9HJf5ikzUtVnmJFG9Uy4rSY8RB4lrhMHYq/rNC7Bi1XoJw3a
qou4cOY1jj17iawiGJ8mNkkf5zFU1jmTa/mQwL9mXbX7II9gFiz7xK0GeSXB9r13RcK0gsy2Otiy
nLiGTYkek06c+3djmvNgQbIeL/rORzdsR2ZPMX0BhKF56S5fE8S/jTzlUHtRTLJmllFM1v3aLqT2
JLi0J9l6QCnULJY3RStDTBblzEl15BYKGbbOYX83g40jlZG0/oOEawt7bgazCeM4A0kTIZSp8FA0
CVRtZmLJx9F2+s9Kq/IBH7cJkAXvc7eDBqQe62wb7CSqF++5af2HrNPdBe+5FOo7RDojtuagbmK2
g4Dqgc551DZVbS5jXwcQc00b+PQhKbouIWxSpWIHFCvHiV0F7VmizeVHozCcjchu2++NxeeF6EGS
diJpUHDAG8XOruzMdIjsw+9+YUDQjfQJ9Xm4hz5cvCBtKgGEA3IZNUqCzGxey/zShahU7fuqCu/I
/FK05yqb6gLbFOoeQn3NwTrM9KMF3OI0mhOWHOUW9fPSQk/hxBN+7mpzebD8ATociCboy42Zl2y/
Op/MlDLM5Dmppsnd8SKoJLBFynhOeaibW8z1Zh5Xfk1DfUES5q2kYsCKkgAMwM6E0lTFwZTqx7zx
yE3P2cI+bShGyQ/HRkCSKg+NGzDQbNE8aTckP0DNYkgxys9uabLhW+mwvoVYblPwQaPcRdd3sGL8
cQpof3BEHh7RbLdtWq0TuS8dF2dVE3brTYF2RThc+d1nOJYZRw9KofIoydVKE2gKDYJKK+/ktZU6
zmVg713eJJg3rMU7UY9obb1I43QzU8PEQjspQEbtrOiSNm21vDU8PU3RYjOQuXWFBfEkAZZc8yZZ
rS/A2dFVMqP3d9DgPTTfVDI1n2uAIrscBpTC2kSYioYzPe8VufR579Hw0UX+KMfnvveB2BH14ZrS
9yW/YEn1Y1DxltxBd1ybOPDr3Ni3tZV7Bw9e/JbrS9AoRNkskBpt0ta7pU/ajyRqqmTXJyVH49Bh
ZSZqbVFkU/WZf11IKFYHf5pn1gF2hKia5rxEhoXJiDHzNoIzsLTdusT/xM5H8qfliZ4WDF0Y491Y
Szlc+wAjyJWHPa9RFOtd6fC+Z1fOP41dX0DTTQxn+uKlrlNw7BEWPhCr5iuc+7U/za3uiWoinub4
KrCW7iYPLnqB7ovtgX623cxeH1d7R6hw4qB8BknEDZeQT78bp1lfQD6zniYLyAc7+rpx2N3L+UNi
2/UOGqUpwVGyH0Q86OyDEnLoOcDxqt53hjvfJr6BO3PwSv9hwRqF6aTFSsOwa1yTvYWUoiJRs+ZE
BvuClnjdNN+5S8PKtuaudZO2q/gyWAPbernJ6WQX66+hM9ArlVHh86ZQa/csmgIEeoZKzFAryQf8
GrLt6tsRI+n7sV9yPwqAeEGHDK2hiagTsthQmYonJ23NsdxnvHOzGMQ2ca4EltmTwusxX9r9jBal
itl5Y4HWJxTsMA6PKt+Qp7VfOM3N3PYe5hTfTTD7lYvF+62uDzro7TLCtUYLijEv/TtjscMp5su3
3uLbXUrmXv0UVyMVEgjMSlwg923NQAUOTEpVwuwqBBCFwbel0IyNCwsywbe2eSgFAey4Hubyk6ys
8Br8yXA1dBhjUNx7DwtY0VXP1AHMtzpNjC8UuxY5nhWRlBfOVFJNo+sJRnzLzvV6Tbc1BWK+tvbs
k7aDShlASeTQia4uffUc+k2lTubS5Gc6wubPYbg4yzFY+tGLVWDkuDA7i5ECXbbpizs6Jl/Y/2Lv
THYrR9Is/SqJXBcdNJLGAahuoC/vpHnyQfINIbnLOY/G+XV6VYt6inyx/ugeGSldqaT2BAqoRSKB
CCQ8InhJGm34/3O+U5I9bbM7MvEbuhkWsUwM6cZZQmwNMr4cjsqouxBfEGLk85tCc8uKSC4FhUMt
2cI3cPcRAddEYUkrvZ/5iuV60rr8NNNCnnYU9fG5YfXWj6SZrEcVG82JGztOv2fzxgluJIbpszE7
UHSKkPkCxlCAHTQqkouJzQJuygn7ql/URGc3bVza0EZt60edqgQSjdOO4d0ECpPyM/Ge1rpX+Fap
TUh31ZTh3Kw60nckRZtkIthlRJoRKluX2yXPYPShCiWYWgJSPdbtAJ8LHIsbk//jNNrJaMUAHTkO
Jcw98HAqwCssl2zhqm+tESX1WoKjP0/NdP4Ky7I9VfGkfa3HXPuaUVnGpz2WBqv65BV4K+vaXCBa
HY9YG6qmPk6TbiKHKZuq+waRJn72Zp4Mv2rLMPO7Kg/dc0sU+k0RJ8606d2hosyQN/p3giCsfNV6
yzG5RC9znSlVAjnCxwKuqRHJJ9kO1q3iI0ZG0tbW4xQP83VtIav3vWwx7qDrQhNXJkJCxpKBS/2l
5gSyyijLnADD5RRJvrb7ydRl7u1iVOdYgJFQU6HhK8CTKLiYP1gTJtbB7N1Tr0ih4KJIjo7MxrCF
D6+KDI+26MwHx05oWxilpYojh+pvT4JRkxyrtOgqZt8yIHKyzBD41ITwOCiz4DNuiYpk06sQEe26
zEOb0iVASNYNmXTnNL8ijXZePskdUlX1OXBUc1HHJsVpPa0gfEyZXVjbHO4LnROCnr7HaDTJP2Kz
l6xyhHRX+Rxq0RowSXpLx4eTaTy0nnnU8DGzxpQw6jd6R/gYQSaKreTKajhfrqSCCM/uMI+HNX/q
thd4HeVDLGjTrKp20lgMiy75YkQoXmnEWw2ZE3mQDaswnBaeIlDFdIcrZP5B18w9ndnaKwSzcf7A
EjeeKoGNeb2UJCM2HIOMGPdJINd0vCR6ZWkXa1jpyHCYlgLHj4EQXdZNxs4mTAy3PqZ+kpxwoJjI
p+g4UCIutuz5FDzVYPpQYchUINhOtb5XgQrKVthSRXozcm/FdgCZjPrTUaumNaHp1KbbLWCaHvCY
PRn9w2K1bbFnG9HZmAahPMpL5K9HQN4kOyAHad4mCpdBmdiwF8nfHG//TeaFADqh8XKpIl5WfT1f
D+jZzv+tCNIJNRXqKaCK2PF0Fu09yT1hvn27Wv2iSA5eU5gmXWWJsc44NNvZdaOCeShhHpL9QbGg
K041dEZrlTjpeZ1rwU2QIIp8+6Ivuzhc1cQ7p9PFxnHoLI3hJx2N3o5DFQKKBZ4zAASUk0h8IvSa
XWPVyUaHQH8kiM/ZZpSCYV+MxpYohoDzi7R+tx/BL6FluZhrLHoFP2njT36Jhi68NENZ+fPYGcdx
3YndFLvjjU04xTst0hcNluVSLp0B+Gl0oQ87RkbX2FpjMc9ZVPNOrBQUcR111Tsdslev4iF9MZ1F
dnFoe0LArkTtsNM3QzFvMmiTNwWBSe9IO15ehY2ox3nCwo7E4X9p8zx5bNQOqcIundeOOLBtYaIh
+9l0MH779dD7Wp6Y6WAKRSX//DoFwkRziFrYrPxD+3q5kRIAip+3U/zOpV75EtiymBgpddy63Nrz
S02o/sYAhBigVzs8nmc1gGXLkhPh5NRTYaVuENE67/SRX+vYmBSoBU1kem6H5iQzH6IKWRvxbw2H
uK5ngz4ktb1rZPFQ47BcK1qsfoAZ4J1u32ufIA8VMYlpsPajU3h+u7oWLGXFZNm1GAOmkGzhSthu
JU9EpZunIMQokdlJtWqqpjspacroPj6Uaj1rYfXOUzi00SyiFlI0iHxgb+W4xmHjSqqcdk3DY0Br
WF2naszWRk9NDZrfY9cP/SmiaOWrGcP/DMvvqIdet/csNUItWQ5wfVxtq7Ay1k7p1JdocIyjIIQq
VsK1eWfCfDHycUr+/K4cAxWbcZhxLbJBD9yWnFLHGElk8sZoPUEd2789Q752FSgHfF24s3Raic/f
DoF7qgIGQxpqbrhnRencjolWXf0TFwEDzV0g1MKP9fwifcc3pXeAj1EbW2hM6+yyB/D93khbRtJz
lQZ6PrRKZJfgZkel8vwykFeaPi+CgoZoZ52bcIO3PZPLKVtsbaXoBKwE6U9boh2jq043En9WHbYY
QyYG5BBoD7k04hNXjdqnUvbu/dsPQbz2qCFd40fDJahj43r+8wycKUbAWQgnt/yhx2F911X1tT3M
5YnpsRPL1IJbk+QN4UVwujMXZMdGON1wbocLDscaqZqKZPjy9u96MTMwzhY/PqNtcXTrB9qWxusm
i1I7wcyVyLcQPilq9YKUxdxOj2dy8kIMgVsxed/fvu4rb8tahsSi0aTM6R7MCxxAXIJBGBSpzdaz
D1z2jgEl10HP39MCHJAHFvUSgiFJZ35BI1g0zZ4/eoq78ORqcrfqNKefWmX6OoeyvwGzam6A2ug+
Am7vnEhl51x6M046b9be+Z6NZZQfDM+FM4B3Gukg09DBvJ95gO7YnBZ+bxkBYaWpsUHcna8cHddN
xms/EhBujinpjPeV1hpfTQ/XWWsLZD5UjGpDiy5SVxWbCALjJZrTmWgFODxLUhUnh4o4Jfo91Wj4
gGMlJYwYXCQC6PcEqK8MGIneFQKAi8naPHxx1FInvRId+g1hdY840txrwMf5RrayuJ6dQPsi6K+c
jSZnm7eHzPKaDp6gdMSyGUAAKfFcPn+NZFa2lU4xxc+58sPgBkt+XGhcI9bBPTV5730ar3yxACIW
0zqGTNavgwmFfAJUFICo/QwB4TVatu5iImXvnbt65UMAzGGY7AhcRDGH8wI6jjgRHt3Xghd7oxdm
zYwVxhduWomLtx+geGUMOg7am0WtYiOkPhiDYystZhh4UA1RX77AesAZZOpORI+pJWpD+nUDAFeK
p3wrsVHtQMx+FnFwyi4lODH6+p3J5+UTdgRTDhuDn5sua/m9T7Z3VVYDqezz3Lc0keyAr8K5QN7x
zqf3ctygzEGswv6RaQBR0POreEY4ZSbfkB9mY/ylgPy97htv2BfIdM9Lsk5Xbz/ml2+U6+EKWAys
CM+NgynV0lIdTRfXs4wi3hJUr7ZU4YNtVCr9twcPl3I8hOD8jaF6cGsx5dCsHivopl3XHMlFhTSn
7ngkSU1551KvvKtFiIacfpFCIok7eIop3SwnY8T0WVxuCZG3drCLtXeu8uq7ggbBMEVKRdvz+VVc
EenpOHBDAc1FXpNsTgpqQX47Ei0Y2Gn/zgbo1Xf15HoHy5AzkhmO73TJKOnmm9rGGIaaPNlGY/6e
VPe1S5msdSy0Ji74hcHzdLA3ngoGUKwMw6pxV5jJha9IkzjRutB653D22qVY6CRHziUqY+F0PL1U
iDtzFMBUaJe21lHfpnj9x1ycl3qrrd8e7IcAAhZXNPCcKFwIQzYn3OW88+QbziU5Uz1RRX5BmtZD
bZeoYa3Evaxsw4SFVTa2DwO3+5Ri9Fmnqpm2y3b/0o7qwE9khe2pqAN3jRGULl3cVvUaN4V455N8
OXiXH8mgEgjXPLmQRJ/+SL1l31h1TLL2iAF5FEGwDSkvvzPRvHzsIExwPMAzYVNN0N3zq1CwR6CN
LQiPbJXvIpjxR3UNvM1KZf3OpV6cIl1IphBQF5jpcmQ9GExl3NkZ9gPcd/FcpGvaKc5nMkk8muBA
Dld65ojQx3r13i725fe5AIm4Rcnf0VUeXJeQn3my2Ez7/TTYwHTDUFHbF+2+F8EJD7685uWrY4b6
fA69uj8hxbjcRRBLARojDPcT+MCfRpFe6jRWPpJVP7/zql++BATPts2vpDZBtfngF4YkhWE/Q3TQ
GG53o+lhedaRve1HofaeLP7lwyCdjsULzwkTMOfq5++7zlOdwzyM+EzzvK+GkZL0TNN6XDftVF7W
UzS987G9HMbesllnEWOC1KkmPb9gUtGhqSsEyWVtqU/uYE7XbjOTgvb2N7387ucbLTZ2pmAGcRhk
4tBrUslAlm46InWn1HoMuAv5WkfFE12ZOy46NTqI/eAORxoVWkIlaI+//QNeuU+qMeyULQegD3zN
5/eZqlmQEk+xjm20t/FKgBZpNIY3b1/llZHCThK22XIGcX86xJ5OCsyRDXoEYAJ1YPbXMLWu8D/k
t3JJsX37Sq/dD5larsC3wyJtH8yRE8DqeACg76e6F2yDKu8fHN2rPr59FfHaDQFTMlHpU+UxnIPh
MZcVhpwMN+gI4hdqGsliqxTs0dqZgmQdp9hjbZVNaxI4aTRlUwe/bPjWSuXuKtRNW9rjSAWXnGuQ
s+/tc18bVAyr5QDmAqlzD39c1+KOHRTNW+CrFwrFlF+kdDRmNdJa42vmKG4HxbayMxR3GCLeGdQv
3gHPhVHDrIyviTdxMC8wOTZBJ80AZEVPaJnmpWeOCvJ3rvLymM/Wmv0RVYjFr8GG82DoakOmWJDJ
/UHFQBJgG0W7ZAjQ6BUZVX2b6LM96BZEMgJ52iaPiKgRUb9LUeJtwOG2AHoz51NE/2X9c3j8y10K
XNF88qWs79v7vzwWbdxO5/f54//660382DT3fzl9LIvHpx7Tn//a39FmOtli7KQxWGCzWOwJ/zCZ
mh9MHeg2Xy5vFZMhy8AfsHEPayqv2qNpx2r41GNqf2DiXDyaiCxw7iym1d+IKjv4sNmcuHQOFnuX
pFb2QuvfTG2BQNs9ogkn7qfcgqedtl37QEm3PHryaC5/zfJPsYgHn8lyKUhmgJqEg3MCIOvz8auE
SOoa5W0jSSIYGOQrXSJr+2cuwn6RTRI1GX1ZWJ/sGY0KQRJK6KMKyuiaqtuw0RKwFW9f5JWHRois
ZMNtYVOgU/H8IpjeIRXnwxF3DGSbSJJ9aZjD1Uib/Pc6LqxRdCZoUEJqZHaH1vj8StBQh4gI6KME
yFK5oppP2k2VlurXBwwlMHws/z9eza/LuBQL8Dpjvzi4odYePMKAqiPUeObHLoJWqdPVe+dAtPxH
nqz93ItNU2JxW0uLezlkwCX4VcZpsPYyH6ZdN6DiXZnKbrN1yq86mszqPffu4YBbLsiOjSMlbFDs
mQebKEN5TdM55t5Gc+BjqtB9jfPR5u2x8Npd8Wk7DvT/hfl5sPiQCYloJjf3fWyB6ZJ1gAgMkZul
IdpBKPLem3r7cvahQzjLm7mfNbHXcpAiemKghiY14oI0LmvLPFJfvX13h7XF5aUBfmXXS59zcaEf
LDqzrZCxjcU+m4bia8mR9qHq5nDRi4iEAPZYTMEqzd30crR7O1wbrMQ2Ipuu+aSH2KTWlID7BodE
5txVOUoz+hsYHPdF6qEFmbPS/qTyOgfGqSK178pU7+9RU0rtqhkNg8sqVYt33tjh18u+j8kOorkN
U4kPmBn+6RQBsCSwaJPusarIHcCo5owOhbWf0Cq9gzR9+bLYu1OYZSpiPqJT9fxKAEmJJwX1XoSt
vtHM0PGRP/WPUCswwbRzNf7mvLTcGZfBVgjclQr4wYDP6kmoKmwoPwEhn4cebZA7DvtMH9OPb4+L
l58WV/JovTHoHRz4B/PSmKjEJoByb8+4HVRRasD9cFn89kWWGZzFjxWD9eDgRREGY09JUO7N0YE8
7aCvgNIitm9f5JXRIPG90wymTmpbh7OSYYL07Jx8j+sFB+oIvS4JcVgltazfAfq9eiUuAE3g5zZ6
eaZPliZimV1TG8t94jbxaQL+jRJGUW2yARHp2/f0ytuRnI8E/2OgM+E+vxLAKGMUWr6fDA09FLR6
SAlR985y/trt0EdxaLJgZgUf8Pwi+KxqXTnpfijIVxykrXZRK1hCis66/Cduh62JIWluIWc9uJ0h
D6c6mLK95sXTrhxMst6s/L0+9kHZg7ey3AlQAkhRfO6HxSZbn0uLNIl96Xj3ssqms8rpqrMhN+xr
vJDTd0Fu3zuU0lcvSed8kTogJDl0YEd6KGFPJft0rrEfhFGx1QeR722CPvfT1FYI0jQaqG8/TLZa
vJjn6zB7UZM6hidYsTg4Pn9xjtO1Id3nnbJF6G56e9C/qTJG86v42MhQSIEzJe3UorynrXRn6k3y
QCKpxP9jlqrZsJPVz6uyGC6IUENaHNhlc2yPNvgi100K32UKIiOQ35+sCLkItkgOZ3cTpcojXrTx
IE3UlXSdKxUZ1jmYo6a7TPqyJ4kLrJi6xjuJMaetdcRi2dxw0vQCA50bYt8+upcJorlrI7a0yY8Z
NJaPjDq4MNDF/cB0VeManXjcmybQyo/aqFUVvVpFrwp5916f2yWGYox0eE2d7mxUzcPwHZEPxyYi
xXol3C4PNyoP+o3wqMAc9Zlyz0sEWneQuwPUZaI3jgoEUj9qSyoLJXU73WZk4pCpnaUuTrM6CR8B
gyGaVx1pmrmMnXQbhlRNCQfRp1MXZyf0SgeKmL8IP4lGz8e63nsVdoJVVWMB9MPIUbwQJyXoLqwn
JvE6oS62TgHjSaRxzpRQ77JjAw+gHCKiNGfrFrQiXCY0yfmPSE3pOTLVpdxttsFNXWNp8omcr7ZE
siAR0YpRfLfCHmh/puz+Tg9FNW+EZYwA1ForWRU4ZL9rU0XBFINJkqy6KA80TANZfdJOguDAaSjB
7wFZb+19SKewWJdeSwh8ockoA2VUTOS42h2Rbmn7QP7irNbkdVLWqeem/5hMTnkdVcEQ0RkaSatA
L6ohiWnRckTIZ2PpnkIUi5P9pEjimK2yNM9QnAMoi4Qod407QmSaoVjsmqr+iGUiI8l8Ys2rapp5
21oOAESrXnWUS0enxyAyUNMSImx8HLbmceum6edJuvPXLMwFsXBj+IVd/5huLC1J1YYdvpxWTVfk
H0O71cyVnGvnNp/QSq8dVvTY76aWk0yFlpSY2YS8KQZkqx4mwkX69RiJjLzbxI7vuyiR3+H1TcL3
gpC4QWuptp0keconjo9siRscxuwHMSFMayrLDGedtHl0P4+ojo96qmbxp0pTPG0M0hN81bZNiQ3J
muRGDrmJ4pSzJNmirYkesmNKUUAdoZ/4LqVJ2HpSn89CxwC3hcGEs1FY1OO6IwtuXHtWo+3YD4Xa
uusj7bPp5CGusc6xEZ+ONbDmkJLjvHW1YPGz0Y5dx3o3YXm3TbWJELBnKzeLdXE1g6HU15FrN19s
8i7LPcmv5LhOU+Z+zup8rKDKT7O19XAeRRu7T73P4G0JQzXpBxKsFupW5Uswnu06MrP8E0VdKvgU
KxQsUHQX46aOovxbOk7xTRbPUm2oE5vyvHKcnAg2O7d+ZFNZoK+B0spfcxLu4BDLulx7vIsQ34lL
aHJvpovjiN7CN1sBK/anKIlh9iHfyagQKcNcZSBV6J7bUd+urdIYvyWu2Y7bKnZ6Ug8nYyKEMwib
CvGbzIbPY48T1VtTeivBQWa4YoPTYDIR605hhFewgbsTndnUA3+twP8qu/yVnvWTVe1l2eVv/7f8
C/z8v/3HzxiLy+Zv/1l8i6vHZyWY5T/xqwTjfKCNgZQQ4AenNNgNHGJ+Yb5s/gTAF1+HYO0HRkTp
7o8CjAAtD7OCzdNSGjEAS/xJ+dL0DxAgTMhQVMw5FFmkT/xWEeanvuAfSzJmM8o4nBQWXcpS7/EO
DpEZ0y4WXBIZiIr0hrY60nGSjgiwzb2exc1ZGhBB6w9tAr7PybrgyMlRHa7MOTKP+Wr7bI3XkFjl
MawvZUC8j98yz3yd6l5bs+0sP8IHZz1/8sxfKxosZ79nvxpiFJwGG20Bf0UG83wjkVIsyhrnrof4
BTamF+IyikMWphbtPhGxIAgjty+uLECBkb/4KC8y165/oJ4zzwA3WMemMsbPGvuLi2y0MZeHtStO
xhQWJwzTfrjr86r4yFjRrU2uz9OmxX92CmVQ4B3B2fmNfvvwiHS/ugY1MG5lZ/YPiUWMsxYGQLqi
3uLra4rkdCpJkOqXZEp9Jo3Gd2YaAasF4/EDupDrV3EpTzF5SYT5io7O2w/q+T6PUi3CNMYdMlAb
twSsuefPqQXnlDnLc2KPYOreOX7hmI1QaW0MDGgrIfD9/rziv2aGv3IAePLwX84M9w/3z2aB5R//
oxBrmx8Q+ND95xkjDIGe9fdpQFv+iK+PpiPNZgaywSv6+zxAis1y7qC3wr/CbMG08gftT/BHAgk4
CDOUV1RInN+pxB5KSJc4HM5RHEHoTi09o+Vze3I+xJdqO3PgGmuUutqO7ubeJP1h5XbDDwP5mho+
2hU90cQcvqlQHHki1o+0uTo3i9xdQxc+JeTeOGOu2WaaaZ3J9u6/bVD1j03bNY9/Obuv1F+2HUGc
OHeKf1/G75+xJf/7+f/9H5JiYjH1/tcpJp9CYJLPB9jyL/waYKb8wFBgpLhAjlBISMovv5YZwyMk
iQAHTiP0qCiz/zm6rA/kyS/nZ4TMbBBRUP05ujRYkrQLlkKzoApsUWv+neFlHsgpGFmkI3HaRBlO
h5/29cH4GjL2hTSxrhH5zcVRE7cu23myDEBUhKN2NoUNKpUBkMKylW5WVSWNM9JCPRA1WRndaQM2
thVUftKXG5gm8Y6zVCbxPwmH/G/HA6MLLnjA1ZOH2PY1WaoS+es83EK/ldMRqd6Tw6SL0IFtXRx8
7FuiSTdG7SYult8ov5/sPITDgTwer7WFwzHYmZHeDsOKSOs+uPJm9vsEjztDocTWBLFdUbOxjQbB
UFBVBux+bNrTzcDGKzsJFyJC3bMxHFeSvAEJ9iLObQRNSXzTWKHd7PSGpCYfeXbPURUHcbQZUzbd
uzBuOZLrfY7LPs5Ffot5xjHxeANJ90NDaK4fGUHyQ+8M67a24/o8HbFi8kcBgto+DovJBwTD5s+Y
WfPo2JVNvdVZ5pFRNLaNTdp20MQZUHiKTa4qfe9NBCjsAvKYvyXO2GhYkWeY/EPQZmLbD7r51UyM
+lPVYQWPXOK+ty4BV86mDKHacc6ukh2uNJ5H7arKO0liamq7JnNFfNcZQfpNBkAOOE/Xs/oSD8Pg
3Rm6Vt0lYwbqMQlRZq0n0rOO8klYw2Zsc/mliNv53hljxglefbxrWU6919ctQJiU0sE0rQeZrIOB
9IW1kxO4RSnYTE8bztMYkcqGkIbaqWfiEY26JGl59tTFQARUs24Y9eCctBFTGmyK+dRxW9x99ZCP
6R7UEH6/vhYtMpBIIDqxlYLG74QuJ1B6sKS0eqIAacPoEt02zVMKqhrhUcG68noasdS0Z29lUgjL
VhBeSOnLC4q0qxT7rUeChRmAGZlU9LiA8bVVE85FtTIF+nF/CHo78d1Bgx/thRLMuRoG97wxjDhb
DZ7mwc2g9B2d4U9NH0RViMsx6rJ8l41a/N1V7QDEwwNsuek5V3+Mc8e4BloTkFJowluDVJzGfAEA
5rrARCQeZWkd3GHs8jgA5nUmtZUx2HN3FMac4ZYt1Jii3u6owS68H3rLGmWGbyHLgrPi/ASrClcW
jXVX9NNFZs6mvQnnqZFnWst04Edl1982tHzOPOzT1U4nLiHcFqKI5cbJtb71iflGvD7EU3xs5O74
neB5h5Ni10rjM4yNROw8p4pImQTdJ4/mSU07CJwc6dsIXsCMsQ69e55dsQciAUSzM4wmJD6o9KR1
tC4mMF0b9zTmQp3TtBcnHGLHc3eMbXAPKWGbVpY2A2nv4fxxGEjnXKAA3g+9CtNzL6jn6Qyefa3g
TRv2TUtH707vI0yueo3AfNMARv886KkTrCPDyUEyWfWmUzUMVRElbeZXelSdlgWtx2tKhzjpTPyl
cpNgwoMhEWK+VXVv3kWFnXypc1ZPEilHk/1ZajsluEPdvhxsg3Ena8x+2VjJcK08mX4KvcAKzpMq
qQu4S01GPi9BiLt5Yvhu4c80FuKdOIUwUS2MONG2048KO8eoTmWHnd/eOmZaWpC7iyG/JoMByjae
w+E+wNBw4WSLGTB0opmw4jmiMIJlIz/DWU0WJTHNTHkADKeLsIU7sgo6nXBXiRGVnJCAgoIfSBce
AblVHFMLLKHqCoyVrW2amCBS4hUCRVYru3twRCC1kr3QLf47eZs2/dcRlj2Y8N4dmeqtIB4ePDJ1
2i2Kg/FbzTx/y9nIIWw6F6B3IndrqkzPNh4GV3VZysoqgJpAQ9vjhsQ0YWex901Sj5Drko33cOy2
Q7kcjkkRYPgnUGBM0ik7UlPkvBcetPyNDCoexwgxJMTy2tv2Jkm7+Wvr5HwSjhcZsMHDjJITuS5q
IDfGcJCcTKYWbg1cGCF++Y4I3oHo2Rn5oNaezF0qkEWW+vAZYNpInDbilGNzeQQrkn9hisLGIFvm
v23PVD0WN23z+NiyaXq+NfofuVPisPdf75P+T/ZwX8TPNkr887+2SYb4wHbGROarAxblIM1x6dc2
SXgfloacTb8MmQsbGPbuf+zCLeMDp3e0Cii2+Dttpz/3SaZHzCSddlRQ7MB/SiX+aT0EKk74umyT
FtkplE6ax8834TVHMwqaQegHSdRfEQsO/cPpE9gTWcVC9OShvHKCNn5qHp4coQ3Bns9b2uE0CPn9
h3K0WuYJFI408luOg7ez18YPulNHpL0QP37mEt3bgi/gK16VuTE8KJNpcpWFRn8+JZS593mRBTOQ
LZlcADyCORdGqvPWFO6TK4vqK8yC1oZfFphefgJ3g3ZCDmbvqO90uAAx85gg4Vd3bzH8lsHKmgI5
QqQwmskPQX3zrRlJ/hkcPlBo0STmVWo35SW9257fsrAMwpSqmG+1mdUDNnPj2yaoQtauTiNJWXae
R2BPghIziNlPrvSmMMChUM746plwUDH/O9FnplMc5brIiH4n8IhvU0pN032McsDxSK7TIEakVX8e
YoX+okZi1cuhSq7DwmmSfWJOFhhMUTCDtGTyoF3oLYMtCxPAZd87BB4JCtb9I37g2t60ArBYWHry
IgqgImwnZrtbV3XUSfsmY8fmZay/vjaTMEk7Zoz3GvEMPSCjcLpyoCTka7ZCFZazSqvvqCkFX2Jv
zMo1J4LMWclCZz4K9bmefFMfhq8wc5hVjEi4X4ypH032I23+kOd49relNZHi0tWKPZ2iedL7I4jh
q0ELERRYqOfk2mGDc5UMpk1+z9DlLRkEy34M1XGvAySH2OIXQ+OeMGorfQUnx/uICCkiw4YKETS8
oioIK9Ac+2s0omxlhjesey1XMIazOTGR7aVT1GwJNKovp6GlfkJIEAmb3kzmFlrgkYRmS+F+R3tn
fLJ02cw+W2R329f1HO3acEBWUQ7D9KmthoJ3Xlg4Lul49Rd9EIFIoRvR1H4QlXItNc/ZFnYpxp3Z
Ws1jXOllsbGMlqYFCSAZAJRo8Hz8W/b3MNESwcFj0j8WoaHitR41zbyZKOjrLFYNtWdBRefWGmTK
LnuKDCA6CLewPqXO8DWMxrFeBSNFakz5jb7Ulpw4XFndZNCzsAYvZ6errOwIIBVpNwwT7cFNoLGt
DeK322XUUW6naB/xZqMgQWDuTgo6i8gAa3aRVt+YLJP1ymxGGneCLSvAx5QdPvhgQBfsKobxwR08
VCF1nbbpiuNUk27gIMKJIUoFMqYO4yUFYJEqYtw9e/jhdSTmrQZSVy5GfsZHaY4DPXZUjc6GA51l
rko6MuD79MnTfMrerdga3tB9VG1jevRMasCEpumiP5RlZa7YX7vn+Vho0SaaZf19Nvtu9kUgOvIk
a4JaNkDr2vuKFvzCuQpLUOrukH0dpkXfaXRV0KyDOHbIWplD83EwZd6eJdXkqC2hGKrczRHJ28ce
e+WPUTZUw4bAsqbYSmJXvmXRbLc+HhzdhI6n6DkR+0IAIy7Zjl2YmoF3WHZmf50xlVMYSxrjorWd
6bOzxNtUWV9chx5NQ19vsv5SepkU9GQ4SawxXP49/OBfFbO/kqj6ZFV6UTFDyBg/PF+qf/4bfyzW
kiUZFTr61qVwQfn8z8VafCAWFQsStoRFz704rP5YrCGafsC/zwKPjQBJBcvMn6u1Zrj8GZV1+pTU
2li5f6tyvpRO/7F+ojoA1C6Xnv0S/ay7hzr5ipKemAxyoOy+EVdqbL9C8CiZ1Fxj++SpvLJWU+07
vBbSGmox1JuRXbEN4bE+rc+pGlRQE7It1eHPsLyw4x50Lk1+wqihLwtGuaIfpPza6uxzvc+iTQWz
9MbJg+K+as0CkwzVkZpGKsBDme57ywHpZeQTOdHGo6fZ1r6qxi9x6ZnHqlPaZdwZdKDYLV3iwrDu
zCl0b0q3PI+E5q0kQIGNksiJGrg2QxGa35CyCN8NwtvAm7NkZVcmD8bKlxw0iFbM4ZoLBJUDbn+B
X/0S6nn7GJgBCFEhQRUCXtjFHsASwvHUyhpxDvdwuYISw5Q/Qzzzm66xNkFBwW9yc0g9P49LfVOZ
tPni+qap6UuvK3Zr0Yak+UWUnLfh4xyyYqzNMYy3kUFNKDVlqxsUVsyQL/8m1zwtFRxGQy3Tb7zI
Nlks94QIlkRFmZ20svpY9zRMPtt+LCdnOHZGwgNvJ4MG6Ap+Z9ivvMEx5UXjmd5ln4ruW0Z8Vcc7
yq3YJw/KvFdjLcYlEtI6on6XkD5WtpO9KlWr3XkoBohSCsrvnV3G1ws3lZZAEPfghoTihJwMk/za
znDmjjI81h6QO/DYNG1LLzyWYI9vaTxSJxtp0PQrqKbjcac1drgVjR3sZ4y3n1Q5iHQ1NHZsH1uz
IsJOgF2aVlbU0NOZPKK2MNjo8RejVEl7zOkZYliY9Qy3sM4d77gk3ZIsOZc8u1WTdR28mByo6crj
wuW6aCTHnRakf7mFvxsdI17RZmhmSUDxbG6Kz9IuJ7Kwarv9mOhyIGfJm9RC7uzsH+7olhMd+571
LISTNPrCjcjjCIBkKmISHfw4lq6gvMIaBkdapo75RUHHgk8pYgdtAGWUxx6KIDy4ODO+k7GmzZQN
lPeFnrTGGc7womJlJhHrVu+5gMfKqPGO5yEmwTCH14Uqo48ljh9tGbmlaZTfEpK7Lyyd5OB1otyx
3jqEDZJENZRi+adb1rMU4Neqx4VdbsjeA/U+QF5s1hQE636LE3NqwysqMmy5vjIpTZV6TBvYY2vI
x8OdlWkGaoVcG48rI0vnjWlHXr1ylW0UfqRlcKkLrSui41pOTbl32ja/txMzvZ2aCIZbZoqx3bKx
5OHk9BzqjQsvnHp9AMaPMkg8BuuGXtyVKRP3G2MitkjJIWfNZ+NC4Ud3EvbyMhunhybSImsDxc7I
tgmnZxCYnctswvDJ79JZ124MNq/uerBci/gva4r5RM0MAlUyzsbOKxkzK4qew1UOf8NZxbGdxysc
gJzfJ1RNn5Oy6z4pEvGco7ZMW8ki7EqFvgS6KIQuGe8LGz4fvD9dPRZkmAIpi+NuUwCinvZt3ts1
OV6WrDem3hvJpQ6I7rtjKrChUdmnpAdidk1XkaZpl6Go41t9DLrw1kw88/soZPdNZG12DdUtN9fl
YM3/j73zWJIc2a7tr9DuHG2AQw84QQChI1JVpZrAKpVDazjE13NF30t7fBzQjHNOu0RXhnAc32fv
vYjfaCpdg0Z3Y4PKolJaGDZofZqhZDE1CsL07eL093FDUV/QN2NCSThowHVfj7J7JI3hZUHD7UoA
Z2zkTw56OI2ykvri49pR/YW9gTBG1A2FSZ9rOdfjnY7OyPelnAcyRqBM88Az0zHZdknK2CSmNkEt
i5kEjwCG7ObQmgYfCpWkprH3B7tuqWnKxOtYoNpvJhrkdnKmh3KjUQXKFwk6jDwv7ZIaCBTT4kRr
pdPZvAq91VhidvKTew/iIKnHhPj87KtTnpZDjIJrUq+btqLYG2gdN5jiGuebVGhSBlNZ9t5Ln9tL
ucEq6aAd1ZwDCf9YYEB6oZ6rThZiI3VjGS6Fb5fyvZ6lPXx7NI6XP62qVuDkMdc4huy2telGNihE
fKQpHB53X9vaauNbpuJvCRIKB2lDLxp9evIpo06vVM0ZN22cvjjJV6UX2RAAHa1UsyHX7jJ6t32t
mTt8rdl0x+tsaIfS02q63nVHNW5g8vfHe0qo8/EkKcPkR2JSLpQbxELG5g+Vv3RRD9jV8pFxW2l0
ldWuvbjbujW1qUKmrQAgldporG0oBy3mROKK3P+efArcU0LJeuk9uwvLDQ5nmbWPTWshtlJKLdZ9
BdfVgsdnUj8zma3iKBliweFHX0N6lKnROHu7gDR5rw04m+xgEjXPUB6042tJjKbe6RVz9y4esxwn
VpzijFpaElaQKjPAeEFZTa1F3wvfDkzN2M0PAJR8IFnlgkP6y5yM1n9ZsLnrUdX5dgyykVVA9rmq
QQy/mtFhZbdQtFpebLsx2nBGDe86vpO1m5ybnjd0hzZWxr91Uq4qpGlFJTCo7LrkX99zI8q1crrj
/oXsS591mlw4f6fpe1j1Mgup8yvth4lC3fNMT599mtZ2UmGfJ6bgFaJ6+zH3fW04JmAZPxsDLQLq
pJ+NUYo454aUryXj/biY4oOyfjn+cE2Mkz/0xZXjxRoJ2dNhnLnikCMGojfWuj9wPeEY1ZFxq4Ue
ID4qc6aiprO6hWWRBcn0yC7/i/JpC4EPp46fpeXV0QA+BEwppQi75UYBKv3V3o9Fk4yb7AaoCusl
zTYCrZF7XcbEEdtyb1t0ZwqneoNySMVqXFLnnELRiySXzyszw/xj12iTy8CxxeVN67cWDe18k70l
KLu5uuvyMtmKsaX+qVE2Z67WWJFSU3uwHKfYzbq5BBVwhZBVfXNQql6fqzxLKEY3BMW0tz2RoGuS
CvohpQvcsrVLRWfuruMqFDhUxobkVK6E1m6F2ax0G3M6G0Y/bVXvfnEBVPtkgG3r6pwkucSfhwQl
wQjMX+uoDTuH4txgjHPqXBFNX9psru7xqE24/xJj3zlW9loREXmb2S3kAT9r4oTKq6i37AvhQxNa
sdFzP2bI/LtYXrpuu3Vo8bBQkSKixgMNTeWIKuNQmnRT6KVDabhfbHV31T792PngY9LfzxaBfHPA
IZl11njpzHHacEcV8DK8oosSc1zvl7pgI7Q4zbF1WntH+SCEa8s6w8wYwlbLy7BcTe0udkSyabgU
Hyk+7J4UAQOJQXlE8ZF4QXZen/yMlTWGTHM1z0kUBUwsqX0dWItthFU85/TIBdOs4YTrJ/2xiTU6
B4m9H9pOQr1IqvKpieflEhOIuAxD1h1AJTP8lLoTZovUtzQxTxynjE9DHTdHGiiBOOtWZwZOoadn
YxBP80Cm0agT/GmSzvlYa6qo7buWHVIlX/nydqErx+FNF/jsgESKC0JSAzh2iR/ipacIlzRfQIbr
HlzXb9FUWGIzTdsXQ/xjLXa5pxcTfEG+hvzN6HuUv447N9WX5yKe13ab+NY7DfQF0ABnPlSVKW8a
TIFWAsahtOGFes6f0Y/de3Pmse76vX1xeHDuGmN6ZoFI2bGinH/KR/NYzC7Wl7Ktv1pfqI3ZD/WR
xWRxoJ3syW/Z6SX0SS/hECcdxrmpijKzhMbb47KdNmSif/vc6IGpNEn9Te+pk0UYG7sf0Yv0UFM6
E4rRrv3QkxPs1Z40KIc8Nm2/0YYxxHeR53ztsuF7Lb0xrKpei3AmrTxCjNcst13uOIUdanluH+zB
h589mJMeiWEZf7IWBtM//Tj/d9f/x82H9j/I8sHY5Wn159+2f/r6/3PJ3P7Yvy78fyHkMQtzlTbw
pPu3AN0/1XnN/otPKxfqv5sfbso92vh/mmSwPtAacDPL0YbCH+KX/mWS8f8iYmPRjYB+iVWGoNT/
xsVg/DPm+v+u/EgRHEokHx0K54jBmv89d1DkSWlwXGMCgI9jDDROXvmwmt+D5nIXKGhkvnEFA6fy
nV2pcvFWyWwLSIn4AAVwopwp1iUoEyUxnfMuUIlJS0aILRq9443vnlaAJty8mB3hkW+dxU/3TbGW
Qb1I6MJxp4dDT9dWZf3uuuG4TBChC8G6l5Vfux9736FqLntKuP9Mc6+aMJbxXVrPtFT7zhbhMugw
CF+gGXBhMJrpzqPnelP7rKENLWUjNnbDY1e7MoRC8bAsy0tcqTBDAh9ad1uSBtw6EIVeMFCAgXCr
M9grB/vfqoeMyuK1nPtk1+B+3YjWSslAmyiSTqtoMqftXWX23TQI81CYWBswzf6UhetHcTv197qT
rT+2lr4LD2q0WI0i7Os8O4gUp2/J//Qu80eL0pQpf2CJYhzKxAQa6ffqdwoKYuIxNRtHO0b8Zla3
7UdLlnB+pf3QUKe6NM67TxLga84KdyBrMJdTWNHU97DMFVQcmkzjsyfmxuD/aq0XYpzmxXf1qo4m
mTlbWcbeT5sYlJDysMkje3C9LvDp0X2rvV6gKM6iv5e5cF8KUvdeMKbrcl+3RXk1+VYkASuMJbCl
ax5625vae1quqkvauT/+UKQUvfMSKs6caTksbDd3GDId7ln9QGHszpGupGE1q/ByjL1iDjErlgTm
mBkqnOhtfhWZ5c0fCPlxqPWtfteUZm9tBlUI41erS/2qOvcBEjROxtWgNpT2c65NWubUMOpnjdeu
hU+crhCeMhPqeVfM5XEWhXOnfN6NJE+bCM/5ehd3zZWGijIJICLM18IzzUDD1n1cpfuMMUZAXxVW
tasNa68gJQRcJpatrMR7if+jdnR9M8xr+pIyf4crsgWl8pKLGFW7q22G1M4fPJamd9hUkuOyikjy
W0z5gPzAxDRW13iyzjTVnzPq+xWPMKIir26bXeRaRmCYTlAvvZDKJFZRcIH+Dh9h6jErjcAd6yi2
A43nglKigCdQdntxgTObyt0VpWLLEzMB97/oDscKLm7jl+i4H85XxKPN4FB7/ajqp9budo1iRSU+
AUSz9114PfVX3c76xzEf72IV8wBqdxxH47YzuYvE4lR0Fnan+CLNKpzrYg6aBZNTJiJWOiryV2+f
pllMWI47Rdfyrmo+RdZNdeCtIsIyn1gA8sTCVaMAq2zGGTs/BvQDrML+qKBW39sJ/98koxxcA2oS
tW7RPPG1ORvZ/SLhaunvae79TnQK4Vd7t8CWaEf/YNJx4WPIWobsTkDja3J3s3TrCStZmKQ/FqeK
OxvJoTfT+ffUmU5glENQZu3Oql38DnEXxYn72y3o+meTYHPO9e+xLoxzki1slPL0B2v7fZE1PYQV
aqvhmrw27fSlxX4cAZF3D8IaT/MMZHAurlAR/xSYuwxtXrmXGR8wAmZ5KVbwFFNKmmIBLFE8kNSM
8e/UjFAkpzaT3+4YYVPAmaJhUBson65TeQBI3lEozoQWch1PTn2ZLMCzCvb6GCiUic/X30o4K0OS
hxpEQEaxJ5kn36mmf5DY5YhLvJw252kD6itqYrVGlUN3PIkA7ZF1ZQ92pHvUATY8dmWcElcQ2pXV
bW1GceGzt1K6ry52vOShaLRuPzW1i4w2FgcpG+PZN5hga1jsr1pdwYmzuhglafUfqyzr05vt7E/e
9f6FaQZYlRg27iDWqGtY6cFfAlVqWzj79Sd48zeYifdaaN4YzAWAd5hVWBqUfqaFLYVQ3PhHj2vl
xhJZc44FMY6koEO68TZ9U/6ilfO+aBXrWuB33ToU5zamIj2uiBVpyW+XcteQjiUsKvWWGvYUMoGd
yCc3XUTg1vo3wu5eOvGx6muiyDe7ScpTxXTmk1RtE2l5+2kY4uLl42c5g9mMe4uCxDp/IJ3w2d4q
zBYJVW800v3tEr+ZXIF6nUd+R5FgPOdGsK5WE3luNkfkW9INjjALtE7lBYVJfbc5ign1BBxBuTaf
MfmgbTFUx1n3sy81Fd7Orqsvv6uPU47ZyJX5prQtCisV+0s9ibK4vC5lete2wNYoknc3qkqoaV9o
62rChlxUZT0b8/O6vvWELFrG2YRXG2glQpWJkFW/+Go6o3gRGbEySF3z3tbeUq3amZBkAkesL66X
7zLtzekIGrfTxeXqKLWpC6qurUI+JQH5dNrS3R278Qd2Tlurng+rdPg6CGdjuepeDs2dKcdT2iiW
7ln14SJWBanXX8SqH8a+O0yVRX98cfFb63fcJq+xpR2VGo85H+KaumQ5ZCecaJuxMpjDpf4ed8nV
oZ4XbWpTupfVHV9omT8KzfylAWgMCBddXb/6XtVT27vJ1lDobPgYYR4t1o9DbbiZIRGIP9aYQ5bT
jECXmBdm+wmT6uvS/5RusUdfuzgDx0xXcRLr2bUujD3LPRanXnqPp4hdX3LvC8siMVSwfl90vub4
2Nx+2CJXXRLzNJlxRq3lJxHwg2zsSPRNmGE3HBega4M1bf35PfW8jcnbDu/eNqNFGBc/Vjs6uLWD
pyPPQDDRiNBl9NqSIwuS/oXqnZO5vCxTsvNo55tvNA5hFJBVwNCQYiXyK9UjOLO9WucHHP200PlV
NMb+F1/aMOmRZopeogjFy8FuTa5ik/blNPQd+/6WF2zDR4O6+ORQcwP2Vm/HpjvKiEXozi8oW3+6
RN+ZmRauHBsShgdfwO4a6yPXzuFR0GfomsWm0trDQsfObQUSW+iALQaxWjc2IssvXu9WJNkRavtv
r3CuMwxrYSzbsV321HNt7QaSXEKfVlGxSi52pDgOBMSA+q46vUfI4Ng0Td5eLqd+Poa00XNUWWd6
+c6L7tO4ZcgHDGO/sa9pYTm9rTeukVOQi1ale5p7KA097tvjUH7xVh5ywWtSQ6LDLsZXK5j7mw5k
HZ1bfsxXxAJbHdbi5D44rOZxwwKCZMtC3rUlNZWSiUzEo+T+zDvRP7YMGmpQ91rCY3E2QjuZDt2a
6IGv96GY+p0x26EzjcFk9k8z1vawHlDtUq8EmkykJbSsWe3X3nr1ATz9AgJWRXQ/+SefBQlbOx3R
aNbsX4uZvhr1L3+dr0NjPtXwhm0ltkggD4nXnnDqnN1hupl0mTgtUERdf8TVAb6hfbA68eilaj+L
9B224z1Gua3mn8WkhcmqA4KNg5HXvrD6czl5v3Baq+2qD1+3A31bWiyy3FrtCtu/tVf+bitx0Nc8
uM2m27xx/UDnqe0nccTqIJicMnTVsHWXF7ZIgatbxRYr5bjDTIYfjbV6uodPg+bspka02EQI9cYL
7ayMNF98yu6DFFy6Y1RP+ChZNMWK8bkyyzdj8d5FMcdHG6mSjDJHACqiFNmLWUEo9J2DQQV/QHFC
lHEuKLAkG/K9PDnS3A5MN/4z2Ip1e3E1axhgfJHcGzi+7CP6x7c9Si0aY2nGV0te4/QdWmDAMqHI
+52qtIPdt289uV+ghAQlsYA3+rspi23OBgFVIJgkSqMO9bD2gmatMKPo3RaLCZIB2T3OmD+tY+4g
ckYI2Q+IYL/caT1UKaKak+64tu5nKvml8PnwTA2NwGJXVVq8S2ueGpkV4Xt1oH278W7AEdlakAnb
96z0lg3pcne7Wo+mV5qR3d40n9zbxrixW7ls0DSNQ6bjnHHdMxe8LaJgkOZACrwif24J8KWLu09n
/2ovrQfc/gOT38Yy/vSudb9Y7ochPwvdmXeUBmJWzo6j8WLW4o+dw8uszF9plyfbEg8mJZn0O2lL
xWDZtwBbWvM9iY34zZPt31jjrNUQj5cd+aKRZQDI07brnrrZjZ+TOs5u/00ulx7/KAhforadM9SH
YZQ8MHtCi8JivqLGf+WYcE6mlX9otvk6cT7jh2dHIsFlBZWjol6m92IxP8rZTcOZpasxo5XX03qk
AutFtMnjZFvdS6bnX+CpgizOwSGABjKmXbemDzaoyUg06RXL6FffaseONezGqRzS1aRO4+4L9Xyz
8BHyZ+8iHHEtLCvqIbht/L6GE67TuVehkErtjIO+v898rns44vNLpdrs2vidT2LXFkynBVnvSBXZ
6BtUY5XdlZuutlUVHI5xyu2nYhD91veq5BXfR/4ea2sSgIQpNqkl+rPDRoJyE2191+TQbvDoE/31
DO9C/4m/R1St640hGsUaK56c7VCs2plS6GIKTRiTRqC5aVmHRrlaP6pJGhW4OE2veWaOd9LuNKA/
q8eyoarpUQQaM6KvSYNdUAiQfKqjnpJa41wz507trsrBbfj7rJ5HL4yHXNrPRANox/NsJbud1iza
JXZkuuOTVt54sGzVwLpIBu5F3TcUhpfI4eB+kjFOr35qUn7iasNh6IDFql5hnMqLxDh6osMtPxQS
B2C3UtwVNLVlsNW0DRVoCiQe+ygS6LhyLe1l5ByFIoV3ivGk0Jw9VAYF01bGoLyLtadrPvarGeSg
tJYFHKpFN3/OsDEZHN4MqcPeydLGurptg8o8k1U+rL3GdqqXi9wvndudfIqhSGLyJOjxoFWMZDWF
nHor+URDlbzFvefavcZDr4EroSYgKPjF/cj0i58uqS5wVvnhR/x7D0hIxeJFU69N2Z1naLazpSBn
XX/ZVpqCPZ9tjRsk4Db24QYUxZbrWmhp8fLcVnVibqGhPINlXm5jp6QALdOb/iTXG8nYdWMX7Kzv
u5rx6fFY1g8D2MBmvS2TutzcZ+yJWjLcRms0F00BWzfC1OOFOsQk3YtzBip0Zto1VgX1ajUAtLTu
7HZXyF/tdCjYgc9P2WgXxjcXuMT9TivaDNTUV9YxsWNnfmU5OZ2HwVr3ND6UIzPYjETeASYWa+0Y
j7hC6FXiJDBOMcWInEzp3C67ir1TvKMIqyPsYbHACVog6ZxncIYvGctC3HQD8mqocENPQc1/YiTw
ZYnxBPYLvaNr1l+cXpFw9tm6dxuFjvpBFNkCKTv4w3iM58qmW2JdYrq3AAptzHZW9q6UMbPeMtCo
EMDUdu+a2bObEBu09kiZn/ldgSj+IKwpwNHN/Xc9MKEUfo723DXJbq6W/tjoqn5rDNIEIJhssR4m
9hhic9OlEZyLRUSV3VTDrhJr+5ikWXNUAEjBZIMNDr12dVI2obLbsi2nVWEBBGW3SfqaFll/UnOx
AA3ToTnrk8t2kmMAL+Mac3/IpfE9wMg62OTIn5rB9h7b1KsvYhjtB8qnYCHm1WQcO1bHNFbg2XgZ
psx+aKtJ3K7dGRuUwu47KOZtz+azxE57dMoSVrie4SgJGrok7rk/2TQeZtkBpGJJ3NutLdafuWtt
Z2JgL7OdDD965/FZB4ZNH4WZVE+Va5p3KPrats0XcSotyX3BOKd6gurFFt+iQqIpD866cNLNnQ4l
zmYX8wS0zX/1uT4fM6OWT/HQMY9YU09sZVSobTbD+LVMhf/aj+RZgzKNM58t2ExmrSqSnSq5G2d9
b3zC2gAbNiijfM7yxUZmlNQXZIj319U0um9DVnd8jgoMk032o2WewQd1WlW9EwOZFXSmFsqel171
QkckrThfGNplMz5mbQkm0OwlZqS6JyRWsJL2IJ55zosxN0wzki3e0pjKQPoxuL6t2Dsxo454yegh
mCFcV3gvfqO5TksgJl1h+L95/GuLIdm6M52c44ps8I5tVMz6eByL7Tj3/R4ZzjzYbLbvO8OLuayZ
9cFc35Puceroo4o9Uz+jfC6uOz+5ykyPLd/CI7hUc5tS0mWD5qSlqNSM9Ju1PiMOVb3LEQuRvJfS
s54ms+KCgDUHil7a/5r1hIsvEnS/laM9XwqqlLm2No9rbi1Xg54vvlxAcKiaLfa83sODyQnD2NFV
0TT/MvOb6ReJYV/4rQiAOml0emC5wD7dcr1p9PmUmwb6i9epLeBB0Lpmyad7Ypuk7BhFdbiO4ND1
gsepne34WsFQ6vLXdrGfOgwmU73TZv80l/KrsihzKaxAY7RxeyJc/rIfMZ4GAlsN/M9Ij9fxPHn0
TNTEeTYNpQZ8OIk8eS6Cs1F36mLVU3y8rWi5/OTmF74t7YVUWFJu9Xpynm+E08k0IiXuYzZBr06f
nRav7T5gvCUXSiXMH/bgZDMWS1enthH5a1Evy3dhmcWbYQ0WrSxa6M1JF3U4RSa+RYvb7VXiNf5h
KDTKO8smrzAGG12ZHBSet9fCrVigDzZwgnw1P63VaTMOZS2NXBrDf9POZ7w5tU8AttdNsHxZr/2R
WNCo59DmQ5Lk4y9jNYA3epqv7hYh14fJHWBmevrg4HO28qNIGWP5TbvRnvS9PlvOVwP57JwwIRnR
JHL1pxss5IlpaO/Mqij3HmUau3TVXO5c7rqrND3QzOphntGHxvi0LNYaQE0WGwVxHqdQaeympBQb
X4drUNZ3YH6XkHCLs3F8vBAxdIiDHpvbnsO01TFZ8CAnm+bfvpJzOmyTtb2oCcJvVsFbo6/lhKxF
Ps2UTmTh5IAvgca7jr7zPK1zNFfmvoHn8DW4Ntmduj8NtAhH8TgOe+x0FgUyAKhmzT27Poq9tH3s
d7go6qFXe9qxb9TvhAe7iqglxCpSx7+J/2c7DN3ZuTZKKJbN4ER4ydZ7t6/f5rT7ztQcsqHnrtJm
XLKq6jgixW/AkmD1M+QRLNmzVmiRGbfmH3cZEZbYhG7BvWF9H3fSq+JD42UIMZPz26AH4Nqp2L0D
u4nSopWY0/uaENnASOdpFLjmY3fnNPYTqGzcA+TZiHC58YfwqhPLCCKJw7rTa+0NFxB2oXkOrJKP
sd+oDqqlCobRdCNPfWX2xOXCF/um6ssNBoGHWDrsWCteF1WUbjR66mWWecf32L4i2mTPjJ/5DoKL
ijjed4BVwRvKHsSoR7OMmYEcq7eySOqtUn4dAdVb9rWpbByHDnltxN79UnXqja1uyWjdIVbggLwv
7Ffbq3f92B0l0m6EcdIkpbY8GLmP5RHiGwYMuR/WGeiqlxMF17vB3cz4Omnn9ph/LXFndg4yMd4j
3OSUOHsQT+0qdBDqvOnTW2E26o6+5XrdwCWzVLCgG05ubjwWyUCvAnxQIQnjajfTm5LvtNwsqGx4
yO1xeLFypPPWb7f4l9ilWfZ0r8HUhIpaMa1qVMXoGN02pCUOWHD3hYX2mOGqepgmPjF5QdzP50HS
ek62LcqxOONVaJ78WL/4PsjlUSt/9cZyFnL+mmf32DbtyVvdM9m6Z/9vqW8anpjg9aCsyRk2hjt/
SYQ7kSXdlZia9p6luXvngF1Go+jGPefuGNlFUZy8ssoYPvhhprFeHxyRfwwjJoabnSlhuxjeItNY
/qjVHHt5Lbvkt4WIDxq5RL8XTPbjgdJ9Ao75AyvCfem5+yTJKPX3Zp5OMM4ds9zTPR/12nhX2UOE
2+V1UKv7sLTjxuyW6iHrW/vPzfv+SDE1iYiYk45pSS9O/iAZK2Zh/Zq5CWywRfXRtFpB59TV1jTR
MUu2LDs1FMMZg+tRIOJtlD5de6qlnsmCJncxjhZbDLhWqxXJbfDmzdjMVkAYlHis7/1pW9aKm7Ze
xGWaDFQdiN4HvbYQxIxwKPT3ZW0Nsp0y8FJfIAROuwnw2rYezV8jR0k4y7k70oI0fMy3/LYz5A0f
iurRBLpNTcnZM5xHrTc+hCl3BUciBLkN7+jRHFQg/CdK/A6DTKdgmMRhibWTzK0DnonD4NfvzTJt
0kqdJq0cGMSJAVCNlEf9ipzYNAXSOge7X0Cl7xv901RV2JCp3GRZ+2WY5mPT5afaTO+KpAuXLIVa
02jOjtvSsncSPdkqUTwviI8qEebvsfRx5baHim57DKt/y4J8EeZE9M8z7rGXudSivGXr4iV9s+mm
RWwNYhMnt2vfaGc7WcDI8Z757rpph3ncQniQEc/ldKPr06vbuy99WT9xnS1+8+OUQW8DP2y8A8yJ
ILdQjGfZhGMmz6Z9BJp2yhCQ7qdRT7c3XHqWfoliIlGF19W6axe1dUlozVwI31Il5o+um+07Rdj2
K5XT6ER9Rhv8PI83JT1t/Xij8RW0CIggkgbUCfgPEKvwbMDs8J8lVxDtxIZcuzMXr3qrpW3/0W+a
W8G/0uE33b5PXqNjsGFuI10Dr6Ol0ggzWyhIFzPCgJ4d2aYYO1tMqM5xr+4E15PQa5IbZ83BydK5
LKSAeayfYJ8EGpxTfjOMSvaImdoMNNdwgBWGlCdpsrxEDP7WF/oCmINAsU47wWAGLMbJ3rAXLdMl
tswFcbPPOpD3FJZtqPlf/s8MQj314evf/0Gj5f9kBnn/U/733MftD/zTBmKaf3GB8UAxcN/GRWsS
dvinDUSIW8uFeSuTwInh2beaif/MfXh/Uc+C1fnv30Bpp03Rxb9sIJrh/aW71DDpbB5hiDq0Bf0v
YpoGDLl//NfoB3F306ZR5xZBuXW4Gu7t1/9LXcqA5gLRdMQNn8eDHyZlWaVHuv3JTpIXq4qAzaHN
MY+JWv70nTG/tENc+ki4qSGRhtPJnb5mk076HWFw2R79Utf5jA0q9b5tWixTyoNKWSbXgvw2Nl/y
4PVz6sdeT2Wx9NkNZZljvAvseMV9aWsDo2RGB9rGSxedOrTclAdfq9hdxaDSq4tMNbMLcZ6uY1SO
06vVVNWyXbVx8baeLMp2DZYyLxfwEpnRsfEaZpNuwMbXuxMTA8Mb1q5+JqUNa7Z9iG+6IWInnusy
0luHLsexhlu9dxO3ynfOqmNmNFvswKtIqcF3/Es6qOTXqhnqlNg6cn3nDXTRpfNr2xe44PzK4x/W
j08dGO9tGtdvFt3Ct6X/V+Fi7ROLMZ0mXtxgWKwhpBKj/ePeZlbKNddD7JfFPm2nbmfPdXbR9fFO
S62Kd2NcAper9cbwk/5GW8Apq6bx1EMIpkzOfCMEqTZxo3snHMbuvSj1GI2b/a9TjGGsU9VbzS6+
5MR84fBVJ3pc1RFmV/XDnmk4siE0dxin9U3jY/xtewbCmk5jTNLu8GrT+hY0w2IHWR0DcN9wV+N+
GsCjt4a7oXBy3P4ZcBhObM3D3v97dvAWbHO3540KOjKK3YOGSuW/Tayi+5Of9/yRoKoygdaM49en
1IMfvrPcjSDlk90e+1LdZSAdMXjIk4VdatrjM20LVOj6vmr1WEaeQ7yOXXaOYFOPDFg2YVwRkMMi
timqFtOdaFDeGah+5Y7DXS3TqanzOKFnzVpYPWD+pUIwATrPzMaqe+CObvEnrMpCKuVe6fmPaYqF
ZOto/njpM1yScywmuhSrCo+B8lrzKUk6gcBgj+pNdbFnYVAlK3Rcs8TMLj3aNqUQPdPVmWvRB89U
3TpoZjzmR/tWrMCdsHsH3z0+1U5lu5Bv5okpQKJi7GMWwfvCqx4EdoqgSxrsf5DcDjmhsOf8dtEm
SWjcVzdwwkjjqQ/WDYJ2ZZQnHOTeRugdLcYU0FRtWNBOsR2lRl5qNVmwffZc99PAzBOGXZYmO2Ny
M+Iuyl0J/RdLd1MTc8c/eDFlEhCBGrAIqSGInVAYcLaUfDTxKbTjWuwsfIlm33BjQ58EY92aLxp/
Xf3ae2tbn5o+z9xQY6F91JYlrj5ky9gZjIXVTKG7WIUTznlFWTCkX3B7qVtocxAP9pR9KqpV/I0+
uletrhGcu0nZ9E2M41RtrEoBC6Wn5B2kHqIzuabPtMZIrfrmzAFluCzSe95Ttl/sixvZpv0Bx579
YmEMsvg5ITrno/6hlv9g77x2I0fSrftEbNAFzW0appVJ+dINIalK9GSQQRPk0/8ra1z34GCAAf6b
AxwM0BigUN1SJhlmf3uvXTse47exy4gFz47+yVqA8b5b/JLNue/YYPOS/DkOKp0hTlOWyiyKKKg6
Ztg6c54JtWwwgKbd51iOMfXYmHVaPNAx9ZVkOxkvEfYTzYYdIw73Bl66fNt1Bt4Kyeg4gfd+7mvL
uvDy6i1BheYGGPawk0nG2Tsplx8zwgK4IG8itEp+d8N1/aebl4zB0XfWCtTPISWrxUx7Wp4ROu6M
Bp9c5kjFkcBaonkoESP9+dSw6EfAOPxTkPfOCUame3TbzPgKhkywcFIyybHLa82DRdK3jZBzXSci
LSAiPxx+FUkRbqwim9/bvn5Vxigi+CzzsQRXGbUK859Vd6t5afi9CwEZxRE/sRlnN5zAg9Uy1S0X
pMl9nbiAreo5W45kc7staXiNl4nYBREndyzOHiCvjYgHtS9r81eYNekD6218DoMFPg8uOQZ7M6aJ
LsB2hQnPO4iq6Ve99Jb3vE+ayMB8/e5yeysZycT5OS/r8uAKr7gEnVsf8c7dMfv71vQE9WTC4uDo
BXFzBpK7HCc99BFkVvsBWOzwRm3WtGOlDQ5ZMSbHYJTxs6PLBAOddFo0TXc6WLOa7jK2mG4rJ4vI
X22Lj2IUIZFDes5DoCv3DHfyy4ypyg3iKvIZge91mdV7ZHXjLPHurmR6dYpNHh8iKqriJ/G9sx77
U5aV/q0/qac6rgwB7zNULoli8Y0x/EGQGD+gh427Dm5mOo8kd0Y+CwCijbQ/pDWsLYJARkVmWbBf
Vm1tPtqobNhjLnBzT0ngrH1f6WiBTHLCrLjgNyKfnzr9Pu8GsCikwKhIwZNkZgzfbBgwA19b1Lnz
gz2zxs+FB1Ga61pq+gfXWtSWz999Cd2JfxU0Rki3brhLyUHf6DgwI3b9q75TxlCPSeQnrpF8utYw
ULlMGksQ6t6kNNPfWLgs/KYiQR9O2aoU8xf6zXQJmIx2WfrUqdkFlmvfCcmwRTbT08BJHz+J4U14
29JlFzvDdzM2lwJObKwwJfTOu+q6TZKnR9XIVZHiWMl1sNFL+pq00wasw13WWUff5iLRe5BZsiy5
yYmqMY3MH1K/PYf5dEyDhY7yLrHQV5sXjvP71GvWQhmIV4IhKNO4Uw7o5UClmU1QU9Xzzm6W5xwh
G9/TXEXCN++9KeB30VHYOOZGgPbHHt/9IHGPfqVHbyP6GY13mUW6hS5dsC655kNaxOFTEbYCP1cG
ONlok5egrTPCBa6CM2tJhsSresxdtZHMXxwuglmfHpZsNBBOS9Cw60555YftLHeS4QI44IpwqdcR
+RkVLlvqCdid8y79sqeEmrTewjd1YxXOsGoHbrSr0SnLdUo+J8pCy2KxLsxTusTVazAFMwkbMFb4
7yooOa1fZd6ON0hSU1s5hwDgL1v6UN2pZUgxjrlyONqkxX50tW1GAvpCueky5WMdCo2LUbO6cLuZ
FgsFOK+8Hd0b+mOcCc9eh8UGB8klt+x2TciJ9AoDPwd7oj36ryNSFKCqfgQPlo0quTftvr9blO3t
uUw7d0MncB8wAefePs0t0330kRzP2dWU4JZ+g13QWu7DfHZvZQrtdyycYrtoUvgjxZgrPfCl25UV
Mqz0SIDEJfnDKcO3SlXBjZ2CGiirvCNxOA4vDafpyzTjFUMPuCvw965noBtE2yxzN9pyRgUX3c0s
hgeCED9aygMvAUdwMrbFHUdATe1oG5T4nZgdafxBESnax0QxQux7iyRZ3r0wg+82OMzPtglWQrtp
tcUGbG4YmiagTWwTi0N9OylzYnoL7app0GszJBG8qr8Sz/igKi49pv6YACXOmF0aB+Xl0wcYJIAB
RBK2k7n0B920yK82Gyf5kal+4msdf1TpoM5GEn5pl+AFdrli3yjxCnG5u+UK5Bwm0g0kOutHArps
YbM/402TiD5uw+qKWQIH8WpxqarlrU3PAczhBhUftlWpR+eeEsjlcRJLcXRSh+ASfdj084qdYPR1
GB32EpHN81MFSOLVimW8mzyf0U9uyc0oszBCdxHbcDTYXMP+5zQ4F/zk8q266l1+hVGjt4K1N5nV
JSamsrUqnXyFuR2em2Ax35hRQQhrOPt5bfOWLQsxmzoJHrA/P5pZXb3hFPxpaBN7FrFo+qLnH6Ya
o3ycsj1kbPezKVRzFChhD/1gdcTY4uRT9r7/2ThiuOtS130OMUnC8Ivpj5NJLB7riVcs8Zr+cTCX
8mQgZaNGj+HwLWZjjoRRUUvFEHpn9D57mq2MnWe3/vtsZ8Nd2WIgSjxz4hiftejGbvk0C37soGz0
ozkyjSUYvzOla+HdYFRqB7ZBmlfX71Am0m0zB9a20EN+N0qCesSWK8Czs/kjqyo7Mr2SgHBQv46O
tnbaGRmso77S4nK1MyeYw0qvOwxuOKwlyOw1RajxGm7VcixNH+KFsrJdO2Yg6ID/+axIYRefdGyN
O4nv6BIO/SbosHkyWaq6ldeYy32BXM5gZMiOBjnI56VIKWRIPLHjRX1IZaGOs8loaJbxJZ3RJJu0
tzY6x0Iy+ak4oRyGm4bh3pghX9Evv83hhLxlnWldwAY94eRvT9pJbhLgjKvCG1Igi5mxdyCc3xHO
FFvZYV2mf4RmA5XyvgXDj8DV6X1lJd5JLpb9aCknPbtsHeuCDp+NlyUY0eP5OW7CI3rZhPUhdR5y
jkhRYph4xi0K7r0auJguO9IWDBIyjI/x/ARKkSxzMRCcx0FDgsJyufDNbDQ/8xptj6Ntdt9U+FS4
pnO7jEku3XrYU/FNMzjOHTA+Am75qW3wcNUUMB+zVqkVVxjmcXhQWe8MyQriLvfZOI8nQ0zZebDa
h9Fh8txPFnefRCADGJW4LdoyuQly6F4Jlyz2R0jEOPgaqgyycN/OCH0B88NNZvcqygspHurr+Seb
cB66tvzCV8gb2uIVKEIcRzEMpxVuE/8wMQ1DbmzNyOnUS84kf+WlCffQfpLcvWWzn5HB2YhwhKyF
dn+1Sf2GIcd+XtJuoJjUxT9BLfcn35c4Gv3vi3L2prj0v/E4H+IGw7u/lGmUV663M8ZRtvz6XnWA
9FhuK4QCsqzhnGiug1TwMTxGiHRMeIoi1cDYYu0c3SIXHKMTYGeMb5IxCHaxiG+IDzzYNhb73DSy
2yENnpts3FhmEx5kGNw4M6Zc3eK9moqCT6oOL2EscJsNYwyBJftAJ2GeAmpz582Fe8IrsWdYs9CZ
shzMpHwfq+sksO2VusN9zeyHmoLFSv27mWPsCde5BIq34NQpv1K7Tvap6CmlV763txEL3ukyQBUu
oRroatkZc3hihi8fDbwqn+N1d+4dvR0MWTxiUzmXno+dGv9RlLh+9dT6xRPCkXpRQzjdDewDm3kY
nZ/cDz4CSSmzVX/VKq0/COdAzJ2LhjF4zvCvSaS3tsxarAyD1ibaIIKjL3FOY2p5JWyd7Xw6ZD5y
yxNvenLNHQGec8mUb80iw7jdXpCqCZ5gMWfyvucS/u5cQQWD2795rv7JIxLzWjjNnVS2sdPxZJ6z
usHmCYSpcZo8En3pfmPsmZ48RB1isSNCekhSmuQRsbyBMvskK/SeLoKvsaKceRVUgJHs1hQEacbq
WZPEZ91Ou/tcyf7Alc3bsPEaGzkwXYOPKnC+JfgUUVFwI87QG0QJ1q8izmA2prERLgnoxZ2J1odW
+9yOSCPEAFxcWdNysV23PIL65gZsfi8aM3JomUkE1MTzNzI31KOcl595TGIjmLE5qNrsbmqjYq8M
IPnrxq63nQFfDIOE2jUmXAf6GvTJXkJzlxDjsrASTLP/yvGIQ7lbKVpGcErAMXDP5Fwa2jKooVox
w/Xfa4BXHA3Tb02JwOqavdqo0avPfa7l1o9D/wziqwTSNW/NVLyUaQxdEePqSlZLTrFJCKorc6pd
oWr9AUdJ38KMLPeCGeemrZa3AVBq5MyDf86WHGpaY7u/oIobaxPGwAW4oObtceKNlfTVTZMqSCVc
f490B9qPWW02kbKBTo3m9V7nLPixhoA7YUsEYYdRxeVezRrvc8/YuoF/aeVENqcz8fLbAb098dIe
2gpfpkX/wbrL7G8UKJz2In9UiOSrEo8fEzk7XvlpjS+66KwN6ua3PebhqR4db1/Zfr+3LTLZbceY
ogq7ew+IBEqLbRJbyQR7oKqOE+en2xD2Kj56heO78pA7mFjQI4KJkxsTg29MpY5YK10PF0Z9DRO8
sEau60Lk0VKBxMSKx6IYxpvFmf3NqDTuJcGAHp/B2jBmEhsxyAU3lmod0mi3Bnfxzo5n4EOczFOA
q+1Ar7QTVYTT5ro6yDTIT1ai5a5ryOLFMb3HDuvDNY0V5JvZJaAaFBirco2yRJ7R2jmt0vANpLVl
wK+2lVDPTaJf5gRlEXnRfk/K7pO2sTu7gmlVLWJ66ftQXZ8tdbCtbNghgt/phXRf4bm/qJ4hktKk
xRZiSxFJg8TaUM563XlTe7SZq5xjvEFbWec+bJ4c5TUZdyrRE4EBrLdjP6MguumHHuPYOXJn7+MT
kDKCUGOr0mZXeASjznaPqaxNayEiLKvDch8nKPFke2KzxmVsJyQbbEvMd9TX5+fMMflkvdjBaVTk
rYrRzcIxfWl9LEQFhqoE31ye128aty83aFM7hJy8KnibFtUwikLEfS2tST5BzKd2BWIcPgngwLw7
XSJBcuah5k4YpJYJh0M5amSzLI2Ee2UwXQdSlWTJU2bJLWWa80dpwiH/ZfTIdRffmybjmHeNDfiv
dq6hJv7zvX3pR5MLd94SEN9YYTzIG2fqbBt7ThtybQx7Kz3JWTjjVlhd0WxYNK3lSDDOvibrKBg4
4oHi+L+kXqXPlWcOzmoxYlhhuT9/QwYF8TuNJhEOra5O5Qxp+R7lP9z7KmMOWCdP1TLk0Th7HNOq
G6pNnksLKqgqEeCSqewe6kQcW9f6jJl0Ma22+u1YFUz6tP9z7K3lhQdheka/xQZhaubmHnHVV0vN
jPVypA74RTpSgFjg+ReVWGHckzdhrsykXpPoq6/H8qDtN0Y55i8anE1/sdVQ8zzgDt6HTKht5ufg
zjIEpHybjPhMHutukicTQYhMF7Kl6pLqFSgMYLlqksPNJBfGEqm1xyXerlVKxVdpL8aWrbOhkGR8
LZvqqWpxhXdB4T4MmSEepDXXazudz5q0B743r/5BVIazRS8eGU1yLWCRTFmUCJG3g6zvqz6VhyI0
fOROJPOXRcX+wZGBiCA/dm82WNpvJ65JftkZKCNHemSgmvgNY+mMiQzjqTMCqkcAEFhOwWWHHZjF
dcqKETAzaJR1E2iyVKCsJnKhmI1ZQhYp5o/KgwOxrzLik1uO4q3YOwNU1x0PPTaMLFO4bJkYanXI
sMMS209k2zknDRgj23rCits1FX8dFwibwQ9XZGgd/qZ2bX7c1Rjm2zBjQcC6OqomwnZegRwamqF+
KlzR0ei0KjJ2VdJoRYWTfgNTfFnafZJWteJYlPjTdA5aSL1YqrBW891E/RKma7xWy3YZlledNvdI
08dkNnG5AYha+XPT7a0FpbYy84DgfQUuR2LBWgAoHplRZO410cSpU9TTDj+2iJwEGVuw2uGTK668
2+AmHAnvMO9YTVxXfiRdd1fi0wFyrqudPblJVJTK25uNNu46MTQbiSi5HvMAIziruyXWnjW2B1Dp
uEakquwTLAz5joXLf0vw3Jxby8221uJM72kbpEeNRIqPPUWVBZiKylstGFyGMMAGpZPjkDrVEE0S
OyjfT0ajxmCz28s0KegD5JGh5MJ1qq2fmjbkjhpTNubJBwLk7wue9kcGA+fKsg7TnMohEjqdvhfG
3Dvmz5I3oixw3UNdGClvXpeqVz6Tbijk7J/yDrYBY/wFQupKolRFZDIc9HjQSGj4SD6vC1RRiW0e
GVdzvP2Bz/OXatCYy673ztIhZsfThGen5gyTS7u5IRbbf44yuOsnLlz5gPuKE3pIvEDrY5CljPGT
yr6kjXPrhfh/up5+xTG7bQu176QXniwvHmAamnl7FwZjcuMyHVhj4JzWXYGzGG6rhFA/KsY+PdFi
gy36yfDjW6YdbIpcpi9ERruViQj4gPnjxmuzaFzEMWOc12EZrhhp1j9aAyhGPfsfQqJTuy5TpjTM
kwdrTr09KkB6Kf282YZAUHeetlFvU37oEEPSbIfFp1xws4bjRy2xn+Gz3uPMhK2OGhADy6owJn6x
3lav5JUn3sY2jjxzvnMNWKSJ3wfV2kAhAMZdoCI5pjXtB9mJRzp2CKWYcUVcfLKcvZNrIt9LYT+h
yv6avOS5EibjL967s8AuuCdPTTlosPQAmcJbD+/CfSL5DkHAcFYoxdDh2qiCQ6uZNQG07jYliXBa
ZohxNb1j3A4WGHnLokdLG+20TV3WZ17owHgsg6Z9HMfiAXJ/yw2WtE/AbHOVWoW1MSQm5aQke2yR
WT/Ug/9a53BPzDkg9YJf6aYybC6BcbcDC6Q+k67nzjokt/71Q+2szt9ygcs3ZuXMm4zTHB6Jtw6f
yn6MB45vefNC+bZaU9x2DbpNH1NuAbowOLnD16fowGMJOdV0dtyQJvQ21BB81b5gSAP54KkO2Auc
YrzxBHmjhfDCwUniiF8QOdrLf0tlt7VZoB3X8xa4oPHuu6RxJIvWEU83tNxhqepNW6Tp0wj5T50K
ghPd7aw4JkEbU7F3gns6xe8dJjux7UssJKc2LqHfjpbLvuuQDZ2mROMudU6k8Lh6hJLTLu5O70iR
rp09M/hIKZwPuQjvC1rg+g03wrT9jH3TO3WxF2P1HWwlj7/tCf+H7cCp8R8Rne9Z9fnxOf36C7Lj
+lf+6dWA/OW4Ps6LvxXb/NOrIagX8QF3ihDfpMs06V9eDUv84QGVhYx+rff1qZz5l1cDjwf4a8sE
2CH4Y+wf/41XI3CubbCcgZKmvvpQBNxMLB8QIVjZPfPacfVXq0YbYJAknmtiNfbEsJ+bIe7rxwQ0
sYpv9LLkxi4lJW3d5LHyotZymhMphO5J101Iugfb75UHEjGsBF8Nj745hBpTRCaJRdS91MOaArqH
2Q9eGaKffFqldgrmxK4NSDz6McJRELQ4jA1i9XWajKTAEYSGUHxxTWeuKdWT30xBNAz6BS+XT72b
mRqXIE8atcIuqKlldOf6yzHJjeNwvoKXBkl2k9h+zo+/5wUZH6UbJAOUsSY42Q0+NDtmSazjhsRi
wg3Jo86BcIzFRc+Vb67Vfw4iPZGdRv8kBTkOAXZ6AAicRCCiBW48nviP3oOYiMi7XPwuuG2dHPJE
lg4nf0440MxzwelroYok+3a0STitArpQrFQTW+Sv0HSRH1V/7MzCO2esmB8tiZXrxKhZa9N9rPEG
svsW066nCYHDcBBua5DiUUqlOVxHC4euGHzGqHMddRPj+Om3XmpnWaSX8asK+uki7VniV0uIzFY5
SznrxAaX6rA1scKtChU/D2x34KUk6AeM+DTDNGRQylTdwzuXB+QMfaD+Rd0BDgQnpcbmZJANgrDA
tMJy+uSQXzFCLZGdpzGI62Ylx7r/6iYmwxAJrLelGt3T7KXOOyqYsWNuUe1TPr/DtTKBLzAj8uZl
NhwI2ddy07ssUJQ32BvTF+cBwW7Fkr1oMhwdO34KchNw97zHeCMpp8yl27HYcZsXxL6fpozQbNA3
iLa5Ly5VkBp7X3Zk8QjRcvaRxQlQNBtKL9xdUg58hp6tybWo0v9qAt28BXmFZTQA6LdIUi8uHqSn
fPQ1OUN29sKDtwfaszmmid2dAHBZB7Z+jmH81rcBEWuS524C/0rSZL3VVmFEQ2q55wkF5+ThHFeb
KlGY+spZWLsYZPrHPE3jbhaGybl+4VRsL6zcThuYZNBzttspvJZV0E15ZhixHOyUxFO+BJgrFSwU
zqVsvHDnVg7Bqa90ND45Fu38euYGmqvJeAmhr5P7DTWcvCb8aGrVPhtu6j7y4Cw8KX6xUaLQFxzR
IqLyBRSW36svUHDG0QTf+tAVi7EWXfZaV66/E7WAPW7SkWIiZa5IpqTnCXzrmtO2w2V8sbbUB3SR
SExjq5Fs+pVpqrRaFU7qf7eYfHZhWLsnP58v5KQS7DR1dqmF3o3Xg/GQkriumr0yRHWrO+8o+6o7
4wPe91NbP/qLLRlOpLe+8B7zsP7gDoEZoUXY8+i56TAi8IGNzCpC42Zpkgd3dD8XkZAwyd1ul7a0
Ja1Dp3gE0kuDiJNZt0FnvfmEC7DsWnnkUCK0B1G6H/3qAxS+Gdl1Y93qsoQwYyxfTmeMn9NY3l1H
pU3T7LDJVBtAyxvQvjS9L89VqGAaFpdqmD8mO3mbR/85Rg9WqG1R0KNh+g2OZE9taR1gzNR9g2FO
To0p3mCPfvl2zEC8neItPgBuve1dwNDtPROQMZoFiP1i6/RX7MmHMPVvOTRjbtHGa5NZ0aJM0EeA
ZJSXnfCTHLzUeKOqD9cWhbzbLGsZXTKM4jYjHZWuG5neM3U+OtI3oro2jwBVZeQCJ6Emb0fyUaHm
ysjIkivwE2K58n3O5dJ9JPSmdmU+szT61pI96VaIb+m2ZWT4yaPjxkxHvPkUlHx+6cS1TtbhbdKD
BplrfW34w0YFK1hgw9ceikSouZkF26D66TqFjCgd7dasGTcBzbWr2AjL4+w19rFy7dswYRYkDXxj
owyXfVeKM4kSKAdL+YVE8ov4x04YNoq/m3LRb48Zqgu5YINyRpF+wXg4Lm3yRPfh3jO5nKZ0l5I1
vHEaJM90Yk/pO/9XHCPSEPa9pNP0VJUhBBbEe1QfEKMG79OQ5XcVBIa9TrEb+BziJ9vZAq67Ly0v
/C4SGISi6L0o7UPqU+FE5Bm7Z+7hZff5F8D6rTT29AaqXAhLeOkRx9xFcsPM6NelygrGk39iVD+i
yC3PZuXLVZejFeO1JbFS9+oxbbGlz8SsBmWN2zgPShAHqnwIDb40p+Pvrm0qjLlc9v3Ownv5FXSh
XmUdDnTub93PRY3LhuBJvwtto901VPn4m2Sc0vw0+W0fAjbweMCXpYe96vbhFNk+iiTxEtSD+Jru
XrfMCT4HXJmPsuWfm86sywFOxTBy95jRzVvfuwxpDAJ4CLnx9dD6BiSDFdn/moAXZTghFT9b2FfX
YHGBSyZDjVxA0hQheGhPoCTzZYvbPGh3NlatnVG3YPLttgD/xYHf6rX+aMn7ZtBDHRPnBLRTIsOt
hPCIv0wfoUT5xmbM1KifKo9t8Jg1SdFu7crrAV54mnHFvc4zzAcgZZHR5BozfhXltQNqM872yVjQ
4tF8CKpxgRhuMBVgQ2fWLIsfZovjMh3NZM205VXnQ3/gg7k3lVj7ABbChk6yFDTv9DvoQ7rfLTYh
hB3WbXaAtdQ4I93MOpnl/CnH+ewhum1ibV5kzgggld69ZWUTPAt2VppPrqSdlt+xxTQaF9V3YAI6
8pusWHlWrTd8hSYEkiUEsTtPetOW5Ufu4QYYYhqqCH1zH9dblFmKLWr7CUIL76ZH2cdqacpITMbn
3Oj8zmtUtwPb9tZgkFkNKkzWQGjpkSNTsZob7zlr5xssNv0+bB10HB+qSWmgOcdmJUH78JS6mHBX
UzEvm1jM4wFBmD6UzBz9tUm6bFO4yXRTGEl6siCWkcPrih3WC/5U1T+cK+MKhJxHfitusgzfUx+f
G7xNt25XlptAGPnLxCDgRJSnfxx98e6nbRu1dWCc57H/xnkVtS0/iskjCYJ1PHAM895zZfnbkLIk
WEsddIwmDYGAE+5h4mL1AaBD/VrMcRuVU5FsuwR6aDb3wDC8N8HAY2smc/5UVbzwXQNgKUjhLeCX
ZBMUbfY5tHF2nKuWzjrPRyNpcb1+tNg0egzXHG64qrKxyevVkMEalrWREDukeC7ba6NfaKEam6tD
uEj4Prb5b+ewPekCGzGBaqO9WFRnYzB2fruNXVcu3anpry5khwQwluRsbkvEZ9QLzMq0V9EDMmms
NJGdDG/JnM3D1kgNXM5VGhjVTfDb/Tzi3k4OkIrMi/nbH81AU3URja5ZeW8ks2O9K6TtQytC4K74
Z3AQvtBYlZsARzG43lrSpPiVBXb2f0m6NTBpY6SA2xmW/tTv0F+mn02f+FBdPKqbQ0YjxN5fzavx
W1uJg0OZnJpBJ1065tjDE7vMjg7ztHDT/b6ncivmSGhcr6/175us7INhIiYnQD8vv2+7TKMXSriv
l2DpDXpdGKxnSNyklffx9dK8mMo9dteL9PD7Tq1+36/JSHPXBr3inTK8P1zBy9/38en33Ry4RPqk
Mqk2DAiyrWKwMRAhxF1wHLKS+pPOCbq9nVKleEiqsOI3xpbOtt9Q6bFa+E98BJChWjToGWrsVdMt
oMsuMkfeG6vYvqUufORmYhvdeHCQZ57wNYrPMK8Sk93PCmArLV4+bB08RET3KXerryPL5dqo4OJm
u89Hoi9gb/OrGUhfdcM+rdV7PRseqBdCwsaaiRusuXnIpP02JcpgCtZ5HutRjZtj4+BoRkyfCHHI
PVEibTwUMO+nNd69QD3UGUanV8snI8Ulb87MiMQr3FveMZP0ijdMQ4ni1/SEZtnaACLYeBs29di1
xq5umrrmCNAn3o1vVdiBtGWnlCBZWQ/B0MA3vSpZObqf4OIndp+UEks2Ji3OhROT9O/iMHlxMa9+
9AHLL1iPuHumWniuNmwN1bSPu/jB7C2C78vsZ/oGF4/aZ7pZrJ+BMwZqx0DABFDaW1ecAVzJYT4t
Y97cGj2bILgpw5uODQNLpgmBke/A/QTjCwUzJvSkXAPzNdsJ73FdzVyPnTzjSNBLlE4Et+tIDtwh
U/c3SCveQ2YW1QGXplj31z2nU1nFbXakjHzUBWaMHDJMjrSmnOv1zraHQ7A45r3fmsU9ZmomBFPI
99rJGFdab9rtj3CKLWjCrvsjTtNn7k08n9ZgYp1Ia6rSbV6+9WCF1dtEJ+KdlQG2WZu9QVMBUa1x
EyB4YlCetfkRlp47b8zAZGIl/R5rBWfxV258PUWWrfbVUTKjpR5+mZGbNLiRxFZthEuht9dea8Uw
VOKuD48jPBAY2dTDP+GO+ugL27uhEKOL2tjCLxy4t4s9DtuSL6BOhhtGmhPA3/xCJH3N2FDmx8oH
Y8ddlvIAguHfc5srSL1NEUZU5xBSpON327Z0go4goWn4c4Lhw3BhcP6fWvW3XJFvI+EgNTGYDnG6
IhNRdPsfuuA+51/Zn6Wr//Hv/50++6/KXP+PwLFDP7RN2/ZNYaIZ/QM2a/5BnMzzwsAVIqAbF1Xr
7ymj8I9ryy5oWs8GRXuFMf43wpVFlOlPuhU2BEDmlmmLkCQTAva/R4yADcQT5r53bhSSuPVYei3N
hl1iEsTVBaoX5x2vhjV2ncV2ztwdsQrB8FgDWemCB6j9CaBqpxtL2b3ThttRscYpjR7JrvRJvm2g
3bn+13//4N39LysTJLjwnx6hG1L2GY6O4S8S6O+/9LfnxvDMP3gSfP73jwrvf2ighmf9YdshE3u6
ivgObe9fgTXL/SOARIpYYCKB8nX/80HiTxwecJ4xkwfKdijm+y/SasG/CaDIr8KzfFq93aveal6h
yn/OqhGQMeFhpvUmrVsuNkCS4z2eXz1wf5iXp2pM3QNQWz/Sk0MWIxmmVw9m2q/KS+MP3Af7wZ0J
v9oyZwjkart9tRy2v0421N1o45HzZnBe8i58ynKn5Vybl7vBnkKiKbJ+b4GoPDVTNvxSUlySxG89
/G8mjlCQTad8tFPqgER85JyR0mvQ+YzQGBggW/C8+lUI0A8PogUUYhBvBPK6+3l0sD8vWiHi2gD5
NXXBHEgyp3/Mjdqmb1mW37NU1KmAWqZvJKtd84UblfMTN40PLiUU+aXT+HwSAke4p9iEGjyTDsms
RgQVu+BIlQ0hleBQNtYMxCxZ3jyPdIqJDfSmac3xPWbADdNw0hQLolREw+wnDPB7Be0vLOyfZTMy
MmbhzwfzXsaT9czwRf50sqV/cYwGLBEERnPv26DU9CI7e1NKn/mwztsDjacl3hmDtoIAqz94TCzT
K6AS2d9eV5rOk1/N/9ArxTP2pzVGXJV5VHueWsR4GnLD65//KcZYF/S51ElYb4THeRQNxjyYsxFs
/j8vCvy8/2pmv/tf298urq/Wf9iL6v6j++qzr79Uk/7+S39bSKyAhejvvPPf//8f0VYWGMHyEWIc
gTxukdn751phBNDPBfRUV/i2L34z0/+LxcIiTPvXbKtH2xanYp4LB7gGGerw37KtcqbtQ+bBdWg5
AEXq7OpYFFaYBRa1H04X2zRMKCS2qaoqLqMSq0tv3seusIyLZ7RAA1qotl3VTfBTwXTZ24Y7nzJu
nDSR+JPKgKrB9ujP+UKHsZlpV2NCpzODuaiama+CpBwXVz/+P47OrDlOZA2iv6giWAooXpvetUuW
LPmFkMc2xb5DUb/+nr4vEzHjsSWroZb8Mk+OMpCUn1rRz2a5kjRryMNmSAIYUSgqAmI74O3XybBi
YX3iruiahy4tXMIBsYM9hajcNvxxxmmpD1tN5dR/k1wo7s6yaavhcNqhOxD8GrxTZypbt1wdpow5
55SOAtBp2lGcAf9G1uQ0NpnGJQZzbP3oJ0b7k7Nfttotj0xy7H2VLX35iAl7zK9jXnVgsihh6tv/
RuPX00/bmvSVDw8r9VrN9DwynPX0Qzq28fqzHDF7uCrL9lKvtJAu2Rb3BAlE173EGPnf+QrNdxz3
3aOBjzagk/ka9oOXhu05SImQjbgmuEXHdFuguU/Lnyr2++luq3X4PNqUvhZO83AA76UV+amk0m75
nOKKhYZx0sGOofwup4HjaY4o6d3syXSQ1lhyTwbDNYKW634sTHLRWBn4oWIMJe4owiDFlJQGDTVp
nGrVSbmQlU/XRYLH1EP7cwW4vJ/mTZT71N5wofFMpaewkR2PFD9TmF7CmkiBOTlYs9FNzkUwAlAx
gsGi9zZgCSo/SL+K4t+I/Qi7K6qBz4qf5dGTqOC3coi5NbkOPue+S5jjTeeTxmt+NygUtN/OLOuT
mlymLfjvcUUjRC+exHplwviNwFKFm1zDG9npJo/23GDFE+GUfD/ihExGeE47tVF3p+O1fLbbOqzw
OHX9SxFDPOIpLWQCsgZ/mMTBmzgiuCFPS49ZlU8f9a5KRUqWd/Mvhmawn1w6WhCyyHo4zzl9vddq
XJ9ZmclLAWrNf9jB4H4W3TCZfxBAu+kQ+O26MD3AEWi9dh2ZddGyRoTS2/o2PQCCT/Wh0eMGPycD
fY47uaaOllDGvTuAlNC2HkgQ1hWBv7DAr3bXlPwRdzl4PUg6WmS3wKgeY/SaUlRq6g41d9EG2+fS
foRt3SzfNKH5R8K39pyu2KngWGhcBYC5Uu8vbzC5kwZyKP7JUdyjhMrxDE94kTwTY0qflFcMH3XE
YYKq+hLJbkj9wxiBthqryXaHvpPL35Wk7c/Y5vXZCybxucxzmSZeajkCUHpTPcC9pisE1z19gNCL
92lMdVaL6sHDOWOB2kexHZ9K7Uk+eQiR9IbMKa72bO5owRI9PKL9uko6C2Pu9P0+SpvMJjYrWpLu
+egf5hkEu13X7rAYuuHpNPdL9SA7N0M3cmYSdFPAZf6/0PeHnxCzqu4Oo4cy50wsY3ncgFuUhxlK
mOaWqe15vU1VEpMKL703Mq8esL/nry7O/p/9krXv0+atP7dyi/fgjgIH/+6UJf7glSHz2la7BRRM
qepD0wbDwQV3frWLkSeLvv68VDRJn7J5DDHRqwzRU3SEW+dCqPsWAsyDx9kS+28RDw/jEi9Eyxjk
MLHoqGvfR3op95Ff+5YHYiMayThv2WGcMFBXluhh1KPq97JWTUu8yu9RZLYoTehuxe6q5kElENiz
R4UeAImA/pUjmEwA/4O0C9XpW38LAbWsHckyCqxSi51kMjY303dtqFMrsxUhJWBb3Mf5UkQPa78E
H6li+WZUZpeRkhzgzTvTeyMGbhrZd8aAlP7yhrZ4tl0WE8unem/D7WdcdBsOa+m9SE1NDHwb74sh
NW9tFIMAH3GRAD0O3Fcay+RTg4X6gxRoL/7ZelIlJ9CWKcjW11nYsN7iFdbeVqWEZxmMJTXhQQ6H
VEHCOUHzaW36MdY+9Qlyi53+uQ9ZYqC2Drj41tVjGB0FbkGMoGHeOeZ58Mui+XQJX2N1Eoepaozb
vejPjTbd3m0yPj6/YSIPxlPIhuyLoEY395bBUPoURPlrOBlxZ/2uKZFI4EsIxmxM99I2uvn+0/Yl
DDoGubEPD2FxUDhbpZDBK1orXxgJsJLjQM++Ikx974QDPDzMDWmwv2D6gk/NutTj8DW3FF1VnRhi
YsIsY1XDPInI6xVKE84Ppht3p6B15KkL6GY7pKbQD9ksZ6JL4bLGOOSiqQN8ZaF/xX1FNA5U67RC
9Bk0DaMTfT+/e5COfImpZvf1yiI7e+XQuedxcYgytf5M8DTm1zooW00AArTHPM72PgZyRIksMrLj
8Q8YVqCFcFAgIw2RrBglT1BQsTSRFOBbG9IaepDT2msUBVSb5K1q9liImfmZMEDRIqcdIVV1E5Ur
W+PUKyufr/Xe1ZN/5Jxkj/PEEgGswsVuLHs4mhEwJhfmvbtc1Tga6hc8EVIxPjuaeYU31c5vGiGd
st83NRs0jmVN4QV7vPtsaucmVo0YNp84M20sf1yMVjvx08qqnDNPEfjB91Jj3Tjpdt6wY7o1fZo7
0xTu2aeJsUkWrhI4fdkIKUxvjKjeYxzw5tALZx7JG6UFUT1kdjKxfvko1hokV9JtlFHi1sMrMKR5
2VxcXWTOjuPjuJ7YcteLYKxRJy7K04E9iY8prgD93sgBqHelp8fh2gO4nC5dQEDrxk6U/zWuHbJz
FsVc/MiMTgttF/VaPThOXD43Mcvezveazpwbx2+DXctw9MXTXRckATxARlpUaf2kY2Jyk1Gy076n
Jf3aTmf51hhex+/OYHl6o6pqXjVu1F9MocVXQVSqe0gXMp5P9Ldh3ZDTuhKkKLCzTZbU6sHzvOW5
X23NZlyuPnXtURnlP5lRZr/hVEpKZ6e5YeBKzby8n4WH/VlZweB+GQYMrCAxcMbGYCr/8CfFOxuY
vHlVbdCbk4kyTiWekvKzXQcHCEbpTGALOmdtqkNAXtSAOfA3jCROQFp2tIxHdOADnKR9DaOPiCk6
3/nscr+6OcJgN2DUF8fVEaYmNDZl1Q6TvFnfrDesf2xOLHlzG1bIZjHTjCOkvyFObvIl2mkcvhBE
XoPTqN3OvG/UCXa08NqYxxdrZXzkohrS4rkO8T0fMSXqKzL0eeClerGYD7+hi8D9IOjt0vc2twME
FlVCpvXFXFb7YGXABFQEqAEPfsQSnku5hAcqIz2fc24RddeB1Dkg3lrF7d0A1Ja5qk/yPMSljaDb
nqrOW5E8i3D9sc2y/DNGI3DeyFRiP47jIiBMEwBPFOZajuDrpN4WbxLutTGyzPelwxwQSHOBQdbl
1uo/bvbGia1GzUQwHtXw0FbMWjjrUvj6MLmy/Z4H8gyHjL++TjbXy34TSMmm56ChVvA6QQo5bdSe
vQ48PQH8PAbN3+BWcpvt61k1t4iV07+akMzNS2VDyyJJUlnANvRUH4cEtP3gvbfreJsRDvpupMVH
JQuA6PrEXN8wwhtgYGEqUevvtBGBezWx5zdJ1wNp2M3tEr9POGBhT7uNdx9w5CJDUGRQl0Mr2uLg
rose96LoQzjT00peLmRLIlGWBbI8oG8TKF6q2FwJnq6k8oMukruIxqAmwfhlXyczUlrWCKsufUN4
YsehnkRwEDrMM3rJis/HsQT3aVW4AY8Ffu4jGdLuXw5XGzfJFgY/mLWG7i6mzPSxmGc//wrxuSDE
SOSUgwo67T2XnYU8m1FepK9R46nf9VThGDJBml4j4tqSrM/UQXZoTZgzQSj0L9jxq7hj2/WhBWQA
VZ4VxJ2/A1fEBnN8MT/0hnvChVl8NN85VmTfBs8GM4whfKkZX+THppUQxZRa8weuncRI+NOnHZWz
Hq8Fs9wsh45MbfS9t6rGvduKmjromVbQP52nKZ9Tc+aUvyUx0eWPk6VIPkU3+Ddvfr5y4lzD+vdW
rBvGmaW6WwbIrSHJBg5qWfY7KoOeWmPUqZ++UZM8kFjUHyKyIb1DXVtTYZBHH/ydKUMNO9aDXd7F
RDG7elxIBtVlBPggbaf3xZm89IESwDg6sCrBJ6R6uvYf3FgEmMdzU/UfTAbG/AcRvUUzRwT1+Iql
rh6utAbmWOnbjDtf0mCLqi4mWx3nYQWAMR86M+J9q1My30RAff3pF+2YnegP337IxjrOoXPFCmh4
UMXy6Jkw/TVTbMExd9HeRM/lbLfsZHMvMHRv0q/yd3WmLgBDVOKAwZfm4joIlhOz1+x1thE6mlLe
O52886V2ctt9SGSqPR7k6QtImlAvxdBYUG0qWHmmQ+UAnSuhx9/aECGHTm0+EHcmCEgNhQ+1nriK
TJAt6ycTZuU5Ghp1ygOB30PqCJd7mT64hnIhJy3dD+HUNU8lXRKYXegKYtGZMfEUC0e4fYBYiKTJ
9e05tLgFDkNu/WmnAulbYm853ocyNAR2GNk62YHm0PiBs+78xTFUQ+W4lVo4/baB0eYUBGIJbjNF
UOSsIdxjP0p6NYRRks4T0R02Qd7oJg7a6qfmWWgeusDlSmFuHUPEaugx3KkwYJwOKWu7BYY9LsJr
iOdNQjRNm9FcaqHK/1rO/Ps0zeo34zSp81gYjFN4ZsInYin9A07NhguEqSMu5MSzd3iq6vRbuciL
HJez8akNVxeyu8qba9BK87i6cOK/Wn/LrlQ/kxertkjfKTUud3M12j/Wr6LoMOHqeqwyuZxMnHVg
jBi1jolq0H32OObsa+ORIlhwcQAaD2MzvZWmYJrvMeTCR9JAqaE1SY9/bKCH99SPlvA6EpijVad0
ejIHeRS/h7R8vd1yGjdXOaYcSnwcqLOCms/TLJvtOxCb+yZW6X5QO5Ml2WCFPVQk0E+t8hao3qte
Odr2Hocyr7CPxAD5RK3C0UkSEaJwMYXknkJIAXwiIUUgXm+KBQuNXp8I4qtTDJko3kf5JOiA3NBz
J218+rbQDu5nbw7SJCcfN/OUeIwbuUS4SV4Mi8/kMa8SpxsxU446FeVnUAg+OEcxW9mXOWd//Aqc
Yp+5VKv0L8yQ7DNbA+6chqf0GoeyfS1AIK9cybHq7DkHTs1T68K2xwJbxd7BmxznamvfAeFv6u4/
N6RE9HMSS0hP6KxCCRWi6m5XVe+h5NZqXtnRgl/YcB1YIECmd3LK688mbtV2JRuQJx7YcPy8kjao
uRzKN2W9nmKLzbTBmdE41mKbgz4LNtJ6zCjbUF7SqGk/rYyCHht/nj5ndgYtmtNqs2/+TyellDM0
Zxsv6t3EvFyHcZVbdVfioVxgpkeC3gZPLN+BCfwHIP3QsIBYPcp8Xf6zmDiqU4umRCArzrCCLdlP
yl2oSWI+QJgGa4YhGe4GZ1ACLe0TZgve6tW7kawyM5KUxZ7wyJE4OrLfx+6pDTO7Y2El85SnNUbC
PpBmeHHwW/d7Ow8if6tIxQESnsQaMMMmPsTe3GP8Zk7WTE96Rk2YQ+bDb7kbQ4XjEfO/Mz1h6Aa9
R2dqEUTR1W029caQIjzwthQnWGvlRWZR+hIIpZ4dH08LNW5zHZ7xI5X7KXDjK0MFElXkMNqj2dry
nUKJ+lzXMzZem3HpPc5QVDf25aj/RZ1g5X5MYbR6d92IDMxiIcFHZf46XWaWqpoM+k2OSBi6QNhp
hzg9sVfGb7qwgpROUbXQFubKvqSTLn6JNGC9vckND7hAuPzHeKGmo5hinFhOKJazICjKj2tV4osj
FTlXRpzNn47NbF81cwf9yhu4rQsxALfzjIAZgQrJySFu0yvUo8hLkBPdB12kS3Dog7YjASXdqhne
o6nq5idMtMb+owvEPCt2pe2xsBtqWNggz6213zziedPLz4LehC3p9EpVVeRA+hqCKi+Lva3DlSbf
gTXqMSp8HBQYz6qHbgrq5t3XuezxcZlb6TWLVAjTrxo3lXS5CNF8wRnjzQFGouNB6WNHEZc5ajne
MBBg0Lz4xYL5LEB+MqN7bjs5kRrZ0umYlVxyseMR0t7yMHr0ian5uyFYHIoP6O9qEuzUzX1Yd0on
7jrTXoBK+adAZaHwKuL+e1xnS01NW0CP4ZDfnUMvAxSVo1I/8Spv73Warq8421AChnzVkjt5tEAe
1FsFb6iVp61RMCtgFMFHSwUIGXx58tNEYXlf5vNtFQxHPD/uxgNyWGNdqnPXrTO2InQoc8EOT6l2
TsfTZ59hmtgtQk3PvrdN77pagcLHVsnyovytixO6bfIftV7wFBNdX7AgWTAQ+2Gow+U+11Q/Ajp2
flVjmYPkgTJIXmLclvV9c9X8a+kUbowWMzrlm/ReAVvlsMro+SocQ3lM2K/zu94m1kx8HPTp4fKm
2DCUoBZbDE/bieW0aV/SkpZAIGQa/IqsYuQ3+Dcs3ibu1XehkVt2LXWTgDGiqnvyym491SGjRLBz
2b0I621fQGw74N8n5BfSVQxWOFz9HRpIcM41mctkQwsHztlF5Z+5B7yCmKYx9GLbUf4k7pt5Muel
mYNLOLiQbdvY+VUO63LP36t70r4noMPb4K5oGy86NdoVM7gJEfxtVAu0viJijf0z7E6bn2Z/c6C5
72VP8esDfSTkNcZ1S38WddW8ZI0ozuk0NVyu42G8gjpJS6ojBXwZB6AIza7jSsS1ETmCgl9BAtkN
Rqv//MrK330pxouPPHvp4X/2OOByHNzlRgq1p2cWsPu6TMXRDW37y0OM5zWKWvdlSIH6XZE0W3nN
fQWLvSRqRsFIk7tqX0/FeJ7UQt97rDbYop6O6SmYvM6rTpVccAin2J/9fSW0ZPNv242zvSt1fJdS
9P6zCVMhE2hFK9KfV4h7sCl99BehkeRZalRMPZ9HpPhYlzPS88BqttPtGp9Ww5nXF6Z7zGhckjvk
2Gw99htdRFjPfcvoQIaAJfAC8srNYfayYDelXDWE2Hkgm0tfR5lNtzi28qrndpvnzxSy/o+81yEl
h1IziAiGVUH/cjdvfpZ6LvZq4dBnEtvJGnWt0nn+vEBYfAk0+8UjjFEcoMDQtPOPdS/9tMEcttcw
Kqj6KXrvGYWdj8CvxRm+H+1rnuuHGm+q9K5BjsXoixI+9T0HUfWQVm10CMqy/wQfXWLKixUnVCsW
dXb9esW9z8GzPi5YCJkZj+vanFlocHSWY00RAnbTDcaALp9C8CQvldFbcxW9quUuDzv1DU3Vcw8V
xEp2GZKS+7xLy2MgUf0ZNIGe7ECoUV2YNy7T8akPza4sS8XeQsxIJe22QoyH1q7M20QF4qn2VHDF
Ujl+W9pAEt5Sn4G4FzL+jbXwz0FMcwHOf5FjwE9vnW7VPP7S+EhbIo+YWbPjMpJwxutKqZyK7S2c
vg7bsVO++Dv7G3IKPm9UrXxAlOGaPRMdhU3d7jjvb78VhxyKSUaB1is68+Qulfwv8+b2bHsxv7Ku
GAhgVZ0e00Wk94EnQM9EDG/0aSx6XKm2QSg4BHjGk7LauuIVRmIRHRafCOmxHxxkAluZIjHKqd4H
HJf7evTjf04xOa9ZG7Q/q8xCuCmWuPuZT+6CZlWLujw4pg5eRiWgZSJSOv8GGW4PSOd+e/UXj3N3
CJPasBpWsj33cVbWCRcd4IrxhvJGKCc2A+cInT1HnSYEWW3xaO40QAMNkrednvxYeOpH4/l+/xy4
3ZSy72PCfZZKxTQKYgo7bXnUc7Vvg/VukgEZ/EyRUj0p8vlJIYl+AlEjqbIfGLvgR5/AYp0mxcvC
Ipwy7gpxWh4dYl3+l45NHx0qeGvgvfGvdfvWFYAeYA0U7h7Fk06CBKmC9GTu1JaAeQydANjdDeAt
t46S0ZUz8n+pVX3+WA0LCTjZERjdcx9WBNgoWktZ8kr9M5ZwLO9IkMxvflcsBNAohtpzoeTWRZs7
ICo2E5ngr6OjutQr3BBRupx5C7XsQ6xKB+6EYIJhLVJHsVd1G6BJC0omvd04VymV0ibcCkzFAqgh
cI0KdTehPQ1sPG//m8UDiCeQr0/HwNIMFAxOIuNJhhsTk4UpIMH20Se/d4YF6HcXA4L6xGxp/rbe
5P104nH7AYiMMZVMe48kvp9N0LQ630pOSDgmr0XY2+oDM+Mq7lXU6P4lkBlTT9ymXsigLmx/iLIL
X6haWZprWUgCsdaOEb7tHpsfZ8i2e2mg+Ud0YN7QYwD5Yf6veRfNX+mYeu0vmY22/muBOtAKFEVc
/6VL3yelKV1ZvfjxqnDJa0qq2PXLaf0zNNRLJDadJfVWkMfCxDDBY5oJh0okG8ij/9CpkMs4sKzf
3YQR5Nzy49y5MgJzToxDP26Y0XEnMmbgBq1ndnh/bNyDghRXfYVjH35708blLCbydW5FOvwGxDip
nSzmbrwl60qS3QMyeUZVUO1f58Kb8yQIPYYcjUdkGa5B9FCFFILd7MLByG16oZCEaBv8lA5V5Acb
TTSg8oQAV/gmb2k8VI35HedBaq/O0tYnnPYmJGfTxYwpISATb/Pt1C0Pnkf918VFYRyPYJJv2jq6
x3teejylNlvmf4botXcdF7q8rnyo8o5hA1VmfU1j3n4sJwsVpwpq94cJwRZc17bvb7vy1n6lTObR
Sf8vuN++U4sJwINyatZ1Xt8a6skOeDa2z64uuRiBABj1lXptf7mYPl/dCyhzfQl7sYVM69Ap6BJc
y9+I6+JAZMQzZCg6T57CuS0fKMGmSGD2oPuWMzUbfArc5QdE2ztRxe7rFlaCnmrNW62iYAFZ1cvD
7OBfzzl1UkViuCKkXR+NPwJKSYFyV9AtHwbAsdXFDYWBBkY70lq5zh0T2e7nNpURb69ZtngDTtu7
D+46uK+lhNVwC9WRmsQkFoR7oc1IBZBcqdswTfU+GWqPLbGKNNhXTIdKNpsg+zRt2d9xFGdwZuRQ
QClRXVi9e2qz386sLe8PjoUP9j1oKTETijq/N6AWrXvmcOOsDs5vtOhPiOQ6P9aV34dPltsVN3sa
X7Zj0Q5z/sZNNfJ2XcTR75xmaDrEHGMaqH6No/WDbc+4qMvvsxmL14FzRBHTWJBqbnH39ewpGtvk
0C10V1iIu2F8KtowTr+iaFkxQsHfmuRvM8Cu23FgQYOZUDuXF0ezT9h9No91Bpq0zXWEWjl19ioH
V5KHiDMZzHd6qSbVHtrMlV5z0byZ62cZ5Jn33LZLRHdRngIiu1V63DwcvBlgS2CkO+LRg6EBDDOk
N/K0tQFmsjovSudkXYfmMVKNbfwFuiVuJxJu3KLyBJpSt96CRyMOFsCfMJFShOnjKmd4bS0xmPGt
ZwADBJ5XUxc/XL/MMIuSzEezv7a6E6VJ2iCQ0wbscW3x5S+2ygUdsAPnPZKMiNIU4rUBqAXgiZzw
HgEWRO3vhqeGU/5mbAtfVeS49JhKoyXxuMiALuSU0wIDJoZlXBHQsPvn2sCGwzGoi7pP+r5KM+Jo
2HKivZGOXAA6jFVWFHT8ILOdBXfXdufCY57LU0YegUMyWU5kOFVv03ym1pLvfQZ4nN+VXtvrJ1aO
ifM0o13GgfVUQrDECju2a5DwYxwDcBxuT3WZt67V2B3jZlrb8oofv6MeK8+nJfrbymiI3l2yPNk9
F9m+JkYAWG8PhDuSUBOHyIIrmCu2RydVLowrmrmcj1YUNOeo0a+aA8N+FrcmwDpy6frMLR8R0nw4
tdOwwmfSakpPbZXG8V/w0FC79jiYKJM8x3HY+nu5BVscJJDlb3agltKuYD0wvFojaL/gfVzcNQJN
kDFxFnOQ0Pj6N65yVVH4Z9CjerzDQDYBQQu5FHN0xj+S/xkKZmO3w3ozEvKzIJS94FQZ0GQrNuEu
c+0bmH8/OGGlYRbPSWkCMQcpB6A3g1KSyXC2ez9odpHF7ZK0dGPRqKHkRHO76AFy6xT7VnRhejG1
5yiGQgVwu3X8w1BWC6yTISuRo8hRbOrkDHk4pCfWhtWBXeLwEu1H0TMOrspNrH8ZwdCLdsQZL+hk
ViIYLkTdnfFlXXPj/CtUKtC2eSu6330mGKz8C3KI2gwGG7rI9gGHZRsnkGzztqDosnMydiInYAe9
wevFIP4Opqe+WVG6Vp4q/CXDUYC+XJGEkYIZyqHr7bpsq+ZHH24yw1lv0Oa6qC0k5jhC7cOwST3S
c+zHDdsoqWsRdMnYrUX71gPhiP8JEqrbWQ/w+++rvOaEGqQTIe/Jy7VHYg16ar4PUbNcGmlG4TFK
DYbo3wgPvKRT3GloREJcHksqs8hS7HpaaOaHpZXND8fjskxAy42r34Vxpva4TZsKSLmgu1doSZTK
UFDYXqzBifBjJsVE+1GJvbZ4LBHrvePSMyg4zOCF4Qi2bRcf8IbN2WdbcQi6SC2M+HWbEYSXkQ07
+mJ57CZIlVVXfkA/36g96knUUgVBMeECGLXL7F1cmxFyqkfdUXecc9Y6douZjObtMqG8o7JZ3rWH
1FPaHuMxc+S+GirKxqvSavOtwjHzvsg3DsE9QhSH513ssAW8URsqqlPD5UHA5nG70cIRsmNhK1as
iEEyU8E4Zorq4PepwFrOThci5tc1MBvROASSj5F1s6o/zBx74ytaTjtd4MoH9pNEL9iRXqSzcPBS
DX2875atMxd8Oh7VZ7MM1D/+uXHRciSskUcVMYWCCkh5Bv3yrVush9qjWIg47poq4HUF4LwjGV2T
HjEnltUrbMMsocWCWwJroqBFmSuVWbhV+NUK171J+dE8Noyv4p8hfbAbQZNwoZAN9rBfX0esC+nJ
c1mrn03Iv5wjx4HPsyuccSNpBU5UccaKNQ6C56lnw0ysHLIBUWfzhvQSrllbHysCKfUbxKfGf2X9
wFRxYs5u69eirHW1J/Q1sZyPVV1v95lQi8PZe8lpA3HrqJk/ZDWJ9u9Sayf7G3b9XL6yIrdMojo5
pvuBtca7H8TUyyNCZTl9cAVT2dlmKEzfEcUOEYg5D23qiYd87d/pAYsr6hpWOZhX6qonCIvuOlEF
xtUf4TG0uXsLfEZb/bnlLVPUrS22zF7tTDPmUU5e6f6TkYFJsHMm9QJYhvWOGctTlC0eJCivCPgm
n4qtTiXYP+MS+rng/J7NMZwmB347cmC/fC+dO2Ex4wwzpzxPs9uVDE43UDl3yCB66XFwEVh92qzi
cyLzpnh//yPraZflaZlbU/0HwI5LITJU3k5hUi2c+/17V5UBRAWCjF2S9/08JB5d1ivxpiik5mnJ
ZmZRHkQgcaiKWk6vUle2807rbTz/5pWt6s56ZifFi0My39O7Jh6a4itcLPisg6KI6VZb6Wl66Y+l
w5zH3PJSPWi8wJ2p1PV7EJ14ZTBuPLf4+lxsH1i3yjP2E0hSNXt49pl63raWh26qt4yR/jLeeuKW
JVIA5eTMF6Xiy3spyF3RUZ579MUz1aAZkOTpeyBd+s8HO/p/9KqHL9LH8qUWGgawr8V0P/cdyICA
rGWTNIMDmkOQmsSwW5N4mHFFEAg9pSpQdFGr2ueqDaZ+ng5E1h1ogXO56NfU8wfwIzQe13+nBdnv
CS+Xt37REubF7D99Jik5HiPuecBp07A+YZmceWhtSaaYK60jt3uSo/LR1G1+HNIefmcxCUydeYlh
znFTSsdHsMgow64cnhsAb+dU9czQh6nXZ9vY4dHgC6t3jTtNCfJhu5/IzhKkLFb7Kqk8edIjYytG
MX3xNZQA7fLFD6+Bf4MQmHjwqc0Q4isMJb89FSg8VMhmHx0I0H1OTdg3x01JQ0Lg3rl8GomzdFRJ
GHai49wy9KPYhGCnE1R7YQvLXGfM/eeGttUnrYWgBM/OAJFFmYYMFunPJONIUsO3/gN0XofBMRr0
pVVL/QZHjLCbaaJXj0wnFe4wdBOkWq/n0r1h8GOF+Gi4GR8oM5k/I2zEAATz5gR4Mdt3vcqTNV3H
qyBuApozA4rLpQnaA5cLzVA2blJ4ar2gLsTrogTBsfqETMBYOWrMPyfKwu2J0Q6Vc3ao5BkUv/4z
jmsF2YRn/LZaau+/StphS2I6Y099uNFpxP+PuRMkAm9FkD+q2S9+1dmMswVOW/COYRZfhtxCTgfL
7F+GsFFAenR674U+EqOgJZwDXw6dSwzSTVhfO8yW7YyFBuLYgGlyGPe6K+oD7creufi/NxdZPUb4
N9RSsyk4j77h2knYO42eNW0UUdKW6/DDobsYgcQO+sEvzert4pwHMRuoVyxLdJkLwD2MLkD/fIai
EewDwDzemqhhsBBYt+0xhCiQMHsDn5c5+uA2E1YcNhWPR6M3oBtomUgw+ig6i9Y+PJWbypi20erA
poeeyFQYqbug2Ixub7/Muakb7PCBXiS+W0ST0xBq+YWUVR79saDfVFk4Q4NALJyli05A5dvF4Ml4
2uh7o4NJc1ovltCiT+Jine49y2vK5a5+qwRDexQDZYN91AfVHTFsbrtE0smlcGVMqA50ECp1jccr
LGlWaS0wUyY61mAkIIxtj6mHbpQA+xkPTAqDG1G/9Ol0kkwpyq1Xe+F1AIO5zFNNAMbzktNke16c
ctBMLrz0krL2XOaJLG9ky+mie1TJqqlp6uQ/fmKebd7ymcupstLfLxOqMHcGpc957a9P/VoCTlU6
fgDjvGL7osLw0V1WNGgnDGGh1zGWMj/4H0fnsd22sgXRL8JaCN1oYMpMilSwgi1NsGz5Gjl1A2gA
X/823/QGW6QQTp+q2uWIE7UXziVRs/hD2zY5900M51mcF78t7sjtZn1vE6d6c8uhfQfbGV/8Wfv7
yngIo0Bn0hNTK6pGMmUyuw5j9KEqy5AJ+1ekMD2vHauT60hnbIt843lXC9/vlmNn+RX1FD+Soy8D
WEhhRMaPgEN0EgMAgU1WyfJCfIC70Bvr+knTYX8lPNhBr+By39Szl101dpb8MFSQeOYpohdE4HjZ
MvjBA4/0PDyWKHq/Gsoh97OSgGjY+Rw0tTMIqNTu0S0yNJ9cz+VDnoC4voOGxV47cXnrqkQ5G+SD
8HHg5YS3E52TtwSa1CmMyGqwGB2SN1bR63XkhP5rcGE2o2pDc8dMmm6Clu1g6uMmzpJqeo67aN1V
xR3vy5r2IINCPVL2SUtItdLFuFYrzAyPwfnZAALWRAj64rVVkX2mXJ1TSCL99ODxzPlvwcva7f2V
s1WPVe438xctxA3Qx11bpM6PhmDHKYoUh9tNTXvwdu3n/GfBe/aTuHVOzrh0OuYmcArE42LLoboK
53w32WFCyg/ld6eT5DXrtGBXwuDCpsX0tLcGqB6kszpDeymrEAE4F23rmYOT5Twg63eDV/gh6IL4
bYx8+qcMu6zjeAelPq3YXLwNpRnze5o07mNKzAWBootfPHZIZ3fW9twiJHQbNveRd1gSF6YT++b/
MGBK+QyxZXhlA2mcQ0p6Md6NzK6WezRlfbkuYJp2iakmEtB185+kWv6chdK58P4v9Jsu6iCGGeL2
7bkwGHX3neqiN4UP09+01b0kaM5BvB4WWqP8u5wXPt6RhAG+Lc/8mUTsvd8dERHBmJXEW5LV+zwt
m/ro9nG2HFM/cddf9dCpgp3kzP9/4ouvArrrVjH+TefMR1arcnRAlH3cPu4MINwplJufhwWv9N4R
cWUsekcrGAaz2BTNEziTybKgjIvyJXHRHu4nfC8JwWkDY4Er4qZx8MDrzgqexrRToKguI/xrwCo+
lhH2xfnOFZ2PDble83T0t22M/Z2JcR7YmQWLzK8RPxxWBHRCi2DMf/0TI3nNtFJSGPzABBZT6TaG
wbOcAU69AO8RLligSEdnYCiZ4ADJs/DCWxA6vhxxgCSKGMGuTyNgnLNj53txW8pm20mlrj4yx0sy
jHXY5w9k9UH9lMM45hvF+Q8vIiW1nyJXHBSjNpAHhxqc4S+cHhpb46YfLjy7nN8uo0a/owOFT++0
DD+AsajErHoeIhsQDeWIiTNdqIYphMpOyWzXC8v+HELVPTCyFu4gPruh7/ufUZbjaFitQwF8ph2f
5agTIcjynmIEpoVQ5Q80QJTFJqEmB+fh7Cd9/0AvqFFvmeBrOEp/jft/NRRMB+sA3z+zas9j/xQP
pldf7GrtgWUGptdaqTjjVdJV5QdIYwy3sUWl3Q1pI6kMo2r1m0xNN/C2XkLvRweeI78ivowNW4bZ
KG9Xz61qz8uQEWrau+NA/HErFy3lmS2kfuNQ6meEPsrm4sXUu+NNdz3znM0NbPMNscwWS1XP+/+D
ihwV7LqFpMK39DTrylJB1k1WFPSFDVoqBghFPsUNzCBOxwRleELtXEtNiIacnlAO4Sj2kQ35ioS8
W0cNSGCTJ9RRB7y+Lr91kFbY1V23/p2uE2fWFRg7ekUpEyBvc/NDTc0MMbyoQtoPGhOfMi9vD+Po
lvPVYflKzjujDB1Kc2/sdywlrIGkSOoHSncL9ZJgv/kPA7ItzuFQ07szV7yg7/E4whdtmn7XRhg+
3Fqyxpvd8CRkWPwHO99eENdC2n1id7ni/v3PNfR6rcdC5UHzuc6aDB3rL1nbQ4hPtaN1alX8zArV
iwdf72TuIxarNttmfIHpd78KaY6jo0ww7iyVHATeiNyZU7BkSQhSo5UO/nOOdLFLupijLGTxWruH
uhaJgw3Gn2bOwUSosGaVUVzlz3QAWP9Yx+tQ/3KGbkGF63W8lodpVlSq5a4r1KZkbO+2de1PpLX8
HihJqVqa/1Tcm41fN6CweIBgyGF3vmLYyRaaDibowbtwlsZw2tO6+e7AJM4P+KIV+Y44HaTzTtaD
ck+GGTvFfzvEx/XWleD8NtrmeFgWLGDlLWuyvNkB5CgLVpbrYNqjK9jC7F3+NYSX1FA6t3Y47+dT
rus4HraLkc2fHuBJPFwsLKws2dnQrw2NN/WdEWQKt1UuxoC1FLV8rdJlXJaHUDkwswCP6XH1d33C
5htziq2a+TEzpLXaLQKhIJ68LIMQBHjYgzfjVnq4gdl0upSn5OvyMzSmM6/BmIKQD2EdcBkzvYQg
fRtn0tW5LAfxvfJNgWTEcZrSAESfg/5sNLaDjQQnzXAdoGIuG61opzqPmQo6fTC2a4Z9NgEm4pao
YVc+ea2w/LWjLwvvNozd7Ly4bVaE4p1lVRHu3UjDxcsFy/U72GzQuKMX2eoe1BaBsmuKS3lIdhUJ
0vrfUGae/02fJzrmvqF/k+9coqvgZ3/pqzoNLhx8wU37isXOCyhY/KitH7j2Yc75el41y/B5L3C+
juD9S3GWJRaojdve91O9nV2gSSxIccdDI+Kp1LVnh8zVA8+kdBtNaFMXfPq4CLt0+i5RFXclXqRg
5zMwkWmyxUVliXUPGgwgqDflXVts7dNv3Q08g/YmKEA9ymy0Hu1KQhheoqTS5H3xsWT23HWZdLY+
P19JLsIJCa239/osqYsv5YA6o6eQQkM/qBWssZBFBhcpBB7Y0ll4T6o6nrdNlwhgUmHHQ1cNsGBU
xS9gL8U43HRF7JGHQks5OLizi9/J9nXBGptwmtQzeOmg/zUYpIFd67diM40pSV6E2s4+BQ5ER/qt
Qg/7Ew7Y8YzfYn0og4BQCV7cKiMoxmuSFTEbgmkz1XFbHHuYZfyjkgosXWXFUxlTwxgMs58/s90P
W8qtk4kr37X5C5l1mj0lgIqb3+NJ4RCNbBogiU5bln/GfWpGhNS79IljHYSR86Pzpoiwa6VpSseT
529SyqQabmxTuucga32KZQnG9IcmRJ/fqiQDPAQ1/mfg0aVu4zHy7tl6lLQKs7nzGK4V8L8RF9te
0EPr7uIZBzwWmJhCpohdy8ZEJu0OjfCy8QYpgVMcUTd6LK0okaIIEgGFZbHaxZ9z5nRvCpY0Fe+k
c3gO9hRenutATt6Rl4n9vbRkDcjg4NLpaHR59+MFyiGgmwZXGRkk/TDh4CIIusaQlSe6crpqFmeW
vUF2SAxU/cDJkNsKZPCPkBa1iHDxuPyXSRK7D72Kpx91ZqU5K7lObx51KSxZnLE4Sgpe2wNwANUe
ajWIk8kLf+b47NXiybBJeW4A0V96YXv52KtBX4qKpKDMmKphVs5nyrXisx1MeJZhJb9VrCz7iYz1
uBBl98zpmF8XFVZjrfchyY5vNabFqSaNeeJWyaCHZpYBzLB0u+QLZ7uzRyyEoGap1/jWaUyCpx5a
UXZwg4X5rc4cdFIHZyt2mcQirNdxJo+qpwXTzZlTeWlO/X9DOnO05QwfsvlbAX1DdqXvnL08dzNI
oM84Q7Z59Wq8TrtkMiw86K27kd/IkI15T/scGprh2A0qtzs7GaTeIe2YmqbSL/a+xELAtiAezy1Q
W2h3jAOvGgj6Rxf0CfsvGECMl13dM7n7bvzUWqDrHQoSFoI8CF8Wj6aK7Twvzb5qUhj97eiMz4lT
FIe1pLt+mRK9p/sO39E4LC814cetA/eFkMekh8elKsm1cNv1nDhhkO28CTyW7Bk80ItVf1ikXz/1
XHPbgAXnDsBvXl50Rb+Bh6/Xwefv4N0MWZoD5p+H4H3kwUTjxKDEMYsc7E15PoV3+T0d2QAHFa4i
Fj2te6ayuQBz5vQxtoIx6Y4r8tfFwZrD7D0SAD7ghsHgvAI/vfl5SRFdTSSR6FLhYwrMXHi2G38M
5XLKMYiTt7ZjxJThC5pRURBOg2u9A2WB7MkyL3H+EhTPjuCdsi+p8eRu1sQNzv54L6VojGrVxmeb
yI4lSL4EuaIPQWWCs9W4pi4kzNpDJkdogqKJi8+B9qxX6ct8xSGASvHRO958Nr3wgkODWsTJMPdj
iPCoPd1e5ln11xnH8LlPVqc61USAXSpZoWj5XWm/qRDLdoLQ40uzdOWuxs3cbDMDarfvHNqmexTa
c4+Y+1yUi34ehqBKfuSook/diP6CnSHkLFViOGKR3wAH9ulZlPuG41+7yT3ss7BOOQDapg6+Qwvt
9nfTtMkVNYG7rGkCMCndmIaEsVlxnYYC11q9GbCdPo11OxSE3rFCOMuMZMjToHjLercpTmPihnsP
TYjhZ/R3iMkz6zLM0QVdY69CehyAB6JZGMHgq/6z2gwuPC52/ZsqSHmoEl5xdtFIyDDrgwV4LL6B
1yVZMNeyUHOP2oDx4rF57zrQBC2+I2clDubSJtV7vXmCwZeH+7TlsbHtobWwBWHkuJEw7mhgRGh5
nJldPmzv8gHDQWZ8QQl0RAoccWXSjwsjuJJbG5bTDw69WXRTA4zmutXBNfL1XFwACdfxoW/R7jch
fbPJxRW13/9EJgGCc1fp9HkO9EwPJHlzbLzIq/T6YFvFrEAiwL0lXB/9CefB+BsfQfVg1CLveZBp
JNsdS7Xzk6mdDhQkKPYEhXjE61Glm0xQTHJO59ZQwlVA7g3qkvYMt17O/OvgMYBMDKShYQl4USyg
vRtoXf/Rxl52cQJTn5xBdb84uzbDdenjeaEJaYKeiCWX3fgmUsKS1lJ9ypYcvsNluB9W67Yn69Ua
l/5NM9uBzbNb/qMzldNFN0v9b8WhSr23xwVLxjEmqbWhCsa/JB5jxZtVg8ugIOK0DSGDJjm5gBJl
q56oQbxbJymRjHT57IhWpEd630hbWs8So4Kr0/XvJlvW3N0sQx3iLqsXT3Z/CU31DxA+DKxGhW97
Z4wbwkLAslrt8XAzjbj+NPRHEmzQjEEOlAyDVL+f0O9iMjXAQna8te0Tw6vWv8iMkDzHoBa054jZ
KTqtVGhf1sWZv0A5Lqxf3BqXUEz3y0Li5+W+RLa/ALMupNFQedvtSOnmZ7Gwv4Dlma/vHo4armg0
XtyLCeexRz+rPdqXiDNgkguD/KRr5Uc0qQ7TAx8R+gInBP0viqLk3V89wz65x/FX0C4nEHo8mASY
MClKEaU/qKNCE0kq0AJdSk4D60xKDBF/0ZTc7WpUmnzycMzRcDiVBynSBOlZBHcUTyiFJKaPMfCv
bBc0E+Y7ejShTZhKBEbseoh88XH1c/3HD8eODkbaITfU/bF05FJA+a8wmb7QABH+aO74WYKC425o
Fm/vdFO35/lCiZUf4dUFeBvNb3LCjiHXYjjipYv7HxGVJNlDprKsOwa8AAq2rmBOz1aC8NinlNLY
HfKSfzU1KpVDNubcBhnYPqHahaWvRb2JWf8Ghg8GXWJ8SrDaXeAgVt8OCJlfOgNEwEtrSggqR7hs
arJGB5e2Mh6bGSwHDhyiRfHJnUNoJJUycyEg6JK8MFvr+LoGPb8SJwEBQz7GuPmI73fku2uJSyz8
udz3kg/dIi/sxnSMYG8m0axogeNFEzlk55mYjvg1lt8qMfak+wmoAOMsfBtxz0G1mB7+40ZsYEiH
6fDIsdIPNmMkgA/ji/xrvVlyPbFo3eimmo5rOw03HC2IuxA3aeFxi46+XOuc5eJPx36Ga81g3LLg
S33Eyz3fi/M6DJLMdLbiVi0iFH9WO0O7n2hOprqek8DeJZ3wy025N/8tbmfcL2fBMukPK0Zvb8mZ
yskl17tJTf0ToaPobDyXJVI5DTGnqNSVCF1pTB1Itc7sbBpLq9gCF50zzcn02cRpJmuKI+2SlGQJ
uWAK7bR2nBN1tswVvSSvf6DIEmLv2rMTJ14d8puVJpKMT+XKVcY/Jt1iLF9fFdePemrMjTKw8opv
iIBZlcCQhGdCoDhbasJpfUrUREVDfeG4KfZEQqK/ZpQkUrURVF8Ok0721oBWLwFuxKQAjcXASdLg
TdYy6D6KLhNIShHkxZLNCqV5qiOIW2am4rkQEZRHLG5CXWxUkKcH4KAABDjW2HKjEACqN08PMkJQ
5beHFI/KcJoCZaK9pxqv2o5DkMWnmlVyu6/As2B9UajqZGGnMO497Nx0H6kLnDcXsVlW6bFzetd7
Jmc6TreRPMlTnZWceyPLkv/ZVQYHPyZJgasBXe3o0cXCso/fvLOJiK/28D8G2vyKYn2iwM3wR4QE
eQhU/5wRy96YMzEzCkH/2AO25txe3XEpMejZ0S+OdTdE0aGNpGOuuUdt4lWvbkivt3fv6UuGtj9J
ljc/MasWX3NcTh3ewghzLO+i7l07nKNc3t0Q9ld8eeZoIbtCPvDkkYwsy0e6rCayr92MMdEvHsox
KT9zW6m/QSTClyqNpX9bvdrmD5wHMDLydp/rXcYugcUru+fHBtbMdxRU+ZPh1/mChX0g5K2qgtp0
rI8LjXKj8JIz6Bc/eFF4kYN94A8aPgM78QHKDCGGbWjxvCBegEZeXU5kPXX3o+erDXLDhMMwZTSd
NUhttjPzIeEP/K+ivqtFNXfidK/SfOQsoD2ijEU2xNFhyZn4SL1gMflQM3b1Y5RgeNkD+IvPy1hE
x0Bk3VM79jlF3AVwkR0/zUCkCHPe2TR20VtLeftPqrG6fyF9VO2uWkKizE3IhLZR5bg80fmaVNuZ
jisKHHFAXVXI2ulxTlcg00nQ4jhVrUZRjjLFIjtJsLDf1iitXhxFW97NWQOcLJKLVh0dm5mLvwK5
bxcvvFRBlHy7M2YHnsKhUQ+yxbJ2g3lV02vkur3aYd+taHGoBvepyhu9Q7JMXlpKy95KLMW0niVY
vh5a5osIYtIqkOioL0ad1uSltnENKp9K8Jq9WcpO237RTtJ2NCGWU4LFXQIkP6HC04ddJMlIEqim
4Sktu5OkjPXWzj59Bgja/i/E+ghfdcnkkBX4khnqhn744XCiF1tO/VF0Xgq5nlC1FlJw/SReFzEm
8RPmCE50XUvM9xaTv6CLrnaCXT2RRzBzjBbuezjrLtZxxaFwfExVWyeJ/PCz8uageNONaWZ00QYA
EXGs2Gc+bvm8qOWeCAhy9Zn3RpqHBwMWB99/8KgWeyyTad6Z3NDaotmt8OOKNnzF4h+PL7jzFYd0
L+MxQCFojVIB/6x/oZxs7R/Ii5YTNWou4QB+K7r85zLaifeg7pwYP14obbwZJjd6sDaF79NmLY4K
IvmD4UkbJRwRcwAMfz0xmYOKKlfeHFo1sX62qZFkBMZ6RcbasCOiOmcDScrHbhUHbr7p1bjcuFH6
vZQGRlE1x7vKj7G/5+44HleHjeKm7gUUIaoIyuSAW0NeioV53Kee51oT7CBUsQTpC7ndDn+Bx5AQ
cu68VQm1szYq+kYwL5BTeQZsTAINYBSJAdAHBIFbCOoQCghT1m013UoVN/5ekYPSu4k9O8gHb7m3
JHOCyI51MLDypid2tJu2DPLpGLQOeeBi6NW1hDtuv4jJyOC9J3/1u5f8oJmmpfDQ0cF3p5IZCGu9
9e4vHBXucbtTEcMe113Pgn3RZvGGariAPSTtaGHSXccgxV4JaEegczTzIr/G2YbeKR0UB268Tigc
NKjy3nCLZlz+LlHZvWoELgpt0DQwE1I5UbK4X5qyVP8okG+LnwgQbnrC2VDU/xe+8Yr04Sww6stC
HyLaJ9xNKTshdqYa6wh5XfVnwUSBIu3TfbceNIYubn1BsiVybR0/cAheJz5rtP4OOcpe2zHXPxNU
qfyZIgn1yHJoLXd60pGGx4P6RR9Xnzv/1VZrD3+O0hdETJ5kaIPOtVLrvMfiWREYVTicvWI4aVOG
O2BCLewPDOwFLtJW+O/OWOP9oq9L/QZQcD+42aJIi08T00ubOlSms0CeGahDbo2Uamj/BF+GR4jv
k2P+wFOL8wtMF4/mA9wnXKI961tA9K5dx9MsfThSFYvln0HZsFZhsUi1Hh7hBItTvV4B0s9gvXpc
VDs+fEsON4nZy1A9tGX85+YjcvGjjIv8aKa07gCwWdYSnWed9jyBtof32adTDAeHSOoTrd/+8OJ4
tPDSlxrmuEYN/0mYe3fjy2BeuJXnF1hM3qWY6upZWqvWDbh7+c2GP7rhFR/urbLrQgqFyRJ0G/bu
O8rLhL/8frxvRPK7DpqtRNYu7IXzz6CLldwQqQ8eO4lezupkrkv5B4Efk1SCtrYpWlE+BXWrCK34
Yv6CQhLf0hL/JI1u5eyS0nSX4yyYGo5z7SQCSEvXy321FO6HwU/PQpEG5P6c4gMeTtxoCjhcl+U1
3iRME/VlldZc+6Ka3nSEfZhESWqrIwwcS48jpT96A7mp+bFyXt5Km1WPGuF73sReJLcJxhBwEXjT
FKbB44BZB5Q+yFZuf1JRjvGZvjzSoACrxig5U3o1R6expPvwRPBrfe/Wyc7HsBaO+FHqAu0uxbxa
bcMYhssGN1fIOj4Co/BJvHzlhjVpGL9AZbfrloN59xPg6TQDu3B5wtWMFJcQ+CzZ2MxhASpmCkC2
U2TWT0z1w28OCSUFxMMCHS6ZIUgpyQoxxa52WDkAvnpZubIvQFhwDwMBs2JfI6PeyUbYyZND4LmY
4woPUynCSoZnnBenPAw8oLqXLlU5zjMqyw9N1PS32eP190KEafJvsVeJi6hF7XIaRyujjUvq4MHx
QnhLMSTfrwJKReSR1246IgmOrLsDBTRR9ljhky5+xUEb0jSA8ROC1WgUBIbcsz+mwavfo5aZr4op
8ULXKbuHsmnXYqdCODYLcCnh/rRZO/9J6tY50dXiZ9vVLsuPypFqQGw27T95t91ubaW1/0ywIKgO
DKUOnsBKQXgSWZ5RjJo43bVilrlBTkAziANhevaEWCTPUT0mtFezsKoOnEEZuYbI1vQgDxwmMeSv
gm2tE7svlbfe07lLUHX4qOwsTh5Rz0uNy54u+6nLOXzM63lKwjA4JDgSsUnVXOt4dOORMoFmjk9B
G+fPUuI9AsvlNW8tluzvOEiirY/36Zp3Rv83yzLw8NpOMDZS173xIp2QL0H2u0Qt503WY0fi6hL2
NmFcv7RsLLcgRwwBzpaN8zNaDQlBz6LJXeKM/eTbIpocd5MP96T+WlbHPSQziUhG9MTlr3ZBKu0z
v0Pe4DyEoZOhve2uc+rCLc0t+R6IwtLfR2G8/qzKsf5LBSE1UpSNj2QahMRhBnB7E9+bJVBibPya
I05cqRIv3yHYYyDmy4dyJrkhpjBxKauAxaTeCuMggnY2DMgrSqyM9/wFxoFhUOcGNbp/6XHL45NV
uvoLG4G4RCZmlqGBq+4PygV1DFpd92eNdfuy5sv6J5uUeHdix1FXWI0NdVEIFdwsqIEBa48msHta
Mdfi3eYi4uXEbuWORaMTHeFedQR6eCme61xN55QNYHhYin6lWpVExpEXa5byhC/GJ17FPUp2GlP+
VNUeCOTOK45qpCTlUPSFe5VTyfvBYQ4C6cgV5YBYjJs/rIghjsYELzBCmPsOLBvMaV1jVonuBD2C
vGV15sYc8I0F/Vnj9qQLPl4Sf580GJJAV2lehfDNiMqk1UDfvIG0kaHLBMW369psj+VePQT4AJij
RYy3V/spfjg9hLu27gnHcTHAUU+TmFB3BCj1Qo8TTencf2tD4JZQDYMbWhoykUdS6kBaZN42ImJ7
aed8ei2aPiPF1pHOeamygdE8WZbi4I6k3MPRHf0nMAyrf/R0DRd69QhnwNEKs7eObTRoHE/32Y1Z
I71NGaEWcKQMETzuV3cjOmrEnpGMV/0EXxHnFUQ8QNuzVuh7DUUswaVFVefaBb2IhctJ+2Uvhqnt
H9ZlqXP8OE5Dto3+tmWXoHXRHRwGJKmHHvAteSqchTu8wwPFXzhK6aV3U7/5169R8xjy+voKChP9
mB0xnYRjeS6VGUZmz/XnBvG3RaYXGPsfi7bqqWOitvZpkF7zscqitPtu6u0r+0SV/YjJsqh8Wze0
43ymqxe3wMWiGO0h9Ho2G8NIZH0S7B3+RXlaiy/BUeOfrRZiqbqY1adq/XybYiCJiKRrhbxUjcFL
0Egt+dR2Xt+Yk4P7G4uNTbVLQ7OqU8UBq3sPp6TVf6spSumvUTYn3mDWtLxEqyZ0jjDEm1eh960Y
ZatIHKoobcCFqDr611kZf8g0A6CB0s1rH7cF1wUqq5neWAZyZ+4HUhCP0pm85AnLIUZE+pUXROMl
j+TPMKrEy+x4ZXuaKK45B6LBAOEv7avIJ4xVrgCnHhgLPaqPk44auVwvl6KT0VfXA6D6bkhi/Glo
cgkRM8NGf1tZx91jgs8iOMMylA3OsoizgCEMypajwWPefXGs65e/RKjackcs2f+v93xZP6s75YMO
zDHAD0nbbnPUuIWIiEccKDeBSqJLwZP3Ju1iQjggyv89+VN4CuIAk4miVnwfJCFXuaGce+sqZT2c
G4HeAxjgANbOMaEZIBjrucAVNf/qRxH2n/A2/II5Z0mnL+P31vJWzsOfeA2s+cGV4ukPIII97Ig5
HoZoO7MFJMDdls88IwDAaJth/TCs7PtQp3uj4vihZw4fAKB5ALGIu43iVJdznZ2zwk//YWlXzY4n
tf/M4Dpe4nZV9713PPwp+7r71VENjMU1TfsTCY/hhwEUcOwi3f2egD499vgmzGvkpjnuFcePb+Hg
z/2Gn8JFbMYPCayKqaf4wy6eUvHDWGBUIUgbRA1/DI1Xe9RRScVyi+WP31pQS/s3AU0PtLjFJkhh
FqVy5SdPbv7KlYEpYfeTiMc+4+S0MDn5Fy0QVTA/rS6qi3W9nKJ6eNMfJYyPkuVbAbqCsAlVdXyN
3ifDnoLEklV9AUuMSDFX9OyMVKmDFLaHIsWn8osQQ4EJ0JnE9OLWmqt/45Os6a4jIcBu15gFJo0c
MnOMCzWxMGvxDO2IH+Y5tC5DEEtQKOc9y3yqGMgHNoKtlhwbaFGKHDK2RkvArYYm6zP9FI3E+9rN
f4eGcfxaZBEL4EkXKeXvpfs7j9Ha032KdIdHzfXRUANwpjPwiQRwmqnW7IVzOk4oo0vUMDPPL0kA
PNtuyTW5JxaoKCgNUYDfbaTT9RW+fw33FV/HMaCtB3d0xoMHklvi7qzfL/0p46WLcZkruh6+mrIJ
bwVRlAbRsM3lf1Nf1C4v1KTk2IaplGvmDoXskxdCWG31XudQHPeaKa04LD7VWZUPn/iQJt1S7BtN
TSMIijKpv13Ce97PIFw9LAwCQuH7SG6h/BnhQUAWxTObZBeYlf4rol/BtiWH31i6iuY4uoSqvRAJ
uoTXZe2Rbja97TjT11dlZyLWOU7Xl9ozymyVdeQz2+8k35ceDNvvwc9GLhBIonTdMdqQN4G4yKF3
8s8Jg42/Q3bCsUfhfebsgngkpoDbiOClpI3OJeV5bCqqRJgqnfW0+pHjvDUDGO9jNGZpftfsvfS6
Bg6IvaCeRf9gLPv928DV0x9LQ9v50QjWs7s0zYcr1+/6AWjLVLyDOszI/YDjpA1dD0nEy/s/2azH
ctMHTVES48gKbotIBNPRlcCr9svoWRhoxUK4IuCkDrmoWc4UyhYznDK/2scYv1meEeo4e4GEmK6i
ES2l9olQbirqfPY6aNMrokjxWssOR0gRiPpeFCoyTjht9hs1K/0D1dOFQmInrNl4OPndwiLZ4oqk
7YEJLa1rPGyrrMxX2S3hdCpmTvslzS9ir8DtHFI0CzKwlKkw8Enwfh93zFnB7MzdvNfMOvEmCNBC
uaZaX++xhU47Ml9QyMhZwF1iwXQX4yFGAvlqm3XjTWHUPLGIJ+CfVw3r6AjnF74g6eZsUXzSWQ27
AknwE7YmHWhrT8bBTGxUknBxzX712VtyXenFS3ZRsdros+OBBLa1Y5fxClHQyX+EOcuLV4REJoLY
A89+YupYsveV52C699OMYBSHpnONngh9JpmOMmvR0kuxXLDiA36DMnpayPx2m14UiBqVNymCM/c7
2XWh1R95GeaS2kf8Bz2Ldw2TBePIbP9EfIfLlSXsCrLNoxyTwwO6KCrrwNXwunLZlucBPwIpuIG0
LH7ZMHqPqtz+ho8SdD8dAhWEGRp+jJSlzqUJlboWbGj+cbJMcClqU6HHD03wUSR+EpzYbhfXjKMy
59My0Okz5hT/3llmEadTm97YF6GXFSnCriQHtmF9LVjwTUK8DI0DKlJ6NE0Ogr34nieW/IVjxvnR
lj7OUGEEpF2wI7d5hHySgXNFI7dd+7sF0fVgGm0OHLtIKwm39k8T/oa3LAONTzvdEO9AR1AB2Ici
F1s8LtUTlZf+Sgab/PC29CzSP9pXsEflXdo9H3B6XTjcvmGED91jSOSRr8mWHWvxuQT9L1V5MbKn
7bTtEvUUTgOtV7x88SBiL/CHj4wu32+qiy3eXiLu2PPcMHnI1QJOBfnBfw8Q0pvzXK9W3yk+Jj9B
PEhuqeHlRxruvj/bULXbqPvdZrxfrYJs+JspVMRPA5ZR/TqnVMk8RPAq17co1rn51CBDD00XA6WN
vbYUNH8yVz2tbHxp8dLLL98n23kXv/7BOMSY5PaAaZsQi1Uy6u5L1AtzRteMdE7mXVFeoSSH40sw
B2xMWoYbkFfSxVP5P47Oa8lVJIuiX0QEiUngVUK+vOqWeyGqqu/Fm4QkMV8/S/PaMT2tkiDzmL3X
tv3+iLE2dU59T6kxhj57c9XyP9xU1tJ/Ed47f1gWxnOQVgo3kjYHoCKkPdfoZE/GchrGeT4fkS3c
EqqHIDTobVZVFfcihELzAgnDSVCCSefInbHWKYJXNCw7Bg7y0wZp8YxfswR20kaMktbBoV9EYh3X
1Atwc6x8PIAroK8H91z+zSJrZqVsyvRh0k1NzGcRIrKbpVwCSDfjcPDEWJm9qUACb0dE+e6Werf+
VNKBsdq1OManyg+JPWPS/MgNEVwruleEJ26G56MJyx8AteoeoPc84N4e3CcoxkVc55zTOyqJ9eoF
URmTM2o1Bxc3/67xEkyliVhKPCaQWDiY7INNsf0nm7Crb1JpvE+94P+mEeZnmunrY2HR79E7Wvmb
TTLBFWdD94Qb5htN6vQDzT47ztBmGN6X1blCKnN0gQkygve6guHx5J+CIAD0k98szJvQ1na/hbc+
XcSQR+5OW2XAqIfYwGfPC+X3oDisUf5k/bGqmwD4xei8OwwTGBKNyuF40Ik8Ssdnse3dMD7IFPiU
jIqzf2vula+4VJcfMJMWdAs/cdnxYV5xbOTUaCbz6HGe7OY68LE/Ydf2T1SolGIeuCBcaXb+XJnJ
/y4Kp8MgEJjoPrKNXC6pm8nggNEW28pszfIw5fR+KJTgZAW4ch480dB8USnsvAwt/dZW4HdhrqIc
Nct67yC5p9KE+MwqHYmZibKatZWdrrFnu0bGaIry9zZT2VtF188hP0QPWVcN167LwWZRz5TvY6A/
cjKD+bpKBA3D4Db3Ikm8zxaQy5/MnXFABrrIj3Jmp796y39dFk6HIl39Z3LCivIY8uLtXG49vel9
J3hUTY/sRmK6uxttGvHdpOWIc0uq06JcvtWg0x/UH8uuxxmzd9o0mn/8vrbl3oK5sm9hBpBXq3LW
o8i+UclaiOQGfi2CTCKTHK25iZzY0vY1jLzpwb41WehGeH6zCQwlAuPo4tQFUYhMEjZcUlXssfVi
t0GCyXno3PzElH63eOW0r7OAOguLeV+w6uvCszFqBGniPZs5AwDnLe3ZGvP0bTHyitXK2jvw+e5t
VM/HphHhU4CZ/LBW7WJOgsy0mLOoo19AKt3EwnWdc87vA8GI7YHYeO7ksYkZBWWGVzVvC8fwGdwd
vy2bpowdT5+H7y17zPXoIdN49risjkWW2O/IH4iuQPTMUjUA+yH7dSzjyfVCj+5RfyPNHF6jokUK
VMniHSGmc2p8GMTV6BgXFT5oSCTe2S+bomyXN7rf5GAyN3LgczUzLKtiFOimaari1nWhYJXBJAHw
ToyDHd8uHzE2jLHJwuglY9lES2/yFFmYJdnYF16VkdMDvQtBRW0f0WRN/5m5m7/dQtSUs/oLveG8
c6ppRqtaJ9EbGcao1VLreb39pYgg24UoDN6RGwEG20UdSBYLILgB9dLBEhqMvdMcSyJ2tuDqnAty
ChrRMJjH286zsDfV3ObnAKMNH3WFllvnyDhsh1IH7Ol2MEy0PcDUG0GCxhMLKmDRzH2KmYKpd0qX
4zDtSUQYuhPog4Gcl1EPT1G6Hvmuo12nVuSAgcX6D0vtt4M0IO6Fsc5zPp2xVDOt7KQu/oWCrDFL
O1x+A9/qCl25vK5LFIbxKCdyTyAeDFiZ1Jb2s+JCA8j1kdLv3gq2se9vKyHKQ1RST+RohJ/W4N+T
l2wu4AJS5xylgkOViPHowR6R8WuoT1vc8RBMUdXcUyxV9/58M59LpBY/SSf4vn1y/bqoDOWepJBe
QN/gibaE9bcgWHvr5AugRXwGe+YuhpUjUrBKuUGzBSDKRRwG9bVsgxLOZVk5p5Bp82cYqPYyByMW
dMrhHyr35reu28fq5rDk1U0C/mXCjja2sMTX1FWP7aDSjxCO+UazEX1MQlnvIaOLbDOlYF23hR8Z
G4NNy6Weez+NJapnLqz57FNpdZsJLM9m7Mn2OSqX+pniFpKcG4ALIXbndoVW3FhvRKQB0GWWyzcY
6SNTCpsBJB9zVcwuFJm/Z5Q9qK2zAvcCohAVZ1XA9IDadkNJH72rOcVKMLbBERkQAI6iwmJbVOp1
qAaaTQKBBsRH/g2Zuk75rpU+WdPw925vRG2q/1hORc3OW1LxoMyaOhgamBnpVEObVy5srilvfiCu
aHfD43cTvCqd/SkT4m/JcSlePNbmcTXMIeRx6v+Z2OSpC3busGZFXNVjRsuadqxnYTZs2PD3t8oi
+50TR1/p9T+7xE0OQwH2GEc9FQIrUiIIavXFIn7KKfw6dTFDERJAyhYbNgADuq8Fyg5hen7XmIs9
0PKrsf+P6XASD6E7AbOax+4ll3YIdSrKb8LzGgVQUNzQouRmk066Oq++OxGy4/dd9aUKkR1W1Pfb
ovcYbMM2aw8LJLOntDfdC10KZ4k0nfmPRA+z6cYVKYFpakYtnU+sH+dCQNwOgJ/dsMpM729yhS1d
5bQ1FrCgdlFJbNUW+o45xYrolPQ+aFkbthnSPjsJs90es1aMmHjYtSZXGBpIiTd2YfqtnEcSIYo2
VHqXrx2lbIu6ikSuLh4BVnKcLG/A5tA/upOlt8MUYW2d3slj9dnj30AdqJ1g36QfZsJXCkUvwuSL
UjmbZwPPnD275DjDUyGsV7IJwcS6pryzA9f5YEaTfZrA7k6RjqQ5iKo8QIi8yY9Kfh/s4U72lDQM
w/aBA3+xVzh3tqSNIY1JenJ4JgzYRa5OYN0s8nXnkAB4zXjQM4G8Vriyr4HrZ3GE/41crggGWjA4
75Ua7A8LXJt1qHK7+BmNh+SGW6v+Lf1hus9RY0XA3Ynp2jrM+29+cYp9EjhqTo4xf2i0rC7eFPZb
ZUJG/XAfMHQA30m0pF1usQvlaOO9m44dUmk+dse8CDEK5Ky66iD1UPrNf9MZYRRuyXNhYyxvqY5R
VBUfDF74j43Rc63ZnEZlfcYkEG26cBreC2j0eFTmhdH6WqbDH1Mur2lyqxEK3rTDhJYbIbDnxwtM
oZ3UYXXCeJY+KVYOn0Xi3lI36oCx9m3X4MwZxyceJ0ouoOsHlgxMNUK7Jl/H7h76EPJnQUb16wSf
YluWxu23CBPETaeYvd60fm9YHpb6nDD0oJpKs5ZAIBCvdysY9R1BKAO551lkWGalDQdclKME8wN3
oXdzLHfX6Xn+bVXB7nLkr/j1p5wnK6+TrdUJQP8Cr85XZ8rpUjOdcQ+UQCF4bjbheNF4wBHc5rXF
RBddCVzuX+gT8zvzE/sQVpGvCLoa3OcxbPvsVArW2fth9TyMPBjhzEZg0/rnCI+raEZMGo+Zrf/j
8RXNoWZj/8cp8qn5so1pHtd+7Z4CmA9PE7ITejsVCZz94VTeMP0gbE6o2TxSpSIbWG8Bi3OKB2js
WHmk08v6hcbR65l2dNzgiFwL5xi4zY2il9TTxczTHH2N9HkBQqkB9waqJeu6Irtd/lM5r8AaBJBm
mTYhExnXDLAhQdXNJV9Cbl5+wKKon4NpNEA41q48506Qwcxr85/FyQS3Ktpqfw+Qxq+e8AA4024C
J/ZOGh21lsEAt89k0xzpDtFIF2MTPIoJ9F6ovYLGtlrDa5aWPkA5g9jvajP6zTk24NlQTYwukc7I
HppdooUV3aGAceRWE3W9ywvf3k2Kvhu9IPzCMifyb0/jmjGqQyLjRh2UTV8SoeZxHaLCb6O7NWsa
+6DN7P1lb9qeS1fndIAEewgU1M50x1t4Qx4TQrCHWjL85sg1H5nikOVTR56HXjhx0WZCdGABGWIs
MrHpDRMgG1YBYx1s/tvRY6i+98Ng/URz45tN4K3yjxmqpYlTu5HqcdKYRwmp61Hj3nK9fXCBfp8X
NzKcQ6eXxVhdFWmFCx7UexcwXvPKIstaUOfc3L9fNk1s+5F5qAuQGHQsU/BV0PfzPyczPCn82aop
uUhwGrbOwFRKoeRNh+VEr8DHxBxVXKGZMI/asusQfDr2obi8Mq+UcKRArW7x+zTJs5uWWVrEiKuy
WVHaMoDOjxwNViqYkLqp+xKhqcAyjD4y+wNHsUjekno00eeESV6fzYScH/9KaxmE2gYaXTtxG5FT
6BxQB+jpmPGuFjU7nsxYwDnaxM7vnSRxbeDUcJ2guYVkQJSnMs2DmUSrdbU1GUuqn2sis3ReUcLx
jwpU51JgZ6fcSBNsYLQhJv/HNtKWf6cKDsoEaCEvvA49RyUn9ZJViUrQV9Aflz44PNgv/Z7RMhhw
Lp71BVlIdPOvkIT5EhW2NRxVAjqIEBWukw1NmMBy19lRXEtFKlKKzmGDUZa5WDanDJARSQ+fZTrf
9lKVY+7pcBOQ6pAvqMBwmHgb3fuqPI71tOq9ibz6kzANuz5ZJUkFAj/QGDuFXRZHummyE+UyrcUD
nLsiOCwqcMPTDGctQdLZUHMClHHOxh3pUaD0sHjy6V6voHkgP24sr9P6UuuECQ7a/LaBsRXm8wu+
JpTDjZG00A43+/hQ6jnwj3XfRNM+tPJVYbBrzafjjPB5NxRMs3dH9zIdB9yRyPGrPuiv/Y3W0Ypb
VCOaV0HjfFMCE7yY5JjkUTUMW3weqd4LWF5fbT4iDvHAW3PX1L7zFGT+cmNmaeRNgyQ55YQ4LFxO
fefKbC+cqarv+E9KRaSoQpDLcSCJNLX0W28twTMCKDO9klE0PMrAePxRxNAAKnFddWiG2gVqFzGR
IWOYht9HXkZBW9kTZ3vW/qFYaMbfEebPLwF1uKEcluMhdjIM/PdIFPr3rso60LYM258ba9T/Ig9/
yBHPK5LWCknpA3NEt3j0lEPh44bzjscu+8ZdEQwni+nqRnZp8VhwHFQHM1VZuW+IvvuRkpycOMeD
SMwFo8v0WMJ1y7CB5nxO+MP1BWCYJKrKcnIvXsvOWf4xjx9f+lS14yFa+vAHYpyNp5oERcaMrqaG
lsA1bHKiZXtqvaL9bwAuwlzJtsimG9bJvths2b7wk84vy9xZb7y2pD+hFiLhLByLMTgNfiIeJroW
b98IU14yDfuX6qzjqOeXL7y9R3JyRp2JsnnTYvtngaGK6L6CxGbFKbYMWkVOIHGZqrV9w6EjGfrT
KKGqFk6Oo2UOBH2bI12aJBLa+geSEIqACKcO4UglHfWdEMJx5/syOY8+VnIu7KmEeyNa7IRyYG8Z
B40lX9cUWwf/H7hAiApNW/BKowjuyFPAKyUtyIE3h05mGOFVso5Rt/nlWw0XfTrW41j/WNWMOG1k
Nsszm88C+xCAoh+vwKOKj14kwSsM8/LKL9qwE+ir4UzsR/AhfHq4I0NABw3SYBAf50047vum8619
SA/cHlaXIXuMM4Xu07U9b973SOAMPlcbg9+A5/szX6eku1Q+dOAzItgs/a/vs7rYWXrS6c6alKpO
CXDGHFIsIWxYLWZxBXQOe1uy67vleVKojZgAn4N+VAxERCLKbVVREm4mvkxQoR2YcW65ST8X6Lcu
NsTN/EAm+fxNhCI9M/tb+UJVAtDUVLdPrEebeUVjNcTh+EWFK34aI7YXoU3l4FbFjLa4FpzbZu2c
4IDPBXIzJyXu4oGT9xknQf0hWp/MW55eDAWpgZEUkxQGiY0rkXgIxUF0Mmmep6/9wuh5N4LPGreM
D9ynHHBYGyv+htfUQOeKZ9dLt6Bjxb2lcxtvSrqWd61uKL0Ghq71Z+9bff+HcWpzZ+l1SvFvTV1+
pu3zdgqnhj4wWePZYx3WzCBA4UR6yPHvmMjZZ5FyaogsMd+iDiuMNNXK7FPgoWMbtMC/vD1zaXNS
7AtRzxBvJpBQ4u4t4mZy+j8Aw+Tyn5PUBIJsasEI77twDTIFSk9XHikIjdwMvS3QTMNizl502fBt
lIuYSD/y5BxB44mYJM1zGw27ZcLRvxFQT6dtZdVmOdiTlRQHk4ehe9AW4zBH8exsuknpn1Cw397L
qpvuBKKc7rtjnlwiaEh7fWI6bqV3HYGi8uCaQkoqqAqIzMRw4aWa3RB1U0/JjbW0gMoncQ0RbMLW
DdYJM1nBVy1NOtlH1gI6/2LDO6p7T+I3PzqO1/ovBcNme2P3Y7ceq3YgY8xtp8Y/LnZfhCdui4mB
eH6DmuqUfhgWjcO+1LVBqm/trgteG2yR5E0BhUq/tRmb7pxy+/8jqIU9DT92f7V61JvxACVkffDS
xv6HMnl+HNMJqHSXQ3bB+CDsp0VBM4jnCWrMuW+d4B86BrZ00rPzYBsgewzPpI2swZeCHhqPIRIo
DcWQ6qGu8oeg94y9M9zEFn0RZjiBrHe7VFlwXsOILGRKK+YNRZ8B9YP5HtfES3IYEJEs9gXx8urq
Alw7VSBxKB+m5ncOEEVvTK/RkBgfnvNOpA2jAe2NABKbSunHHm4IFWVtKIlzlfuv/E3JdfZtsHDc
2ZENZi4hzKkIw3Z8zpEKnoqVLf8NomY/YH/P7lolPmzFqjfW8Bsf12mGu0IWntr4QFx2qrVX7PiW
ew6BDKYc1BKlexMm4h0/qi6el9H2AVQxB986nLusQSznMYAuZON8riWDsNZ6EmjQ7wrmqeW2ZtC3
76yCQMJb7kPfINraVYzJT8glMkgjcx0dkI2x13ejov5Ya4O/tXaJjDpMZrbKu35xESoZATFMq4jv
wiTJKnbQ0lTHnitZqxJl7IodqS2cv6XCE5XVMzdS2za3air8vLFiHvgM6gFEG7tUl01rh9SpKp1N
PrWwzJp6+ZJu3QPeXXGq2JhTzp7jvqaMundJHd6oVUacUU5BbWjr6AN+zH+wjjwwrGZ6Qm/I+1+M
Ky8Bc1v/caaJegEbPHPgMVHdI3pM37SlvUMZ8hiW05KRc1HnAoZ+Rhvgd251D8UArdMS6b+dr8tz
09mStWuJVHMX5WV9FzlJeRyqQr61YcUdyCIb31EPKXgzKRzjqAXDrNhwJwS73EeWDHgoiTZKRw7Q
NAxEh2wkkRolOL45vfbEgJdTG9znAo8zSA3EawazDJsUKCWut+78xOMmBWbwkJeZfMwQvt2Fgqgh
ptPQiwJGpmgtO/UzUm2MMXXb8mpWFwwSlXjkfbeMV11KXv6w7ew6jKZaLgsGZd2h4hGw9yjXk5Zv
T3F3LIOCwNN05dzvtDPm84l1rp3Epqo14FkqC3wwvBtXXmviFhktl93eBNlox4GnuvK7XAx7BN+a
OXILwFsABWoiCl9zlFHobToDmwxttMyAdxD4BoIA9dgJSK/PkHq2W0/theD1i2k+6uVjsLus2Yp1
CPvH2Ur1dMesBWOHxLHn8exHKBs2aYIl9ZBaN84lJwHUqo5BirutnAlFAEOfCBml7UUHrzPVjWFL
yg/XS+o/QKe4rdF09jdKcZTBDuiWWwAQJwgpiIjmwX44CWkke9bnBN2il6gBlUXkoNFzjxzJbmMb
0vIYmpFmN9RoZMwiA/54Qfd5myMjV9rmWa0WbqNajIyvIJ6hMEcwHTdOGlyhabFJ4z9fvKum5Thb
wqj7chPWfFu4RxE3CB7e7mXAZ8vPOxPNuZvR7uL3wo6MLRW/LOiQMBjGPXJL7wqNLGI1h3IjRedX
dPkhKyl5dpzZrCgLnUUhxNwEZX3AfcRrTh4zVM/MTLAYM9BBsdc43nLEGzSZbd/M2j3gUXWigwvi
6NRGAF4QdmTGMDpRqrjDHaHUQZfsWHZi6EijiOTQgUkJreHRG2/5GCHp82+11aHk09hGXpRXwpYF
KYgsuDBhvnCSdLZ9IEaGSSJPEpmzOYnE7qUnW9HBytX02S+oDjDMTbgkXzYYM+QmWuUqLqKqYvvk
Jv2rTSjh77oMALTJdeK+R7Db0uAHnrh9NhMGb2uq8f5QdVY46noouGe1DDkpggTwuft2WckLohXx
6JgcKjdeV/Lo9oAm9RqjiKVFRJ5MGUi6r1ljuN0OfD63mOZjB9jin8MP+9Uw9g3vm6Ww5guHJvZo
UuE8DHc0WM+83vhZg7kP2VlFxL1QEUS5RVCNvPEBUC48R2idoc8l7HV4nuzyNClwWFszLNGnlTiW
sw2Km2cIJWvjwzZdeodVw9B9Ii8F1EaFYO9HWgqCcBzUCERb95Hee2icEHy64dKiwBiHkHkT/cxO
tx68JqcCFbUZwwqGhlFOVl4GhiM+g+/Wz49s3Cz75DsSBZ9JuhqooTFhuJs7zSMEj0SOW1Zcrcve
ph5e/AKJ/M09OtnA8jj8OFNcRMVN0dDeCmr8MGadxYlTCUGITorPUcKfJg93x/fQlpBpks47IV5x
06sXIq17ZNU+ELDht/786Qu3VXtgn854KKvQibaIR6TPXhY5FuFb4fCdcZEMMaiA4DZyJWhvm6E7
vs55RTAkHj7tH1JpTf6OIrx3/+Tg+e1XQctlQYgO8gjzAs9njBClKu9GZIDgkCiEz6W0+t/Z1TeU
eT03BwrB9DoGGEZ2XSvwlUOmmcM7W4o8rGFSmwpOg2+aZSfnFt5sgB6Q5by+qVSpSOU/mMMs86gc
/PC81E7yb/bHgkyqys1/l0x0dzXh1YxSoLzwu69elZAfipwSSVCEFqhnq8qSBc7YJzK8dmCM68A8
wuqKXC1LLQtSRpB/MzMwhklth04pUfJcp0izMFR0y5V/FjxHCG+73eqipNtnDKKdLab64YdF7GzF
lCrKj0crG8ZHxrZlxiZdN0BYxeTTTQ6oku6dNKz9DyvBxHNayoIBj9cbAt6hQY7ldk6K8c5MOPzj
BdlJs2PE1KltitPvBU0E3W/RQ+izMt97qxZ/ufRo9Acwsl3wBKmZaBqyN5Q+LdSmHLQ9yxZQWsgK
oU6O2ZG0guGfPbbFjzXk1MLTgIzy5GAwFkef2/p1AV35D0xRop4aB6PspnPq9WGkiHnsh8J/aNKO
dUTCYQrMZmqt53TpWuuuHlT1nZEM/9fTKQFgqkMcy2CgI5aB/E8vht8vkeSZgUDJqLegqhnb/bmJ
B3ldrbx4kCwU/4NrJH7RqDdPYbogTisw+x2c4EattVOXBDEWVpDgerJG8P7lN7BWFMiRNZpbUq95
QlDM4gJ13wlu0cWW0tl7rhSA813ZSBRrneWx2uw7EF9X2JlOF/eIDX86m76cIAq7exOEjgVbwjHy
Yd+HA8ucomcKdNOcRS/4sEnr8kWRYhXHrwqFJEdbh1nY2EEcLFnGWhU3gu7q6DtRec8MBa7S6i6U
dIpPqFjV7PNOygdpDd4fGJkvZbu8AmJ8qvJifrLmhfCGfhZ3aMtg/fRZ+ohfdnnoeaRy0NZzeaoQ
4p6kY5BcoFbOToMZ5J5bpjwixlZXEn6WF7b5644Oj5jKObC+EDDaF0J6OZ+dUe66gcyuAvDUXoTD
8p5K/To13oRuoSi2buYGlxnr0L1sBnTPZWidm3C2Y3vwP1celF3i66sCWBM3gPfQJpBsh5KnYTnL
5JF9rMJEEwWZ+cCo8M7CPvytsDo9WxpSAfV9fsxQUpL7XEVfnQSVlArD4qxjeLtJ2qriVB2H/RJ5
8ssHqvRuZc2NXjU69VMjAvvenbJki5zrKwkJpwEXGXRIVjsIEIxC1B12p9eVG3+jcQdA17L6GLNG
QarhnP+2NnS5ZRmtc0lcynNdQGiwq355QjxIOkZvkSgUhv0FHXZ9Kcux+Om6FPhHURfHnkzAR8uM
67vkpYxpYwMcQv76Rcu+nLg/sTZkYEff5xznInN9/2/Q2foCU+kGu+yT34JKPk7Dtb9EKlR3Dm4k
DPNDc0TENb6NSMRY7A7qMVIB3XUPLdKyA/3aExUHRgPHCWidhb+r+SmyINrqvnb+2Igmt6EvnRMM
bvfoGe2+JUUq/4543A69QzoQEgTx5Iih/OP7hfpw/ZD+3mlxHzsssbveqq7khKnDqmwMDbikdxZI
FNmp4iDq7i/hK80OjARDvIqRxMUYuOBJizLaN67HtBcJ1yGBm4D9xRuI5yHe6LBUiGMpVdCGucjQ
YlOW4r5SJn+DCVQhlqZwRFMy7kch9dGXzXQP0hWm7ygZAJBFxCAxYrqIu4/dBWOTE/SDBeFLMYWs
eOZwQ7kcPXGzyBqu9RI8TF54HXGW3JfZqiSn8jCdHNuqvtHjvuAf6T7dER9OlI3IZNv5RD5T8taW
0d5iiPbp0w5dlqF2Di2CCAymTGvxzw1HHqAn3MIf+cDlLCpr/IcNEM8qPWPlzcMTZ9xn0Kz5e+l7
UwycllGUAwOqIWIRSvPAdJ0Z19ucQ67PGtw/VP/+wfEU5wKEQdyq7hC424T0pJcKjJQBpFHvRBtV
R9DB6onsMZyg9RScVrxB+0roE2Y7G9VIFxUxqd80bXrw/yxoQj75KSYSF6xrhzXv0yppGRBPNHcE
w5FS46GpAeI3YiZqiHo+dk7mHX1QbMR7Qypkydwwtkmn9bcW2YL0X5v9KhQ2qml8F5aNapw0Wck2
NoWMkEwjc0oaAa63KV+ukmhwInCt9F32KtkuRPa9liYjEHT1VfADBWV6LF22kJumX7Eo4IljIo9O
1PlJh8GPJTwnsfE7XUD7T93ua+3q56zzwQoM8k4BG0VqU5OQwf9HiWdM2VsCWvV7kTXmym8iN9zX
wUHgemfA7Jv/bM+OPoIJIWQ2Q7tXyq+93Zoi5k+hiMH9RTQTN2sqXt1FYeLwHUyeTkPsKUHYL6Jo
UWEXMORWhJxB8YcepDuETj3H1VrBxkNo3p1kCrC86lAreC0TWImKQQHHfKx8m3Xo0K6f9kwOyJwg
yGdZ6FxYz+qdN5FKKBwEFwG09ZNKoo/JB+qv6Z5e8jTM/zH0RD/R5fT/dtkW+yCXQYzDAK8HNWHC
zLXTP07A0JqKl3wbJvMk+KgA1F/rIjUaKFQxBwiMouQLIYLoVvi9Sp3DDN1NKSN6Pybf2z6J1DGd
6v83pHgy6Ine89E2H9j8qN1ZWLVnTuPsq0qlc+l789c2qBPgo33lnnAvyiEaeyIYYJ8AndsK7RgI
H036wAoLK6jLzjxGrYWvv7KXva1184BXBfxE2bNIGTL8om0hG4VVmtUceD31rYvCuy9CkzwKfy6Q
CFrZ1h79N1Cw6RsDGFbQKN4eLavKPydGC8+z6HES1jDiFSzKe2IHHkktcJ8qE4hDv8z5k2sJ8+5U
iHF1KfQNS3pDvVpdeFFh0R+iCGgvhaCL3wukxAPGEpy/cjRbZjzta+vZqGHLSe3aKHG2cJ3Mnnmb
fMp5J6iWM2IQkWzjnluD4V+ZAAFD5jO5L2xnEozkRhwVg8HYqXTyslYhqIaUdDx0ism9CYgXpp0m
HQmhl/uNBwxbzTwPlIneyGmFO/MCZQXqDSqN+Q2UWpvGMqLj3Pg2qzadut7dsuTdPe5FdvkideKV
ofuDlXbiDsrkcJnnUJ3xUqj3oKeBlCJQOybBy1efZs9AIlHSpuETeNwv2/M7dKgM6za1g0VHZo3z
koC92Gt/GS6u03H7cA3upRzdk1iql5s5eEeQFYT60rHYnejpsER8IVNQjWrbTSmdWegP0cagAHvM
sVOeDfqGa+Br8UfrXkKNt0Ec7hLcnnrTSBrgiyx8eQyHxj5RuovjvPSKnAza+xM9k03Z0TqfcnWT
U4nT/6xWWp+INUPcJ9LsRgQdAply3z8vba2PTT7P7zj2m2OoG6BufLEBhEEWotdZdet91LNSt2cr
u/RR674WTsinDYciYqzED3wDaoyPVl9a29LKXucc1iGxAYBBJbwkbzvZBEQYA2N2xrCF7DVMWep7
jCJBs3rZtxqSNhZTknwYWz+AD/OfnfzGMauDJLm4g8weq3as/+BaQwZbATONRvJnWdmO7VdTMKRh
22j/lg7hKo1ux7gPVAURuiXnwhqTFyI92ChCPf4hdtv7huhymGhccfHA27gTol4ODZwSGkUk0g2z
x9GNh4UYt3MxsKe6IffjPMndLGZ/RHQjUk0EjFa7IMNOHC9nC12vO7vS6SGZGYTy5BTbphDugu6S
WyVR1AXuKtvfLDP64M86eNOzyX+RB6OvAOkV+xjJ/y2NQAbAmdFvNHHBhzxw3/WEuXUTLf40xbjN
qxfGJCW8cN+2rg5OlM+xMQaFhG8le9n6yUM+yQydN23CjnDjt0wrTWSG9J7QN0Ee4wQvqfjmhpQA
Dy9GQcQGthw2NB8JQQqvtKRo4VydxqgTw31f+9YhrYX4FxUTmI8bcJ0kgIzaPPFfPeLdMQE56op8
uYcumCwALUjkzutZkwZMRg9rw2qkcp36F8wy6zMwNYvufgmY7FWVOeWQh6joloAshy6MSRZMUHCm
47fv1va+dbvmpc1llHOD2FmcCsHiNw2JO2iTlvKgzzOozJE8EXMdPahC99+aq+huqoLgDxasMV5S
zVKAxtsn4cnlQVD9WkYbhsntNmF6/V12pMeziprvBMPkY46/5KXIyEiMXdduPgvWqr+4KrM9AZis
2UpbPw0dGAanzPLfznFRQVnjLTwr8S7I9YqHNZoJrVws761B+xq3uh73aSSCm/yvC98RdPR/WE0m
J9etk7dFjQ9tu+qzLoD4N4Te/KQ0zjucHhwby+BsMqAZN1CKALUTkgItSkufkUYOf4PBjHv+veTV
Cm3aYeUTOzfC1j/DWPb3Dr0+7q5guZOJmE9Nyr091axtGEE6/+PozJYbRbYo+kVEMCe8SgLNli3P
fiHKrjLzDEnC1/eiX7o74satdssiObnP3msPDylzUUN57ErjkuXfaa7GhwqC39VxSI9h9oSqrisi
hkWZ/bDx53RPE23l6Mr2z6gokUXQOylgWRuQz/E/lKz8xjWg+ZyVpJmmlUb1ukjzjTAd6kVP9+C2
GRi2/UaMNx/acb4mwyvEIdt5lxo+O0L5YqJqwXFP3YK2KSPes9VYxnezke1D1g4SQL1qyw39a9MT
CEUZ8ojqFC9o3gll3R/2AqUJM8P/ebbWXPq78mJ5GkCO9CdaEscD/TLltYMDunEnrlkbwLgDFLKi
0jh30/gzd0YKkQmiuZsiVkWYTjE3TCThN6fvKgK0GXtaKK33HHTnnsoxDzKUTv8ooRCF+RTukSRu
QWZkY4Ke+797giSHJenBxdpKnozJgUs5/qEyiaIDLkNf3ek7Gd0LFqJ8R6tE9Axlw2DSh5hUg+Ff
e8m6bQFUOuxcq6MWwlsLWbyMPmjD7P8C4Uxv9GQ56ZecPb5uinsCz/9rb6b8SJ01fLAOyXcFH1ax
tRfPDTKH12KMzPzuATalIFTF9WbSXEbdAVs3stJkN2gKhnVQbtXslW/03wkv9f93J94XHkGbAnXg
kRwhY7AQcimPi9Z2KWqtz9KK/Qz1j8w3TR507BufIpJGP1EHCzVvIxcmXmn/xs7YIcggiV84dXxt
4/DkkFjp26MgY++GnRJfYEshzdezRdkQSJmDRb0e36iEsY1dA+G4Zta1BbQqpEkXGPI/4CmNcc0a
whNbAEDdeaEr53kawEKQN0vOfqraf0nX9ffIr3IiuW33mXIqnUjTyl1MUesz9R/Z0SfUe2GFOuw1
l3koLR2MmLOtVYFnDumh0LuuDHy76e6G5i5vWhm75znXHA9jHs5BzA0l7jykFJdfSa+HcOKT3aCc
9GSZJf4ypYY7rlD96KNEf+RtZgaE6XKU7ap3HopMGzB2Mpm5j42ltR8pi0oOLSSUJrJn4iRLkx4U
1svPPo7nb9cslsfWG/Lb3CwOZwK9Fl6rGzejd+mJlmX1blOnuhsi+y98q55eCpCmfdlrf7SJ8htl
yfQgYImtpv3qs1cm+v3aURGViYt05STfOcYPNgGVeXYpdNxM0krJ4pM4g9cRC5Bm4CseowTH1AZs
pHuMpWuB86mypxXAtZEJtVLuxDc7MxrwGsSsemZNs/AeyU8PL8SVu2vFHY8+zzxsJmy8o3UAC2Pt
F7wOiEb2fKWBUv5Z+kyDHbGg9me+JHKB37SqekYpRMaYoLnyqqPOy4y8vx8l1nVssETpiP/YOAv3
TXJr8jfg1N4JRZCm1kibfEZRIx/IK09PSxIPx4pXW0UaltIQ2yVVbsHSwOEL1oGly+QF9DMs4Vi6
xT71o+kViMpwpvS6vBtr/wgoDhvLK8tdNomApNDUesO/aw7uDrjNWBMzUgJ3pyStTMUMN2/i1jIb
QipPnS8GqUmF1TjQFYgf2Ti7+L2N0NRYt8M3YJTuWOTtxwZKMu9s+wOpNiMAncoJJKg3Uzphm95l
npQApKFSB/W9T8cfABqGiTXMTfjc8eIFXZ3i4vGVSwHGmiEJbVxS79VKu39CcDbcADycecJvxg4I
Gbp0qP1zHN0PUkakF3aNKE9DKdj+pRllbd+EFqcnFPDYCJN6apvthPtEna2kx9NLZV2cPeK8MWlQ
4n7zY7mGbm3LgkXKFc9/XwMeTrJPlEg8T5SRJsuGuA+GZiNXTrktGz4MBDe3eJRpR+RizkqL0Fo+
wUNEGMeCz3OML5mKIXzKPpfDYVHaVRYrXgaXLAazjjcbPUwif859e0DNMtKS3Uwus4ROngQfQ+l3
8dOEG+kOQwmDRJJrRKHhswSQAxn6hWVVhwZrBxNKUXk9/jyjY73ng0k6lpqx8jOFv/wjuEBuyFuG
6dTJxVhOsCybF0DMAOE6ltXAE+p1EsuEEXmPQF7Z/JKi4m1pJ7CGgJTlGr9tZyI/6XO7QvuqyDKe
TYKuPAzpUFJh5MVDcZBAwcDfK6BgJEAbsG8Q2vX95PYEVLIq/5gwqTIWEppzV08ynXCybvzzknb8
VlLdXID0wf3dQuIzkc7Y3uOg5QosSp+dp7QTSB+tBtsiULOn/8t7jSoUslL6OQUJwF2zboBT8h9J
0qZPZwM+Xuk4p2kahXggqdPw3DcGRcq6JrTzbMgyCkzXqMpdBxqlOZeGLw5UsuntccoLKHhCpcaf
lW7K9Cu7+tdyJhGWLlUYm4z9wgur136higZqQthSoTadU0O3f3U5cnUpEq+5AoGwb3S0iPeYw5wr
LDroSx9xSQoMrMfU+gIr2ztlDczG5+0KuVP7BHaqH+HTSoRWs6y9ENOl4QWiZKG6Q/bCkUHP0X5q
i+nZRG/90Yb8lZpg8C2xj5ZKlp1Egw05Rc5/QAufMN3iyY5yc8ZW26pnSCvemSsNg0fM1fwd8zwF
DtSjoqqBmY9yGfjAODeFab1zc0RgkKW2Z9L239JO/c5WloZ0p3DZc0e0dbv0Dy02e0YJYg6o30Py
hO+C6lUcCMk/a8TXwcMAuNr9njmu34E6nRxipBtF1XZtTY80Omwrh4Q4cLhHQpJ3b40r+gyR5G7f
3d7Bu6imjk5zuLhBic9qZ4wusT2Yh9QtxmaIg4qQq9tkB7PvCywh3rg3KUUES+m2D2RaxGMzIMFv
I1q5QBfMU0jO5AOD43RFt9bPWdyIo+54xoc9DNEJTh4NV57m159L0/rXXK5eqch+KUaM7aPup39n
LvZ7nYw1uVpQIzUGm8JnIW3LjZl7F0+Z6mpAHNwWte5CDiXBhqcheWlZmDkbe8AfCgPxjrxsvCEI
elf0uvonjgz56NXrkBJdwQ4BsMTB4Z1FYTQ3JgCvW0ep5TCsTv2cqVSZhveUQH8FEwU3oTQE1pWu
KYnVLza0igLYFZDo99Lrfn326iFgm+hrBqP0L6KLm5uxtB8doIZhHjVqY3nagW0Ysnfp8cLWCedc
Rtcgcub2vHjSqn6NNedpZMQ8GrBVwo6eyAegDjnrVI4o9lyHOCdV0vuRFlZm0mwyBOtup4DKXyvp
lGcus2hw3p0dYYq3onXPUIIjwrCJnjAXTs/GUsz2xuvgFxcTRaYVJ06AoszOAafeHoMJ10V2V+gd
I47E2fnsSEVshtF689gtBax1yg3x9Zto/OhBU+Y1IzS3Gclch4CS+Kj6YtjNi5DhrPxmhxJcBYsG
R3R0+uYbhN8QYmcdwt6235OZOCSl7FvmeMCS4IuZYFks+LrwLnhL3ZMjsR93BhVaXYTfTnaknk3p
vxQxzDhqhCHCuN8L8UegjrKyzgIj9bFKEvedlfjZWTCKG12a0pDsoKmOxuc8y79mm197GAh9K00L
CVVvz1ZUZntLuEfcqvbO9ZwaTSdKDliTiyDuElTE2pnDeujMRyR/7+yk8xmoHlpzNL0A1LGZhZZA
JvZ8xmf5lRijIHbTAcfGrRziefoDBJIFW0yfJDZOcBGUfK32wphg6GLG0+Ooo6UUVL5zSugn2jhw
9ahG7DplG2TsrNluNyKp2k8Dz3E4tTV04HbCNXymplO4Wyl4N/BkAGU1jI3ysPCy4HH2MJHMp3b1
NjC+Ms7OhR30EvDEtHLyOJ5wUXe1+9Di/cSPbiQ7nT5cZDV6yplWdwYpaNzw5nAgLIY1bTLkJpHF
v9Li6zN4i3bvmAJPnt71B2Au07bz0voSWcOrz+7xOe4spKYMi6Okd7SPrH0jLPVt6A7XCdu7CBQw
7mAgg0BcdCHMNaBahPUOUI/yhx5qzL4ZtG8JvHhDrdaASZishee6PU0ZHEUHkXbim3pBXCJ5MdVU
0RN71SX7p8I35AMGsiuBZXrGHZ0tjjdXdWDZc3QshMZtl8k5PSXViLwBIGA/Cd1ghUGIoaQEAHJk
1tJfS1OBTc6W6uzMoO5Qcz9JdQ8DxrTCgachjJHLOHbMDWyvgQCpkT60EIdCwFLtrvWb9DUxtG9g
7eN08lINdCbp6F/sxjo4GbjVezz/Nb7plJJvrVJOuHSU1yKcTurIXM17sLbGMzQb7ZCJsXmkiyX7
5EKPPyptbT5L9La0metHqiDExbRk6M8/dp3aaEQd+dgVMAaIYiF7WBNTdF3TPUof3SLTx/zRKyxn
43umdud1g3Fl+tNivMn2CoHw07YG968cPbwzRjzPW5nFvXlk/cu1Pv0cezu6ubyVzuiKIWYC70rK
4eJYgq7VrLLjccfO4L2SGPF5w4KnGrgmpHT+lKrAhl2PREj57rMk+5v2Ake53+Y7/sE/6cnSzGdj
qeL3VKO32otMsUWg8+gFcv/M1vyvnaR8ahNqzG1gJEgGxbfuRfg+kuXi0WBwaxu8XnpcXtqy7diK
mjnm5VwPSup6tgvOj2LjOF4TztPovbIWJs1RjFwpRxpM9pnZ8VZqhX/x1iX7mKI+0q4ElCOOdePc
qI4XYOOUL+xX6JzlsVa2XsPtSPJXrlccSGzciLJx/Ns1ckDmsGMCO+qW4sYO/xavYyN4uOKaL2N7
sqrBDDHl189Uc0cUXVPLtDN1ytvdmIBlybj2hZ+KtvJxeO00THFl5bl0+9XwkhrBLKWzZW79lTbC
9vmuDHnSR/XutXHoD1isKsI1i7IU3PWqYQttln9ja24auj00iCuCkRAV+zqkmXjLF4pb1JzddMfl
ldV2zqmaorDo8u9eK0DcQPn3QQm6M79MUmYEm+K/vbaMZxI9cJcmzmu4LvLB9n0LmT7t9nMyrD9D
H99cM1lffq7lXDQv7vexkfYvvErnQJ9qQCB2ORQfwnXdH10Z2Q/+MogqSVoHdNTVv5GIHtOUMEww
jsNHby036WaIC4ot1nagGCBZ3P7ums1+HOCWiO47xou8ZVWVEZhS+mFyKnlhObYWSK9Al5x1zZTI
wMHKuOUV8s0EdwJJqo71wkFjE8s+mt1MZkQNcbrpO0rYRtmUARJstXdG3SNHNq77juaVLdCz2+UR
iZC4P+d6lb/2C3uYUUgKPFFJJZvDOn+tLc5VocVEXSH/HkbP34Nj/4fWvYCy7oMC5tg5zfFXpsC9
jzwm9rXWkr2aSX9NVhVlux4RfNdVJkTrdJw01sDsNZzmtcOLs2FvDlbFYOhVegmk06G3J7fXLvVi
cR5I2E0612ao0FH/6TfyAIajZLtS1qBm/Mc8I44lIhwYhHno5RJzeqQ5LzszfsV7hWniIqsPrDzY
sMcXjaoyF7pIQ+oIiwIq+gLbZB+L2mPwrnpJUxuEUQ3i3n6csBtWU37Q+9YIW2GXT5K8YFCnq1aY
lTRA9QXDcOneYjs7GAT4iJaq/g/+/XZv2doc0vbH8G0KWH3j2Fzlktw96DSMJBCdS3jOzSqDm4ZT
f5NRTn/6vH/mATJo7SzUS2VjeGfL6vxwTaehwSJWfc+boruaZBFpGUU6Nr3xq3Mcwi4baaT3ZDJx
Ubt+vKqbDFE5wE3o2gg1btpc/EHe8BA+NQam55nWwg3Mkm9fVvUZDE0dDHPCtCjX1vGcxfG505r2
OLipv1MxCURRMbel8fdcdrwcbWWHGDVeEqO6NU3HqxRpVAHhiMVhYhy6j2wzyQkpXMjsoYop9fa9
FNozccdVvGVPbWLQXZ99481a8XSZz5iDRbM4aE7ytLDewYmT17sY7/STFg2PRQ5ll6FCD9Bq9KDx
2uyvjo+AY4YHd3D8fK8QsAJOkA5iExalgJpLhwZ6bXxKx1FS80NqY4PpN4txEq2lfambfjQOmRUq
vNZS7/Ycz6wywQCEkp+zaWwREijhpheD4eUCDHx716V2deiyBIJTBGPG9X6jPrnYeKkhn7Kfyb0/
XAfc4wJ9ZG9OlnMVHO17LSMBrPheVBEvRwgmRoBnlystYukwhU3kTS+eE9e71PGyF7oPTi3bnKsl
WusfuRpWdWMWfVhEdVfUHgy4ZvQCdmpvsaePpGy5FHlkb2aFW6deUNT9aZ5Yf+EG3unr0LHTIqZW
gvlUacd+fAJB/OBr9oTKDgsmt6hKOC3koq8F/PyTWEAn8s1txJdfiv7eadZDA82AFRfS/BHHP/7E
xB/Sc+JB5DcZODZ42rPbkrM3GUdaBTKejteoK9Otaoz+Y2FFh/xBATdUmvSUjnHsHksHl2qNHsIs
jyYGPhpQH+werptmkVh7klXFjmet3gM66Ei0wPWzqZoDzywwKzN30pgEhJQPRSntBsOOT8YptA+m
UGD4RMe22CQfVmokm1izPDV4IkmXzLwaz6ZQ5bOt4uFVtk77UOexHvbJMr0YtAGg3yEXnXoXncIp
53MhKdSpzZLZkH7gXyDWPuPktGaqBMVOO2yBALDKOB2LkJ6l5qFteisce+NP7lcnxxumH8kd7kwA
0ODsJfyi2HZZ/W/CB13s89J28RW2LVyANFuiYU+7w8R2NYoesW+P51jGbnYvEGvscHJQg46u0XPs
N1yZCXiiQmySpu8NVjO1eGtJTwQ2ddGPIkWQ1pYBpzeGx8rmHZD3T0J4P8aYJmhVnbUv4GkFyp3x
JOem78BldlVgc/UKFwaJfe3x3JSjgKCkCBHFdP/gX2/XfZ2ugOGQusWwbufLXzmk7Z+5FH/nqnf3
hezygP13kuMjLHmWUdsOC+iYp8wptS+vqSMqpNb8OvZhIqaeSR8vtOOWi2kxboDL/oXdS77S5G2z
0tW2OQ2cey5Ow7YdKJPhh4eGkaz3eu7y9amv44ZsPcFyO6ajDQv1YG4XPzs6VYpZru0klti5vXBk
wiLALY4VWx/n9340awBDpKg4LKm5LF5Gi1XlSUxThm2jq/iaQrfCrDgk7AQRGOiHSflEQgw7rthD
DuiPRYVFaOtiINvjXOtYa6Zl90YrDNFemDK2cyohH9TTg8Cexc5XG2WyzmMYJySR1zrFiKePlwX7
MuAVVzjBUkafTNvL3SZHrW8IqZsHJCp5HMErvBBaFsBFMAW+tULC6ceKWN51OU37PPGxXA7833W9
j3/hT46BTxXmiUj8F8mN6rBgYF/NdDTClmsvuzZDEw0hqLRVYInavjO9D+dcQR7DfIWA50sjvkVu
5wapz/cSqzsGjWZCqzWzD3pi+lMiWeBzwe3AlgrWYYTsx5MOb5RlOjoki3/WC2zKE2yI1PHRlsEK
+5sMGVlZK/HMDagp6rLobvRIsSCuoZhs0BzyPYsHKwsKA+MGZv7EeDVz+ZbNFTLkPMO4IfZvYdpz
2t8+KcF8AilFdTeDScy3nJ7dzZhgM+L52alq9B7w2rjXDqcuEGMgja3N4nd26FTiffA3tUYjjMo5
YQM2vcWmBcoVzhwkGe5wx3ZZRiwgTR6hykkxneimXzbpIouV9mMY51FPxLVnED4QDbHo5oFMCq6e
Kp0WABjmtemkjJScFsugoKCYfbHqBRXhoLdsASo/SQ6D15K2TiF820Xv7zp0GGymnLxfTFeY2aPB
fo0S851PdVXA8eZuYi27LJFY3isbfmHdT1jaOpM6zSWtHo1cl4EnZ/zUWXunh5SlfQTWeW28MH5j
9A9YgOs6B33PIBgPiYJ/ybpgQDTnTQXUEyaL4PTl2zN3O6/DwtPoNZNSRl8ZjW8+7XxtdaaFZKSU
MvJYLPV5kK2TaAStkGoM5aG0YLPfkYzd1FbGFOlPtEZBCr81mfidF+/fQJCfQA1kkkGj8wqHUoHb
crAxgS7UsweDI0zuTg7eT/iEsDjTrA5Nr1qdM0vFH7g4r2TQqHF3hZt+8iJ5IuRJv4JBiB1YOQM/
pV4Lewzap6P7DBOExMI8qAfev+2TIpk5H4mcW0Sp+NuMx2Dm1EADHKiMsR8z0zgNOF8PiKrlIcsG
KkJMSvrY4Pk79gM1a04Dq64ZZ2eFPePu+WqXwBXeC91i/V3o30us7WXb0WJZQFlspwJ9KzH9p3mi
V0EoSkeKuTl6DV1UmMC0j5gyX5CPnR7xNLkL5MDW+Kr6MWlC2kXBhkyQQivXGfYMod2pXLB6UY3Z
3LxuNg9dOq0UB8rifFMSI7B8djxZdmY75T9mvnafLLPe2VBw8cdqaLjFZCoKgFps7t3Ug48ZaNT0
Vtzq/NXQuwZynwL781BCW1kjEd5XbUlnDlQ2L+VZh3n+LJBq6xNmAfQK2fVHWdYTMNPOix7kwGN7
Y6FbF4Gqc0gPyVyOU+i4C7HYHXu/qid2U5pn1a2HdyvbZ5Wre2bqzs5s5TehItVsZ4nbEn2Iya9Z
6IEEek4ototh7uCRijGyOaAHdoqb4aFMfX6BSnf+qsFvThE6HbZGpL/OK141jeRhPKOj69jBEtDp
m47Ae0wkV7HRVipGmyww9+R6jt1CL2ATRcSBUWs6ozh7C/2uzlxMl9wuoL4ZIm63ReOVvG2zSTe3
mBUo454n841jvf7HFLC8N1wuVdAtQj2jtcpne4E+nhHDPhgokqdC099WQnZAvUQfxLrpv2B/Hoj6
JBPmcGvoWVHqzcnVW+/IMAHyIlciwG6OYGdS0vIIUWEuyCS3GXnoOLo4vJXym2ZJYzqzA55PkFVc
rFteMxywWUw+qw4MTBn31IOQU3Q1jAWq9CDyj7ks3D8NZUJ3eymsN5pd2Qq0pfQ2JmhoniJJddCW
ZVVMRiSiB7tEEvABHACbbOzuNeMPfm+LuglHaQeoFbQlLgR1Q35Ek7FMOoSgOcWj5eSKKL2nwNiu
kwfEDE0MkhaIyEyF6awIrJSTk29nIfu/Xs1Wvhct8hMnVei5XLJrvrtamc5JAG4C8HtLHu0Awq7l
O8gVj95aHM3UymbpDngUVujUm3c6MZFDWvrioV7yT+jicbAQJyYaJ9pT4nYPZb+81KCqTMnKCCgT
9TTa0v0bYtRDX9R4sd0J2rdrC/aLZaFtXLdsQUIkzrj+u16iKi1+Sqwggd+OLT6s1F8IsWp5OHaR
fdDhO+PZLOr3xc32dlo+ukn6m7scAgTwSWMPGeEE1hC8v5qpXWsxHEFFeKpl2ziBmZSNYHdjeKBB
1SOgEfDryzc5uDm7MvDb6LAcsB1eplDj2n/UpZVfF0navkd9RrlhUdRE/qHHQnbIuSUIEm7z80jb
+yO1yTVfmhkVeGxlmPqDc0a+4eosynFfk2a+xACG/qUwBYAJA31CTva5fhRmfRPz7B/YSps4sAih
L6oVYS+8f4LC7zMlQIwcENb3HDkQWp2MD4HHOBSKGQFH60IKzK0/GjYJHjWkC/Uzg3S2Tjcah9oz
Xw1fFTWZlqL9VNhzyO9CkkrCIhXmE87yJ0ocrFO/4hIi03vwGs15wCPINpPFMj21Rg60PomeEraU
O4otTbHDST/QBDJafgALcn5tx8H4jl1MwKZHPmrMauPWjAbzTQvVWT9UfufunK4ub6WfqZ1FsukO
0NDxw5n/udr0liXhZGNyOrPkbN4sR7RdKGUyPeeyMB+WLOLraqXZgWRkcWIWZEPimgTEgVeue3WG
W1ZH9DtPGp4Ety0GeZ+E0/wZutj+ZI4ZTnk8a/tGGtnZT4bBRe/Q7D2QLeMHET/5p88GhndE8mLu
q6tQxXWy5a1mkUSU3icyPhVpcV+qMQ/p81i7Vgg9bf3JtWDxapRXU1Z1LLnx8he7AjtNkzRbBYo5
6vZfmoIDMjuOdYRYXnjE5dkSVsg5m6WqgMROxr1rFX8Izyzt7cWHkfVtOHFbyba6Tte9Y4sonFRF
jRgNHrA5fJoN2XwekxYWKOpVvcywjFhIHyplxBGRjsHSjhqnORmwup3uvdlqCg3GiC5tW5njIRv4
XTwvgIvAcuYuN2Mb4DSFPZRmSlgbO7pHcahEgo27DU1m7wCP3Bt9hG13cTgX2gl+mUMpGaq4JBlK
a7Br/CRsLW8AEij7bvgofhOxFMexmITGbofjrtLpBwkmknA3DxfZGVqVH/INLB7n0vkrSf0FkQEL
OXHAGJIq6DYTT1s2EZ6eXUmjOviJ4p/vECYjM8IafkBD+s2aGEF8MIpp3zvawXTKgvhe9WRxt8AJ
T6QBQYfChrhJ8LyACmMlYLAEMVzN3FtNy4dCcuoZ1DqZXTqDUEcbBYqKxWaIZQ+QhqpweLvSVdeF
vC5aUOtECLhIfpgSUUwtz4eUVbn1Ia5ZH+CbtvzlxRn6xA26TvRfstHLgq6Gck53kcIEuyURx0OH
OWKUb8CUMNvY9ahfBC3aJz/LNf+ZNjY3EEYLjrUCnxLQF23+GoSBn1w7juRGYV3aSYwFH0kPc2+T
J7Z1baN5oHkN03eY+ekS7XG4Vx0aUCnXzkG29Lka0E+U2Q/pMxdAZQVgMZGzq9Yrd72msg8nMfPQ
4hbhfnEfn8ajJpspC229p4oUnhYONZdT+2zOaftUd+CpoB9H4gv+vSgfEwRM+7l3bPZKQB7q5Eny
MqgDP/Kb6gZs2+HaR4/02Jwk4U8VSifTnFVESy59SpVjM6WZ9cxek2iLpcdev4GEQgfhlntIHKYR
gWVkGoqkEcZMCqKbpbiQE7Uos640jxlfObOcEDMo+GVThYBxLG2Ro3jgisTeW0soWimdzF5jSyLZ
BXewjWgW1Z1n1zSKZwW6RdsPqZj0aGPItkYPwaVFT9bypytppzvbwIv+EFE1w6Jy4uWG7zLrgi7q
4/mVUY0APzp7Wv14du88MfSVYl/YXkS0cURA6kunf9AKPTdoes8n94Ncc93crMZwlj3rANwtm8VA
G9zOCayVZoPYNEI+zEF/RlpEGCw1bd54NS1gzVZTdqF4/Aakaq5bOrMXhl2fdvPaOhJVdP7Ydkat
OTY2Z8crgt7XKDPGh5RFYnGJwdXipMEYdlyyrrQfjBoc75WuhOrO5S93DlyAJo7dXJEbjgwwo5sk
4Wff5B7cKsgxI+zHidfFjJzA29L3y4Kn1TapGRhF3Rg7Tp30g/HQolJRb8rXucvH9h3Ancj4DWKP
B0sg912UsXhvKZ+NTnSI6caxTIZYXVi0zw59v1y3tsD1k/e67Gqxm6KRCIvkg7+UqWNPJzxnVQ9J
zvIOWMB68414L52mNtWhe5fZ+CejoeONZUjr/KTKTi+TMzChOuxQA+At+QmGzXArJqM66GuYpNZp
o9poDRI7goa7WvuB5LyhqOUUUVYijr5qJtbpycV9zBlGu7RVajZVLnVfrdfdciTD5PZROv0qAs/1
rnIS0YYYcNTwXWjSj78zWs6nk25OZn4pBjEepYtiSpNQV6xZ9KnDk6zF0anBcaTfsWarO4FEYIBd
L+nHdssFqD1FOAm3nwfMSyb2t5TjQlkp9q/Fscf0UpGByx700qS/MZ7N7GRhGW+g0yQ2WzLuyrJA
QKTD4VDpGUZfo41zXDJWfI+lTzOBU3Tk7ceyoCVyyOaLhol7YOHspO/aUqG02xXtyLfWijQMsBYQ
LZe2b3HN1OK9jyPe4Y2mKI2PkODf2qZxdpWK9LtXN9XRSd3hT2z6roBvYjoG5kpyYWd/gTKbpvBt
od7NshppdEXxQC/O6nSPKEY93yRjPdmbFgEHDnbiBpw4NLsMXYRnGz9z/WW58WgxKWSS0J9iV39s
Yn36oSBq/FhyFM2EyFsxqgByOHpoF8O9WW0XRtQco741sXQV/YIjXG/1+pSB5QCwmscjYhtFL6Vi
7QJTGmQQUXlrMZdvY3SG6Y32ibgPM1Vnq80jSenwaFXqZftu0u1rx1V8uVsGNrgcwpGoNuRuHHL/
9PJQbSSb9jGZ6WLAR0Zp38YYNZp/qgoRKJDsatFg0faHc68No42gGQvvQYfKHwGWSM3PmssMpEV4
dsY+oVnr1KJpKzympvYKVA0WAWUdowfvdeUpJ9vOYF3NNa43gcievByTfouElFGoXWQxtgI9qtdy
a6OCg2fBDMamwKtbDV37krfwFZzV4PvWjJ3l/0rCweONvGkNT96RhF00lptYYR6MudeRM2tdFM7J
o8s1rCNck9tuhF51SafRlHQqWFVybDwmhMPInj/AsTi8Wl0KGK2Jay6vq9HmKGyIDTh2AfxQZCV+
GP/7gO43TEUxcM1H32R1eW4MrHv3wV0dhsNcm3BJO1abePtoAnoYjcIjc52SAKcti6opOgRUaVo1
6Tvp414uqvYojdUYqK9OmjBr/OSXhgzDe0CudMsH7JY2LlDf8FrCwAbKO1Jk5gjCXNnEq0ck+mCE
FjtPcbP8OGGzwrpiZy2wVncMqfl8UQMv2Ee97lC9MBq1Z1FO9Rv5DsWoVGn9e6GbbZCnZWN8MLeV
x5TphM2zE7tAXzBr968N0fKExYvl7vSOjeTejCMoXG7iHbOyi/4KUP1o6GNzBpMdnShtni4iNUpI
OfwENo3GvdVh7xyIfWTs9yCFOtgJei5iLLv4G1A8KyngBQiJPZ6rYxJipu/Vzk4cwIB4qGzsY5bN
Apa0YhLEBkHhc1X6ydp4MYyLd3ZtEwbXNJJdGfguEH6rnbHY99AHWBJVQn/1qhXcDAQLadFc0jLI
2VKWW7+dweWTuOQeV3CqbDPZioK2us7aJszOb+ko/Bv/mez1cO6Oq810Tm6C5Za5MUdrSPYM3j0m
Yko3nFuHT/eoeSxmCZorPIcgT/G6xa2js7Kw5jfLsN03M5HGUz7mrM2ntZHg6nVWN1x1uk6q64AE
E/2UbPg4OUzBeQqPjmKrA1dMFEe0JlqaYpEWWrrziVHGBa8Jvr8HbUotXjmYUl5iVYqLEMOkZRvK
a7TiOuvceaBTJYDhFed+s+lLTXwwmRrak66zJv3QIYrusTr9x9l59MiNrGv6rxyc9RBDRgQZ5GDu
XaTPLKdyKkkbQq7pveevn4dnNqqsQhZ0u4XuRssEGQzzmdeknzsIdcNPQLkon3Gfy/CLbglP9uDY
y+Ehj6cQ+5dRg+VxpnLa1CVmILjeagVHRxf3EqHaCWY1uevGwUGHz1ZAr7ias7gH/7Votr50Rh1v
SYrLB9aE31/D1BNPeI/gQG6SNBwjuquanrYdfIE21U4bEHIeW4tP7l/56EjC5CyrLTIgHcZIg6HX
shlzRZdJ2KFza/ckSCdkGDN7XiGnMoGHqoJoEZCQcP+fKWwEwLUl9fjJ9yDAmmH2y7Fc/lgBCHJL
P2uQYL4IoQ/+JLwj0vctLX62ydacuiq4kiP59DoBZ5/dxZWD9gOlLGLfdKgc5A5bQRtPmAk6H4V2
GgOEl21rOHWugIOrGzC5qF96zhYfB2f85iFPemtYfD2xoXI8fO7y1pD5Buer5gta2XiGVyWBiIRT
0VwFbaVPFAjCeA0SYikWOIoFp2JVw0i00Jx0V5arRHS0lWN5xzyOdLIWBjfGihoscMRQO8MWetd8
TQl4/hI0llnvu6lyKL3UE2ZA3YyVFdy0YQ14T13nCOah82eHebxJ8A2dIfD6jfEZtKd/dHWtOQyR
rZIPhcir8T6C71nE6xR1InhiSRW49s5qrbK+z8JpoHWBEiokAhsIKoug6pEhkf2Remx/DSBLYJk8
oS1i2Pa1Rv/F2wBVtlGoiIvG+lYhLe9supqoeR2jTTIBV7EiL0WCSufDyfKWHlURCrusNgXqIh5p
tB7sqdvEA2uS7he+0yku3GwH8q8dpMBgE4yd/SOGdX/jskoPGHPrFmO/uRgflGFSD64GHyH0FgYK
gsJprKDX1xTkHemN9cae0JVL6wpMLajq4QdNojD86Zb4Dd/Akk4hngrcAXeCQqYPCjNukvY+VB3N
dNm6ebpH+8eyH6iRo14/aJnvw8o3qAlUfgY1Dgu7socsf3BM2KXbuIiLKwAE6bavTH0IRmCnm6yg
/tSNNppTOg/1ojkZMM1zfYMRMbF0YA9NswVYJ3eU0gcwV3QCK3Rx4i57akc3Sa4T0x0KAO6z+csL
K+sXhRoUfQtDeha/HfHBbxUbxt7MNUI2wdgiF76KnIzWcpuqZ5icagNlokNOLDeuTAjPBHXUBgtj
U6aulaMJl6YogfhILoDjEbn/fR6bYduj0tEp5MiCGeXONjfEqQqUufAU6W930NGendQone9mE9Y3
AMJnRJfKYg88AfcT2kixBPczdTtUxkaa/UVH3Qa1QBUyH7HotkgM1mQ1ZdPu7AqIOlVLd3gggouL
Z7TbQB1wy/Ya7mBLVFPaE7dA1buOu84V2M2pGMGVo/gfrAvcM8Ewl8aU3GMcPbv7viNUOzat8u2D
WwRW+ZQuzCJK70jIfB/7aUQTMEdpKl6Q02V5mpEogw6uTdGRE8xBdA8qvFb3CGgN8MFU75KMe6GB
Vg2G1uUwnNBVDGvc+XLCnie048ijNsJZhDALz7C3thN19FpnbseGtKaMw09uiwnhquvBEiZArJMC
3pxJCwqrECwpm22ph/a3Spc+eEx55lRrF50bUlJsr0RbPRdR4O0j25LVLhBW6ALkstVTNjbeY9sl
7ZNVe+HvEVEF85uNOMMi9e5av4AdDqDME7v/RNAeIkkSjgASErsauMhD5H1q/pTGKyicGm0QPhnd
ZHylSDQ9eEGsfIwmXPRtke1D+evaR0/u3idZ/12ZHsUizgLnCTls3JDSZOimuxRh9JvSa3l5RBMk
jquqz4KtKisl8EKt8H/qnLCot5kFMXStrHS6MmLai7iQWv3TGNbhdw8ElrUD4x5mn9zShFDie7Cy
ttSOOdXMkTgiAH38hDylYZ8m5XYjcU+KMDe6VnaRI/WdYJBC54Nendl53g1cl7LE2LXCNChzKJVd
ZUBwU6xVsdmEdRIqa9vh23ElShrQCLjhsU0vj3tvCxzQHz9BCvK+wARJn2lJD/22pnt91JmDxj+C
QA+zoPVyIiV1slNA5/NHaNb9Z9fs3RsYDcZECcOd8MIWiIR6gTW033C1rIbyaq6oCRWAqLirbqOe
zh9uwUbZf8XkBoAKIJ6Zlhkygz6US88EPIbM7UyBjGMdhXMXQIwqjOpqxD23WNOYpxUUds1AXxCj
Kux8bdepURsGnzfe9pbX3/VVq29FVGSPDlqG/p0xJvjTCr8fcU0udetZm9wqG+I+v/SKrUD1MkRq
v4oOUVfan0OFV92RJr1unhqiF0jnqQitjYeHjCaVLlHPXcGDHJCYMZDqt7AWPPi1in7YoVU926pG
4CbuzZ9pnHonYDDVP21kttdx5KqrMg2CdC+8HoMkD3IE5bohi35lU7PItso56DHcMZxb7dPcum1C
P/TIDQmJrybbrMU1mOemOsieNwaxhbKRF+aQtIrRjSrUkIUjv6m+NY6Q7JvhM5w0z6TsTkKKiHsN
6/h34XL532Uqo9ZLV2IuvF+2alR8kw5dTIVJIO+FkQBXCkA7X47cLxZ3/ybHPthaeQiPHfp+jvob
0g7Q1PDjSRHGOEbCECPTcsY4eCbSPDpODCZ2mEoPn/OpDx5qiGbdtpusBCnxOZTyDrCL0QFJJeQ/
jVhmMMYUQ5bxpTvc9lwP90LP0x32wU75Cb+h9GueB5RUBy9wUHyIyggC2vLtEKgFqZTDZN400F+M
ByUQvMgPVoBxCNLuU+2V94bykEE2YhvhvFXPmSOKxRY4Rn7eDj0kPbRvF6BS9UCWsKJxOhiod5T2
iLYXz3vyUTrFvsEuu6x/MegIhnJttyX0MMpR0RgcqDUjFy3kvHR+FSan12bF6QOEkYIcZaQp/Bwg
KlfCLi/mekNfHQ44pZRRPyss0VAEBzoSXyuv0W2EXiCiM+WKK8urr21aTi+OPyLl0aIRkVIpKQKS
/GzCJjVG0wHZiFEVcJwRgCeztO0Et5AWOqb1kmV1i2zL1IeBeUMa2QLdS2Fr0kSXhUrgSEAcASrn
qtmgGg8zlr4VtaEj8e7I5DWFc8isHKZGUI8GhniufZSOThrkQ4hKUINF+MR5XGjH5W+kcrN9MNjl
Xlak3L+1vSySDoOOo/YEncm+jLKfYyxFTHJvzZseq3O9wceb1Th0FYXWsMN+7cc8wGA9pAXpx21k
6LK4E8Loql0NNCxYW32u0qPRjKYD/Vrl9k0SJAAmceODeIJnz2Fk/SOLKQfH/K2A5Kd7mGwcmzGp
/ZUzBKjoRkla3SFbzVXuJ+V4U9AxML1V3QaV85RCuFSPsBeyNFgBfjK2QNuAEZYoWQH484YXOoFo
MUSeCUyeilEAlqM0xE1K6P1sEYNk93OcR48OFVtyN+rGPzHqILRzVVDfW00dFxu8FdyrnH39Fbrj
jGYy/N0tCRnFInqZ1pisbFKPESX1InOuoiLgJ1C5R1sQ1wUXoc7GqMtb2msR2qfhLCvns2Pp6YA0
gYItm2NSSDFPrjodo/CbJ9WxkWVi3DXkQEA4LGmPdwXnKR1RWgrZvBkbHTigXjz5FCEFCCIq8vL0
FNE7X3sAk7tyM2SxqG9A00bZ1zwEPftNOU7fYWII6H3t+E07rJPINPxPoQFBiM66IkKAD1sI50uB
pIc2VgH6Y+IFEhBNMkBdXnIEfFTeiFEhakOvwf7u4RDnQ0nC+RiTH04jZ2/MFC8yshyK9zeG5Sf+
b6+gboVWGYcysrrfSr6oc2Bb1S3OBZlpVTeywQn5c29TAN/FnSgtSJim1lvaUTDngnaYt7AQ8B7W
9KGQe2nVrK/dCeUD5ClmfZPjsaJpA02UPrxtSj2H/g3Clk/Uu0Lwa/RBCUJcKPkwoSRJVAEJQifd
KXaBDB050GbnATvvKkAcxfAbYuaSPmKKbZ+8S2eZr0vfAtJIwBjm7nNDlYpMvcz0+IvyOTBWMs8J
1ALlxjKhDIkl1tj/lh5vuLZURI3CG7vmKUnDXK0zqkFfJs5i2qGGE2ZEYNP41BBcf0rn3mBnhdUL
OjrqUJVWN19Xdk9aGiH3unOQXQielWWOFDNmK3F+kWMoyGu0t8RjGlbuy4xFRBDshJgR8Rg5/ZH9
0FaCLpby46e8KAL/roOjv8MyA8H0JpkfOwv1vcWjuQ+6ZzWmVrj1+gntVCzLqry959qJATxnWV68
iCpge8KCCb9yxLhfmmnQFFzSGStafMjVJ8uwPRMyQtX3VNTSGcBEptT9RH5gHlusMb4VbudGLwCM
UDAb7TrBQdr15UNf+AKeUJWQEoWD+iIwqj/BQ4ZTS7xqB08tel3uPeakZFvsHO/71I/93pMWJOWx
zK5qa4HcUyRNXwhgpwPlX1iUrnTaLWbNSCUi7N+iBAZsYLrJ7Kl+gSgRjY+Jmw5TvSp6wa9cKqQU
HQltf7b0shfkvoPrFRo1KCd1JcS6PKv1diZjhvASkAuu59aT0W8fwcnrccKp8WTFXkGvLmmdci+6
mQAUVb5yH0ZdTFOmrtB3EQSt0GjpeuHjOzpqnQ+Ne4s9NCE3DBA6u0mRuV9pOZf3nRI9ChsYlTX9
luk3zOvc00P91ULfx3geIIkb6xnG17rkkFZHS1s1+l+FNnr8GGQf/tLEp+mx7tGLEPhh6GuK2X19
kBCU+w0icxnYKK9JyjvXcwfYcGRahv0P9ScbYreB0kL5kIKZLraW1vARkcVEIRt68UB71TbS4JM0
UHczoxGvh60xN5X7EMQ1lFJiGH9NixPhD6S7kK2K4MwZW55PlzflYBbgj11OZvwUUCcsfNL6jT/b
7s+ZlhJWzeyC5wDZDXAWCbrL8CkMjDOJCkW6buZs8DbkREL+8HIIvGu0k+kSo/tjTgTDYPPpNaFg
gLgQTEDKBbTIHmVrYFNR0QVF99GhTTmIbGsj09XRU9LkAYhxgTkR4aJRq80WKgqV3WA3SEjaPQKm
ci3pxj2BkTeTXUx0snTIzcn9niM4i6xVKKp8R1Pah8CKFexpHIr8OWvrmoZH3E0ByMpFtpPsFkTf
LiRAheHbIaqCpF6Qfus4wcY7N/FEcmXFXdQ2O3MqtfFSIrulv5adhy5jG3DvnFDdAp1XWfw3RTzK
p08oHKQExgTPd2LszGReKQmM67dpOjHzxsHiIUiMLtt8AM7fugix8Im/lAhgzy+wBZwAJZ04C7vH
AtfAR3q3Y4CFghv8g8B2l9xXlauQ9wapsE8N5pCoWIN3wszT9r7h92ThQSCj6fvU4m8cpgFdVmih
cuVOARhsbQakEDQoFt2kIIhvyi4ofqe+61EAsGz+Cd3A2TluT61paX9PJ+Dddv1SR6P/mxaeW3wf
uCgwjQTXTXhk+HX9lCPNgHI8NcAH364oDSQIBHF/CHf+nhhhCSmOwA5iH57keNaUHDp2Byz1xhnN
4ZDOZnlVh4PfPgH2GeXDIhJQ71vRIlmwKbtqwk2k8zlHVAhj/hG7oix8pMUkGNNM4JxKA7eaPWYV
zm+ciUhEY7cNaS3F3a7yXH1XqT45Cp1U28qKzR8aWh9cepD5wNHwtamunVngU0VZDIDWzJbcwVMw
TUBU0by3ipwkqGNvuKM0KO8on5IKBScENUx7vq8NYFYbldnDlzzIRm+fYFw5od3ke3gmyJhqxBpJ
9hwrQg4P5BlQ8ffFOH/JaYIBFLXyOZ6gQXC3r+lJOYv4JRHGqhe2Wz7RoHPnYwABNCHpmVwk1zgX
q0No9zWto6m8oR2Z11By7Fz+7EKnfHaNzlII90yDPQO8MfiNbT71n5y87q4B8egDjjkG3J1EALjI
B6QIJk97S8k/R+LVy/v5RbZlhIiVOQ4vJnxomwoT9FCzz1jCEfOqDgRLAaaEufdIg4k5zgw3NjjI
PBt6J75cNpzcLLaKx8ArMwz3OOKASnYF8bWPNsoJBCrVxQCF7HRLuDWDw/BUKdcJKNx8X3R0QQMw
yAp9dPCFh8wZ7YR939f2V9CVRdxSbYgr6gLzDHBSHhR0A0aIJzN070HARjdzk6UFwgZub3zqZ3fA
0KzyHPNurKzWPHGWQSIkC6u/1XjffEpMo/Q/67Iz7EVyQtTH0BdiV0HEOGGxO90qNdGTNSLnZiK1
ar70Dj3YNZU48YsqSxE948YwP1eGJmojF9TrwmVa73FHjJ4bujhrcLCl/Yvew1ye8M70rrIOX501
mqcefagYIyKoxDgbXCG5n3ziXoCaREogjW2kK4/udZzBa9w1mZ6hsAwRW3Q8VUjmIQKsqPzifIcn
Kk7SloO5A1Ko3hCvrZToQQB06WFQHpLWdHS8CdifhLqZ3enHeCCz3DTdPJDdy8n4VLqTAc84Wwra
1zNw8mA/xDB1sFHy7P6bhexi8jQ1YxIgQWc2lCXswYMmA9GKanKA1tS4M3q8Ns21xM4gM1adKunD
VC5eIIjZl8Kf+gfIAMFc/aPNuuuhLfblBI0SWlQ7UrcswK3l06avwrw1H9HLjfH/9g1a+81TJJHK
+9y6RT/eANQxyuCXR7Ad+zv6Z2wwMN8jcPm924E3xmEtg9J7S643Y8OhtOkFKUIWCEEc8BOB+mBP
ZJ+31PTdedMVovgW1VbR72NlVDSQrEqqbh9zkXXQ9UYIQvlaZ0A45YF2URh+DXvFiXWY8A6dyp2V
g4+z23/+/a///d//9+f4f4LfxacinbAy+hfyV58AgbTNf/3bsv79L4715X8ff/3Xv0lDUKm0NYou
RG2eTYWLn//5/SHC441f/b9kEmQt7Kvyu++0VbUh8xn2qZlaL44gn4DtB08b4jym3I3pTWQvtUvn
fkzoa0XAky4/jX79MEJT5MYrwoPT6XhLB/X1w9C9m5yBe/9rYgH32Fiq9L5YcFrareizKdtjpAId
uEpCQoq/HBlSvm0LU0tHotov1euRhaIHZITG8EKsmOzrbMKWxQEcp7UTXEOO/Gn5CFxdHtPyXr+u
RHBOupaiZo4GnMbc/fWgwKYoJWnw3hiADM2NKzsH4chW2dmKfiytp9XAtuFoLhvb+mQLeKcI4dte
yu0sNWWhkm7qBtfXwjw4lGljilh1R1CAweaCTzSwu07GuOwfB6vz3VOQkdhcX36Js08mTU8iKeza
nhIKpJXnvn4HwQTNdtCbD5O2euBJ5fgN9bx+2wgTqS5JUPNlEiI4Xh51+VP/WLXSEqaFwQpVTBaK
ballVf+xaou5SULbd4pHpB4xsShzN7vuE5iF0Ijndk05WNNfxnH2GLq4c3ywTO13RpdKK1ar4F+m
eD16B1a2bhqzePSLoX1IMmk/Bs0C00Uf8YOhlhV//qLStYUEmOd4Si1L6I8XbYQ0aAio4rFpySxz
gB9ryET1rku8cVdr032+PLHnn9MSigUJ3tC1WZfCPPucNoI91Qj94QHXSXgLobe0WahjICwX5QcK
/vSNHMLjy6O+nVBGtSngK0sQhNvm67ekxsGL0nx7KBJC9NVsOD/Chgo2XTNj/vnXY7FMqYy5toXu
6fkZw9qsTEps/gOtc/lMoIhuCXS0aKlGwaa7PNg706mksrQrLEWjVZ+tFAUJ3KF0vRgDLXR+1Ou+
TwsbBykgAX+NZB1byTSypu3lca2360YxsOvwFTlHPbk82B/rxjYAjwov9R9AX51KQ9bprpZo8QbU
WrDYbpCoj4a5/p451otaPHrWSdPiM+CjWFFz2joQHwbyOQ/9l09Iljx5Xq8+2MTvPKNDwkkV2qHo
aJpnz1iFZTA0iFc8TApnklWYOZTl4Eurq7zB9zFKi+rl8rScH7isbi04p1hnTAlHyOtZCcmWZzc0
1INgbwMMhD/QUhQAH+2g4CxRkToox6B7D/2k3UUY5K4vP8A7C53z0uI5qG5Zjjxb6ElvQRPpAv3g
dKM4pqqhklSmPmDcvvtgqPObnTNSLZAgzlkAbchlyNcvG8Sj37lZ6TwgaOdtSni1O+D35IS08/d5
XF6VRH4r+K9yY1k+KhtFATignrPD5Xd+e1bbnuXZPIzJm5v22S3XYuYCjn+0H4zBE+jdjq51LNP0
C2x6Iv0CKdY+NacNHNnog5Hffm6uJZdBXZcrnWl4PQPePNSeXSr1AOSDDqhhj3ozUn/auXNiX9OU
ukvBGu38zlnAIW55dfnF335sm+uJq9GyCClAW7wenhvKhTPQWA8iJpK14qEYEX0K542Mmv7H5bHe
7iVHaxOjOiXY9rTaXo+F4TS+G43rP5jAGXdm4y0JXWjvgUi369wc4/3l8aw3X1WDrZSaQwZGsomU
1OsBMxAXvWtmdPkCwyqvMDeM5aGn40lpOPLteue0g3nMsLlBRGoKsLnTsyOPE6Z286cGyckfBWB7
ucpVI6/tORm+RDa3OJJGNcTzsgzjWy+0vbvLj302TY4DqJ0NoR2Tf0rLO1uLfTN1qMZa+ZWY8/mA
aFh9KIzM2tCRSx+C0PxoE74dT5rC4bug3etRtj0bzwR3hCd6UtGi9LCpzQfY6yiJ+oj907VAYtzd
XX7B/xxhfwQMvCGgJdPVSHq5HAHe2aHaA5ooQDFVVzST22dPGdleKZGvndAcj5Gc5RdjUAlmcCOY
kDJrk/1M+3pjksRsbSHGD27281Po/z+PJmxgVSJu6J3tQStFVKUTaCoBmsmzEGPPWv4a4tIP//FL
+nDHOhwXoR8zjfc5qBmUhpFHfVS4FLknieXp8wcTdJbw/OeBwCG5UnIm0lo525X06ywwky2fJMjS
fo0qNEgFhVkTK9SOzTs8JEESU51F0Qi7xknu7M4w/0lLEYWbPlO0Gy8/0TtrxNKe59muKdxlubze
SZ5pDET+YwsiwEl3XmxNjwhMTXuKD/K3aVE1ujze2c5dJoBLwfIcB7izMMXZmkw6PHA6ah1XFbLR
aAcj5TTciMShw11JgPkHt6qd8bamvP2ExWZff7BExXI0nC1RglmufubfIhA7C96bLsU2pgmbq3BM
p2OLTx3qoOb42YvqWyJ+hZZWeLeY1/7KloYNObDkcqqomTu4px7wS0JhnObOuNIAoVAGttx/gh6V
pcAZ4pUfOtHjJLU+RDIFDpJRZgQ3+/3yJJ5/NJe8mQ+GIqTijqG++vqjNQpBQ1L39Fjy6FjeODYK
Njq64w7UawvPgofL453dJY7rOsqz4Uebgo64Z51t61DUoUYQ3Di6rtebMD2pQI80G6sAwtsqzSZu
8A/W5fJH/vmZXJeUlHtb8p6WaTlnO9eBoEDB321PqjXLg6bsje/HhGhRq5q1Y1fjFsHF4oPFcXZl
856utkkGLEfYi5zj2eLEMm/KwHxiSuBql/ZhBkXNvnNSeiaHyizraYfql2Ecx8YqW7r2gBvWcUf7
54OXl28fxDPRHRFcqLZL6HD2gXMTfE8N8euEvY85XNNsC9uHDEx5xvXtdM0X1VkO3N6Oqt9GBij1
ZIitteP0pPvIbq5buq7mZ8q7NlUSpITN6OsgF8scEL3Ibt7GIP2ShwpZDn9j0lzzfjYK9c2tBW6f
gyfsavOhRLk1JI2twMuhaoGSPdjoNiRMK6cIt+hoKC3z2KAPhLtPpkYap1NcGEsiGpnRaeiyrsfE
MQJiv4YsZQRPckCd+TkGYJ9+Ir5Gk3AcxrETK0wk0Oa+vGbf7BESdM+WEr0acjrhLFP8Rw4iwOzh
iQBOyWlyOqSJPzgrWoxI4oi5/EVhxf3goy2L4/WKZUB2iMUPly+3HDx/DJg08LfxI8tO5jC29wjm
lo8YowYfjPLmSmOLMQy5tWBTcNOevVeJhEsM6Dw7AdjAy5nK4bFWErcW1Ussn0txNDKEFjEBD+E+
4VmSllmz1uGUfBBgnp/kPAh5pQ1GxqIE46mzQ2FMJKKXWAScAk8Nz6pKo12ON/Upx42vR2V+0YGM
ivJEylt9MAnvbA9BacqhXKBJLs6n2kKdrygjC98Q6IVrJ8+juwwto+2wrMIRYscRzI/GLBIT4pSS
zKfLS+udL01SI1lXhPVK/ueK+eNLh1kj5ikDTRnkFrBXMKHZLyPKor9fwQJgm8k1CY7XdM5ihX4o
Oo0bOV96hp6IvOno3EjXn+xdEA/BC3B+HAAuv9k7m4YvqtFKJGZCPOZsccVNOJZhFoanRmGLo/rm
CgYhsPoOdJkt8MS4PNx7ixkNZssEBc4PlvPrPVObydTSEgtPg5NyjY5Jzfnmc3iMY7JD6gGrlLRE
Z2OKy+vAp0Uwua11Z9bVz8sP8iYqYDFTIqfupJ2lDHwelvRqBEFQB9kJGVWBv/qoR/cEWWdMvigM
S+dVhW+V/DY2IPfWZFAi2jgFFePV7NpG8CvRo1ne+Z1AchW5lnp2jBXtDVtuassLhFwVxJLxKY7m
obydgSX1d5Wloft7JkJHzTrzO08eilzVoHCA1SLQefkF39zgXKaSUjuhJ6GwVGepP0qRmEgLqjEu
iPXfi2Lsvu17JF4BD2EAeHmw8/oP9yizyQ8bHDGVlfPEA2RD7kZcEijnpTLfhWgL/YTniVR24k7O
gUNNk5JiwjnvBNiBanHn6p9KLHnSa35r/igAxPhr7TbRDa7ZVrnDyFf8jIlhrQ+W4DsrnpyMurtm
hzmUAc9W4FSYEHub6IQe5iwBa+NXqwLdPNuzcIubls7GP5dn551z02FWmBZSQCnO1/zoxIJ6u5Gc
hsnrN3gL2cBidXSKOcZ2pRTNdSMDvA7LIH6+PPKbRYApuERLlWObC4rOy+t3bVILZ6YqYh06WM1C
5RFBBvqzi64yoN43lwd755AkwLdJvqD5ScqrrweTNowAq6yw0pPueGwhWa6tKfkfXEKcU7SPtBIO
idVZND/g8tBHsJ5PzZxQ0gTlDIDUtAyMPBFWQk2hw3VoAgznp9n28gu+9x0JzUzH5LxcKtavX3AG
nOO1qohPOAql1PBEsW/RHd6ELsNnDcxVOFJqHYh52F8e+W1sTN9hOadZsNwP1tlmBsguh85LklPr
qkLfhQY1oC3OKOGjCASd3RG7RvwtitH/+6W7xFLLfU+WD3nn9SvXpZJTbfjxqcTjZZsMpbGagLRf
j2Ps/B7xocMOIyggtlBwLT+4898s3qVaToXepFtIVU0un+OPSxf8eBC53SxODky6dcGvup+Fjx5g
bGYfpFdv5pcMh5akRS+Ql2SLvh7KBtiRUyQSJzydBTQ8jJ00uPNV4DTjdkJ/j76vmf3tQcSkLqNy
CwHyJ259PWidgtmfTKlPKQIeV6RZSFlhDLTK5zbatzRAPpjPt3cvVwKJjuNSRDMdrobXAwqdYaCT
ZDZXHvwB6JE4iMfxP5WDFwEWJtMqjzLevsxRcA+he0B3FLtiRLjmL1fzcjVZmtoDnQKW1dmiUk6c
KD/w1alpK2/ftMA70abIN6rWcgVc13zKIal98PZvNu8yKPfUsn8Y0jub7chHF3M0fXlKm9gJQfB2
M4iZgXh95RG6n1A5RJJa25k+1OBX/zayY3T6lUQagvCHs/j11CvTqjndYxvZJbrxL7XGQQAJkKK4
BZiVIJQRNBAO/n6aaQI5nJF08qjPvR5zNvBxzIKeYA7rMFgpVbz1jcK7c3E82QeL3huo2Cz+YFW/
s2u9JZKk3aWExdc9G9WiyzEErTpNZiZNJKmaBnWnwKcia4WAaS+/47JUXqVgy7yiCckW4jLn+nk9
WpbqLjaMXJ1UycnQhjpf07m3dlE4fZcoGp4uD/fey5EHEC4SeHChn63cDjpbhAKURDViytatiDDL
MwG15EgUfJByvLdel9qqFITLRMpngXllVcOs6LKc0g6rCFN23sFAsnuX61weW3Dvz21kWRvKl6gj
Xn5L693XdDmdyLlIOM8bGTX6B4jIht5Jor6euUCc57JYI48z1qsKbom/9SKwaFv8NkwMdjHwVVhF
BN7kUf9qpYNQvw9tf8XvjRHKRGtvMndzjvDEMxALX3yACXhvEWjEFDjdqLFyjL9eBH7r+0EdwQie
XZCIPQhQ5DJ0dshjUpopTIwP5udNoMOiW+ATLDjSJk+f5TAzSPyymgIUxrO2/YWpY72HlZrdXv4K
730E1zEt1wGryEo4W9qqdcfKNGt1aouqfcRlKbtqWySeomZWH5yNb4eiemFJipSE8AQ4Zy+EPYFt
IE2hCVB7c+2Hrdh2lULwOerlBwfhsmxfb9ilUGJCPXYt5y3wJQnspoYSqMHvu2CuArSQtYjaz6DE
+51PBL4FTu9vJllCkjFRZrk8qW8veobXNMjBHgFN/s/K/yOmkCguITyRe6cpdOfrtFQ3SYnaLSU2
Hzt6sIciREbg8phvdzJjAi/SrFEiY/csbESREVPAaRGtoFT3YM4jWmZ6kJg06vzWLvBaboYeFnZh
/Lw88Nt1usROrJylI7mAjV7vi8YdyqoCEnRy4sxRN6VqUElHM7lKPl8e6L31s2TzS1JFGeEcT9Eb
dl9NkvMiRCTihH93eR054XNtMrWXR3pv+TCNaqna8gHP88wkbM1oEoF7KsPaAMbmtFhSRnV8ZQ0D
unFJXvX3Saqzr0Nnxr9t7sb7yw/w3pwuQQQFGkeQBJzdAOSupWFkk3NCPmq+89EIxM2IfP/vzxjy
NcJDl51Ct+YccdTHWhka4YSTHcZxj7xpW7n7hPLiX58yjMP9CSaPojNNktdrhPLt7M6lxt0SrOk3
reb8Cj5RTQ5n/ro8c+9sA4Jd1xGg/5a/lkX0x9bTKlSAqD37NJaTsfVNK9tR4x7XfV/hsA0AjRgb
62WbVukH3+y9kQn9OHIcLfl4y8//MTJ9ngUjzpkDbzz7im5SvPHyFqoH9ym6tbHO9mj7dRuAZR81
n97ZGdQmaX/RkASBcb4ziqiHVBp2+hR6OVwsg+7W1KbJphvcaH95ft/egoRbHkxPDhuTgsrZfRHG
Rv8f8uUJAjFtLH+KhkOmKKpQJ0ZwxcAu8PKA75ylvJZLg4h7l7/Pp9VAmaosY44XK0BQubePne0h
cBJJbBSHot5otD8uD/neO2oOGYulyiqy5esvSd4wVIizyZPXI7QdgKK9UgICg6kLhdBM4n1w3Lz3
+cA5UKZ0yEHB0LweD1ns2ZxkJU9SCSAGPBFKZDOuJIP792c1XVmSXUlF6m1ZI2qnsSrNXp7mwvZe
rD7sN649Fh/s9vd2AnofNkUhjhR93mMTjYUSIBIsp7JCQrnyMuMzhgD5JugLEO52I5o1cozfIu3/
JW6Tg4U6hNSuC9hPAfc7i9HQsE9w6SNQtwD/5iu4sM7npvBehAXQWo2QI+olLfvr5SIIB9HMXJIE
6SyH+Z8bv2h1WPYJNVAKVvs2SIKN8gr/qUOZZFNB0Iw+iAzfWZ8CSUQq9x4fEvDR6wGRKIDFPZBk
9m2jMLmO+qPIhX/EnYhWu908X36/N+iLZVZReyWhRA0YyN/ZfjDjerIjr5MnlH3atR3E6NyAN9xE
wwA3YSQ2+H+cncdu3Mq2hp+IAHOYdg6SbMuyve0J4e3AnIqZT3+/0jnAVbMbTeiMPBDgapJVq1b4
w6qLDFQ3OtOhVOjEYyGZPj2zX/QdwrpfeOE3rmedBgNDIi4vjufsKw+4LY6F3RsnfG1rpuYuBu8r
MCnwVG3MIQ+i98pdDZnhUAHHenbtON3dfyU3Tiw1p0SiIJ4Dqk5+oTef3PQn149aoeOH0/v7iGn6
aahEvQ2rIlh42Bvxz9BArzJydAG+6LOrEw1BA5XSVj/FmaueYZogi9q29tcinqI/oxOPj43RqQtR
/sYbBjkOAICKQEbdWdBtPMvpnMEyT7mKmi+y4l47YQ6BkMsqrbCVXXXoCj4FDdo3awTanbNj9mG7
8OTy3MySeO5TcDwW8zDO8uwzoz8Zo9xHATRiufg9qnv/09SF+vT+0wRuxqLdKsf0KM1cfssi7ZHh
KzTjpPkOc5cWUdOirHXo+dDyjJxJ7/v3jkf0BanC1yRUXa6HTXGPgyzTL6Fo2e9BMe0TJvLKUwH/
YOHuvLFN5aBfl9U9qeQcGYqEX6AIMzVPKp3bNYqvA+6VDSLKgR4iYH7/uW5EJZIPIDiyBAFBLz/n
mzPhJfHUGSW3ZgZa/cXrqOpWkACxWjIwcsDr1XP9hSVvPB+bkxqLQ8idNt+m0GJirjNXP0HgUh9E
YZU0+2ok/Gw0Tu8/3Y0TQSvTojv9n9HDbJfUEc5ufuzj9aRJjI6F/Ea/CrAG30Cfg+dtdMN3xejt
XY+wASXmaD3f/wE34gBEOZdhG6cBCOYsCI9R6uSRX8KvDPtJgSNvSOgbyjdob+iDhkgRyJ1kDTvL
rRZOyI2WLtEWnhPIa4oiKtrLTwuRuaqrIkxJgyxnhCvoozan2lgwTRho4+CluIj0RWHy1OtavO5c
/LzdKXT/mI1jb++/hxtRgVEqJS5QZzb2K/3kzTZLBkWlqlaT86Qk2h92RrYu09h6fzL/dpV5J7VD
jqhFIj85W2rsb3RvMPH+QBq6cbPiq2N5z1NUilMb5Utg7lufmYvF4SQx4YILcvmqzRwgpwdz/dzD
CzPPo0DL4cULLO0zQ8v0RzOoaAE6WuoMC0nbjbMkhz+0SyjkEdya3TNxo+g26pTxGR0IcXDzWt/H
sYZxRRAt3d+vg6RZZHfd10zXdeAIzROYpudvBnYXZ0ekJo4qoFqx7omyDJOLtmyb8oiFX+vvArwi
MfcdcrDeh6qCdTzhHw2taOE6vw5d4CaZ/sievU6YnF3nJD3J5I9Zdo7J+yt8QsUYrVVyvk9jafUf
2iZfovpcv20J3SZYwtaQePZZOIEaFViqEuNLGw7ZPk/VaFtZWb1xdHMpV7neUYbl0Z6RZCxw1N7s
w+LT2mA1BLcttqv6Z6hFOXKeHFFkffIG4nmoZxt19JBOvH9QbzyiBBJyg4PngT4zCxqdXbYxZrL+
aUCVTnCTiuyxjcK8WJdJwsj+/mrXNQedGsbB7F0Ndu18NQPiKt4joGtRt3WfUvTQtn7ZYhiD0zcS
umPbNmu9lGB12t3+r/uLX+8fxnmSkcDzOnQXZrG5gN7h9JhQnqwoo8OXtuNKWGUH0d72VmkQVQsp
xHUMlNUNk35ajNwGV/RGI0PDDmeeU+NXNFGtVN/3oFi295/q+gNytdo0hmUeCINpdip6R0fHFyPz
00hS/bGo3elJgUh+SpvcWyppbq3FtabStqHVTWZ/GfacyElL8E7jCaEhCezI0KJGAhyycrLUnL2x
FIWThMxzmMB6zfKvGDv7pkdU/DS2TvQTw630Yx4r6UaZpnhhU95eCkk9JoHgTudxDluOUkXxqoOH
UQwfkRXJD3ph5lu0xZfwzze2IDwJCTkhiZVDz8sX6NYdhn1e1p86JL/2rkBCO4t6MB8FKoFT37QL
j/ZKhbiM4RZjcwnIcRjaI/14uSB0YjXsbb87YSqY4bjpWtFxDAf/c2FW1ndV+No+CMcuXomM1okd
cI9tykzvD3qK4wyhvMSPFufd+3v2OthZBBwqF8BI9ODmnbBMYBCnx9heIXiAtIY+Blun9ZNTiKAM
ahzDHoHQdzK+aDpAIAS9TKNYhvN5Qt9mZp+nqHOeDFR8/1FANH8dqhD5TCQhdlqNY939Z7yxq2Rq
AIAArpdN2Jm9eW9AXyeL2lONWPQpRxT5SI9/OjhOre3/h6UgxABcoNZmSne5VKS1QxemWnNCrCul
3A78o6EE5i6kMFsYr916KsKMKdsosrc420/YcLeoX8XNaeii+qOraN6ehFd7odHhLrzAG5vEoRFN
44SayLHmQ88IpY1SrZzmpFYDsvOK8A69g62qE8b9o6hGBKum4v0lNQ03vhY5NCgXKs7LVxl4tXCd
TBWnop+Am2zQPPGBoqV4N2Z4VIcoLuOCNoR7RvcIYhWekfq/UWcp64WR741IQe7FvawBSqQzMcsH
2jbF61gUYMBR+R0/NXgehMdcVCjSUeQoCKG2pp+u372RXIPAJEFNrDu/np16pNEwmfXJMbJhP+K9
tYtQgjmYCupJ95e69XzyFVOGemSX3uzawpprSDCPIjuXqju+6v3Op8jfgrsb0TFQut395a4TD4up
F7cjQykm6HM0rd52lI2hJU4eJx9JfmjuI6YZhzIvPmEyFB1q6deFxk+9cDZvPidpAAUwTYQr4AWK
hfmo4NB7GmorekHeI/2nt61ggwSD1FYsxfb+g96oAulQy1ND5gskYH7FxKQZZdWU3cmChQUALU5w
K0+xFFuPfYPWTC2wKQnGyEVfMpsGCqYs+DcRSvJj0JL6eP/XXIcLzhLUItlvBak2DxfhiKo5mjQT
fbeqDzY4sU1PXpdU416ttWJpT11/ZHlyUXGQ9Fq5ty4PbxeKeDTTSj1pVYGfWZwgBr/Brs74MiIk
/uLZ6G5jPRUnG9Em5QLi8TpcMRZ4nWYTF7lvZwcWqJE2oq+knpiRVGunjssfWi+iP0WuIC3jSb9g
q4ndn+9+wUDRSahprcCnmuMsYwRbTavHmjfQUJYz48b9kGd6vXGDOlvYyTe+JQ1OgEu0qsgA5xAi
t7aq0LRoTvVFYvzInWE8opyCAqGKAt/9p5Lv6jJrga8uOVom/XOVj3n5IQPuSCmsP54CENM7xqoW
+s25dUhB/x0wvgUYUCtgYOJyQGqizBfO0I0ndYC/8zm5C6gWZpeAiyZvJpmlJ1KmYl9Tiqx6zElW
SMstJWg3lgI9xDQEgBQ0vPlQqVYVg9wzqU4lYPit5o3p5wyPJGxQRbQQAm9sUJpCzAVpTlEyzOdl
gvYP9tADT4U8KvD+QalPYN4zLOyRiv6WlRzks+C4FO++ypi3Iq2gUV9CbnflO3jTCwIfG41hiAOk
gUcI8KXAGR2Sa2eaNg2Ceb9KT/TpO8m2YJ3By9iGSUoviVSzNRuMCVVssfNT5vVltp8q1ct2VZgg
7ZjZLU4oBV3fhWB36wWDz5JDV6nvMMdw0hcsO0jd2WlK8Ez1K+tnhGb0ym3hA+p2+TtXvCUIxPXt
wmOiJgH8Qd6k80maNkgLIs/PTqIy6kd7qstdM+gZJKwq2/dKvaQhMF8PuLHs6klWFU09d56VaC2a
uvbgmsdRS4sAiXoDK0tMbsOgfYobNW3zlRxRqQs7aB4P5LKMFuTYXAoGzWtctSjyEL60ccTsqu4O
5Yha7TozhI0idot2bB5oEOEyy92EDPC3vTv02/sR6epaZfMj9kgDCqwJIWGOChYVVrxTFuhHDIQa
mrnVkPcvwgK/tPOmqFI/Dth22jtf8Xx/V6Idgn9WWibBY1/SY9+GKNRHC7n4VYOO30TDxpDwWbhQ
0CUvD1YY2AEg1nI8pmVlrYogEOeByeragjYDlCLE7QaG69rFV4oeXhLsS3zW3lvSyh/BVStTOJhK
YFQuf4TGDa9EsEmOPTCdreOyII7iw8lxml8qjsYLKer8jpfL0Vin9JB8etLUy+VCc8TkKNO7Y2j3
g/iYZF4KOykcsQPf1WyT2FmhYJvg3oz1WzQy8sQaYWE7ykd6ez3xG4CN0ZrgkKsg/2bXE7L1EU4a
ZnfEJ0//a09j+jUVYfok6rBbeNx5D4mlaECy80A50OCcc1In7P7UurdalPJyB8eJqt7aFGALV8P1
sabVwvxQ5hEEsHnO6GVWziS+745dV46PIoXWi14F1jTpoK5cJO5W90/TjY8otVe4ZGUpTt/z8iN6
MfzMXJvao8HX61+6pCAfbzNjHDIsDzM7PUFx031sEnEvXgVpY6oLk4N5rGYkT7ZEKgOxGTCcOttG
dpk4SI8H9ZFNFmNUEJv5mO6g10EmSSoH+atciVp8KDMDI+8lZaUrwplcnkfniqI9Q6IjX9CbK7HN
vc7BmX064sYV6N6hExT2ycrFBCrdoakt3LPL7E/9kpvo5dFOd5vS69diUjv3e4vdivbUT65r7FNb
j5TvCip75c7o0EDfKiryBfsaglkg1sFAu+BX6Is4/ai1sYNBRyGJUD9cDzvm5xr/csQ0oxApzvd+
YVAlXBMa8xmOyTyFMiMvAu8bMPuKqpc8bPGDbnC2qZUUNkXX5efW0ZudoUXKQpZ6fWAM8LgSjkeE
kFX85ZtNDJyrB3v0j6oKkjSm9lqH9ph9fffjsQqTYZOijt0z+34C6+BCN1v/iHGdHq+CupWCUWbX
0zVsrdLduzbg8K0zJLoJljQLPr93fQAl8DdIM8DN4oFy+ZShU+QDFCvvODk+3FAilVi1HTOnKUz8
n3gEBpskSFsPwS67WeKnX0cLZG0oZ2jdQSUknbxcHFm+EnmbyTsOnYZJkGplD3HlZh87DdXHymXV
+w97Yz0aMYjySd4P7AX59zeHxUPptgvjwTnWSYWxcWEYHY6nAnJZXSoUAHVQLWSPN25WRHNIOChD
JKZhfqnZtk8CXuXOMZgaSQXB8nwqKD/UkRm5U/kGEpZVWDDIAEwTRSTPYwRbtdfC7DGpvTRfOE63
XgHYchrUnE6prXT5CkSKHgBDel4BPhQnJRhekAyvtn6nJo9ZqUQL2c6N5ZiQ2BDHALZKysHlcn0e
Ow0WUNYxGGJkcRqIIUUw2lst0IbVqDJduP+Fr/M7gG40LSjfddldnN0Hg8m7xJomOLUFfgarqdTx
JIUGr/20Cz9/qDrLxuhrNLsvyMBjTeThWZIf7v+G6xuB24D1ISyicnEVODKbQbJv1OCzBq04tDWW
7UkUpjg10CTJA2QOU8LdO8e59FAZ56L+yL+y3JTR7M3Wzhhy0STogxOSet4mY2a69won30HsX1K3
uE5aWEqWJ7I+YQY2+6aGSt8Z45jghKO4ou9QogyKraXC09x2ae29F+zKk9G3lAU8iiNyjnP5ZFqZ
lBga6Rg0O0p9xPBSWeWZnXzH23ipMXHrtAIKor1Ev4sda81OR+kbmIhqLb5tljXtjAQXz9zGr6zU
0BAXfW+u4wF5VDTlMDWHiYQNrxfu7m+fG6+XG4eymgJBwmBnz+unSqCWnecdm7Ytdn1vfXLHKX7w
QaC8PxaQMZC8EPh5u/OWT5R61mQhY3PseB97N8vVciUMDBLWeZeKdRpk0TtFJ4k66PZwqdL9pYin
2rz8mNFkItDfK2inDZr+COLBgpmvVQcYZc2CrsSNjykbeLSZmIHLwzjbp3rQZ1qAmcJxKmv6BFVV
q3/8stL+sbsEf5QK3vTJHJsBo+exVR8nU4m/YQdoLoSk6xD4SiFjEwPNoryRIevNySyLqTGgLVfH
oVRcGrUNulkiSR7dQoijRoW/v79/XlVeL4sKKGukLBRSjIqpsi8XLBqcDvExKY8e9jVIlthpphQn
hMkd+2XCk4IHNvwMlXKpTbNvPLNSngdcUaoHq1eT6q9fKaN1sqNRsZ97HFIxsBF1Zvx04tYOsOfp
jTBam34bZcdBH8t252l9jkpzJDAzWsW6jpkn7oO4+64GxrlqtBqDwDO+hZ6Dg89eE1Ud7iwz6cDr
w6XQv6vYxv1CYwufRRetcGeb9nGQfHTzImtXkS9yZXv/FV1HaGSM2RVcFRAuSC8v31BuFDovgt8f
1aW/94bpmYnpcGAwku3qETyvOvjDQu5xfaxJ1aWGHz1POYWarakoJm7XdoKWK26Om0jg4azmlo3H
FU3I9z4ecCnSKogXVHoMv2ePF49ZHipZehyqUf9qYmERbJrErYe17+jtsC+7AYzyJIinCytfl2PM
9CHsMKnkbINfvVw584JMCJwzjjYKQAOc9UAFfaIEuLjQDEl2rhlhHll1GLhOxLiFyHn9WakAoSrQ
2KFxRhf0cnVYX5Xg2hqOVpcZyHPDJaSTMGw7OjuPeepOn3JJxL7/sm98V4+RBJM1mq8wRmdXRgtU
mpk7ZtSOPoTVocuhDR5UvQhRyK7ffxciseYYqG/KqTfzrssnjAIsIEat7o5qpVpbu8Y0nATHW02x
sdSnunqZr6AwHW0Ah7KAYdflUg7KzeNQhM2xBGuJnWZabTH765+GQNVOeZwmWKomS5jSq5cpsSf0
fphugRJjrD9blLrS7IuoPjZ+gPY97TDryalGr0Q/rQy+3P9ycjtcxEkUlsjIQSsBKOXzzZ4wGmN8
N3FnObZ1720H5ltPWV96qwCJsu0Ic3EzJmSPbptLp+7KXLh9r+8nWXhJJIVs2eMeMLufkghYFJ5H
1bEwIKwji+/tzbxPUZ2eRPgBVeN0PTJ3MvkFuIpvMCSudLxF3g1uJzkH/0c3n/kBO3muWZN4BTbK
riaO2WSgQtG0FvYHuIGvUiRtX+6/86vLUK4l1UMMJsP03GZRsLV0NDZR4j1aowGSNcc5M17lDUqm
OyKKtTPDytcWTuitNcGUk+kwVEN8eh4WTBQ2hO1Xx6q2yvBQZlo4fLGFgqt1QVvo2YE2/97Bj3yn
JqNKIpEcFc9VU30nHZSktSoae23xx4ZDtbanwP4ytmh83H+l1w1l1iK5YCOTW5F5z95pGUe+bWWt
OCp84bhlOlvmabBORVPTslX8UTuQEHjZ1i1L7wuJemltwyTS62cFF1M/XtVGVTQLsfjGSyexBHIF
6l12WWc/ClWRpsHaOjvGmLt9A5LY/aC+D5UVsL1uT18qqN//mWliU2hKXSJ5ri9jR5lPlqMURnZs
06yqmU4PWrQJcWibfvhmYn41GqwjF3JMXZ7RyxgC24X2I6QJgy09L07UpDciizbZcQLYkTmriYMT
lWsL18IRERPZJtPDtBzDk2HgV/TJtvO431W4tFlPY6UjZtNYY1/80nDaMdalpTXBq9tijMNPa9MF
8aJA9dptH3oemnP4gPXWKiyxLXtRnWEQh2qyy2Z/f0fd+HZSEJccwrUBHc0nFGFh1E4+VCmo3CI6
5IqlHxJFDFu9tL6UbhgvTB9kaTp7h7SLKVml1jcF5SwOlllWaGUU10eV+d4pGZr6nDvjUh/xVRJ1
tgz0PsATXGnc1PNeuwg9FLamqj9ivdI5RyrcHCkWFYuRXeU6DLl9BSy/vRkUnBJeKvRStVNAroac
tJHmyfdkwm7kI07Rvf+V9owXfohNPODGjeXlhr7FUDDA7y8hU5a+rUOJMRvmmfbR6gdiOnxQF2X4
sUqNrRUlfrMHZR8pByijdNxykVcwAYEc6IeoNDsNM+jSsVbJlI7OJ2RtVRRy/NSbfjQFTrU4YWLt
9W+uaGq4zXzdLJ9CT4uibYpgR7+OapyBNqlbTcPX1DSRfIl0vfuLB0U2Pk251rTndAwVA5laI5w0
8vMwz5WT8CrkhlaajqxGsgLXYXlPSB76Lv3IESui+5vs+qpn8EGuKLWXIUzPAR1gWfgNFAHHBjHd
4VCX+oBTdxBG6RrKTP3n/mpXiSkgYSAH5MKow7ENZokFDPJg9BhaHwc7dapwg6a4WX3Er95x9vk4
RMmfpgriVtu4GJc522jAYOX5/k+48cDAsiF8wlSmszCPT0ovUuDIY0VvYci/GVAqvgmMZ7A+xV7l
f1hKniQmPjA55jeel2fOaEe5ODbIQmvfJggT/XclIUP9O6DTZX66v9x1qsirhZtIS/FVX3DWw+7b
Ki4BAthHLOHqx0zgCAfD9Zhqon3EeDVdgR60FiLvjTVl45iynrgLmWsWNMwYjCrOVFjDijFvN3rb
6GJtK2b2pQtqZY04Tfs59LC+uf+oVx9RUsfAPkhKDtYx82KetMZmcOzYANly89HB9PoUMa3G1LJZ
utevovDrUugIQqyV3LzZlhVx6NcIaNiHOlSqn2btTWKL12byUUcM5ZgZU7dwIm8uSNCXQu804+cw
SaMIa/r0in2wzelfH7Xrxx7Lro3mTr8zXY2+3H+T1+kvEoIEfBghfEOgAPJaeNMXwZ1mwmPSMQ+F
qiSftNZSv5stycQ2TnI7RD45LzBLjvvGP+qK02gr1Uc0aoP/rL69/1OuCgGD8Q6tNuChkHC4yi9/
ier6deDWjn7oO9x2/yhjONbONnPdPm4eysGKA6lHlqpPUwzIZW1XgP52cWJk/bf7P+R6d3kUzahq
yFmXA+/n8od4bc0AM8JztZ/qYBUYobrXrTrfd2Bpju9eivJROvewnVXQsZdL4X+Ll32JHSiut25B
2yZMDfuzLgJ7+Eaa5nov99e7CsCoKEnpHxCazF/YY5frxcyMx0FV2r0d2/22zuzw37HBUYrWj9iH
Zgld222Cs2mW0eb+ytcjUo4QfgJALVAS0a5GHmk+uQKJm2YfOjXmbYiKPEdY/p4Vwy+3vKJyA8cV
hR/NaQA6aw6SicX0UNdqdLTbAjc5E/1QgAnZBn06xLyysjimKDtTmHkVlqdda32yyj44qj1Oh6kv
9CdTi52FgHd1OuVTYG8FARy2O6PQyxcYAVcJTEwP97wn+xxWVXVMCzVex9hA7LA1W1KNvQL8kwCB
CUFUlVocaMI81JEM2HlfxoC6TDMsd6i5h4zQDb9NkZucpkoPPg8ojbYn4fhJ8KEFaZ+SKQDneXCx
6VBfvCF0lT3mmrTaVgpiSuZSZfeaiV7kdPxGwgdSCpRZQI1nMVJBI9hqhlbsazwaTlo96ishQrGq
q6hYh70S/WtnurFVp954HAqfIhOdh01TxfjblnG811rV3WhmgCNVGMafsOE2d7VlVZt6KpIjav7J
Ax6EWIGilfzFa0p954nIWqcEx2MZ1vbKwlx1B2REOWAaPC7s3Ku4JJ+O69sFs4Tg2lyGDKE/BIQK
ReyzwMk30KvSh1fX8KIU+sZP2uZxQDNqozZt88AwLHxviJDL025CfEcO4OcXUCI0ZImHsN5nxQjk
tIrcfSiqad3ZxlIddR0dAJcyFTBIWSgF5oRTDY7fUNpGfKwy1RPdRktix9/1lhjinTEVfvHk6nZs
/PCDMJ9+ToL2n7rwsq8SClhInC6D2Q+JDBit2fmykl5NRc5PSNLhHAZFvcY9tH60+qw61TYHXWmm
6XA/Nt1clAeG1CUD/lxcvEfAVbh2kBw9oTddtBYNSuMoi9uFc1DxGJl+Jbqexck6T0xRLymNX103
CAGxu+R4BNQvueLlI4+9KPVCU/2D0qMF1loO+O7OSbb0mZKFt3u9FJ1EZng0cWwCylwiJKSYsaNs
9A5FbacHWoj6JxQ0nPWEHe/CbX4VKLlkaHxT6Mn+Pr3oy6cKRlyQVcf3DkMSBTs1QyTO7XT7DB/g
q0j05L3jHZaj18wMjeRIzkMvl0uGArMlfHgPKUT5rYqa+jpFTO2ghFhlKSUCxfe3jDF7lczQQRSQ
8b6OL6hPZtk2fUzVN41eeTCBiWSgQ4uqf8gwnEl2Ydu5Fe3DzEGQl3ZaIFbCUcv8Hzx/e3Wf4BJp
n93eVFGXxZ8EoVkYi+qOPLqdvpcUpX8pKbFqjScLzPJE+RpvTTuxx70FNGCqNxhPJQ9Dn6j2ThvK
JFx5KP9Xa78ZhhHXq8kflCcP9vJHVEnM9hCP8BXXCHEz8TB9kA0HJy6tYTOVlR/so8Z3MkrwTJuM
JaTHLKDAsAXfIS0PJHJHlvuXX6WzsJ6n8xM8qKnh74UQX7vGsl8Mf3DWjtnam7hzwPOM3VLfa3ai
WZgCk/wNWiqZhmnOFtaoYl/7ykiVBQhpqNpPODbKtkoa/aiFZn+QYh67+1vixpoIchKjDbnxEW+5
fFgMk6PSmtzqYQhc+xBE6BXkbemeRWyOiIwHyQb43RLN+DUrfnP3IgGO0CpLSsAm4pXzAj7ouN4t
YU1nGjimuu06d9Kx5WnSghmaNoa/C+H3/1SJYmCqXNSpuXbRI38OsDhGwCGGZ7+uKruuVyN6oU9m
VeVi52eh4zwGZeB+tSahB9+KOFPShkgMmA957zQ0sCnPwrHCzo1XUa68AHvlJ3SymnjTjY3jvqiV
5uabSi2a8pPhlpP2VfRFlz042IYltFT8MSnWeQqGOkMU12vZiVIwPkAeUOBagbFDD+r0mc4eeh1r
tbJLIDpO6Q3VRgvqXGxa/IbOdQ13bcc9knzrSmTqVszN+yMy9JO6jbg2PwxQ6X4nmNv98SAouqsa
S+z3RTq+ALOZVxk3Rm6EutmVVXhh701IWp8zTxPojGk/x9GPnkzYOYcxio2FDPRqm7EcSSHJAEpE
lKSz5QQ4OH8A0ohgpBWfa78zGc7iC+7TttpNrfU794J3ci3lIwLH4CiBeQc0MFfm85gH1QNc23PZ
ivHZKqfin0Zvxdk2mNd6Uqzv/lG6Cq5oAEqjBHDi+LdQjV0eJQvh0SggNXyqQmvcI6wWP0xTWOwB
PU/7dy7FfU+gwNwQUxzJhrlcakr8Kocc7D9U1NufVTGMK+yLmu/pMCwRNl71id6eVeAsfDXURF4F
fgDbXa6VZG6lUVrWZ2JlQQ1mmE12svRe+WEosVmugHiCg+9jw3sGX9W3awUxHm8v8GR9djH+lew9
fFAOjUsnGwYUoh/V2GrfmrHRlnDZs/tbxhWpskTwlnhIkpPL3zoFBY3tqjPOVWGO33OoOb9ILIzn
Uc9/KrEoF3pl8tHfvhr6R1BJSHQtSG70hmfBM09qO+tzczoDx+nOPT7Fj31jVwsh+vqhZJnCqZFe
ljCB5Nl60+wo2hKfyqTsz0ArEqwZRjV60kqr+ThEI2bgXCkLG/nmgiQmDIlpHnEfXS4Yjx3okEnv
zmY/jSiIlJq37hLX2iOYG+xyUdhL+r7X4YE3CWmOQowQAdTlcsVhzKdCycmdnbBS1XVpoHQe+UaU
rYesGT+oAaZD3eglC2/26sRicywTaIKSHFPPo5KiIVUPRU0719bUbZTEtleUVH+byVtShb6xEuMQ
eVQZwUOSmx2iBtplkqdtc7Z8pI9WYwcJxzKpEVeaHYqF6PAKlZjtSxn9GFfyERmJz16nCsHKbtKg
Ofux4m9anft9rQjQaf+0htOIlY7HZbNy+zH83jVmV6warzU9RFl131jJTEF7CRiEdYeqbbpqY7ZW
gmmHrnzjHvSKbdZY7WnyGmzLbC0KEFQTQjMfHKzTGVkxEIi3Tta1/5q5rSZrJHiKTwig6slONcex
RAm5FUxMnHpYOo/XbxkWPzUJvowA+mH4XG4jOHyDpVVCPVt4t+0zhERXneN3T8wu+oVU+vqMEMzo
kKPfg2YDgjCXS4m606yR7v+5cLq/eUWx7/fcYJJcH6+sUi1+vTPiU8yDEEHDSOrOENou1/OB9fV2
2KMpmerm3wHvoW3X6NWwG51gXJJ6nTUP5N7hApO2oQAwCXKziOOMhh+JwjPPFkrPmzI3UQ3g2J+t
InDQ4O/GeIe3pwBrrKfT3ijDJdGS67dLy4KJ86vqBpec/NBvQl7GVLoYMe09m4E7nETbmuXaS/Tp
t2sL64OZi8hf+J7XW4d7g8EKYFGUC+FDXK7oJVmcYu9un/2qnbYhZjjHoO3dbTBE00LUuQ52+FUh
b6uTdzsqyr2XSwVW55qBRjVl+Im2VdEMPbTmwK1YInuhYobzw1WwpL2/f1798d7GBHmN00eFFMjh
IH2Qr/zNK41F4Qeu55dnMuY0BsHo9Nm6Q+d52gpDmcoHFN+cf2CI+SroX7+a9qUa6OYaqe+s2ESj
WSYrMRWu8RSHvbMrVdj4K9p5jr6LqzxS96mvi257/1fP94H80VDLsCsFCyHhn5c/Ws9QILBHGGUR
+WH8KW8TV9vU0Mf+LcOwLD/2QW+9c3YiLV1pCMLvoyiX+PNZEJncweo6e6zOUdKl/5LzuNlGEU35
6MVxW+88vxt/vPcpuYMkAINeOmyOOZjIgQObjoNfn0VXFY96PakHmuDiWxyoLQKOxpJ8xrzA5QmB
fRCzkMoFyT9XjOZ7dnqR4bcZgHMPqMC1qNkErpH5x0LghLWyUQj9Yk+lsu71dvr27qcFYIgKASqN
tDzmYjCuldOd6rXqnPaDbW47s7TctdeWXvg49IW6jVOLH/LuNSXDCdgboxp6KbOAJk2vM9+xsBIb
0+JrNOgVmtyNq64src4+Ra5SP99fcB5OuCPlDEa2YEmIr8rq2rS5FnVlPEtK7CFl+r4THlDKNq2X
aoHrM0IhAByKSELP4ArXV/qeXqMVMpz7UjO2lWkW62L01H2QB78mupILldytJyOFYTVAdpL2e3kk
Jb6jN+Cmn3NEL8O1gBLfbvrQbH5YZfRewU1c0WW6IYHYcsKGE+flap03RqYL8HqfDlO/dfTsWw+z
bNMhqfeQdK25MMZ8VW97GyVZD04TCQ5zU0m7mWVOLulCD+S02hdaH0IjpqrJnprW9ZoV6KsUGpUe
lfuhxFFyFeS58QpDCyKAzY39tw1VtNdRoQCn1ddD8dHVEvdbpYhaX/mInn5Wa0/J13mmDMybYTW6
a+yi020QI+8JTlppt0EOX5wGk8jD9RigqbcOnTL7cn9zzq/314eUnXIJnoD9N4twpHR4tnaV2Pet
Ip6COg6BL6vVjgFYzkwI253BprOr5Wa6dzx/XLhqL5dHTUbqQqKYTWuNAQyB/fKb5lra6C7zp904
2MnB1zP9NCp9vDXotTSbXlFKNNiiHGyFVX4PEnVJJXwGevvPDwA0AlmDUA/9cbaFHavyggS8386o
sVPNdcjKsTapzyGI3w02yNPjoLvWh0bPuqPQ6mBbgfLcxLZSLlzKl4H4Pz8E8x36YJJCx6+5fBNZ
FbaKN7kqVuE+GAAaVkhHBgjntlXdnnyI0h+r1gl2sDrM/f09IP/r/9/ohArZ3CT9kDxbqaE2ewcT
7tsALUJ9nzh28JL4k/9Qk78vfOrLYPG6CoNALjf69jR/5t3FNComtTUnY++aFOUYVWrP2qiLjRf7
S32KyzD436UYwJOUMyem1Lp8lz5AqsIJTWMfOa3+IVIaLi+hDd/9YHB30+QvJVRXj0bHnkIDtSuG
a2hszV6gq3SNJ2hA7aO8gwCjQnfBf1TZ9bQM1ve/1Swq8WyofHJZkh7wtWDYz06MFXCLYxCo74XV
NB+ntvU3muK6Kxim2l5t4t9JFpZH6uPhC76H0yqwQvdRdaPkxc4xWiK7q/fsQ4ARRuFuRtKt02hj
d647cfQUhZnyPNkJyKUeFWcBu3DfBW4G+1l6SyJjsM3ttvp0/5lmI+L/PpNUxiAQyaJ49kyaVY/0
mFt9X6GT+pnbOUYiwJkORmIIus+Ap1Uz7w56J5R1mE7OIc1twQxWEVvXGNEycBFVvf+brrYQr1mC
F5loyRpg/prVMtSMjvHS3jUS6wPCy5+asR4PIkfRtSimv/dXmx9++VHJD7jU6IjyEmaHv7Cngcmp
Yexh43gviYd+GXuARrVaq/tyMrVVBWnse1wSGt+9MnMnEkCE6OgBz8vkJCQ/g09i7EuO5inUwMrE
RuivHKccP6tGpJzDetKPvlIvDaCunxmuA40QKI7EO6Ydl4fUsHxBj3QMDilt4o3WtN3OiHHwK/6P
svNajhxJ0vWrjPU9ZqHF2s6YHSAVk0wWyWLJGxhLQctAQD39+cDus9MJ0pin5qKmy1hMTyCUh/sv
zJyLpdtW2zwvsOuVxiVN5pdjS27N4y4q2haXitXb7murbAG2ZYfZg9ZUV061rSwjPmUu+RmaXJdo
Qqt4dNIW24Qlb+Eawe63ipePJmIzUQ0xyKihze+GTCEnK7jYuR56x+OMyimV1f7w9tC+DEtBC+Ia
5zqTChLg+QtunQRRZbvVDkVoKJg/YtSFZ/oPsxnGXTJHl2Bfq6Ocp1wq3S6DasFXpVp4Hg6Og4xM
FKUPuJC1G+E5cptVvfHJKJP4q6V43SEbXXvDm1b9gtG+kNavptNzeKTi3D99yvmP8/A23lByQqPh
kHOeHyUgRb9LlGHf1Om7pOjUbZ5kX2AvGru33/L5DZ5qD0UCsC1kppwA7M6ruFGpJp6ITO2QN2Hy
ycUVMjCzIbpD8kzfzwbZHV3f4kJu+mpQSqNgrhaXn/XupCcI4bleoR/G1jJ2SmG7KDGwYZoihnzP
RW7TdNolg9FXBhjFGZYL91NIEC80sID62nNh6ocYVNkeV8LQTzWt2RspchQ216rAC6U4hFVlbSDm
6L/eftEvpzOFdc3gagwlDIWq1SExIPWqJ7NjHdB+Hre5tIpAd4Z078ZW6s9q/HtWgcvA8iWhDZL4
Uz18gV6fEt3IhiazDymdi8CuXPc2BsMBy7NBb/LCsf7awyFexKmOV+ByET+fvchelMrcS/uQMYcP
2Dm3t/qwgCYHc/hYsHAupHwrwsGfTwezD24FOy8F79Vqbap5RAolcQ4zpAK/SY35ph6G4r1ehUtN
WDP2bWyXez03MXYDK7mfOAP9lDvrvi+6+SYN9f5BpJiqc0eo7oy6LO46B4pIrWlxABSoAIWikhIN
YTQUv5dKLkPDzYwrGf8PNmONb6S42htVmOLcrA3FnSULKzA09HibVl6Su3m5rbBtL+YlKloHZOn6
+cDMfaiVwuntQ1O56cHTIcRooFDuBmGDPIARG1R54u6SBrHGt+f7Kql8fkg4bBxRAB0Xh9rzyLbg
hIxdADwYp1ifZ48v4DdGg+ZOqWmPb8d6ZfqZf4+1Wls1Yq24jXfOwYk0nMIdWOqTI+2jDYUgaM3e
Obwdb2UNw/RbmOlAwUCGsb4oVZw/XDLX0g7pvB84muSDUvd3pSazjS7i7nFovfhH46XXuqytqx7R
EB9ltnFHorLwT5Vm8/aXefGiwZuDASdv57REkWC19pweQ2gVTvVhdBQ7QNjZOkLTPMWeMN7/biSS
3EU5Fhg2fnRrBV6QZ6ajkN2SniNvoKSzsh1qR79KMt3+zQ2FxhkhoFbwcmn9rB9Kut1cNaWnXel2
U1yXXfykuPWPJB+LB61Qp+3vPdjSpiOFXUiIVEtfaCvg79M4UW6YcI5sM2iFl954JWaNeV9cMhJb
H32E4pLAkbeAwOgSrs7bvp1aLGaYGIkqJr+eOnuZE3NQdKG2jSfjW1uYzoULynp5PMfkJrSYB0II
U1czxJpSOpKmsK5i9Pd3uqi0DZ6iZZDYbbLtZqpsb7/O9aazxFuYTNREAACxWZ6vDpEj8V9yK7kC
Tt5spFYbgTqCHdxMlEm/9wpq9OpYeDPcvJ6l+nbw5cP/Vg1A62AJTmywzhwB6xazGpaO7EfLAkPZ
qF+MulY3MmxxxXo7zGvjSNWBSwfkPv632nKqorak5w7WFUZtys6epg+GAnMndZClRlMlOjWR01w4
9V4bR/oeFHtQgXpJnbFRvq27LLGvUsONrhGP7+9T28vYwqcq0ItB/fb2M653luVV/i3eug5hlrVu
Z1SSrqqx+qC2Q3+DSuH0s08c9xLa4bVQXDN4uGUHY9qcTxlqShDt2gEeS0OlKu+q4tbhoNosZIwL
u9hrbxGqOjgx0IqLgst5qFQdytAFAnDlhn2W+qEduUGT5Bl5A+JWfm+X5YV097WH46yHbEehahFH
O49YRMI0cjW2rzCDaPdsNMpJ6qF1lYFL/e1Q6DktfReXTVrjVnweapoMaaVt7FxpSfEjz43pVk2x
zqrDerzwGl8+FD2BJa+gEcd16ZnX8rcmnOwHV1SOdK7oHsTvoMkbWJUMizBj83uQCu64EGfp7YAp
XCqd3LjPHyqTaTWFkeFcGbo82vniluwOHQA1F7CaAy3fiO35w9tz/+Usoa8DRRIazILjWPvtTHLG
lNCdw6suanXfhs56VFttIf8Lcw948/dk1p6fcRGhoQAHuQHDs9W5UIT9OAoyhCNnqb2Zyja6c8zM
uFAWelbNOd8dvaV3ROpM95SSzSqMoUW5NZljhFOgV+ydPBeBmPP+IVGmyR/Sor+tG1oGThrGD42Z
pAEp6hAHqJcn25Q/fCF6/QARR9K71Hvnwq76jNV78f3IHelXosbzwiDG7EeUuXJNuUrtPvIFAIEf
2D/1N60cPuYVwkdKbhs7SNXGxuhqJ7CK0ttbVik2Uxjrx34Yu0M5ZuZBT4WxyMrcNeMMIrTJI8T1
XSOgN9l+tnArDDDRY+POEdFTFDva2lZq/8jSwT4hlpVta9McToo5OFflWIyHvhbexmoBUQ+pE104
L19ZSjTrASIvFSWW7WrRVnYhSNSlcgVSdDzmMWKJU1pax45b4oUX/HqoBeVOU4DW1+porrJWmFY1
KVcWB/Qt/HPkpsHyHKO+bC+EenFC2gvqgSYlHQGA4d5qquUIvWVooCRHpxfxJkkV/cqLheo7sVCu
DBcan2miH/X2sn3xfAQFlESzjYCL1dD5VgEvkG3EGNMjymNin0hL7A036felmV46jV8LRclz0Qqm
qUdJ+zyUo8B3ie0wPSpdhRHNaI+nQR+7YBRFeYEa/mIz4qn+Hmp1Osq8tyZrdFNUzVzpt7FWbqfY
iDe8/29RRAPz7Ze4wkmyGS3x3AVxxTFCvriakN4EXdZp0APsZWUFpVJVmyiL660+zlj8OGV0M1ig
PKzScXaTYkhA/8oMbhj5BD3VynceWjuPU9TX6MBwManqPPrdlJZv6GB9B+yE2cUgnL/80ClrLTVQ
X2H7L96l0vo06lr0JSfmzjPz6vf0C/98I3QrgEfSVGWCGefxMHiJBqTwMwxW+nKXlnN7m5YSjZLS
UXz0CxrFH/S4CWZSt9IfTZFe2zjBXUgAV2TR568BOQeQFlQV8H5rlJ/uNmpZCjU7esaMcKOioo87
1uNs3s56lmC6lLfeky36pKPiU8zfhR7SYPHg3je/u2ctMMNnIXCq31BMVlMSOD06r7WbHaUK3nCO
kLeCvF/sLFb3hVDrwh2zkUYzaQSUDm6fa5RF21V9WmHDd6yzXL+NitzxLWDn21hzhtMYNnbg4oZw
F9uxeh1G+Hy9vRpeWXzPZCwLGN6zxfX50I8IClYdEmLHUuvHnSvU+FilqtjWUzW9t2hqXoj36iBT
IOJIAGm+qNivAg5zONdFnx97ezSY4NkAdmXuGn/w7Jh2vBdbwQwHIArmXOpBNSKbw6K8ZH/42msH
B730OEiBrHVKHtat16NFmB+d0Rnfj4DAdhGuaUczlx/5yfDJULw8sCeRBHaHMc+F4+OV7XXJKsEu
cGHmvrMMy9/yy25uoims5/xoyjykaCTcW2HXyRHwxCVjvpcjzBTm5k+lFBQtdZTzUHUPcb8fveKo
NPHkV4MzUB72lCe0Oh91mWSX1JpflI8W/Dkga3CJJGNwNle7F2QzULOaJ45j5biBmiKyKBARhrIU
V75SlgioFLAAVenl294w5B5pGvee9qP1yenNSz3ZFxOO1IN6JFNukckDuLx61U3Z2fmkjOMhc/LO
8xsgIoecpnrAVKvRBpmL24T3cDXVvfmFNn+zTxLl+++tMkqhS50STQheB3wl/XwM3Da1qqGCMCYN
bwQT3ue+5VTxNVIc4/XoNJfK4+vshNI4hwcVAg4PrmXrRAEjY5Kt0tKOnllaGxP0+8bQW+njS6Sj
xaHnQRaV9oX9e0l5/pbdAlFZJB8BgZJ9cZCs5ZDMJuwqgO/KjTtVxrEcnfhO6dQeiX9JW7brrcNY
YdJRlOWlAv2rkRcdjIUnjNLfarsex4jy0ARbTsss9VhFnrvHIVBc9RXS0S0yiX6najEXG5z73h7Y
VT2GZ0aQiQIeVbxlB10Xu1P0ROKebs5JgIvaZL0W7tKh/c0e5RKFRQUOkOso18S1rLslHNF55Vyc
xlGTh1jtDD/qxvjUCnUOMm1Wrt5+qtXu9ByPeoXB9XABwK6T2wK8zxBZU3HKXSfd2FYbHdqxwwZ8
1i+1e18JhRoZNRG4fADx1hgj+OdJX+RuceKWyzjVVeg4fjGgV+o1qXvpgrhkredT1DuLtlqHAKRn
RRR4VtIIMZwgaeHAysHOaeNX70nkjTtO6OaxNlvvhKCY4ePkrF3IP1f78fJyl7oChwsbE7im1fY4
YNiS5bFTnKrWLKJNgWBVAE/TeN8a5rWpFMhhvj2a6w35z4gLkIPa7FLOWN1Vpo5HdibesRXN03Vm
TSd8prxfpVSao8Q/797VyHLr1PvUeU6oBpFFpQMh3JIvV1/iTq7wzexMy/NzRec+iN4JR8T5Xihj
IQSWx+Upmy2Fzm+b20HfCBP+dQagrUsZjUKP9vrgFIES5l3ka1BMT0CKxdaKTcSlDaqEUe3aH2WF
yKSDOICxCYtJ2154ca9NF406E6uOxcCgnX/VbtBomytqeep7DCwziLQo/0d24ISmepMoZCod+Liv
jSvMD6JKjW3k9m5/YfhWe/nz+1qumKiyLyUvdZUw5Uu27KZ2ecIvawYRMVg9zXO73ltNn/lh2im+
o2e/2U/+MyosbmeR0uKqtJqloVI4vVswSlFmOLcAVz+Xo14BcpnmbQ+SNKjM+GfVqO6Hue3nC+v0
tU2Bo/J/g6+O7CFsRtQlRHmqaeTddgj4baDm2cdEr7+8PcSvLUbSL53FAUEMyZLzEXZrJYyreipP
UxOWXwEkZ1snkwM1IA5qv+AmtHs74MujChEAkHb0tJD4eNGtaO20lhR+ylObNPW7NsbmLExsuR+m
7g6d8gQxU3d87BnpC3v6a9MIrAs9PZXLFR2a8ydVjWESauqVJwVrmX2iNsnGGiDJaoUTX6sOSvlz
BCrk7ad9NSgAZAdhRnrZa/IqCsj0QKaoOsWJnN+ntlPfGBE+hE5bWLvQjNr7pLYvaSOvYaPPc5f7
xSKTCDiMc/P8UatcDaNsrJk+cW4+TejwHzi5pq1oUvEgNOsXrqr2rSuUTw0U9hPGHS1FZNu4xJ5+
7enR9YCgQGK09ODOv0c4aikyLk15KnJP25mTLX+osUdnesiTr6NnhTeTlMOFcX4eyNUZt5SkgHJS
JEKJeDXQgBLcbJoo8+st8u34qSvvG2nB63fT8YMxqWoXRI06PxVmbu0AHsV7J/EmhqSqrsKwqnc0
e+MbBu5SneeV14FWNeVfDnpuIutEvLZprEq7iE/0chBYku60cazW2DotqoiT5ob7acqH/W/OwOWQ
IR1luYEUedH8DJU6KjIceE6ijyOMroBU+6qsMGkgGShu+0EiH2O19oVRePGshCXt5g+QR+T8q0Go
I1OxIITHp7zTtF85DtJXwFWyY14On5NlUzPG6VIuuooJDAHyL9UTJhutFaQqzqdbPYrMGPKmfFdj
7ZLs29Ad3NwHVVtZVUA7z+nu1LCT+c7Tu8n+vZIVwZfaLgoj4J5g6q7d1tM5LihYOfJd1czVNfe4
j1S4YC+NQvPRNhkvHIqrfRsoJJdLmkDgPhYumLEqT8q6t63KtDqYzN2+lfAjBytD7h2DmwPYRePu
7Vnk8er+tqYIBxQfIObCwyHR91anYVs5ZukZg/mgYpcWjDo3mCJFBMBGoY1EcRq3g9riuB7n5U1W
Dcr7t8OvDo2/wjOluMkvx9RqNoEhgMttJOaDMOZ06/Vjf6UUrQoccvI26ag/WoNrB1C4283bgZcP
fvnc/wm8em5DREYXR7X54KZZtRFIX92nuu4+vh1lPXH/fLtwYlgoiDeuy48RJg9mUwvzIfUy5XPb
Q2VUuGnuJteJDlWTe9dFa/QXHu3lDGJI0T2iQoH4ESjb89XSeiKL1Gg2H+auGnbYxdkbuwPRjAWa
5RdeeAnzsT6VngfxWdcbHQ1W6lpDJk+cpLRn23xo+loGpWY3Ae5nyNAb1bSBLhTt7LRNdzmiHo8V
iraBHqvtfYNuy4US3Cq7Wr7IszODQUa52CYsg/632lMm3EnLktR6iO2o3FqySY66gMc9V9UlhZZX
XjLGWfBXYD0BHV+LW9lR3oAGG6yHsZd3jdNrRyOyrK95n4GUcsbmEtn3lZlE44cyKrdWEK9r3EKp
Cy+cW2k9TLCqD2UhvV8cAMpmQJhjG5qThw2geYk78crqNJCggf64eLyx952/T0zrjDTTpf2AfR6A
Ui/trrxRQjiqOvM0h/Apsqp6MNVxuuTnuD7rl6GkWk8auRSVFrTdeehwwPpLlpr1UE9QYHO7oYVr
oqkegpjcTaGKcWUWJVvLwW6IVrncVWCA/Bhp2ndhl9rbuKzVg4jaS8D183EAN8JBT+q1QNa54XEx
Of9eWprFMbUa+8dClPCuKXbm+nWYqG3jbULDAPDbl13afyxkFVm/J9b/HJywsKLBPUEzWcPX4sGg
uop72Y+xdpJdhgvDkZcYbzLbuUR/Pj8X/gxFnwLyKZ6KDpi58+c0UzIW1xjdHxMwtX3uaO1u0PPp
4NkS6QXFgdnvZar6wcUBzE/xLf2tU5eSKMGBqy3FNrAlMKTO41u5NkrK2+nPaoQwcvBQV1TvRBP3
9qesibUh9BVUA+YLW+eqoLCEpbiIMh1VW059RKTPw+pJU06d2eg/Z1EoMOS82M62CFHZzZWTt3Uv
NgCIVPnegG7o3gEDVdPbSRSx8E09BPKOgES47UJu0BfSrvP9hm+0+Bqj0k25mw4f+lDnX4yMC8ie
nag/QUlCrzGzTNulYdn1G0sUzWe3rPtLFPzz3ZQ6Ntx3yKNU8xfc9QuwpKug3tc7VvyLcofAKXsc
PuBGOPpaUcQ/fuec/CvUkogsljcks6uNO+4kCw4n+1+Q9RLjJvUkWDfoTW7+qOmpczf1MRaErDXH
ujDi6/fKTAdED0mCAh0iHGudAWrbeE15Yxr5We/I68Qtjf2Eqr/hJ46tHJAcKC8pvb94r8B60QKi
7oH1Izvraij7EDeowouxjVUc2uxK1FlBHbGrS7WK9m+/2PMdnBeLGM2ydVProOvHojqfNgp7mKN0
TRv5qWWHh6os6Ovn1eBPtZa8G2bHfIdkWubHzlwc3g794jGB2C5lOSbtooSxDt3OPXVCdCFxGjfd
6TbypnBbcGd5pzc0AX8z1gLP9yBywZ4CibNufItEkYBaypDHlGH6FbnD2vZBi8mbYhaeuJCiv3gy
dI+olkKMotzHn6u9MdNSiuZzNsQ0jIEZgjLKCl+kuef5A4fUhWgvhpDbD70dXKfYmlCYXEVTZzOa
Iz23Y1+NTHUgGmqhfmvFoUn/I7eyBcwLK8GzpupkTKb7+e13u2ozMYd4s38qN1AtpKe7WpwDldvc
6I0w9umC6CpiwkY6beqhcPNjNXr4erVVlGLarbbuj9hF5N/POk/93HWi+z3PL77L4vO7aPvTYlyc
kFffJSZbnh1vcGJfOkayl3reXXdV3TPkTokj0XxJiuHF26e7SDUL4zaIW+wPqwWk9zIaKUxCViiH
TjzQSZU7xKUU38zz8CrOKnkf2cawsUhCLiygdaqBvvFizMPq5bGpjy5H9N+yWWxNnNYtekKPRlp8
mYr6AfNl40NVqnSPHX26ypCbv7BhPMsA/ediRKeJnItsDxlRyqPg9lYnYB8mHEKVoca+SQ4v3qsN
PPJNOxZTGfB389Gw47E6jPmof7G7Irk3Cl2WT3au9TcCPcbBt6ps+mCpZaL5o1NM9U2SluZnQHvW
SXPEeNfKGNJ6ElmDshcQLsev7IbDTadCOQ46krf2ztGjTP55Ofiv7+N/Rz+ruz+fQfz7f/j7dwqb
bRLF3eqv/z4l39tKVL+6/1l+7X//2fkv/ftd/7PtZPvzH6enWvxjJ8sfT11SlevfOfsIIv31TTZP
3dPZX7Zll3TTvfyJxNtPIfPuORzfefmX/78//MfP5095nOqf//rjeyXLbvm0iK/1x18/uvrxrz8Y
rP/6+6f/9aPbp4Lf+j+/ovipxD3haf07P59E968/HPOfaA6S3NIRQFabUuof/xh+Lj+x1X/SXoYi
u9CwQDQt2UdZtV1MRPefHJ2UfZ9B/wvGQ1Ry+YHu/ZOFypGOlwlAUCref/y/b3Y2Vv8Zu3+Usrir
krIT//qD7O88I13s64GQsBRR5QFRAuf5fDnIOlIRlFfCrVYO6Q1mMT+nODI2iCPfmElsB7k1HJsu
jY9kLVQH+/hLZqaLeKoVqPqkbzWsvU6VPSLoL3Cc2WG8LKUvIzh7QRUu+7Z0W+9OWkgqboHiOIk/
dNGQ32WpJfptE5tWo/IpDaX01k9HjG+/W4KG2g/LQvpiHiVl19rTq+hTnXbF575z+lNnOt8cqcn7
vCxU1Qc7kJe+GxcI3yBMtY2k7V01trfpzS7MNqoSufc4eyu25lejWtangZZvKPyhagEJdaBnbzw3
cedDYhaBBJ+1QSJSHmuXzokAf3kEly8DqxnGoFOSO2ce1Y0Vit5Xk+a2YB/3lca4jkP5dWrtCilI
U0c9b0zaI1qsN8Iqk9yfI83Z5GOVbkq9tfd2OaMQBnItFtDnY5nu80xtxK5vutLyPTWUVaB4JbS/
PrSqj2IWqGvpGyE0KvDRYnfZmyhuqbNR3Gg2AKcG3ZdtW3gAUaPcfldAx/HVQvsllemUFmJ4HzXF
LYUvEd3WxYAuK3l6+7FtTd9CJfMk+EjpU27ItCtOeOJOaozfVKYnbFl5XPwUU29aATC4eti1Os4i
/hh3sb5ZGrIyiIX1UWlbVwRDFM1AZNVhDkbUPLEwH9xdJTG0+ThNWvxeekZ3TR/jY5MMKA/Z0ix2
Wq2mO6ma9bXFa7tT0/pKNvMG+NpdVcpuO2mNvslpu224M+y0XjxBRkWNSxPq3uJwokiUiV2co/kN
FKdL/VzzfJQetHfQH6S1zfRqsP2aKdMfh86K7yI3irlvUf8ckOzOpw+4l2oAjZP6VljOgbsuqIBh
jndOFJn0rua8Drdxi58P5p7clyVCmn6ausMpDPOrtss64cdmNdT3eRHP8RHCOcJ2lPiHdmflg9Nu
LFgKbWAqqo+gNPcaxHD8BlCcFejCSfZCia7kOIS0lPooSGLRB30rexsBz3HLsk4RUVfn9+CBi9ZX
xgEaRy4ftXB2gPv1UQbFW6+4wNoJ2BkXtiwaH++4Y/oyLDlhavt6mCO56Wo0KUpzbPw2mb7SSf9V
ct7XWnWM6g5Ry5QOrvfNzoxxl9VO54etd+NoSfjRHKCR0wapd2odDZxGJXYsrKMEZf4UF91uX/Wj
UvzUWUw75vQ0wtpN6zGY5+xoW2W5i7OyfG/O85T4+J/L0zxi8+zHbD3Zseqb8Q6AY4o4ctq7k2+k
ZT8HSVRJfyQ924xzKo6KrhYPkL2d91Gv3th6rZd+WCvTUbY9ULchva6MUjR+1Xh55ce0DtAatHs4
tUOFqvQEbCjfUbQSexfhfgg/DvXX/Yjf25PaKLhe0pISRTCLEeceMxmto9Rldq9CkwR8Ldr6FFVV
ovtCnco7XTay8uuxjpV9R33pWx9pUbZz2mEs/NypHItr7hSYkenuUqWIfs3p4nDcTt0GgwuKZ0Nm
3ytTFBt+o+S/vMFMP+ceAhD7Pol7X8ZSK32lTQfHd8Ns3CplnDyEY//kjZl3bCilbESOFG2TxVmg
RIbxCEhgODpKL/aq0I19kUTtJtXcAVJjk5TZVplwWJvzylMPjVd/XZANRw+7qWvEAaLJp6PXDb45
5um+q0Nr9M22MRZXqtxj6+va0dfRouCFI9uQD8NTBzQoMAQUKl4s0yzJt1XVt/40j1V/rdSthBSX
aWXpD3bUzj61h/lYSae4TR2z/pw6YoCN6Il9JuN2M0RJe4CW+2i4Qsab0Xrknrx0I0REDh6O7Qfo
6O/yGnaw0rsHDPLc0o9h0pJofmZ/bY8CAtAN2M7AVPtMHKKpPjkF1YjGzymILP5Y6ogATttFobsp
GnR62xExMF9Y+qazLXkTz057rSjDO8uLm9Z30xxbj8nUkyQoaLfbhzpJ7PtMQcbAEEn5BbpM/GGW
0Fz8Rte/GF5zj+pO7pc4cflFW39gliNT2Dv3gAW4CGvmPfz9SfXnuDmFnvUznbIfkJ4thDi5UW6w
dlFvcfJDq9KLypGNoqjmGiYT9clgaIwS7rL5wBHlHpMydzZtZI6nRq2Lx7LQwaubbrE1FLW5qTUg
y6AhESuaw5akPkUo8gl/gE2P5HYlNLlBMzf1u7bkyE0KcRwqr/Sp0kxbKNQFflV9v6nb1kBcEhuE
3q9xnMHDYja3hZe2fiiGm0o3cOqtH9AYm7vdIDAptFltYfipKbmkg3BHF9IvbW8XKuU+R5E4aHQF
fYgkyZABSjT5ddb68rFDo+sq6fTyHeYRlRKkAKgnHypei0EViL85sNvyMXSSlIGMZ3ZND3XW6l7R
5tFPVURFgjBqRHpEqCp9mjp0p2EPGkhv4io6vdfTRCv8JIVU4Ou6/N47LNydSR+3DFy4OR9n6SZH
o7TBkNOA+1T3mtEcuy65pZvEwTKLcPAdkcNO99SbMYlQMxrim9F1FM+3Yvh6aWqVim+DuPqSUdbR
Akr5mrujsFzc2ZM0zG2Yq/mpywq7u1Y1MY4++pg3HnyRL06UtfrNKPRbrc3SO5FX+3Qxlkzz8nuZ
qpuk7408CGOM6QO9bLrHOcnU0ae6dEMVqUBJhRQx29IbnH27SKM9DgkpxXlkRww5jlbgRgXKp3oO
SJujkmrWmNw0sfGQhDrQeaZJ3GzRSfXuYpXB2SVIqXl+mA/5t0jrMumDzkl1H4Jv2wWYjYR14NYA
IDaJV/AcmW622QbWkFHvu9GWEniLanYBBmRl9Bh1k/MzL/v7MFU76P0GjPIrsyaz2jCCne7PaIZW
H83aqSMctEXV7rzCdZ70ZFBPCJ06hW+SlIa3MVfJFnpmmki/BpI54n25+JQNOl2XQ9omykyLFnmI
3djaotn3pjL8SjWnzNhAlY8Jnq+bial0UISq70CqUW1TurI3dsKq7He9zqJFGAZbwDS6marKPYoU
GFNS9Z/aOG53taajW8VmGstA8xoQ5EmJizEzbZMhdIX7JkY1immnkqGq6k8jBqFRMNnqqG3oYd0J
LbwpK33a1ZUVXoeF3u+U0FXiTenKbNzPtVTUTRQXKlD5Iu4CPAImlNBGK8r9pp3nK7x4kuOQxrqC
119z6KQ+7LgJtr6W5D/zxLR9fIf0W8rlzimc+gHg/RThaqNAWYTxVvbfKCS1W2POxUktGvQPbLFJ
nTq9j8fCEiwEGv8Aga+tDI0cRpmk3SjM02RY8d6Tyvt2VJNo0zuJOCbwVbdp2n7QIxtL8DmLv8/x
dFCzosQgWYiPzlCOsd+nrvENWt9wkG6l/WJg60OUp/beG5R7rhyj5ydlUrrk4OEnqEvjFkSb97Vp
NLXfxaNI4OAM7vCBnduVxy4OkRKz2mFbFYP7Ieaczv1eBe2zSbNo+NYrOFEZYV58HeahB+xvdPuw
zy3skmpDufIqI3+KjSwLOnVqY18XWv19rkoNIwPQHZZBFrMt0+aYKdKsMKZukYKbR2vKb5DVZacE
tmnPG29I88/z2EMlNJx+OvZzio5aOcjZu3KVGkOYUNFQVZ1l0tEck9mjZs+9B/ke6MTeRfOyDIYB
XUIfI1A7Orn6bFmn2DIl5IWsTIxDm9Jg6z1jHIKpbMzy1myjZgzSie3Kj+2q8kN4ht2Gf9cb70dn
aR0BPUzTrVI3YJWHyBsM3ad50sy+4XX6tIeGWQdd0XjPxJUegNyQbnR3tL+lfdHf5aBtzF08kPEN
24g1Vk5Y3Sbt/N7rMUb92uYO+bXZtFfsBENR+l5Ty6cZf0LtIBH8yW7EnFS+LFIlUKWCEVJrZc19
joPHj8yJ9cTHRok0dApN67EzrYTEUjpWva2bnIN3GqdT0ZimeOQcAciYq1EbbpUqf68lel4duyie
+52NEE1HEFQrxm3YduJHE+N/uRuG+p031HvHiAsYuZP4bFtalQeKiN1Plt6zs6ctkpScE6J9VztV
dh2GifWtwETM8XssiL70Zl522xgnQGuXoQfS7QpBQlW07R1NfFaxEXtPSc71KCAhvoc9B6Rvsrtu
KyK2lE0vLQwejTIb0dOwQp2801N6a4sSK0YYdVUnyk7l8Ip9TWXs9+qQocvJqYpFVJeltKsRMLMD
CA22s2uGNB1wafDsIFKGzNx13Brtr2MvGnOb4SWKrU/dmR8B29k92OxJZFsE0IvJX8zi7gvKZs0u
RthW3iQxnD677yK6dy3MdrQJi+JXi7V6vqu8VPtABtO2gTD7JU2KskP5f9k7k+W4jW1dv8udw4G+
mQKojmSxp0hxgqBECQkkkEj0zdPfr+wd99iKfezYgzM4ETcc9kQWq1gFINf622lSt1mdN9+WNQjb
2DIK89Wn/JI9axIqujFd2dzLSHvVoYAiYYpzGqQ/pjPtM9Tq5dljU4tOJaJHDv5e++ZbFFUCoZSl
jXNV5P4ReXV225lGkWN7K5oXlYu12K/5MD1UmTV864AnE7052c9etdNeWqsfB5EwFVfLwjQLVeTc
VeaMq2mx2ibnv4EWsS/y8tZcnHZ+9Ga3SnLL25xYb545pRnKnXA3FJkqzyOZky0zacAQ2Yoe3302
hmxH2Uxv5h4PtN3uvGxws/1Ijv0rZZ3dY7Rlo0+HyVwcnYmHwFsTZWZ2hV1w7pnrUXOmAg9sl5Se
fQ4M5AG0V15VuSkPlmaqif12se+nSOPfXLN17A/CYyqI4QHlclYR2DpFJ4OZWr0qXsttWOqraCoM
eerpTGboFeuWymrL8xsSZ1iC5m5xAKpnQo/XdOsK8RTid1/TpYXwvXPcYm3i1pr9+WRMZkAdgt3o
4Sw2lrT7Pi+jMjWi0u4wKjnl91yRzEjis5ntmXM5yvpZD18jN5NGPIyGf72Uob1DwspY01Wl8bCK
queUgsTiJFwf/Utg0UhEXpq5DoRlWbi3RM/5J5CY/r6r5CVQRjVxZfjqLaAu74YRJDxF7CtPpNKI
9yongQ0+KrRihyWds/RSgckFN7V5TAMd7UehvcypJEvyZtKWyZhTNzvfVv0Voc7bXeHyPYiluB0E
5HVkUBOV8ThIF5Wt4jZwSnc42hZkzFOlK/enwAwJvd5OVX2MSkPSi9IGAqBqmix2LhV1qfJzX92H
Q7GRJVA1Pu7YeAgWFX0zHIhJyXO1le/TXOubruW+uwu04dXHuTBQq8WmGo9uFu6QT2YpKNYTtXFP
BPa9lpH3aYyZ+TpXAfek1T4vjQbAMbp75fGjzOphNvNjHcLshFm53o3Me0+aURs+yztnuj56YWhQ
q5N/GSTnHo7Ydqq/MbRSgNA+RL1+7GzrR22VN/ZoBoks613TLx+2MArkIsMpz7ZHaIUoHvrqo70U
k5mB92rgXYsnr7nvwgZdd/3V69ynwjTuZmpjb5o8E0BqyO180dzVS39RoF7PERdZZ20fXtN8xYpm
pmFQePta6z7GcTDEova+t760Pys6w3nQRZAcXf6x2HLXKHljRBqIJgJHqYIl8ca8iIeobwGN7MsF
M9B5wUodWz1WJ5w/x1oXz2bdteAwTJ1c7T9moPvYmuxHUTZfup6NyOu3ePX1yHZOeXVeyJ7qa82e
czRLs/EKrqZq9l4ipbd2p/Q68hYCv3PzF7k5qCC27oYD+jZbO844Zx3iaFvuvDYiH8t/BNQ5N5Y6
zcqnsxfco/J4blnsFLBDabbJo27N/jQbE7pyu9wH5nJt9OrWYYbPZOnHmw+PjCKZcFhxM/tGfVa6
NJkMmjtzqphL/EvFh7PtZVeMe9kW0ckuF97Jou8YuHqKn6dYeGre1WPo78xheInW4L6zogb1Xn6D
b+XZ5PkENUAlzUs7eD/htpwbC+Lqap5YcwFt2mtDttut5S+3zFp23ATBMewscLTBTEo/+5Er16Od
YfuAv/5qEXaxmyt5agqjuOmb/H5aGoy99u00rO6jU8FJmN7axRpjFu6dRp96glWOdANMsa9BqIIx
dGL2Hn1tU713QvzwFgljrzVvkNM/ZnC9omxpTrLNmBOrDQ5LVd12lrecfFE+NthYUpbIjIuvLW4a
w+udnXP5zkmWxRI2faP6041tl0WQYhszbqpNp6S9Z7FdLcMJCd4dwaRPW10BI016vYvktH7r3fBE
hvMXHF3vRTNe1dgOD45c70AT2pgA5EeL6d3cKDZZJ5TPNaUHjra8YwmjdCMsl26i2iPDpd9GrrNp
u/MWWx/nQB+Kpp5ijiEuJ57eSWXX/RMvo4kF5Pa4LNTHoLM+2orpF5H5HEutg1gZtXn0e4uCws4+
K3se70IQtXjU8rnz60evzL6OIekfESc40wbAgJn9qIBhZGSe/ZrJNCuKgc+14Bgao4c+7NRVI1zF
NFJRQlaxSPe7+dKejWPFe8tXc9mDgNwNInx3sva6sbx32g6IYcbbepmLxqSK8jmGtf/aIxxM8mK7
DQPc6qvV3+S+HN4jMUkc68Wprdwrc2jDmO6wIbqjlHBmjyx9O9sVrSuMY09JqncE5wcoVR4Ksu+O
stvqs4us+bAJGd0U2tqe+qYx41YL+6ETofPsb+V2M6ncJofafI1Ys3bCq5ClEt6T0otQimTu1/k4
k9nwShmrGatpDXZB0QX7EbnqY5+J7crRWc3tuRj7cQX8N+0u+DbWABpwJrtJMxaJUnPSTEv7VGZW
ve8Ig0BlJ66DeZanXLXWPihLFQ8a8K0srhrZPIf19oB18jlnzo/bsQ2uJ2prqTXD+M1AarskBQ7+
mbznDjOjn6WiKKbYo4IAwZ6YOeKCZ0sObQLOpGJV2NZ1y5ByDGuKR01xzY3rxxJkLkaX9NqZW3mS
fVEf6yHfWF3KLZ10UO+sgkjVejgHDuhELYu7sTRf1tY/mr3WqQt8do1Jvf1hQAUe83HZ4JnrOQ07
96ZQvUe993JS0Xiag+Wqr+vsKdfjepMTTd2lgXROuc8GmTmyfyNhE8hwK2/Jfj6WopZnp5qHXWdP
8qagzPwreWnf3XDzYhLLSTQIh5eNkO1nqCAzFa2W+znsrpZyIe1F9M9dUKtEdPYVVZKxLqghCZ1a
vdpFsMTL2HzLjfyb7lU6U72+r71lSKNq/im5SRoJxRYbVVPvC5cn7cbWyDrpgG+wkvJTpT1xK419
vq9yt4vnmTpWtuLPkk6jAMNE1VkHj+fIqXCrTxYcDniDNt22psNIvC1hlnjW+pLXLRt0Pr74rva/
IhNw9lx7vPmwz1USTfJ8SRrYiDv6nL3tIJbgPSvU68gHSlYR77lt7cOy6pMr/dMis/OUbT9scxJJ
3ULvp3Ph0NxpL2N+ghCrk36MoJIAzV2S52SzbxfqSL1GNXkKu5ZdjTymvjjm+FYO3rAL2/BLkJVf
2U5+Ott4Jy89Fq093DIXrsnkeCA6o5Og+M9SJUBs+JlPoT+w8NDgfu667cN1eQCNZRsgsZR7GpXO
kxPSHkNKrf1RldSOIgh0lmyfhwN9Xk2LtQYgs1BxPQZ96nbst8VCEU2CGzi64G3B3SwGvs2QbYHY
N+8GcWe4WwbjAAIT7HIRNW9V2PjniG/50zOz/sMyvDdz61FakqGwhtzVVdnfUatsGBCOXlakcHvR
LROXco4EgmTk1roQ5js98xEkmcy6Lwt2ygdRlnu6SOerKVfai7cw2F6IeF7LeKZ6fICQMvxiTJZK
k/huONXU3E2gCjmfsbfVWRi7TTOUj9PWLt5utLqx3LNJzeKxNmyvSrwBumb1pvCq49HxUwLhn81x
Ln/Y/pCPMZ6vYnnxZDWZPBECdQxbp7+S3TZX8WjNiyfP/HaBuBMEyHhXpB2Z+xpsK4+FHJwDqBlF
TJWkyTWnQzYrwve1rs+SUMya2CYO0oo+RW2vCS77Cn1Ks7eVDPczgWlOjA1O3xqhd64zZXwvuNbu
LXLUaPzqaXBZp300Z0DNFPQS130FRZztrdz45HFzqzZnVwWDl/ZhjsFatEs6NSJRWVa6AAiR3JXU
0Hx69ixSbh03XZCCvhEcwyEwzndtVmLObnJiDDfcs9qpNfM3VxiJuCi2cw/KpPMM8KWfwjc3o7zB
wm7ZPsum08zMFE6+l2VWBTLW04beJla9IydubttMvEBu+xFYNN9rd8re9Cblt5LQtimGd16sWKjG
341+lYRu9ody7X9Cz6B/qKeh+/FjQNDwv0DFcAmz/e9lDIcfZEIWH3+WPVz+wh8aBtf/LYDiwA6G
H4ycq4tH6A8Ng2v+ZrLjYxzy8aaizeVP/qVhcJ3fUC8gs8LNRF4xSVX/T8XgWr+BTF/Cv5DhOL9L
bv8DFQNvBZHCf6lrkKa5F30aMgaoTQRd4S+aHmaZKJicsdtt4dDKA2WboIhMZP4X9gIXQpLFq09a
QDPOYB4iL/ZUhR+84wWyuwHhnjZfiFiK0SW/xMe1fEXaZVld45CJ3rxshMAfhpqFMCwi6R1ULucu
9rZpulvsAMoxz21AU6LNwveBuZstJDJXb0/OZ3ZWYdQPcTcPArozaIyG0zrQTizNebkZBsvJ4tAi
uSIPaOO7m6esPBaTGd1cYghuc7ttPlyvbH82WlFVYAjzAw4VPqkrQvkV3qZy4gAblAJUFOYt7Mry
dWingE2nnouDyNiQQGMFvZagvCRkZ7MbIH2o6g0MO6/7D1+21qdQteXGxlbUr/bAVx2bK0k6cUaU
Bfu+NYF6hwJFbmyRY/TmkTB2rQpq1U6GTWhwYVXMPR1lZOMcdVe2cGt5qHtl3HboR6hXb8ryU5QS
/o0QtfWq8/VljEXLgaQcn2FFB5RnWYlnD9SFu50B/4SUpWcvzCCoY9cgdpn+GMfJdhktpmrvK0ef
QdfyCzk12u9uD5obN37VPVDlmBs7pzcbDkzCjVNT4lyDoxvCu046PvRlHootaet+6dAa1qZN5pXb
vTqNF32rlkkyiDqYPeK+nq2PybAsJmBRE68mxTwgBukoVM3MdTZjR5e14KxVA9hl6zIGB/W43fu9
jSlEzeusj2Hpln2cB1K5e2NWxIUtzWynvjlXYdJYW/hSq5kpwMguUVqRK6mOCweLEUAFqjAO44LW
FB7BQIzO4x7sqPJM2gLpiWzrRDdRPybEZWn7OLRUbi5udAmUJLic8LlIDHQ7FV2Ik63s7CfI+eBR
LYM4KV74ccloa40LWzlrQs92+zPPyQVOAlLNXig/3Saif0uEclY01v7VRv3bmJTkZn9UrBBFkhEQ
c92G5EnuVigKKJ4wA5cn1Ivx1Ku1UyRiM8JzsDW+JJ8ugNi3dcYIlwEIhbEMerqzy5Y0u9gtOs87
NmHng7kqB2KAOVMUu9W1lnc1LNFXbdigHy5gEZ9PT0QF0+aKoTms5nUPrB9967aBn9SORMyKVXfn
zcHpkBRWaR5pRalQdJYNt63jL7MdEx4TiF1kLOtPuVjF12DcWpQJE1lq4Fidt56EH3EiI8UJGxKp
2+6nlYeVk7CAuDK1oEpgRBqb34YzHdB5LDLySGrwjcSh9At6NXJR3uFi6r6A7VU/q4kptO6H1onn
Tmc/Bq39hqLjfr71JhvpRaV99sqxb2orkV3ZIviMumqM0Q6K11BGNsk3TutbSbAIM0fTJ2DcZGGx
FkRVWbHdbW5JD70Vbib+SNVssbxcPInyyj64Uu7Q2rE7CBd5jpyWKtYu4QIHj7Sq+3BZ5yJpPQGp
ZeJLMWPu0bFjmDfUZY7sA/Pk9yEJ3UPRIevRFfkB+2ZroKJWI+fR5Jeb7xypqgBPauBhVewwg1e7
buuUC3moa51spIN2e8DIANC4XapoD1fvvjVe11IEHC7Fl3Book90Y+Mbwj0XI45Z9NMBRWVuIyIa
hudoWf0iKXEE+cfxgrDuHFBVC5a5DOa9Wq1c8+S5gJu8nWU8UZ0O52D6vYuD1h1ndr1qfBSoHQS6
aWOaj10z0mOSV5s1PLrAW+hr6OP078dlLMYTH6PxoYjYYIuZgUfTCCD+0yxIXOTlSe+oyUppdfHg
stbzEG7H0kpEE9RcmTXYY45t08tMj0j3gq8ViIuvj82PKo8yi32vPhRL497ARp3L2XbjFuenx1cf
Fuo6bNZ7lNK7CHlGW1gzHoHxVqLOY5p/rPV057bm957XNj1GJ6e0mDvHg0Pzc5pBWwufNzDJOXVC
dU1YEM+AugS+3O563Ya7ItfXfee9EYv3ufbqaYFKd2e9nyz7wwLtGdpzLdcqLtaj04tTP5QnnUe7
lXrxzbyoVqu7pVh3dN1gwWN+H7y2Bd+Yn0eVWUVcFsvR8Suca+pxqg0eba0XV1l4VsKxk6r1dmbL
A2b8HtaEVBGYkAIrVhcG6IDxJa7nLCTXq3z1oGD2Q0UuTIkm2s7qPWKEGMLKTTdZpUiNruCn5ZXb
O8ZVWI/PNAagbnP7VBOhc5zlkUo07tS1O0kKKpgdw2OX1/sqnPB2j6fJj64iS/PsgeNxl2/bhOFZ
gZac+PuvWZe/9iWYT6bcp0oWVxhFrkPp0FG1srSFW8Szdj1MLXoNw+TH4uR9ENXy3SP0d1dPoo+S
2bOIhvS6/gstq7Eiw6Pvhp3h2nvBdiWX7brUJk5f63oGqU5qZcXac+9GMXPV8MRhAwK8Je4pDsP2
rTMaQC75o/GjXWtWx7G0j+YaftE9+zOCsi5Z61B+2WhXMn19R/o8UIHjsBfVZ55FToxWs9jBdTc7
gQgpEcr6EjQsb4N1GWSq4XvR2I8dVXzJyM2YjBtInlGxJrbPk12+8ThNsAoIiiPthwkbK5NRwzOg
AGN10SU5e0afpzZorgH5PuxKvC5kgyMgtqznAAab4BuEhsTRxrWwaMELl3M/m2NaRiIZvWZ5mLAx
otWrwYrHdkYRZtjudT1230PXKFFoT9Z5tqw1HpY3V6P7jEr/By+XUuR9K+hSCFKig6K0xtYbe7V1
BrfbUYLSHkLGjdTWxudmeKnS826rtuzK1p1+6t2A0cTeEkRsWODv3RIbgnIeS1MTuxkB9DS2D+ht
XiKfyK+42WSeynZOwqodY6lWND4s/qVILeSdsQr5DpFn39dKH2gi7/IpP/muw9YlE20Mp65SEZ98
8W0rBH5g6OKMY2PJbw3fO2G2vg+GMmHAoH+MxGZVO0+2p9ZEEPZlk84pXJIXhN7AsLUBsSRDbAzt
YKduk6H9k+AZoxnbhjyvXX4tpX9vW0jngizuCaxAd3vIzeje5pzxog5lktUnYyaPUcvFRp5VvqYi
hOio3oW090bXvzBkvBWKKUJ8Vzq8cauHYr01RgwwqnkaV+fKz/j6vemDIZB2ErwhTgVjlm/z/Zh/
qaoiuVjdoG73Y/RpNMPN6pe7cciyc9V51xQd7Y0K4U64AnvaP2bLSSrlWqiDYZB6seiYM0Yf6K7Z
YtWNRxTzO2QNZjpdXgoq8z2LmnsXLbN1yMgCjOkFJqMR8dE0yzsPbqeK/H3VU7rW2Nt3iScq0dLb
Ust24eI6hhFzGz5VL/ZoOKcU5yMjsnLx5dW3M+2CaukUNByPk754q2cEa/xq7L/kDsXSaz8Yradj
1MBwQMRDmKxRESPjF+/BwBd0yjcz+HSq4Q6HXStYCwZISWGYNnxJH5pq38ixo4/Ir+V7ZBJrCRxf
heWeqtZlV/SDKVLR+POcDOSigk6UnAW9Hml1n2YUi7j30Vm3fu1+77yy/rDcmh4lPEyZ3vlB5qPY
QqyyJBmSJkYtpah0mcbKOnr+ZPoJ6Con4nDx3LgQTtcamzHikaV36AJuxx98tnIieh4RVuoX6Ae4
KEP/oczBoyvPQsWZmR3sk9GBxJthO+cxCVvqi1kFYrohSQ1PlJ8Vw30QTULs+mpyn7SdW2HcaNIp
0d0gmIZVX/Qnt5a5xUtXdaAkE+6pZFQAJDCO/GIpilSyQCyOhod5tvs+sYZhvasoHBh2tdVFXroM
9TIfOXrQ061LPpIS6Ja8QRyEZXVlat/lWAzty2AZVbYPnlsYr/PWGLcMJjSDSoqEdnW/Bp/WgBg6
1nocakKdyu3b78v1/4cZ/g9BNX+HM+BS+FCff4YZfv8Lf+AMtvsbpjp2E5+kK4IuL5DBHziDxZ/Y
TCJYNv3ApC8dT8a/cAYPgwX/Jw3jmDgdgjHZ/v/llnCj3+h6IdWFYI3fEQjrP3JLXDxhf4IZ8IsR
qYZ4z0Vw5oAy/GLiMYPN6ky0xwm9a9u2I1vBHPallassVrlxySELsAvEmgfP/dYKf4fkyFkO9mh3
4R8wFfaZf+/c+KtZLri8FaLzTFqcTRJrSH79q21jcmGZeuyQyVh16y6vgmw3dt3jGub2Pxjl/umV
Ln6qP/mlIP4MDQ9jJvRP9IfWROJb2kI8ll3wT/Usv8A4v/9S4NIOBjTSOuxfS6ewQ6+yr2HOckyJ
h40O42SxXEZuAnB2SkxjihRmTAMCN64NKo+//ulC/Jc75s9umH/3m/755X/5TDd37EvyGE2aOUVx
5zh4z+t8nB4DZ/jP4kj++PosvNBIIy04gV973GF0keI0XEkREc03DVIaK/FDadip4hYgoKsXnbH/
+1/vr8a3P16TSIULFEeSFPbvv36RnrFJF30qVC8pSwLLijHvbMMQSd/0xq0hTbpMBaTS37/q73Hd
v9w03C4Y+12clnzFv2Bza96uSo7sPugem1eQrvEmFyOxJP00+9m+gWdwEgJbbSv1cAqlboRe9kQx
SDi9r5tZ+1TmEJS5q02/a9NGKXAryJGQsDlOE5SihEYxJNJFP90D2ZGC/ve/wL+7KnCGU+oH7ElY
5C8GKaD5ZiLLga3blTZ5qJJBKbSieYmJIm3+4RL8pTyRL4moDYQ8AcnKXBjcBn/9kvwGuV7m1CKt
UIA/bp6mXqa3twhFZ+YeLtroICZqzAZeCM2yT9EdN7d6Qbtr+dp4tnvZnnsMONY/XDyXi+Mv3yLv
C6+YTVZ+hN3kVytwEXm9lOzMqe2sX6eiHPcBXoi4Qbuxo8/HvP/7D/3fvNwlv86xLu5qPvXLl/Kn
h47M284fF78grLmmSChbrXQSsjjSqPiTvB3nH+yZl0/1l9+Om5GaePJPA4sAkr++nGvzgCtMr0iH
TUBNtdRmhV/qXDU7yv6M9T2YDUt+tCB3u80b/H/40nmZX1+fu9KF/SAFg/ALejj++vrr5kaLwkWY
NMa24Tm7+FY5TIrioQkVEB0rvc5StIpGBZ1lBzeBh3wcVtrTOerszA/i3GiyOdEL6sXYEoO+sVAk
B+kcDEEbj+TbAwXAWqu07QYAoIvS7HkVHfAVN1rzMi3BUr9sBZ6/JMpH+r5KbwCFC2jnmo4ZRc0/
Qbh9ZnwrVPcKcG5JPUtNpMWiblxT8ixoCwm0F9pHY8q6hvQwcmtSdNmquEgp3fkI6EB5gupaC4mm
ktu7ahZdsTW5tncml4TS6WDIURt7kwtN7wm9zxy1QVFJIu8ShBVzama6KNHmGOF3Kyf9m5XT6oy4
hxJ8tJZwIvp59NrLLovykH+HMfUNMYw7bGiGTEm/kG+D2Ub3CJwzRD6dq18oYDCD8wwE8YB2FURm
bcaGw5xu0pdo0DkSpaKy74Kub7/yMaEqDmd7/CRSK1j3o4tzJa23DNlJH+Tej9kVEbHU1sRGN6FO
+O67a/Ba1KP/hv8a8qrRpX+lveGSR15uK161xnnzpNpuO4IgflirPT9MTRcgkG8z+S6dEP16p7Yt
jPt8HR4GudgirRvtfVlxGYDuN/76VHaqGRFPNubTZhh5vgsxbD6FUoePWzDxQVWTvc4xgj40M71d
bUftNWzPdlXj15x/RzLWsB9CFqygjWIjCvIm5kMJvvtqycrDJo3i51C6FoYv15A3btaytyIQigg8
X81guvPy3r5qy2LWcc3t98h4FFRo9Qo7GBEbRe72heB4EzjPWC7SH9W47lURTjZWzK2ep/IALFC+
qKyzA5wLbj/GqpxBtpom6F76S6YKLqXI1cdL5JV3ckGlmz19Cpj43VB02NVIKRoddtIW6Jvozb6w
b2dVsxC6tD1nsdt5voNLsl3QoJvKTnqmChSqnF4w5ghxl7Remuq7w7Nm2W1d2ZT0C5jlxSoxDe96
LhDYGoYBvjqQ4bEe137zuFXcoIzicgiGF4epZU0QkBVOsg0TquWt2GjgZartPyiVzK2b1vXcGOsj
HgIU5PAdU2QbBLmLzDsSmg+TAwjuz8SdajKmFDa3+eBOI51pKEQoyGqdjEthCEnmA2TgKFHX3ux5
5UvTMjnHgzGNLirGjRz0la7B9ZwF62yQ7jeu6+tCTcSE/q312r0GV19+ZL0ol1M+C/7BRTj7Y7La
wVJ9s7nJ3CSaq/62cYlG+tL7mZju7MGW4s7s6DyIGcObazdfRZ8WWT6aD7o1nFfPHGDVCelqugOY
mJEAOClqz5HONkEyEFolEtuMuuGWSyB6NfWq/RP23AzrCb6xMrHJG99OPd4LSQ7dVjxufrZgyqUF
+klZsEuxjYZCJAYs0nmy8U5CppuUOQ7QF7BAbWSMR7KkvHU3WaQXYJ/KG8969XCN3OM2mb9Z3rhN
bxnCQkyOEtK7fW98HwIhaeZRKvMs7KllO7etzquvM0RSwbHxC38KQCoHH0mr7lpbW+g9qaK7qzEO
rF4amX2Vg3jnhWNjo0XXNaUFovpnmkvGCTHfFjD2KM/VMenF9nzGXljXh9nVXISj7YHsZWU+hsls
LcNzi7NMHOvSAv6ozHACcOaHObEbLPJ19cwti61Vh/iEh9H39/Cf+aHJFgnM12tpH3tyfAFniGVu
uI+U/0WO/vTsT2i5DasTZyrSULAt0srg/z03v266ccGm6YvUzx2ZLCYcPvJ7/dI3TvbkimWCrmgn
L503y4eGWmr1kYkq2y9za8XrrFBdCd2/iHFtbqYIp6M/hxNq9XXkds4zlLk+qqF+2M3GckYavtwC
6X40KMMwugBT7NSst7QfcAuiUS12vYgmhMlYII0st1MxGGjm8q6unnucUWbsjZZ5jdNl18pQ7kzd
4qosv+aln6dUTIUmit4BUqkeC0CsKHqTY2TEW5A/dNPgFcdCezd1FGXnYiNeqHDU3rtkPs6L6V8b
F85saTAf8ADCwYp7nRFse8rWIA1VgCJTFSsYoTb9XRmBVTrutJuC/kAHd4FxafK4NkIMPK6Y+n2B
N3M/mPqYBe1rS6w9jyK9hB993YcMUoiRSSYYT7LLqq/RYi9HDKvTgWbOC5LihYcor3iqBNa27rS7
fFdR8yplVkFdiN3qtBwBtpaJpMJL7wO6SM5oRzVRO05/LXvtmPhAs3d3dq1DDSaO9icMsm/MsCfl
GNlRKvs7OUj4EI3aem/lZiQDTmiWkFIeRnIDBQX2kJ06a16zZfZfs37Tz0irKRwythAXK1qSemoA
/YLxZ0lIzM6IxHXft9+XIANqaquHRnmnKG/Kg2GXr4EV3M9RSQAW/rNYXj4rWVXDDuTeRtOOVysB
UUKPhHvslAmwoMITGDytZ5tawkQ1lk4i1ba0D/Uo0tzMu1qlDWBbAGAWBlL7kdmgpmfcNd+ywhm6
FBx/PYDNOrdlqPD4tCuEW2fPeNy6ycZMJNt3V7XiSZFNglgYSaOXdtmC/D3I9X3lo96DViebZNye
HS+wbufC48Sxic/EJHfVFREyZRt/XN98E7N9W0ZAy92Gjr60+hO0FubXPECv3sxJNPY3wsb1lgWR
QW/M5bEyi3wtU/adGz0p8fOSl/aNwdpIaQYEtvSjJTENF6pg83sguxFFkDmFJU8DWGMXDSm66Jnz
mOP0BlEtZu3KzXbwWSddbNuTNzsIBIMf5sjfGYgSOHp9mUyN+RNN854hbbjTBsTHpMLDZDs9KHX9
PQvLLnU3ZLGd496JOZ/eFo+6IncTDxKAQ1I1O+b4KgsDY4rRPGwmhh+rW1Tqb9Xe6YNuX4PHjyHw
JDIJJDsLtPhIMsDcYys0hh3TYHYqPAjxBkJmV4CkN5ie9iKo3/N+Cp/gcK9kqOfEMMdDDW9HJmt4
zvBmDoH+cKOJrdXon4ypPA34rftcvA1O9ryODWK4trvWjWmnWuQf/5e9M1mOHDmz9bv0HjLAAcew
jQBi4ExmctzAyEwm5hnuGJ7+fmB166pSuqWrfS9kJqvKymCAANz9P+d8h+E8hmVmD7uxi2+q0ojc
rMUKDv3ssrU4D8fsetRo/Rg6tuDd1Ph7jzTaMS02vTQu/bDNG5NZhGPsg0Hwh3XixMckz+3t2mfu
S7N4Y2guyy+TkGuYYrAfVEWKvf9oK1vuRCzqcEC8xPePquYtb46ZMsZ3VbRSqH1l+5s6BW3IYUM8
gRhI/B3Bj+kRXTRzo3Ex+mMNqWcOzW0UPDWdq9mu9AZpvSQY2aUGY7EifjT9SyITLCIovcsHede1
BZO+8NrDteXvfTzmp0oZ6z1x3eTbks31czph2N15kggwjdNJBT3B3iQAPQnz0xtTa93lrsq6vcU9
1+3LzDVAiSNc1DuWUi59jbk+ZH/i1mcrHYS/w2a5qpeg89bsaGYY6c/t6o03ueYce7BihywRQ+N4
38WBfarMIb0QrMAOQohbwmHqxXw2izI4GTNkNigCKt8sYnXBjDpIbeKpbok3zywHmthsu8dlpshE
Y0I0MTkvwc9+8S2962PFxLfoPCIGawLE4DBggXgL1MzEeaix9Z1bEVg3A2M9LqNhxt9zs9JJCHBf
PPhLhuXYNiziRSNhq7DH1fhuTZgnvsWMHQU3taTwBfwdYS++ZR5HbS86P7QDc5xCajXY+Qq5osTH
pIKHkCCQ+cSs4xtqOEWLAfO6bGdSp1PsRJ3mKIpJy//XDoUoGOOM9Bd+CeJUanCSOWwHox2PCRT1
Dm6GkZ0tWzdvZP+XaCJ79jQGchSHXBnD8xR4fR/OS81V8kTPhHIKCm/dt37iXmWlTeJoFbrnH6d1
z53O0oVEaanqyfWW7CkjN5xtvhasyv7MMuaPhZ+hKCe6DNc47t+Gdsi5Vku1khgwVLdvF6++S5cu
cPCfxilrA0xtPtwbyzePuD4pqhqZ1QJ3qM6jcLrPWHjZWzWREA5ww7z5jdOdoZkuNvd23cF5LgP5
PPbxmKEGdeuxAH4ystnG0LwnXyBRuPLAJZi8KvALaRY8O3HA+4jcJyQpemSTNbQRdx6H1nDZyHNj
aswa5fTgeF3zs9AV3iYv6dAU1NwtV7AlGag68Ok5rii4NFGR2ZM+mDa6JMfkxXkzq1h+t92KoEsj
HKpiMy3beFf4Qc9cUhl439N5KVuexXr66ara7vcrstKwG11tPTg4Lu+TWIKLG/iUh3Jid7BJ3YY+
AiYuWC8pl9iP6YBRIaMV7iOuZHO/iV+QHsgDP8WN6H7o0lxvEcBRaXjM8Ly6Kum+V7kYOfm6KU3j
hEFJeknieyBT1ECEdYbRAwdqxc0cBrF03lx6Pxe+uMh+kIv2XJbcuMIureUA5SEds191Ntv3ym45
BDkjpqCQPcL64lNFjDjmbxVLw6iX+jiItnych9jydlZd1cSclJPzJu67Bw24EdV0rRvEa161SVSW
tfmzi1tn3ceLOXl7XJ50/UxZ06zRvCxsSdd1Wsb9KpflKrO1MYUtBZOvpfZ7i7CcQeFlX8bxutM+
BOvDXBhzs6uK0ucijwunKoRfg7jApDDgj+A2Dxx9WS/SKU+8PWZx+WBXa+4DkujEY7nAhSVq5EPz
WEe4LcB3sNWfUtesu8gQfXvWSi9QLsYE1S0fXetcySWxiM3l43xY3TEfj4UWwXIt6Q7EreuK/MnA
F+3tvNxJ7+nfNnCty6lvIrlOQxt2nd8XuwbXO4pq33M0Mqgr+PTtQZG3brC8sYHUxoOfmjPK5ICz
j9Wjx6st2356dA0oQ3sv4Guyw667e2vNIMBkE9PzExRtrzqaiV3e99imnP06k4iK+iIlSwevB7VA
UxhJ+AkpkzQZazjnNX1Yq4Dow9S6/jMR2QZnRsMSdUjKWKgDCfYC6+jf3aX/f8N2DunslDhx4xyV
v42Fa+AWTJyQFRaeZxJviPW0P5tH+p7+s0Krr8G3NIUgpmbaAhLXbwqGdvNiVdtHzf2CVb4i6m/n
NIAg8U2nri6T6D/+atuXEiYtNXSmer8NLz36GkzZMtwXXs/bPU7nS24BHkrDmP/N4PKfhtMY2Td0
OwBd6Edgff88OLTtyQNRUPJRCUBvz2SBqyVbRXu15B81NP+rWP4XF+3vd+4Gj/sz3m397D/es/zP
dDf+kz8US2lCd2Nku9WyQXKGJvs/iqXj/A05UoKVhmcJBt5GOPgfZ7T1Nxj0THtN2p09dvLMo/9b
sQT8RncTKibeSRCqgOH+E8Vym1v/w1zbxmFtbRIT6igSxj/hhtfUTIklpSYj+iY7GV1svEI4qG7+
4YL8i0f5t4Yeb/sY5Fp66RFGBSDJ33TROtCWtcJAigrqxs+8ULEd1MRmXSaOz4vt/JwERljdC8Ib
bLru3DxpTwweind3LsdrIAlJHo515p60ZIO3lqOGPBX/O/jyb1P+7ceU8C0lpEUEY/H7eyBDSh0E
h91I2s5wnJu0Zu1dg+RSjfNnwiDjmmGkxsfm/7ue2d9lnT8+GtQC3H3kWgDQf35Oawwb2eIXIiLw
Vj4wUhufR1otGDpASVqVR96oGeP3Kk4Ixqbm+Nzk6fDsKLKmFXMRq9TL+a9/af/i1pCIK9xq/FB/
iOb/qLDkKfKTCQo8WnqhJBYHsziUXlX9+M8/JkDmDLb7b7vn//zFu8EaK2cY56hJqx44AGwSyUr4
b9Spf/VlSBTRIsgzRaPtb6/Bxm2hZfgdXpkSqaxMW+Pgm/Eflo3/p+S+/Y5+e5hcRHcqOriFSEH8
JgTGXTH5uFuXqMxi+9rB5BMuum4eBPUcob3GI6FJp4z++vr9pgzZSPvEGgBFu5geeIx/U6Y4iW80
6liQxJ3e2qLJ7lbsK4x96+RNNGzrvaWoDkNlMxHRjXz660//p+u6fTpvEMq/EcYd5zddivEDKJYu
EJGryzsZNN6dG7Nt/esP+aNo5E9XFhw543/HBoUJktf87f2RtNbE0zjkUdcYSzjJdLpmhke/72qX
pLrJJL7i9SZvCubqup/s5LiKyuEds5ZhqYbPQMwM580FwEtngs5i92RPb4kitFvGcrpMi6m8gPME
5CFjp7bFFCOP9CCzJ3/J7znOkQGNV+W+xp3eHIeFCSOuGiQxt1xnkZYuWXVoR5pDTGKqR8xaWdSP
ttgMtOX9jDS1z9PefS2KZj3mDOX3sVPmv7zOMb4Dx1gOWk0akQwT4b7gpRzlHN7pDvVqDHA52hZV
9dvmDntuV34y0mw/aa4nZzkT/wOlwwHPjJtISIvRxdwMmPPm3LskQxBcYAkvGWpoe/25OiWBZv7r
ixSbFpKJY2PpNDZTf5sg3iVcKazFbWu9Kjefonqsn7VHdURDhJM/MzveVV5lDfMmAg3KSzZSERrH
rk0EacCBvasP++UQlIt+ZvezbJivIDTW0rkxiUeC6Bj0+p5YCyTffsC/oSsmsfvWydaon1TzQEu0
fhkYzkZlx4hR5J6UYebOJ58zzK5qOPyWS9udybkSlh7r/OwhNh37RtI9R3d1vnez+SVteh25du8c
ZTsnp5aXOCM70zpjjnXPINSscGUSdlaOgg7DD/rQLiZmxma98zGorqsdhI1rjHd5TlggmUbGK2aj
T41TmKEAbxjr+NuijIdEjcu5M01y+RhEIf4d1myor5S03h1CNZyZcMpjs3NOZFYEbAbY2OPsEHyQ
nQbZIk8jGsxFngNYNbpmePPUiCs6tva49yLmHzjTIM/ZTDXVlD2XZG+HwrxUmUAABaSA8+EuK4aH
HHc9fVtZC8soCe5cCMZncgjiXDflZdoUN1ady8jzbH2iz/DNz09N3vwY7fJqMNRTnRDuRDq8iM36
Rba2PvsJV6x0JcyiSupQwA1iEhAvOHuZ5uEIpXA06aWKMrbMkZ4HIJSwGSSTpGackVgc8a2B/n6C
UGieAhXghnWoi3BTYxejUfqLZMRdY8IuUvvW9PObbGXG15tOFdF/gW21AJK1E30+3DhMOHaDFZwH
P7NDVYv1YTBmcU4Zt97FffEx++5wzBalr/EdIV4VyXyBWcdgXtND4Km9KKuq5ZqEf7kDjIQ9uR30
CdHicunY4Dvz62CazQlH/QueUdIJs7zN1/regOLyGAAtvBOlGbxqBmVnQpa3UICCu5pD3j6bujq0
8DVGotc/JbXWi42JVsj2zk3mY11kP2OFDjMYDFvI2jLgMSSHzjV5ZDxw1ci5vIzR8XaB9aazVu88
sbzjKFlCo/Y/VphY1mBprPvo/T4APjF+G2F7kkilD177E4+W41Q/ErkcSY1fJl1rEvpvXizAgM8G
iCXD92FHTekalqVxciZvvRlm44eR2jEzk4B+ZDu3l9uFTR9FgExWuKvy3WJya41jbBxmd/jAXMGT
56bHKUjfUMhum6Z/9rO0u3YpwD0YFeKeu70EF3kWDHXIas35cck4UndecEQ/wifpGpEzL5xEy7PV
rfLQGHTG6uXrcSrvZpNpqshtyfuAEXmKuUsM3hEb/MXU5R95DsPTU/aFTBTunmp51x1TzZXcGzpb
GTatgsSW4FQellcVeDeKJG7UTUEWmr1kym3XzofLEJGfI7DOmZk+1kP+gur577jl7BV/3wVQnsQ+
n80GOwBKan5bq0rOduA5vJbokLEuh1JNpNHMWUMNkqVnfBKDR6wh4UN72zlwdZ9FLWApQvtMbpDK
SO08ZBnhjV0820SIyqppPiYi4O8xfgN5sAZwR5MeiVFQAPwrcbrG2VtozuZpKDsKabpBLW9LFqQf
RrYSAxqKZWMJ1AnJiETJ9hooWPXOcMhQ0Vy78ke9sOXO2pLI8VQZ1hyunl/98kqjeFdO61Ik0Pgj
H5yvbReaZo6OsyTeYBx0Nlcf3HLidjTM/o4MDsAagUQmDwtQmbsG9XfdV0kHIYrETk48RQzVBYEd
ggvLihRIYGEeqhDuTXEDrdJ/MNtxzY/+IHR7nmm9eE8NRAvbU+76PqlyRrlhCL3ep6YdKwIiPe73
xud8FQbO1HkAUyZIhAlbMWzfSAseaIG4+RFXXkfTvTYEiaG+5mXmxGN16zv5nMPwqeQjdR4lwR4x
Fndkhm1WFKmJZnTED3xCDwJNtEgZgYIaIxTY4tYhl09sZxulTcwuOXvrB9sl1xMCG3XwFQsPejHn
LiAwlZnCmcBVV11nIkclNdwePuEo7Hm8sE1vCqLentx5X5kZYfW2JeCGvTwvnmfPwMuRKR0UoTHS
dhx6eELo40kqMDJU9VTLZeBRxn3o5RifPDeRFtp54YFZUM7sQvnpguVUKoWxOxBbkQfcypY4nxcn
P6VXa5xk8DFRwPXSBEwEZfbp4MAudyTigBC0xOKJ0JU1m4O0cryj6CoTkLQ5MXEkfO2Qs8Do7Z74
n37Dii3cy6yiYD5SgqXixl2NqsCO1Psx9ZdOPVgX6Dg4zPe1Ofcxpd15U4R6mBcdGpiszrkWen0K
/G2uF3AifTYGwuCAE2m7iKCDOxe52zmMrkvLnsF9UAy7Z/jh2NFYzeqxr9H5w8aL52+TpiAvTFkN
WmZYk4A9x31w31GDVWL+TyraeIt0HPcom0Sb1mWwmM6vIuECJuYMkNLFObTQNYR4XfkJIQMQ5N/c
JhtfUssy7l0Qo3gEvISUHeHVH4rD2nu3lDCVlk7eccuDJNIEX9Rpc0w0oZnk+hY9thY7haGl2luq
D7CXkKd9TTohocHmAZM/PXlolLw4M8yYjGRzfhnAQTM1zfy6imH6MWSSl5sRq5Gl0caaEVXS6i3u
Vy0fssTrXZhawJcZ12InPPAKJ9qCGSx/NmCSgbHIepVxplz1lQ8Y+d0Y9BCHsytYwhwQ2wvP0GA8
WbHPhaC0ZNZRaXUaRz4ASoaVSSMuQCOOxa1nEU2eEwN5aNtaX6HAkF0OCDI0++4r01x95ZsNejqv
+6/UczuNpCrKLQw92TW2DJ4VokWjV+jb5is5TYEkKerhK1HtfKWrCeYGL6QkyFwDTSR/DWyTLLb6
ymUHXxntQpnzmY2J/y63CPfSE8k5WFZJsjub8LcdeE3Ip+or+62bqi2OYGJWXmCbhZ9QM3b+enP2
l5vHf/6y+89fzv/FjJ/XrzhAwN1BXIpf2MQiDx36Yv6KD6xfUQI8QVusgPtwOtVfcQO59oBQKIZc
bsmUEkgAghPfd18xhZGsUM7uZIsv1F9RhuUr1mAUePywKGXtT96vyFDtVwhitOjGJTaeOd9sqQkn
Lqj3d+vEbPcWfyQh64KqmRvwB46/pzkxI54scuD3Zs3+E3rahnhumWx8D2TmfC8n28jQdzsfJdKf
i3YnvW66dbul/wiALYNMStyu3JnLuN5zyshf4iRFlmy0tG8dJxZ9aK1W8uFyi5yZlnN46FD+kKyo
eQZfHgx9vR+2lxVYO99CGBR9T44MNZqH0Znr/cxZq4dsM5k5yPN0+kgbNGVohIaDZ7AVQxi4dQIg
z5iDB7Kqtr1v3U6wHDFAv5rKtrv3AyP90TpG+00vHFz2MRLCe+wY5rkqfAdKo1kP/n6uJd6Ynm/2
aszpSr5yzLsuhB7WPi4iG1NMQCSQiGPzY5yXdvIANuZKyqM1jPEP0c3Opylc2nts29B3o98Yn4E0
VMmJD6tpCBV2OvpNwspZt7ZEA0qaMeqw2zxXvPlp+SHI2EQ9yaeF5Fe8NleEUdy3VSXtg5rIy6JI
IS3t3MXvIHpAVG7JgwcrdqvFYmki5g22ZLLYOZZLzHtssocVQWhOiseSQ8MEQWhuk7PHcOw2Gzmx
YsnoWAdks4EdaxOOTVsoNGxtKfSPhO3Lei4cXb7byTAfEnJkPAEJOWZcfWC7cJamj7BkErZWboHx
gndIU/KM2FZ1TgcD7HxBq2C7L+AplKR2yVwgRQdr1C3p9B25P/F2zbA2DxPvMW6s7SxDD9V3eK/T
w+gqeyaNV1V304hPOlxZWJFtaUxiX+RybAqzrCw/Uh2A1m7o+lJhP/TDUzG4/q2d587mB6fDGcUI
0WKXBXgj9qtOy3vRkxknMTnjYQyAz3GGSXB28E8QulstIBZV3lo8Y7zjLDN7Iyu6YWiHTiity+5Y
Q5lLv7tVCfhT5ekrfhd33qEW6svKU6W8xAfZ3RQMKx4wMdCnJEQMJ7nhfZbuS+XgdSKVJAGqzmXT
EVOI/W8sF+AfCz8Z7L3hMQQ7ZO5EYMAwyJAhxsTYtESbv894HoCDA5P3nzkYZUMY+/O6Pg6xLeqz
zIbkwpus+FWLJicLyII071MWyAVr0TB+a3OJnKUUAtSz7yvHn/jt1OsEj04vu2E1sQTkMx7Vw2iJ
+EWO2PEvK8TOe8xnhR95bCCIkleENUPRjZpbmk3c0dZBZ0RZs3Svtkea7rBQURdct9OAdcU3qE3c
gcGxtkOuJ64HJbHjYi+fs13lDyYeD/7Bca2Y7RxqAUULMm3MuSCb0k8PsIBgy4mjfNekKXgol/0c
jGSjB3gbDE75SbyPF4gowOtuuxcg3gkAmVuHboEtVUkTX/jXsybrn2bAW/cpoBJhUqGCsv/bIBYL
9kwLTgK+1ZH1d+EkcDEymVEk79H7Qd2hY31vZWVd5dRr7EF49pGqWuRtUWselzIY/HNHoeq5byH+
7iQwHjhpg2nZUW7M1s888+c/fub/FV7+i4v/F8JLX33WfwbS8Of/zqNxUUdMAhmm65B/Yhb73zwa
+2+Ow8woIBJFQot/9Y+qi21aaCG2j95oWVu56P9VXThE0OwKnpxb1UaN/A94NJZp8lf946zYZFpr
MWhxAs8njYQ49OexNxhy7DqeyiNQfBmDszYNOU7qqF0xRjBnTfays1FIsJ8+QhX1j6Jy3xCSwjwr
rlOjoJzXe2LZPVNj8Gwv7sWQJpcemNeit04jHMGm7U7TlIFqsmcH6Ee865O6eipAH1/Su3Eu8G7C
dY/3do+J2Aqy8s2ugpEp3XDwyvU+JmYSAv4QF+gwgPyTdypeUUZ61gg6IjfWJJ4Bb/5IaPiGv5Jg
M90WZ0jL3zpfn7LcD6JVDU/GkuE/a6fp3Mlc3JEoGFgq1odxlEdSz/k10VT/wc0rdT/la74nplxG
sx6s09x343ZSiobYaG5V822Im8etMMhmhb8X1FHsavxlQHpnvZtjDnVQ8M5AkxsqGjlA1b0bPA5m
e5vErQQdX9y0ipTDopP2sM52+TFo8wCcPj9TQQh6p1IERmtc+RXOmSlfXmltkHvLZvC5VvOVFiyg
yoLqaxXBoQTwcAQIl7MFTdRlT863jf3HwTEAKeJ7L4b8kX7W/lTZ2roXg3KjwIYErcF1i8UAP/ja
bISAfmbpBSO5c4lIhbiIzuPqPbfG8GkLpWFyB4KKOemAkIB4h721MccjZr2XGhcSQY71Ld7w+FWJ
BWAGSLyrpfomspq9Qz1g0J+b/tEzoYNLA7Kr743mi+HaI4YG8zHwmbylNwttlm4xvNQtq5rrAjuA
yo7F/Modh3bvDA6zQVZR8uo5vk9I+86U4aTlYP7EZju4GZhIHMy1fWMgOX04jRhOtVE+6t57MMYA
kI7M17uK+G7UUN+3TZIgxkD72xaOK8HJD+M2eSUO9rtxjb2rkgrQXUwYLEpq486K8886KI/FMrOL
ATNjN5yofY5Fu64vbmKT6oWpZj9RqI/cfGr6/Kn3C3IL1N58pLTHYfovRiLDk7tzuim+FSxA7Awr
41AY03CClaKfNOP1Cwq3lqjjljyQGHuAImfsO79M7uyauFXOso54UMi9cqf4Myu5Y7J4fiSpakdZ
3ts3NsP4PeoFUh30GkzAqzglU5/iyI2XBx949C4xK3ZbzPesfewmuNSZV18G3dz9YEtRXAPWiJwV
B7fSWC/js8c457rcHIF2Xz6upEP2vL/2JU00KU2w93RftS/17M/70jHLR09jMksbi5vTyqEDlD43
Cg2FtZ1UHOzVgwbAdC2TpA4Xr6vupVg+wAlN177TVBfMcAH0W3kGKn7sMCiVI8O9Hp+muwHdytCs
ve4ao96yq2IxPKoM2yNZo/SC0sb6uZAiuBu+tp2khlwaddpllw9S/WA0VZ2ASbb1vs9leU37y3rP
GzMPM2uEu8deNH+0jNi6LerOw7H4tcWtViW2G8adHzhbz7dj7U6XFCXVD97X/hhmHnvlIuhIKmac
V+ATuCm0plytR70KGTENmmBcpbyrBi923tj6ZxeqZYeBobjmQVLJyryj7ivBk9nb79gpk+fea0v7
ABW3iQZ/XCNryav9Aqr9BCyBu97x5+o8uDNAxroxg8giT/VUKb4MWEFrp03TuALLBZfcxsW1z/JM
Xud+N93NTDV+DDbOtKyEOkMqZPzIOxJyRT3GIHJUHZxB0/OGMbriw1GetR+9HhjvbCgI5htyH2K5
yxGa8N9hlbDKmVa5+one74QKMbDA+wRIROg52GXwL2GibBscjvW04nKze+uyV4zaQJGKs9ml8729
zu7D3Jn9pYMj7LMLmEntAo9RwtK37s4M6uXRy1rjPH2drbyRCgKeO+UxZKgBwqTdyUStuOpt6OCV
NYk9FK7gYKR5d1lbBmheXsU3hBb8FyDRZWTU43TkIJ4kTJolBzsjr5o98aL4vWPGIpgOlfotn9jj
C5GMp66whnsmbxNwTV0eY15xe9ElyR7drj2kblo+mvztkVqBtLhyYubfFvGhYF1lePd1wlwsjgdL
NcpPammsK0XF1BsYA7aUlYUDtypl92iw598j+jFeZ57HXw4cCmvuziTNdjUynryOB4M5eRUsECzc
WvjnBaTuPmAEv0sFwHaZjkA+OSAyegcIhbqD5sNUNg0VEy1Kj9bhqimAu7U6dS/NxlPPPjna+wRM
1z2xmPcxJo6ZLJpOuNLnwDY39WFWuRPiS7SAZDbeCy1OwwcMlfx7gg34wlZCXNIPyN/O2LPYURLc
HpQr2zPIlIRnH+7mqcNkdID1Wt4ZZEZgMenpRnbTo6QODuy7pP7Wi+G8uk51z5YILEo+TcfZc8aw
qXjblaROrgqFaBIXdNOl1NaeCMtwGKt84+RjgD0kRWMTwiVYRqkbySd79A8kBp47P1l+UWRZXSkB
tdbug3tjrvSjNGixHobhMNtThFnzNTZYttslIK9WHmJdz2cmxWdMzN9IsmzRhZTyABNetP/R08PA
FCYsYi+kNuqjmb2LGdANmOgydEb84ghFYUuLwz6oSL6Su4O41+HdN3rKy5mMHqmxfkk05VqNq+Nr
fvi9L9XLsCG6nVmFAfbzk9+K8lMPa/FQizh/GmeoLorT2AshSi6YUd9Wi0ulV27Z1wUEFkwRTvbs
zzp4WPJRQvthTgmLI9gTlZxIIufmBXuIBwc4YDGx38qkfXTnOrI8QzM78G4rJz1UeGzRm82wmDLA
2ykwEtd4cCsMuHPnPKSG87qYxviCc/W14hxxJZFHT9hRTq062bEIfTkcHHij5xIMXYszdF8vU3kY
K2ifTNrP8PJ/GV0Vphy09l2NTd5UCUm4NKZvbKj3rpOfnFFjFXDRl3DaQinpZBb5Vfcdy0N78gyP
TUQRRwWNpMDtKbVauk+f5xbPxsNcfVPedPId95XymwjB8gZuORWAwGg8ZJCqk0fILnOzPPR9UW3a
DCc6Xvqhhpjf9dNN6rc3ik2Xyqipmkx9N7CSFrkuDwnzJNbW49gBV7ftOXKV8MLM8b3LrKwOhQny
TgzBI2MzZh4e9vqB+YvG/73rtDOHghIBdqg5PFfmrPRdHn3tggswigsGaSFFfL860kPSmb61Gv0G
Ea7tbhxbHPCV/prd5VGZoGDwZ68bCGrHO+i4QYKvgHPFVDC17b4GO3ASBMQ4worgKDMsGKx9xos5
WtnRSVCMgQ4f19o9NuTA1mDBwZkU68kwV/ngZ95lO6gJ9FF83wg4uES4TfM4TnLZKYeCpMxqbhPp
1xdy4HLVbdZA3XIuieqO+yrlhe5jEfVg/2BqbyKrK7+vRoPAEDfLt0XglmpcxeYtTa5KjwZGxp7H
wCStORec1oV28efjiF7KLdMA1gZMvDWxdLjrcxLMzPQQYK6pYCQIunIOsV3/MjBy/zQGiXcpdUV6
tPCN5nnqKXhJ5mo6M+/HUeHoFe65ss9N3/dHjKzGnns3fjRjWip1GXgwrOgzAszUXPRiScNAzEwV
Mm3s2s4m+dI2DuA1QpJdk956ZgO8uRzFnUWFyrUNLeazV6p7iGuZvjgsbwcxmuslQha5KN/1K5jw
JmtaPS/f6Yrr2kho2uLagLIbJvmY3V0QFbMdO2ykqYhwJiC+w1I4ECbZjA4WHRw718v150QT09a8
RSNIt951a4duyVTGumkCQD1e2+YX6EwW/YIx6LuupuhqMsUztWrFlSjd/K5mjwX6aRxvWjLZ0WgA
JG8lkzqvyT2yFKXxwivAf1NFIS9BQ0ND8xx16Y9cnknYRC6X4j222QK71cbQ9zrjlHRTsZPjT3Lo
uCNiBW/OevLb+piDr/HEcVmzZ2InF/76K8ZWhTXvl4BLRyqcNJ4SwMRVddWjGok8uY4FL+KCXqG8
iY8+lT6F4X+HivjJbns4Nxa+ZyLar70TZ4c+H2/T4m6x1pPlsp+CnXaE8rY9pktBairOiVlPFCjG
/uqf4wBhbehZV2Et6VtXbZBQ0JGY0e8w8o12lAQrMeA+mU6bW+OlKTNkX0K5kc4bfCCzvOuzLOXz
mcKYtI5StNUY33VcboA8302g7RVtpIaRJhRXN1if3aLlBFN5kZ2toKhU6t4S+/oucUPYu96wLWfX
C7t7VYK41a4a53Yfl133gYIzRAHeYwwvQ/cyGAFtajaG62M7zNmxHEDI0kM0fQqAdeRD2pj7YJmG
KzwolFK0Mr422nw+UDrVPLWFV16BZ30szHz8xhBrDjuL6T4smHm4Yk1ksYCPfKHovScVBWCTHog4
4GC+ON7C2BGvEvNLx3zPBmVavKvt8dhZLe2Evtkc3G7yf80wz5AB8RrztdzsVHjVcOw3QVG2RX4k
L9hfwWEl1y1bdUwJU5xJ6zRPBufbnZU33re5JebOOFmfCj3q40ig/ZBncbwZn70POiGTy6Q2+wcB
XRGhxrEuGZSm/YWWVXl0NwOOtVlxis2U001k2LU4UvjCZTNt+hkkg/rN/uBHXZBPL0TRGwbAWPkp
wcX4Y/ebCWiyMGsUmzNo/TIJMcW1b9LNOYRTcuHNXOhn0r54DXocRmOu40P8ZTuqdK0ZpzK4NEY2
k2WbAUth/8WJfWr7vZeWz1T96u0JtV5hxGJuajafk0GD2rDv/7A/bU4oWoLbi2VzR6V+Zf70YnwQ
O3OkuEJsPqpqBW+B5TQxbvTms8J86iwRxqz4oprLa3fx2k86Cz6dzaG19pTeFF+urc2/lW1OLtSQ
PJq/7F1rSQcNDvqFgWhvfMcSmP/KNkcYWNr1SOhCvqJIsxgYY3lfl0pcCpMQE4lF9Zh/WczUl92M
NBCP+ZcJLd78aMGXNS3YXGrVl2HNR0G+d79sbAGGNiZHWNuqyWfetPndis351swEYGmZxzv4ZYxr
vkxyXKjxLRXtZ2EqcddthjrHCbrrYDPZzZvdLv9y3tX4trgRsOO5vlzCYFnexf9h70x6M0eurP1X
DO+jwDFILtyLdx41DyltCClTyXkOjr++H2bZbaWcVrYXvfiADzAKZVRV8uUUvHHvOc8JpqfO9q+Y
ILFYiuKo0mY1goVf/Oj1/f+m51+tT7uey5cxe8n/sieCJ//WvMdkzf/dn91P4XjguGle2xILBX1G
Sfvxz/ancPU/WAzQY+tAtxnmzGCov6vOdf4rW9KhmOk/NCbtf/Y/+UcGVG+TfjhT7xmm9Z/0Pz+E
3du2zbTZcTQmDPOvoBH7c/czH7o+z7HSoCBJ1DY2guKS7NjFMOkO+pYh2DBoip5m7iggjeDK0YZx
W0/NSqt0PtpJR8JiUHg7umUYzusxJswrwojbQdm4IrFsWOq4PVvZPaHF0b964ajvJRznPx/Bf6v3
NWZB7z9lqX+eBuWiBbSIprD70VwR4sqLahP38WR+LUqGcQTlIoDhs8yOfQjbi3Ect2E1KmNphCVM
gLgczCVM/G4X4rG8LIyp3Kb6IE+VGEyI4gFaBDfHAoueu72ljVXeDAi5tDRevuuU/0KR/wMY89NP
N0wP+Z3OcwCrh772z3fAcGlm4Agh4RKXSrjWrfqO8IrhicK/QylcQ4GSQ1m8FKOV35RsGsMq0s55
oLcXUQZucomkKr7qtKx8iKsphdsMaUQtpGw1RKR8IOEjePs8VE9AHsw9Y9DuRZg1xAR3zPJrhZsK
w+6YN6tBc/a1V8AW9MKQ0RAy94JA8bxEQxQ9ahJ1ykpaug/6f7RDJrORil//z9YSKkrV1m9/gejf
/GXT5t9eVFTk/w/A/Q3mHP9+lrJ4yYP05dtbE75fUeb/5s8VxTP+YLGY+f7SRdr+bkFx3T80w2Vf
51jA+o3364kh/5BEObDfnYl4vOssUH+fpxj6H3D8eGVYicA3SeYj/8E8ZV4u/vkwM6zzmNlxaNBM
TFKkzrr13qqQBQbpY8KLdlNcWBsayjE5MqazlFOebiFVWJt31+YXbw+/+6fjOdDRZ6oesxu8VYDo
fj5eburUKnke7FA2DEtLb/w7qwuz/Th18XnElEfND+3n84POFoX3JzkflGGWrjOeYm71Q3f4jnhl
wNZuu8IKoLjb4tSkyYySleZC8Le/Ob8PngKLQzGbwpOCMWn2f3xYHPIOTW8Jlmc3Ett58iYw26iv
LCieSbKpdRsTqIJk8ePvQlfr7z8/0w+HdzlJPkA2cmzId/86G7MRCpOf5ta7RM3koTQzN9ARxJWB
8gCNdQH9g32RdcEotXpFottsPz/+D3jYu0vNDzBMFDO4DnFZ8dcZ8/juUic9BUwr9Wrnt/NNBqd0
3zYiek4I41mFI0plSsHQOpZGRShN1W4Jy7NRHQ4GrfpONfqtA5xsC8qu/9KPJuD1z3/gh+f9x+8z
eHEI3LABxWgffl9U2CoCeF3tKjdER0Ve1aqxB7lz025Yq3lo8vnx9J8/dM58QNfGR2g75HhogNd+
viCiVuT8qLbZIeTHWm4h+dIXnJkkx9AvaE8VVQzvMVlhXfDXmWsoLM+tM56GIknUbxwvxofXz4Xt
qZk/Vhyca7r18fWjlizqWTG6Q89h0VWtAw/AiWM0h8rQYVybdRiTBYkMOmrLbxJ0xbbp5QRXdrQY
M/lueIMbR3tmUoX90hzqgJ6rGVkPgWpLwIIzTjhA0kJrQOn0YnqXF65gfTlleSX2WejCZDLoTNOw
LPyzo2fa8+cX3Jzv4PsncD5FNIs6d3l+Dz++gSWpHwVcNCIdGUPpiymH5blSqhzu05qohMIph4fC
q2gijK3uXWgpGVoVfY9T3eJco7JXe9K/m9dOt8UVJLf0NrVbDcD9KJl/xultnOjlk0vc9N5p2vib
qaeQjSZlvLSgJoDK0KvXyGPvzAeL8R7793xqzn3Wdesq8NLbz093Hnb/y9lSelINssQ5s9vx/fsG
Y9+nfRSmu2lWd8sW5VYz2uI3Nc/Ht4ZrqgPn1KAGSrxEH51mLuKolpIm3dH6Cb6IuR/vq2bf1ZP9
5s6p6Z+f1If1en5KEb+4+ryQMZn7UTy+W0QgAFXhVHM4MyuCM8asAz9soJU2dL9ZDn7xPvBhmD+x
PDLSMeZf8u5I2QCd0GyadIfYKjgTmzncgylNwbxVzaE1o/Q208Po5vPT+7hIz6c3m9wofj2WoB+J
O+8OitnT01KVAxKn6/zK5MClD5ZUvInYmXQ4bKE0H0ZvKJ8SLPbQEWzxuxv6qyuMTAMfLJUsHrT5
hr/7CaKfW3Pa3OkpCECJbK3guWnBLiF8y/zz5+f7i6eHO4nlEbXGvLX6cLDOjFEKJ0G9K4WT3lpR
z0ob9c62oNpYhKlSXz8/3kch0vz8YNs2MCuiPOECf3gpCluLo8rLip1WVdO0tJg/k0MNiB9xpSq6
bDmJZLrSHaa5oYgpkv3CjU4oDmjGwrpw433BSPac+1Hz2sq6fc2MkjSBsPdNwsGkOPmWKp8+/9G/
vCMSCovHyqyhvvn5jqBRSaRBI3+H5sOmg0hl4jtpfvRwKdx9fqhfPfT09jyc0zrnIT8cKnejqqk4
Jcqh2j/rRqOf22boDwK6yoGs4fwYmp3cfX7QX5wf5sTZi4icXzr2/KPePXFTb1WJkdN/HTCUbBwz
9880/+Qut31x+vxQv3i/THoq2KkcpErOR85rASglncay2PkKAssmk3F8yszJXUN2bq7BEI17w1QK
nVBb2KfezYLfPPC/OleO7s16OCqxjz6WVpuAmmKw22VW0NIi5QyhyXmXhA16v/GHz4/yh/WfwNgZ
6Uw7D5oG2473l5UCXc6LZbaz+GYdhpx8vEYSXY1lbzIfApxA8cplinoQ1W9v6S+uMz0N0KoQdSl1
rQ/PUeWSnW33stxFkKu3Ju3tG3bsZoW+Cr83+E3Wrqg3CMMZ65B3Lw2otj6/1b96lB0KTsdGC0Yr
4cObPjVg2QgchFoZavgoGCPte+Vra1rQ11kgdFJRjPR3Nd0vbi8rpm1QYQDPcWat2/tr7mLS16qG
xTOILe8CvgwVnYO3A+2t9OPN52c4X8QPNxiDt+FACIZjyS7t54OV7JBczNGMpKnVaCDU9x3ZX7+p
Un9xEGPemOnUq1AGjA9VcYaIw56ykBUhQK6+IFTeizEq0Lf9/GR+ceVmTgBLMyYfSMwfrlxKrxxl
J7yCAR/KQxIxzl6UJTaJLjHz8jfPxi9eDTo1VN6W47GP/rgVqQmQ6FAz1zsqdAO8mRcZUCSpaCfG
W0fkv+LKbwvILb2QL5+f56+uJ/wVz55Pdg72/fmmiZgvlBryepcmUqzqznoVMV+9zw/yi2fflDCj
bRTizr9+wz2hVQ4doGxXCZvHcKJomJiOHALVRxtY1ZitIy/4XfHyi4857zq0Ac6MT9XHDdQEqjIc
Uz/bCZVbDzmSkSuX6fudaxbxLpbZ797wuXHy8QUw2cmaHohw+PUfX4AAAAK0YFnsQJHhlcLs5FcE
IIHv4mVw7lkYAE+2ntffT6XrX8GGIrYkjAqsn8RAVd9LS09v+9hgF1Dno7NFomXiNOnDV9uKqP0T
W/XmkrKAma9becRgY47dFZXRgGEMy8fPb9ov3gBQGJhl5m8v/ZsPC5YptUZZOY5Zo0Q8vygJNFw5
sEMeEUV0l//xseaFkQ+Dwb1i7/nzU+gYbonGIKG4lSJYKb2fNlMtmHbMvYj//FCgVVifELtQuX/4
DI0oT+EejunuR8ej0dBqke1GtB4RibvPDzW3vj48EHMXnjbDjIoA9vbhEmZRIHpt8Hm5hoAdtZIm
entdllu9TjXy7Axk9MCIi+lSpSMfn3Z05Te8JOltQ0YggbA8Z1ejS9AQlMPsnohzxMPcEozlBEi+
fv5rjXlJ+3n9tliDqLTnwQHtug83obLGxh5DGiLMD4Nj2ZvlS4o/9MRQFHJZH0XBa6uF9Z2yq4Ap
su6LZVEbKJycsMJJbQVLYgXUdV0oxLVkJ9wUadutYAg0Bxl17nVP0xsIYI+0yJfZsSeO9zeLNhuu
n5dS+gWUUlAybJudNROIj/u/uKm7JDHSEuO3sNGM1u2TDwAFCmiZ42W0gB+qRdfI7LWnHuCSJwEe
qnGq+g6zagfysBpcN1q6pVnBFISFMCxr1wvdZegK6yF0IyzJvWUQiVUUEsZW5JjluhgnCpfBSodh
56Et9DfKioWLQjkOxrUck/oltNwyWidaic+PjRu+IgsNn7VwC5KZhHOtJWF+qFC+nEdrQLbU1VW4
tAm8u4wDqqbl2DjVRHzcrK/DcVe82mEai1Xhg8dXDmN9wHT4ZgnVO/gw/u51dD6zOxQNr1V4YAeG
nW/ozXqodBglzOzS2yglBdglaIBHkyi9N6eZbqYk/67phbHCIzeRD6YjQUk8kOKSSJESm/sLhk6x
t2PNgq1XOBepISbOvyvvsMF980gHOpsAmXc0FBoIuHQf70PTRl5qpqHcG17TnStXTC0jkVk2kMfp
ZcCMBeXlyO3oc1/cVcUYfRkNrJLooMEBhfYgvttGU65dT1nQEcGvqBM0du8O1Kt/mSPn4Xm1APUb
bo1hqVRIwVXZ2NNaTCjs4rZEf+0T63hGfDmHMrV+9+IR76ltOiabJBn1zw1AgFcehAKvq52NTzUS
v30TVxio2YWAwPVNBIJuLW0AxU18Q9WcoqRPuyfWzuwrrOZhT4/NRNmclg9eAD5wtFu4RrlHHmVi
JCX3qA9fMsu/bZzuwcvSrF/k1uRZG8NyC7mI0dxfNj3EuJhQxHoBaRheNCY77GcpDMpNqOFyHJD9
rYzJICqx0IorUeXNCXhn/RjJZMQJ70cHl+nKXpi5tskzyz2PXoYfLC+U+yQtUe+nZlapCQkatO++
kI+L/iUT4QFn/re47uyNrwZonEgVEJy5t9ZQvDhKZTsg5OJWdUl9Z8eOuWsmNqGtUQzmoqiz7iJr
NStB/WwS7qRLWNZ1ZbyyZWmuQzOpFmNnJQdaecY+qOSsBdbFemInewKNtpZZfDf5XbxqUdwf6Nfi
K5RwC1d5TNgXFtx+XUCeIgXLn0CIJwMu8JhkznBDUPe48fVKIk6KoTWTKkK8YaC6tl0rbSgr1K4p
OyhA6cpfYlJNgY2Kra6E+zpUUcJWx0I3mCOYSwYftWQeguWYXJzcUxqc2gm5nuOE3TlE7kZCW5R2
q2DmC6BDI4VjxK95hAJHvGZktQu9s93nro9ZrBET4RRssRvwjEMLrOPZKdSZ4gHL1RkN/PRYowHa
DkOkv0UIa7778FrvhSaL16m69nGR8Z1n5dwSvBpsoIvEl8PklyeMgiEAiExFzpIdT7G0ZcX/d3qk
b0j2ti7o/QuHqeBrWZO+mIeAMvpJaDd4rYLnVhfMUEkKxgM5TAerIzXCq20+g32pdzeV6ow31DtY
kum+rhptUBs7Nx4bzaRLLvKKYUQ9KAIPCegbjwlyoRATacnlKgA0LGVZOfd+L9pHK2GbF4Ae6NYw
I3IyEUut2w3KGL+6zpAj3hioZpJeq1KUGwj5FtmMEUYkbF6OtsuSbWfWcJ0DgX+EhEJMWT4Yq8Fp
u/IKSjdQh7YaxKsej0h2NCNE+tBlD2UYuseBrMRlVfOsrRCnYdg0AYgs8cZBNO5yhtFk7sVrfxDR
zqKYOdie39wJO7RrXKuwmHiIjfKKtIxQLMcQO+UiyeDVBppK9LXekO++sPuqizbUQ95pyDDmay2S
WbI0zTu79HyaM6ZI9tw8oyKwtCRpD8T7N8lm5bajJfTa5N+HPmHEAKvnjd4kmFPkgUl/UiyQKy+2
7OvGZPGFnO3M8bmoXlLNua30zDsq1c6JHDJHF0ZOtFqGZuW/SEAGl6qM80NfdNVBYZidUb5a+0X2
2XDWMyWXgM2Pdh2ku2yISXLSzWRj1sRwQCvvl3pVV1teWzJdhAGMeCJ5j6YMaUtpJzZ6Jq09Q+75
C0IN8dxLqcFZoj13i27JS76kAqZB4hhqp1s9hLe2LbNFpcY3W5TtWQyptR9h+jyhTWBoErbxtVHa
9bZxnfI2Nex+nTki/MYgenoo+zhdV1W+VYaRXreO9dDUYb7QBMkfUz8MGorsYWT1Kvw5sjABq7Pw
2V4/WallnVvXDg6Z2crlhAIG5jGSw709mhoSZHq4MbFdpjqWVh3dgSnVSUZuyLHIOqu/rEZZF4dW
2baBKlmzIeIMHTchTINrQnVnhwYOn0wUfNlsDzeLBkjhDjK9tvEDc7irC+Fu/RCCtWszREJheiGs
DuMj5h063Xmk3NvJIadjRVPTF4tUlu5dCADzmnl4CTzXEGG07ZVOddo45hsRmMHGSs2G8MexikAR
2JABoKVDBQ6xvfqjV+5tOylWXP30ZGliR1Ky8WrS7tmjxCZxOrVskjZ88rhXYVenp26cmm/EYIYh
hl4bNG5qVSUzkJ7t2SpwMH8NiIvAeaT591S0+kUJSfa+83IbCbDeBacujUy41einWUwLwriaVoJ6
L3LZXuO5MnaTWxR7A3UmrqTIOI6eSywNo9sLkL7zo91OxzrjNCE+sD0aSqkvGqnjBbLMl4Z9wNIV
ab4cRYNMAO5lsoKFi1iusrMbDUfnmvSqknlsWU1HFqy30PTy9US1cmzyoAJ41OUv3RDwwDsB2a+i
2yvleVg6qu4URAwdQOEA91FOsKYPPC7doSBS0DJf466vHwHJDAtyH/UvUYP8XfnOg14iR3ETQpPp
ImkKn7dj7qPBwztfZAnGay/eyQkEf9D1aoVKVeyifvRWup6bJ58Swej7AvcXW8dlwOq3QFPXLwST
GwT8oOYZo2XbOCCKYVIoCvnHXb7BImNeJlCTbsykny5EOfasX56iETi7kslnvK2Zx6llYmCLwz09
h7eM7p5nv3gMTZCwqq/9hyGummvRF3G9jAqnAMPOJSL8c9zZOKfI7JH1zqn7gIi6L3z9WMVzEhnv
LD2ZKPth1yxoALMxIdwuOgeNRAWYBwetmV5cGLILs8EJQNiUtiMfuVuiP8XaImqtvqHA+S5FVjx3
U14fyUp/bP2hfnJq77UpR0pthzVQZ/3tE/KWslp/hrJSXJmsC+s8yKYbJ1HIF32SlQ0RXYPbx7pf
UkxvgyrDU2bkE1gN2a9apK0UIWysa09lZ0023tqSqlr7VVYfXQ9KTViQMB0Qi5Q1cb23yFM6swkB
C+GA1PbNUUe3PgWPGPcDTB/hjWVmd+kYlvBKVHmYcoGH3PLzk2dm7fwOqFXlk0yEqInabsDxZ/AX
is11TpDIU5RjrgspHld6Lf1dDCh5RdaDuxYxMB0Maily+cxjMRiatZHlc6FZn8e4xdRXqwcAM8Mi
Me32oHka5ioN8sJS1yMcELqMPG2DkxxVvJD38ZhN+aIUVYxoVi8tXjfdgwNEOHPeCnmOU0Um/VR0
2y4TYovjDLtXlzk4lYbscojt8muZI1V38uG2Lfwf6B9tE7ZR9tj2Qbft2fqsjaK/q8iiYMhT2g8A
7ZNzHQT9ukn65BwIz1tpGBSsfDykWqntjbTXLuoWhWkIFminoz5aqAz4RCXK5jBlgfm1j0xto2Tc
wB5xKM5ad7i3LIhGXP9y6ZQWVjOMlCj3zecohUqGh3Nap6rnCdf9mpZAsauzeCKZCkJdqqcDVZKI
8guvV+U6qaGVGX1lXbqF6ez1MP2qN5F6UH5l7VjRu4NfQz3WcXeurdYOXvsRupSsgC9Xhpk8NLJt
X9DYFtcetKsvBvEiVmXn5F+45lH1frNCKVJDBfG6g+j03NtFOb2EwhrK9ViaDfcund2PYZd/xxYc
oRuGf4QQP2xpM0faTjPq8ILUeTLsAz66mvDFWoRtdahHqumw87uNoxMwwC1Ll2EpakpwUCxe725N
rumCj4OLRANXaNWopYgSe23HuDYTMPR6h8tSjClxC30SL83GQ1mWpJDxItZCQt7rdcl0HNE5a49k
D7OK4U6dJSQFNqauItEgSvKNrsjUIMxdIMQNTABuFPbRoo+T7jziR7lyZCeP9GjqzSjNiedUHmqM
evnKM/viUo9s/TKnAtwJqrq9m7TI2sli2ID9Dm5S9kwLDtCvlOvio4hynH3Al3apaOjGa6XOolJp
kKCnU1pEr9qoyYu0wh2BDfqCWArWRzF9syqCkcmGPkNzI6SgN4zvRdiRHF2RHAE/K90YWohKORrF
McWaZeCdajF2abK99zsjP+E0IN3Yzi9U1z0zE8Dc3GiPeYJ0XbRFumpDQyyMEqw8mQD9LgUjwl5W
JddlV/DdpgmObhj6X1qaPfECVnvQOyNiY175W9IvQt72Afg4JPqHXocgkcbR18Tup1PV0K9cFvHk
LJ2I4YfVqXFrT2H2raO22ihUDXsdUMRVHxcgGgzWXEejWFnUNePHZZVV1rPVJRpEBbIrYOZl96Jp
/KPbSHeT+IAlARnhgSUieGEMwXiJZOQVqtG4akmeDxd16Lwm1QxPJ6F+54WWdQfWHmJJJsuV3pIK
k6gMqWUkU4fPRzzBKuRugUCYwBBGEO0876QnLRYqpy+2fTOoixQa5H0GRZIPSkFAXWkmh55Z+LqR
I0YWEnbvcGKRp9Y3e88Kccd4Xf2iWvgLWj1cFCluaZHzcON3LK9lkNlftbR6MKw+P2HiLJfRCPRi
IgDj4GW+3MQOkvNERpgGIde1p9ovmtsxUf2yJeQHoXk6uOSvDlFyNP0xwbUWfp80Jiwten4oulID
A9VlB82nr0oeQTkgRQ2NDb7daRVnUBOJtFuXhB0sDWFChmwba5nGLRnytjV9H6hIT8J39HU/4QQg
WObWJPlhw4gJWQxyuFWjO8U308ctb1aioTrgzaOFZGcLhwHJVYw8AEUPq+OjEw391rbKQ5uE1YUK
egPh/fDsJfVbGMXOxql10qbtesR67WlbsDvZgQAmEjLSUnZvAnlVvsSW393H3hg+khZdAyj8Tior
e00bJ43h5zUOf5ktHWPKnkiNiFaIf9tD3fXWAbdCdzUZI5+QHlbz2sCYsPNjnSBxqQK51TLdWg7z
Xp7slGJD386/ISMMYHwwpbsIX8AtX1e87mXur2JoW0u/TIYClJtVbNJC8SYl8PGwoVWEzbFvL5/9
rB92baV8OlFJuFZthOvW1nE7Ot5rjf3qUPeev00wajzQmXYuxxzw2SKMtZNtesGpL9DJIlgovE0d
4dBhh16HuEfZYeizrBRXeY6jCC/YWCfgQUlx1Na2NVpERge1BqFSVGW/aoB3UR0zgmtWRT9hFLH7
u6IfCOGmU713kuQqtB1zXQRzDM3kpktrTFJCUzFAasWU7NEMgUOp3PJhygp8HBSzkPPZ4AEZw4s2
bqSqk2EO0yCkXgBaXrdRdEPPiokALhJVjpSDjpMAQiR5e2VKbG3EFaUbDtNf+G7jb7FptxcDOagI
iydrnWbOUkeJhWUvOTtt9NJh06SLiM8zp2O2wS+1riZZLXQfBupUee2xNz1/l/bWVd0XNV0a7Ffs
ncp7rSO0otIGwgXhbol10fvDI8ORaJnZ7KQLTVbfewZdL/jY4utYdITZUX3hlynDLVZk80xSlfEl
l07CskClbS4yUHVvZRDo29mH7ZUl/j5vRqChHN3rhLjsHaEfCWB7hNaEPyXD4xFV7X2h68kxtUCW
eniQVnZlTevMc9VTJ1vpbkd/RmtZwOpQJ1n2tsfMeotZKFmlZlttzTJtzwOitEOJ2WMTGlb4bNJ0
TRZ48t1V1XTl2Uj9Zu14TfTdcKPogrwHd8tOCxwCFd+h5Sk9UhkUwDQcb0fCiljWSlqHLJs0alhl
3tNS8F4ctzCOdSibs01K5pXnBQxseo+nsHCpw9sRLbNseGXZTmGZTQec++RVXg2jmSymkI6OHdTt
XIvZxwZQJEVbYrYvuNSBbShvsNzFwDW81ZQZiYUGl+tbxFQXy1AT1VdQdfhg1CO7GeqGg98GzZmP
NXYSwmWOlZIlZCvs2LvWSLL9zJMglaaiv1PZjf9lcsJiHzudtp8BVg86PaZNMiUdSXtkD7G0dhNb
ZJQuz2RdSYLTS7UBeglI28Fwg/i0txZF7sSPmmvWt3ptVRcBTDs+hHE/BcuBlayY0zjh0XlBQuZi
EMN0CYqRP7uWJAmtSLgZzhhdHRDZ6fBVhRgRZRXOwAcdxJNfTP0lgZX1deEnxjH18/KORO2EaiIf
2Qt2OL9I0u6OCb7VeBnEqsUDP3kApaZE17/10BhPALqyV40wSA9w8YBufQzzfAmyIpInIoooAtyq
iE84/pn2J1XrhitniIxHK+qq702bgJTESp4fjdjlw4whyBULgT34Ku+jlk8vO+6TBnK0OpNTLIyl
3ttyV1Wa822MUNBOrIvfg7EI3CN1mNzppsV3dRB66BNfqM9A2qTOj2Qj2XSKGlHdiSC0Hrw0U1+1
vCzpFsJ9h72nmJH2LFXPbUNy4JR1/Nw2FtEpaNF7JUBJH1Ivqb7DsNGeuckOCLjIq9e9ISyy7uKS
qGzLnXOFpErhIpgCGRDiQnfTsKWjf08qoB+axm2Z1s3FCGQz48sYjTnIsMI6h03GrKrXVEO9hB/I
XIXtLAv2guE+n4hTWlZFhk7X+vG7TL+zl00Za/GGArN6asbB9haYkPhrqVjxoHZwJrrjXZKn4p/t
NgTazEDF342DM9wXPtTdbZ+N3iGup6laGLIlvDjIHTydaH2i5jYuewQTvoYh18kYk0ZdFza3XVwm
+sYiNnaTxSIPIaua6a2p5UGyxx0dEnNCVIy50pK6hoGY5SaIOoJQ0JHz1vttbAJZbhgK8UEIEU1m
I3o2z/WzowOh6xbMndqWbTbYa+W0XJBmbLikOnIjos7sUrc2PKWxvmFgRmWRNYxuk4aJF5Bsuhtk
uk3pLS2N4AtteHbQniitTav32nPROM2B/nkMrCZOH7Qh7kgzA2WwhOWotn4+qq9N36oLfRzGg7Tj
Njp6jHsvaMjyx4P0wZ87Tyxd5fGcsqP3oW3wYC4R6CPE89ryCSa6f/ZiHJ8O2twNPPN45/qSMW7u
jMGrLoL4hC8VTUOHJrhb16TjEmAaskEi7agzumWpeSDCNHCht05Wwk+NIMxmK1AePI1kFzGnbFz+
tjb9COSCaT7QEQDkVkdlzWKRNsNL4dnVXdzn6itWPpwfvmuKF6J0gi92YVZ3dDUFm7uxkKvITUwH
BnbX39eaWT9iIoSlpufuA3sGeeGYwTAtiJg9F/UcsgekXPKRz4VcOA3rFWNT6nEfcPLKS8ug3cRh
jFqssY2lNgjqSsVCesF7oLLlQHM2WcZtiobR1EGsAz/1GR60pov/DXe79oXorchdpgoFIB0snqy6
i60Hlw59jjHY5EZUsc1QotZSbiaYpWMXIc8lY6rxb1BY8N2lGZxdRqhbV1XnkrGZeumVp3I/3eg+
fdUFmAT1FYAM0ahNBjIHBcMYHhCI2Q9mlfEQNLJ8Sg0lv0kzjE8h4HXakGPP8qApVI9KWE62SNmZ
w0ceSV5mxqDx8qTFrFOJS7jYKzu1vbsQpgDDWI8nUJQVN4HYPQP3BOgRqJSxbcKgBJX1EHSenhEN
jTZBgKvZ4erihWVgAKFBa5dpz4PLZ8E/h45Mb0fbqe4Szw2bQ2Q3zjc2O322KjrFuxEpJMgUBJNA
pCoKKjOFnI7Mcg/kDiGfRrGc6CN+SUf4LXtwa0azx5ES3vApqgDq1Ikf7+XYxrvadYL6FPB+ZMue
EcdzSCzYU8L06iJPeDtHu0g24NpYdZMx+MJ0isvp6MaYX/aNO1J0hMG01pgYxZsfg+sWAdp3HJAF
QA2/Y7mXIBRwncfz+61KNjoX7izzzgl528xiFptNdk5SiJ70rPcchD/UI8wkJT0Xabxn1LcKYzCj
KD9WG5IwzYecD8DGm4bhpNmEhXpEXt3kUT4wOdLJv6Co5wuUSP4xHWdta8T5eJaaW3MN0P1eAbEp
7Ockrck9pWiUNFHpq88dKm7SkKVqWwC74auaZdJdjkYs08tQDd22UlWx10jFAg0vtAMJ5twLPnKl
XHKDaXLDBCRbYOCvq3BKWNvBQfqXqQ0PZhVNJuuc7RcsIhrZvQ9sKbVtGkOCtgMR3tQ835fVkPjn
HnvKWoV2txOBzrBsoKZeZsXERQKymamjQwAo+OI8p9OaC9cXhzHTcI4R3hyvDLCiFjxwnOOGwcx1
lScVxbZGl3QbMq45MTCd3EUMxhRyMDEfMRPTFHmzaqu7odR5F2fc12VXEtDCdZA70hrFMjGzulr1
dQFU127sQ8E8AUaZi6zI0Ev7zuLpJjZOZAF1WWG/pHxQqJKxz+5IAT7HWd10J0ahfLKURGScW6j/
KB7inTdgem7jwd7Egc2j0jGhxbzH5AN+At8LLRz7e0tTkrqx5iNF4gz6RnNMbym0BIh1N+DhVbHH
jDIsiexY9k7KB5Pq0DiyjW8vx6rDcF2G1rAImwYZfzzo4O7VZasDhXVzHOEy59tAaBQS6HIQh7bt
mwOtCc7GBvDeLGmNi90A+AAao9Oxxou8aViqFGm+fwrV/iM/7l2R8b+PZjj8lLgfxzoKQvVf5+hr
XTTFd/Xpv7V9Ky5esrfm4780/5r/+bOa//rxj4O3Ys5k+un/kEsB5vS6favHm7emTdU/zGXzv/m/
/Yd/T3m6G8u3v/31a8G2Zf7TAux+7z1yuotY5t8b6y6iry/1S9CivXv78aP23/721x//zd+tuq7x
B6h4pMTo6Oelc5al9G+N+ttfhev8IV3HwG2nYSSwPRNFyz+sujauO9OdRZV4tDTkYf9jrdO1P4CG
suG1mYTiC0Ax9Y+zv/pT08OF+7ce15+lXlhcbSCJSBMQH84WO2fWMb1TPDuMTz0rrZoN+fJUOsxA
bwFMqY3Jt/I3iuefJVE/DkU+GXZlXAW4arXZhPTuUIU0SzumWt30TrHnU3dNGbcNXePOqv2jcsRv
JFj/ejguuW7gQba0/2bvvJakRtJ4/yrnBbQhr9RtlVSmPdDQwI2CngF57/X05ydmT2yXWlsK9vrc
ETMBWZlK85m/QbF/CSyLC1mMs0XvwWy1Z90TroY3wS5UIjRYx+R+ihL/j/Bl8wQZkS8Mm4oeO4z4
ywl2FSpdY8uIgW4k+x6726GjG4ENwwbY6TfU9T94rX9GUgXWcrBpZlrNAslGkaOKMjFWh9L36pOG
nJ2L1hqGr13hjzeIecS3hlU3zwR6xSHDQ5nL6hP/0vdOL74ib3TMchM9Jau3UW82q0dZ93DsUr1z
ZpTxR6NNy3+84/7rNlMuCU/8YlgDhFpQTNljrNACbBoBllMSXKwPkUTvJC/vxrR+snx7vEthdAEo
6Jz5hUAHXaGn19e9++ZU/nvf/5+sTZ8Iy5qaI3gJCf33DyD35bBBJrEhpF7svgFwiIrDcIy6Y4W8
Lhpc8e0ckxzsoXFCZJ92ge2fbUXai1YiabDuqIjdDL7xQ5aRUfAHPLHl6S81xwPy+k+bp37xMU2w
6YK6saFYFsd6cQRDEUTUm9L04KkxLQz8b+nv+ppRn5s2g6adF5RFtGK2aqVSpTspLcsNaDXEisWP
4CKaPUZYJ3BmHJrF8lCURlYjtEP6By1CUtFofJ9G+NhIbVnyWVKnJEe5e4qfMiSZvkle9ezNunOe
NCt4Z2qP93mBbfhETvGRv1bcoKgkH2AE6AfN6p5bryUV7pDxE5wQxy7y53zKzyNuIl8H76B2mnjW
ay+QXN/s9dDFGBKBYlrbFroWI+EnGCCQY3dqXiq66+md/GoWjdV9xOZSeRVZEj1kXo6cOcZD9req
DJsXwuH6RaIECLIrBxZTT9VkgQfBCY94uhyeKFSkANtsbzyQxdrHrq3SkfEpRdGGyW4N3GEfrH5M
kYHL6+4noRJKfT0AsnJv1VX8o5Ya70uFmQtlez3W3HIY0PcAz3lA6FAC72jlwwtmHQpmKZ6Mhqth
Eo0gKB+fLWIvFDypCDyIOs3dLpaKnymDPc+AOVIcIZI7mv0gz2O5+aWOtHPBXQrvIamb/IXkpbor
YsCcO70gCMAyiSorXgBTlx8Tuhioz1jNr0Dtx5OJE+kLQDQv3FmDlH7NLFTks8nu7xWrwY9FSdRz
0oTAtMhTia0KLTL2mP1SAq8Aj98gywLmgarheMoSug6HmiycEnPaGuStdumhhWfaPQJ5Q9ce6x7g
qkvXAf0fxTIhF9cxpjyJWr8WYSA9+q1RjGfEEorRxY2VjylqS9bdajAhQXkzC+vAWva5k+qo6tyk
pVydAYgXTNIQMcLkCKqXWDJVhhLjbA64wUPhnb5KEFoICeJh35VFiTpXGafikbx09E/qqMo0J7RY
u0U9BcsSQklgB8DfP+vAr2XHo333Q9VnsVklKsDQxBXkCrebMM2+n2riOUdGlhw7iTj64MV6YVP1
S6Vn1H0GAuyyAWhUAqpx2xg7iFdjElgWD2ZiTofUKtT8gHer8WGQRi/AeantH/I6TH7ROtN/Atjr
URoqKeYjfAfFHQDTfWmI5p6Fi35VXVcAohJP3tjj6pn4iLra93GQWn9Pdvap0Ezjs5Wl8S3qr+0J
x2D62nJVIIAqKv3RKxDEyRLUDsOpTA59pwVOjpDmh9HugrMCBs81YqybdD3QTtPMccA0PrpF+Q+f
5Jaaq9A60CM61riRCjInmOz8M928/IcXZS8SSjGYaNAEpSNB/XhEuK/trFeMwPyDOoSDk5ijR86X
42tQNRLGx4I2aSRmaE4ABBgZzg95N9wIrbBu4V4pJykIWgCPFU6BdDr2uVEhlqchwyX5mgs26XFU
2jtFzYublPqrH6UDhk2VgqtiM50mRXySrHgWekQHvpPSQ54l0qOcA94zFBwVhrpRzn1rISKci+I+
GcLsoPV4iu9Uu/2qmmR2Wak+qX30K4Kxd1ZCFL+hfhnPkqwU52iyw9shil9Lf+rv5UyjIRQp4eeU
e/NrZaXBuQpnBc4m+4CZJLBXC2boLq1s6jOhwC2BNXEKq6lutDQyjz2N/2Pt41mDwiFHLOva6cPg
Ic4JKMVUQtq2yYtuyBrShuGjOgBLqAt6cDvDBIsMFDYlalMp1VSF8hGMtoEbDY5Rz6pV6k7WZzdZ
rOBGjB4sxFs5rR6SioQuTmmf6oivxBQDzDbPbk2IsxRLo8l4QZITxV3aXbchJAkwYFZ50wVN6wDn
SXegSawzSe9dgXHPAamt8CFLww99iNjvDj5XNlGurypOdNE/dLh8/wokod0MTVjTGe3BA0RD8dJW
dCZ2yAhFR7NQEgdQ2jlteohudmMd/KL+O9ILay/UqnxU4gpVZD2XpSNt2/ZX47PWu8SOMJ+fcNM4
WT1hBf0+6ny5/mUA8OjKiOrf6YNpf8iQ9LxRzKZ0MluPbiwqb18CLoujTx3gKFWFekdiTnG9zOjQ
auZjr4j0SM94etDBQ9uS75+E1O6qFnU9NNyGCRMZWw/vyoxIxbc0/Xs6FeNXzNSzm4Re1auJ4/L3
hKaoa1tGhLC8lGt3DSxaHk94RI6gCX8sUs14KnOiwigKm+d8jKeD0nr9Iy481JopD7pdWSqur1N0
6APb2NMNyOm0eejKYBsBvnmoEQFEogkMS/ANYyyNHLcFmKlXY/3Ak6z/NYRUuag6l1QbktoVoQr0
eQAxCPxrOuI/FaPwUr7SR7rp8ulHXKCHl3kRTn1MIacJ/1pzPaEOmX20a206yon2hCgp1ppB9SNt
exQ4SgyVoyKvzxD0XYRYqycqD49F0H/K6kG9LQv1L7RMK6dTp9IlpTYc2YuRR0bhGJ0HtJe7Asf5
KJn1uMvXMemrR3oQ9hnFZ2cCZKGH1l+hMnq4rLW9a4a82wlu13uW83s6BsHTNGb9viga6adqRR/9
DPCmPc0KO4jRFgpvG/LP4U+zLJRzU4EXxjLL/tBWCQ1CRPopbbW2cLDy0Kn+5nEFT4CLKtFNqogo
TpqerbwCRW9/BAhTgJQ06uFhigsbg3f2OhXzSv9KtGE+TJyuYN+pHJkTsq7J51BqysTB4ui56GmM
VqLWnlHSxkRA2O2Thz9G4QYxHkdJTkmj8sNpR0sCDn8edt/tSgofcZeJW9xb8jC8nXJVuevHwP42
xRPtXwVnSRngiyrTDIjCcwLoC4cRALo/Y0OwhezAaL5OoxJ8UKR+OFK78y0nTzMuxaKFvIEYAqAm
nOs1Q0Kpr2lgGg2iJJYINWK6sJBnY8YAvWOHDDWu9kixl8gqYhT7CFIW4DnC1DK4gSr/QmV5kB10
NNXyNA02lvCgFcPnPIymjv4VUAZaBGb0RQOHDuNJVDX9Fmj6u14acmOnxSKcueN18ZyUE7FeUFFZ
RV/RMaaEWwh9XFixpf4QllNO01rzLe8mT6OhPtJSMu4FFcu/zQQVb0QGAw3l5ka7S+n/Ud7Rm482
tk6cQt7nl4g7AP3NJvs0tLmrgS++pfQCusKUm4wrS/a+jfGgH9PU62/rKOlPfeEX99AN9Nc4mCNM
CkyZ/R37GPErSUvM/+ph+tBbvneCnh+hTFuX2hFAGKBGzj3aV1432rsqTiw6/tmEcnCboHkoxnh8
QhLL7D6GNnhwcO9yyhNootRpNRr/bB2BygTsV+xNO/Vdulj8sVW5ZHJggnexJSLYNEU2fFUw17iX
yxbdJMdrGvomVRQQ1AZaFqSfofAMf1mkVj+LVoyflBicsNMkRXUWSmkbjoG/TOGolSy/hvXAHU6Y
lH8q/SwJnjpEHuna2+1oIBTl8QrjHsa39Mb8Y5mwIY4jXq0PTTmgFgsuL3EjVNpdVQlqpBdU+2vN
v43ulGymDr2o7oNCjnAT5kFDTXSSjsmYNHdWX9YvtagIliCg4CInA4H7UoyjoCtfQtSA3jkNsyw7
Jo1nXct9nbhz0vCc84bOBJRmEIiBob5X4Y0me5SjUJC1Ufjc8WmjA1ZQ2KV2AH7AQwdGVfzkhq+A
s4T43ICqKnQhnuU6CZIvjSFF5xFefUZCaIMwp9HcfImj1H9KLQGtwDKH+GOpVojn6ugAn/pS6/ap
nGcsREWb36cuOUWNF+9oLAbHTpV4A6sixNA1sQ0kFmtmSSpefpqUvv4WwaoYHKUPrV+qHffIK7bo
OY9kIYNcfx5SHhzLjqaXJizCk9onKfj6BBlqFUscp0MQ5QyKy3OLYVBPgTRVO4KH4D6mTcybYAO7
zary4OUeOtaeVf6t4vuCkULnZxyZVn7GhaL98DuN/f8Fwo0C4Vwy++/1wUOYzUJ+b6uD81/4pzio
Kf8y4EtTnvpNjVVnCu4/tUFV/hdIcwxOYDvLguoV5N1/lwYt+V8Q3JBjAhCj8beV/5QGDQT+INtC
wtZlsngg7f97aRCNKEo1GnwbUNqyDrN1Lhm8qddpWhQGgL9h6AwhEFUjEf0NbZ4Ax1StOb9ZlJXy
zCV3bx7Lol6G7IZu6DD7lgWtCMvMuKFn7KIeA8C2TWnzJfAOiIHJUvcGGLH9NFlTuDOyJN5QQlgd
nPoU9VS4j/h6Xk5U1v0mQvkucDFrDm8zKS6OuPZpEEg8guuUoRuawzdmj6XF9Wn/Vi77T+3n3/Om
BkxdbCYwLms/Wt3B8M6hTRUAFuHdKCHi/KN0jHJC6KEvLJTRBz27rf0yOKKyCb4CosVZzTGIadN+
LLd+0FyEffeDbNkivWE5+GWXayEpFYqKvoBSk3ndXaLnwc0UGc2JLTkdPChyv1J6XwLlhhb0VEiH
WSWD/CDQ/NooFyvzsi9+Cn02QxWyyvZTf1f03uy/yVOqdCICcnHSie4jAMv2HlNa+2yCXIECJAXp
ExGeCA4SHqnfbBw7foGgwUmqRYUAkI08VndmAJrFiexYZFtLdVnS/P3t6EOh3UIyNp+4hR7BAA0c
UMWIaTntpo86T5c7pRPOm5Uw3CoLauSEx+pWS6oMBKwEEtrP6w1ljaVy13xwqDXDnEZdA492a/Ej
hBQYgeeJCMBpNTziqK0Ds6mShxBBs7OVlJZDjQ0p9tGviByCuAXeYmbdD3q5wrm+mS9bCf+sB1Im
qm5qMjtHn+ucb76XbcutjSVN7GK9q/5dJXp8AEnTHBu/8o7Xh7qsVr4byljMuvCC2dI0jF0VdGGH
bafU3pSS53030nF8ahNkRq8PuLIX59XlqjYtE5P6+Qp5MzeaoJGUFBjUa4Et72scPm91PdM2bsG5
0rvY8RwUdBbpGFGitRajZEaqSnIjs6N6zJmaGNj+NCERj008dnfC+GEBAdr4asrKZ2NQOsz487GT
f0uVvZlaRCoWDrTaXVzx0kObztFpzWUIyLj5rpdtcDAKsJEcAGItQTCKKQyHqY9l6ylOSaQVoi6A
Ma1tfJ4wmck3ztn738cFYM3PIF7MtKoWi8I9BfKckqaL6L96zErksQfMmY5kBVsSjO+3FeJ3CHoJ
lHkUOgWLFy/noqOVrM9f2ej2UhGGO48f9uyXMD8ny/L/TPuAw8t4s7QsjRHmaMxTf7P06YDmjWHa
kRvrTXCAYGkcvRaPUxMIjnt9A6+tIvxFnbnx0BI4XA41Q9xGKfcTV3S25epUCB1qrclh6CmAXB9q
qX3we1o8HujNKyhc0Vm4HCvWawsH7pLTGdtE76ku0ZPq+sHY2QmUlqgvSK8F7hQPSl6Ndy31VAgl
TeB4tWf/KlOlfQlb3X4qw7H/mtQI2edSA9EGNoJ2c/23vj9x7H3w3/SmZNQalsKHc/nIlj0vdr1C
yQ89GIAd/irJgesN/JjZwFehubGxQOuDskA0e3ALmXu7bz/7BKNUyTOUtsM6Rwxew8v0g8GhOlXS
lP0qRit4iDVNer0+1bUdAJzk/40qFndmKdQJRlcLNcFu9FucRT6Q95gncnmxcWLfX5YsqorkydzA
ZpKLvSYQPcASnvmhtqLzCNr6faRPYquluDqhN8MslrE3irAinYvd2CuTm6CU8N/S/PCk+LLiCgxe
52IazjUjDb0XlPsBbqFZDpELn4HgBq2NEs8awOt53xZ3Rj9aT9cXfO02MXVawZw49E2W/e7OCgUJ
ZR67HcHtSWsH3y0aYX5qAxsnjV71TtfHWwmYWHfDNEAbzBqymnq5r3K5wOMYWqs7GaX12sAi+zl2
tB/2HSLwJg1pu//adEEGqtUQH0SjtwN2QiEO34BKpwJ4uCf/6LsJCx8z1I1646VZWw8wDvSt56uB
eOXy5/UU5wYRdKmLNEL/aZx6iS5SXkpfuGzj28wc8z9+TqFxklioXK1ClpdxPY0izeqh2NJoUnD5
wr1OPYaqFb80Fn8CmgOaCs6o/U8i/F973fO+u3zFkVKRNeSjFKb5TlcpDhSFpmGTurNdxA5PYI/O
ID0guRL5o0EnYDdRtAZPimtNTgtsYxusHAuGJ5f4fa3pyyBCxbUnpaWYur9LBXTCKzrGBYoy2jhs
XGRrQ83wFew3NYMNt3gv0YGkTdn0PM1WLjl13tW3UVMD5yx6rC2v7+6VSxPY9CwATXsasMx86bx5
Ky26VnmLV7Fre9WwE5kC5wmGM5ViVcHixxuOoKOMP58gQBueaERldF7ixaAdNsxeV4S+G1RtgKWj
BQGzn8bbNparw/X5zbt/sWvgcLOWYCQEOnULdEwMfVdBC993Z3zyeYBJv/MSKPgG/dddQpbjhEOT
nqcg/vXnA4PO+B33IDCK8+nFwrJde4+rXHJU0x++JnMBL6PifdQIgnbUainKCoEPNdHvVgq1ciMg
qj+DmeZASJcXywtlv9LhlfiupNvBY4KD1VSH5qEdwRREOQ5i12e6NhyjUdTgNiCUXywxaTY5iqdI
aDrbwb2PhsdLPE3FF+C9yUfF89SNlV0dD6QJMCQyfN76y5UtTanUKANKTjE09V3GY7WrKUvCFp8C
V06bjVzw/Q5CTZLjITPY/D3nn/PmhESW4XdB2wUgSPDyJvttbrBRTlwkndujFFRPcSB/ygKj3FjW
hfDSnI0x8KxsCLwGhJusXQ5MLykbWluetV8iFW4NxcrHGHb/cLSiwf6Qa0OW4SrCqaZBKUHdBZA5
xrcFJdWzFREC7mtDDnBBGcC3Vygf/J3kXpU7vRbZX6xIQ5PSp8+2swwdXOfoNyNUpjLDmRp7K/lp
REttVmlPMkRifU3+rhReJGh0jcJVCqRJN26ilYwJsBy2n1yxhgpiZ7HQFexhSOh96JYNReekgACM
6mPhIAEVObGgwQJwYFbropEF4lXjv+F7L+U63NSkVPZSnI5I+ykmHW2p2riyVioCs94jMYDK08ON
ufh1aojZUG/jEIXVsLpvjEn9mCstKjFovZ1kJTB3iGVGuyahH4I+AWz4FmxTFpv2Rlnt/euAaK9u
UEya4YXqMrFMwdjrQWj4rqn01t4fUlp3+eSf067QN968tU+CpvucMhNwzoYdl1uwtvEyVTrFd+ux
k2qABVp104EqcMIYUjLW4k30mf6djMZX6XdYlmK1tOuHXjimOYkbEwz1PplSNKFAcoL4TTHuvH75
vH+/0BWmmoqbAcYCirU4JN1UJEHRAEJIIj4Lyn2xQ7cBFI9RCBdeSoDQTLUVC6wOOq8KYTJAU20x
qF+LTtZ7z3fbgbNJyawITjHMMjArUxZ/xSqIsiocgY0vP9/bl28Zc30z7OJeNyW5H6QAiqcc9RGU
HK2iJJeNhz9fUU1XiO1Q2UJ/e/Fw+SixBQWOtJjXa+bZgGmLIAxANBhABk60meGiF1NsfMYFkPH3
Zcd2RoobCUHqfsvDr8LnSxS8P10lSxAhgHO01/w2cUxDAjLQheSOc2gfZzp3QU4rnYqGtbXd5++2
XGDunRlYTItAkxdn3C48Epf5R+Rhqj3q+uCfLD+pHmgRocI3Zd2LVfWwSrhpzk3op+c8MfK7Ps6k
GxMY4L1h4MyysTLvw15EmvGbAd6JawGSn5dHUDHJMCuLwhGBeOHWA4Q3CXGhQzigAlNERXPXRGl6
hGoo3JayrHN9N6yU0hkfVWruPB5BateX47fKAJTGY/zaBM7ckWAfwAgZdzYcYbS01eE2B0KFAayS
RK811jj3SN5blTN5gU6BodA2nuO160/nUeQHKei6Wsv1sJuyKyvsoRs/HE9K10JZ98UX4SNGcH3q
qytvm/RqqExinbDYDWR4qTbKAwcBc8HTWOn6t45K2rGwR+BWjRR7e7ntNZRalODB6wb12/XxVwIP
ukQISAIVN7A0WM5UC1EKSgg8Ep3q31h6P7Usa58RPGlPVoGqAbYZ0b6vKv/H9YHX7hkDkCMppUA8
05w/wZuIJ52CweonlhgFkv6IHE9yayGWtrGz5uVbHjZ6cYK721QA6qqXo5g57Sqh1IHbFpnshjKg
kwCkt2Pnlv+sVVm6UdhYu7SByRMQ45aAdc78/9/MSppqBTkzxptCdbxBWpG2fuaVcoRnpi19JrZJ
0CuIMF28vppr4+LQYGqzhibl58VqDnE0yVEghfj2oqvWqdZrII3yo9mHvzQpVE7ov/26PuLaxuFx
0gXZI5NdgsIDyfKET8jvVrocOvZUNsSoo9UCGVLMF0RvOppcCbbjQD22Ds3a8TTngJmaqCbg81+u
cmiJLLbsOHRFlKVOm+aak+dVcEKLQN+4CdY20NuhFs9hliUIckGzdSWRdviWVqBuNQR7GoQzDghG
mBsbdvVDksrY+MdYtJeXH1LwEW0FDVMMNAW6oULcF56q7dsBtnoYy94uBW11vP4t19aToeYbiHyO
QuPleuqgrXtPZZKowdLJBMS0B/2lHcjRtwDza8eea5U7FTUzBSOFy6HiNoqRJEJStaHEdlB9OpMY
qkbu9QktDRrmtIbNOdeGkeamgLeIL+ImLhudJXStNKxuRrUCp47lD+aSYVmcEoEgmhxV3xRLFB8R
vVAOdlk0v5oSgVO1LssTQWDvaF2hubGk0J9SvdBBYKp3cfjYMmZY++T0AenUW2jda8ZiN1tTig9P
UkbuhDXnHmFQwylwqXQrGT5rV+TTUUfU89PGCs0J7OJmBBqgmihfKxRnlgkuLO48i+FYu6lqZ3eq
2r5oTTh9GT1p2ksjO1xpkXetoKPsxdScO1PtN5rEK/OmVQ1oQIcmhXvh4umR6ibxG8QaXTXMWleX
UXHRAYOebE1ChQvBr6M85cPGe7eWYlGkmSlMgBWwI5t/1ZsbutZyww8qso0CnvkxKGiDOZ0V/DYk
a2bRxPgwKXp6rzRN9yApWT/upjKMDiGtWm3j1l45d/wWyFtUVbnLlplPq6vpkAIVdTPTh3DB3f1o
db7maNq4JdW9EmfQo0KkCI1TjdOxOOLgiFU7GWPAnohhopLhNcE31M5TxS3psRwzP4h/RhrGYYFv
g3nuM2Dc13fc2uemBMiHI8RD5GB5s+mF3wDfC1xaT/pt1ubaGT4GEEhf+YXAvAaRqGsP18dcub2p
ijFtAu7Z/27xsZWB9DgKfjOswvioRX53lqDCo81kJqe2iIMv18dbeRRxf4Pzp84vo1hWUywE5woY
7nSHwC+4Pnwn9GSgJQVO/Vdb6MNdPMnZxouxsol4KzhAlMUIou3FHG1DGiJ0hOkc1MBQSr03jokm
hwe4wfGH69N7t5wkLGiFGHS4DQvG0WIowLj5RBYfu5Gkt3OGBjY857bMdDQBJE8uN6b2/rCyVWdu
FQGirWsMeXlYFTlRU4w8sbjT2/pMLcJwPclO0M+T4/JTGGO00siWDfGnUw5xm+XPQWRjYJ+myUa7
d2XqNLLxltBoC9FwXFxWdW+UHWBTlLvlqdjrcp25MymDZhUiyofry/zujZxnrRoWOPO5FLTkIkYl
txaaQpKTyh5KdooJ628/FoUWbNw/q5MCv/R7IA1O4uXy+k1MoUduJCfCUJziHOQoKTNAISpozAQj
ZmbXJ/b+WSbDYauySW0QGZQbLwfMZaVpR3q2jt5WxdFA9Nup+iq8BxkX/CxrOrhQVXSEgIfhG7ix
5hEzCP1bKqML7tfo81gZ+p2FH/oIuIjsW5lZ1V2Mpv7Prqv+jYn8r62gd2d5/q0ERNB76QSpy/sK
3ZTE9opQgqM0ZDcoigWvUye335TY9zG6NarqW456kCuq9A/Ns+aqgEbNjc4jtzVJ0mLbG2mJB6+g
YSE3zXjuolJ9riW4A5Udbb2HK3sNtCERGXVgQX9vsQWGyY4h7UlzJ3VEVSmJhj1V9vDL9Q+/Ngrd
rN+9PGvOGC6/++T1OYgbdO8FQhJnkgW0Nopiqze/MgpNJhowKKFxgOxF0AdeGJRxM3rOgH35LUrE
aAx2xlYBZ22U31UrsnaZl3sxl9AGQSOsfrY5bsQJsmB0EKhBbeQd7271GYfFWcEjGo8nKnKXKya1
UksNq5l7VmF6hr2vHdAoh3FTtMrGLfBuKMrh4BfnLocBomHp8GcWYKRnqxnHR6/PHXQtfImDKaMM
l/p/Xd8H784UBF5qflyjpBq0zBaz6vUCxLbfM1QVoQij6J5bxUZAQK6Y+zqog8fRM57TvlGd6wOv
zBF2LAkO6T6Herbjfhv1VQhPNRGwSKeHtPCYINnk6ADr3QjS60acszIUlrn4AbGslBqXcLPCnyl0
tWI7hjwAmGm6vKARiNBxi8jc6F6f18qC0t+j8Qd0T0AnW9wUnWmWPhbvtiNwhaz2JSKxt5UHhgf1
r9r60WZ18QJPN9q3iMgnG9f52kwpG8mCCJHO0TKmjD0slVIl9pyqEd9Dj6Jl6qcjZxx8yp9PEwth
Cns8wua72HHSIr3nggIMOiA0tasbFFMVuwk+6u2EvFM6BPqNntrZi+8V0bfrY6/NEhNjQCAUA0lW
5v//JmEIjU6K7M60UfAmAUALzXK1rjEcTQm28HzvrhbI9YDJbOyPCDTA31wO5QE81eDp2k7d41Qw
yFN3gyRwvTGhd6/+3GICdoq9AXmHYS5GEYi/QD3BoohAP7sxkxEpuFHLYCer6gl/J/PPtwlmvUwN
h09w4ktkngGiAI0XVTgpMoRwOUBi0i2XTnZeGBvvzNrUQNyDkqNL/B4pF/fQN2SpFY5ErfmmyaP0
FNGsxbhcJWZ39L7pwtP17fEb3n6RSLOcNvEBn40nlD9ffrQWn2ceCttyrIZy0A7prRTVqzFRsFfx
u4+pYvYGJOpxcsYSSt3OSyVxI9noRsZarLu2mWuuWcvh5+u/a2Xb8rNsoEskBTQ7F1dtJ1VazfwF
D3uQfZd54jHA8LvxOMKx3EBLrYwFBmBed2rJWGgtwjoDLYZxyHybjh28sBoJZwcfeg8qU6oerk9r
5cL7jfojIgRVikfT5Wqjg+v5aeMJB/Gf9BBEmDxwhyv5XsgIhAVa1X0R7fShxpzz5/WRVyfJtwRj
Cv6Ju/Zy5DZXo0KMTBKmkLIrMQk7FYB+IWp25daeelecoQaHcAxIAMYjDljMMo6QRIFlxhFNAVmW
eq2cKz3tj3GvK2dTlOkBUX7viPcT3FYLlSLf1rM/f8fwRJvVNmRuJbEEuEaTEtD0VOAXjsCeugnd
2SRTFMfIOv3r9aVd+6jAZ6jTkeeZgLUvl9bvEQFHVF84qm5Jj104in1L9/ng6ZE/k/cNcls12yG+
EP8xQpmVNkCaCegrHJMlUQYONkAzuxKOlyLigK3m0dcYmUbLtFHuWts/xPJUWQEKAR2dL/8370iJ
JuPot/A1USBIdhOKLacuzl/Nvrc3vtz7WxAUgDJXc7luATAugoIeYN5Ao0wgigyAMA+tzDF65P0E
lNW7ZuySjfHez4zxdAusDLmxTc30cmaoMsRjUUkW5gX1z8oTyalrw8eh1Ifj9X2yNhCFFVD2YDig
lSyuWrilloFHlOkoIGFOss+dmoHUcEpr6yFZHYnc6/dhl+k0XE4pG21t6BPFBBCjQMkMDeM0OxjM
dTHpf5gUbxYpPyoutr3svUZKEY0KzuEYfSQke4D4gTciPxY2+Hf9+foRkM4PAu8xRZzLWUHKmuui
BbLFXhQ4ca1joSVJNWAG1XT/eChIBWRjuLqRxSyzJPwNKDtPiYkyMP2EXdt6yqlQs/wRUmr/en2s
lf0+F93o6M/TApJ2Oa0WQfAajpDpFJ31Fejs8Nj5SutMUpfR0NaMjdv5fZQGOhSsH/OaW5fGYm8k
FtqdmdKbjm3B4ozkznYjKwn/tODExc+n+geZxclaTMomhR0pQZuUH2haprU3Y06q+oxkId6OhqCX
cX0V5xToMo65HHAxLSgxNd+RfajEY7BTdEm4FDlQlmkmKNy9hi68nRUbazmf2OWgQCAs2DmzkNnS
F3YaPPxFbNayRcn+3rYHyW10REkEGiMotRbwk6fBOsNC0s+YbvRfrs95bedA1KTuQSiBaNviTiYN
bMso1E1HwqJr3ytIhed6kyJNi+cVmF9lA1wzf7R30xXwdSgckAWby5s57zh52sgBlCvjW+Q1aKFK
ZW/ciFTkW9W91cFsiKAm3AiqCYsdVJKgxhq+Bc6QJfR00P04JxZKQMAooz9te7NZORMWPTQk6SC4
Xp7AzGr7FK1s00GdsoF9pKlzwFA7ciKqjzzg0VNS5v/DMzfTb+aHh3eHcunloI0vdbWIOCElwp8n
ekWNYw8owwINV/Zdg1XW9c2ytp7Av8AP0rakHL2IcnXB3ayGTLJo0uLQmVYJ9lGXzlibBBv57vvC
97ygM3GKAjDVmeUdk2klkhohGwXnPxv3YqVN9H3VTd6NDqT5wbJK6fNQERjJwDZOg1I1bhWa+nEk
w9iY9tp1x+bh5wB+QzdiEfeSr8ZYYGtMuxgjOrZG7+RWoG1ER2u3j8GZmHGPpC324mRIZR2AlugM
J7F8gaw+6uvYKGGjmI3dwfQwlKnDzNp4et/HnTPGke4wrRqCzyWGQS9FBcwf8QYNraWjHqkg1PvB
PEwRPZsGtQjHj7vubAfx1mW7dvHMmYQF0g5U4rLnO6a8jVWpoeMggvQxjjIUPLoxpG5DlxlpUZMq
45Y39tqHJEWl6UuuhvDg4rLL9VFKa200HBBH/mFUc2mPxaK8wcpaOyVvR1ncOh7IbAxScMj1M7l1
8QPrdk1nT/vQ77bAPWtDUZ6fbdFozdDfu7wAeg0TR9xR0KZpUAWfZAQTAnoDblYYoXv97L+HDrJe
MJrJOrnfoKbM+/dN9D4NSeKLBm+5ygxa2RlQYxfYP3via6yFWXSO4gAL8Faxk72nUw32zB7kRi/8
wbn+S9a+Io0w+PazUAAhwuUPCTOtxXuBEqqhQZnomsa6D1IxvVwfZe1dnkNEmqfApAlNL0epUs/z
bdk3nbwpVFxLOtO7hWaHaWTf9FKw18ugfR2yEsu3aMIwcrALYrvrv2EeY/lYEhfMpH4o9vaSo827
mBTYHZgOgtSZkzXDdDAt3N4cgFfFsVaV8JdhZqjgXx927WiCE/pH0gA88mKBUdDLG19QDkcRUObO
rdq9Etio0uHtNhwK1ZO2lATWRgSaBq5Y5v0EAnK52FmOthiuyqaT4eDxVMsSNkE597ivt57boEez
xcdZ20MzrBgWGbqnpL+XA+IL7rVV2JgOaW60x4A4f+jtwft+fSHXjqeYbxoqGVDGrMV9Uya+bo0a
7yWgRm2f6L7AwDRN9yKP7efrQ62tIBVLG9A6lCHi2MsJaWqeal3PRW4GHoxcQ1Lh4SLkLAoQ/BUm
ARtv4nvAKtfB2wEXz1WuBsoI+8xwUEnvbhV0/h2t1dO92WI5U5alvdftPj7ISi3uyyL+LvrKdE0c
hfcm1jnH67Nf+zW8zxTiQdJQjTQXp9WspCqzUSx0pjIrv4egZKs9EmlSvw8lI/2Z97h3uCiLx1Cu
YiWV2MVheodsBVo5GOUVw2mcmvqP0S00eED3ENXPMSi615cfJa+1VhEDsf0ItdEdGmqhTWXejUNu
bdzOK/v5YqTFASojXfXMipFwJ375v5ydx27cSLuGr4gAc9iy2UGyLMs5bAinYc6ZV/8/5QMcqKlC
E/ZgxhsDU13FCl94Q42q53leFXsnVZFsZwYhRBHtYCa0eW0QM1tVI8fzJ2yt/IJaG+FmHmJJFCV7
IZd0KPCNOiRjsmh9c3JWC1vGYVD5nmXa+xldlvs6az4g917vhF2Sg8MFT2vFEak6acL1N5pSxJmw
FLQDpzX7Uz7pzkkF9nZx3dI8Ghaq97e3quROB45Di4N7jta6uflS+KG4NYYiJAoOpJsEt1TMW0r1
EqcYNRxyXC8+OmoM8v72sNJpwhwTQrlQDra1Ww0LTryLCaetanUfgLcsT5QnSC6zNXw0W2vdOZGS
55N2I617UdFx6ZFdL2vaLG1pRiupl5ZO1Fiq9Wi1A0I8nIjy4KKFfG6jxX09JWZ3iFE/2RlfuszP
xhcb7Fm0ko5DX69ciMGEW/1Fz5Ts2OW6e9+3gPoNsOQHYSOys8iSaJq2LqwKohPaDtuYwVWjGcn7
3AnSqqsvsePgvVAhS4rYf3zpwi6/MzR8sxBz13fOv2y6xETE8Vw1PADi759NF6HsNne4VgLI4fGZ
lyj0jSExMKCrWmT/huaCKvZf46643ghPKJjR/+Rjb643ABwZjzSHNHUpDJIsYLOSl+kDF+megons
PqBEAmGELayTzl/Pr0At0xgX6p6rjTPnOlpYHqHfcxrpIuwspeykPB9qc8sto62NVu4Q+K0spdvg
NphroeYvCFcjxBp7p9sn8yX7S8AAWKw/zylV0M0N5ESxgrGYTXoZhsrvZsLCC9lC74hHN9UYbOOL
+qC2nTMc0mUcX1WGAu8rW5IIH5SpPSqJ2X7OIss6GEO6vjcmxfly+xdKHhe2lWpQCxbi8FvEsmss
aOatmhNERYhpYRH+nKKmubs9iOQL86zwhP+pQlGzv/7CJjqAtYO6bRBO8PtCBO3Oc1aPPhage2Tl
l1IDFEqfj7Wpm6CKOHvoYDuBvbTY0HtIa2uBYpfLTz32Ojzt5157A2nAKY5g7LOviNWZ0aGOmgzP
jtgGKebQXnCOxYyheV8rmBH/7WIIHSKaQdSpeQC3F4njKeoQgooJbATn7yelRasaL5NjPDXuTrb6
8uOSXfAiQXmiqkPMf73uyrDioJrmVjAqlv44pfZ6V6ND+tc3I1VmogaR7YtAZROeKjY+lasiRFQJ
0k7ujN0L0Rh1nSyfF2iPdfmhmyYj0Ok4/C2OiPSJDI7wi9YsrcTN8Wp7eCp08iwkJnkJOk2v0SZq
5tPS51nwt5+NoWiWcf2TtZFcXK9l2IS5keaNFThemSNznaoXbArxUUmUT/8wEhmFoCwheb+tngg8
Ng5jFV/NU3rA04MQXMKmuZ41YyfSf/m08P8nPiJmIGJ5QSRQqwoYeR6agYNt2CXqkq/cZ/3JwWOV
iD+bcHPK9tgLL+/gqzHNzTdrFvTAs44xJwu7Q9VFeR/4fXNI5hoh3GwqduYoOwTP5rjdnki/9hO9
HMZDz+64OnpzimLD2znV0lnxSotKO3nnVp1ubZ3VKLFuDbRxwojHazDrqkfbr7J1vii2G51vbxLp
eNRq4LYR18Kwu96O05TbI7JMZhCrKRIBS+eeXB0do6agghlZiHbfHk9c0dflCr4abUlqMsSYoLGv
xxv6Ik+ok7JTMrc4qRZeTWG8zG/gmMcHXR9czIDs/Ky3RrrzeMhmKuibxFx0wF5kJnbbpbhCe2Zg
ZX10adOZPFTpy0s7o7+PqcLX2xOV1MLgrtIy58nmRiEZup5p0456A8TcCvRYCe+A21T3oYUya5pO
KFNZ+XAM0Tz0ebuVH65RftEyda/0J5syoFVBmLGF+tnm3uYlXVrNmcm/ayc7NlbqYGHmKtZdhwDF
3aJkezCflw80c9YAgDl01EkQNnMeam+K6WhbwdBx8lcXzndv44OAifH328srnRqDUQ0S8kPbFKnJ
E3toamoZCIvVR3VMSn90EPoa7Dl/VWl6tLN7JL0GRiNPd6ls6ljWbTauobcz4vBMDbNVoFnRqJ6w
KUuppQ464vpJfZcrkX3Qlsl8g+BZdy68WD3gneztPCBioO0J4qWiYwwXCoCWuKeehfE64NCebqNF
RO2EpKCoM1Ny1YKxEQCfBlb3BfaO0u8MK9/PoriLVZMIRjebKc+GPIt0rE2GFm/GYG07/d1kGfld
T5nkpzEoyi9rQWchdxLzSXfC4TxPyrhXlJPuMNANghqH4sKWiWsnHSL1UU3d0cuGS1Fl8dcwH95H
+aqdbu8w6UiivIB8Go4eWwoUDFWqASHhSNG7xrtwGbyHwVS6O7TQjZ21lQ1FUC9OKOVGuuXXn7RR
7WhRVIbSF3O5JMgJHJwhxYI+yfdeaulQ4vYFJEqgvuXVR7VidlPCrZSShR1imNVfViw/gtAek5+3
F1BsxO1GFQAUYbdD63ErzYDUv4twtWYGcKXa7/qQ8L5gkL6zdpKLAFkd0K7AQQVGabN2Lc6D2kBP
PkinuD3aQ+t8ded2fFBs/R0u7MvOpCTrhxyUQPJCSKNiuxlOz6d51BTTDPKlhhCW2U7AMXS/K9WA
csvtBZSOBQkEQC9DvhCEgnA6mUWZsC3ggcBZ1p373jJ/GN6afbw9kuRV5j0mfSNBF8hE43oD9iX9
Qwdr6wATSgMrV8uI3tpYFAPRHFY8FKfCTYAteso93N5p5wvKbhb8BEluwb3z3zYG6axMr7uFmGBS
HZx2U7N93SW9GSiu0n/IsxxJBSftUrwPNOu+TLGLgZiefb69BLLFFoeCXYRuEv3V6yWYq3BxWwT7
A+xHe/XQ6El9n+Jq34BCqLudu0W2aYXW6v9V96iTXg9GY1qf1LAg1ck8wqyU3oI/WVN/aodxzHAG
aJTlHzbT8yHFFnj2bMzxMrr90uFMZY79XacV87HXYvdNqCV78pjS3QTDD6lch2Bvi8s0MOyN84Z0
ca5KxFRJt5rzDE8JJx7XUXwK3dnHcHbaT4o9aTthl2xslAxc0SASD/ZmmnQ4pqrhwsANItEePA+1
lEjXioNnt8aR2uZ0HKLiexLV+c4nle0fNg9PE31WqmveZn3Xfh2pz+JL0zrq2Uni3B9zwzxX87Ie
/36rQiyHGvaHkmxv7iCc4hVsMihH21X/q3Qy66mw8+4M8cXamZRsn2JniIs9XSOEYzc5lkJtGwU8
TIwLLtdg7EbzaZxbWIyLKhR3nB+3JyYLskDI0OiH503rdlvgmYEOp7lAyLhNGH/PufbuYvyIX2HP
UP7wKNZ+WGDpBUoF4SxRJuttsdA6zqqk2+mqSso/sG+5DkXJX0x+cx0k3qgPdkt86ZIt+EqrLA84
EzmEPdrXul5rSvN28qox2+iuDAF1emqhssnsmhpnhkJYlNMQtYw9bKIk+OOKhI0ACQlw3ZaIhn+u
hY8Oz3emoLYCSMQJVDUyfOy7jQPO7NE9EpR7EtySh/xq0M1tVefIHobUeAVXZzxUjt6dQ5DnO8+A
bK8JFI+hAW8BPyR+xbMLqgi9MJmmBMPsWv80OIl1XntwApaaPmihWr69vdXEcdwEJ6LEJCrhDEh5
53q0RdEnKHKajWNPpflqEul+W9jTY6KNxSVS6/kYpRhhGDG1vykskqfbw8tuC8tiA4AZguuxBQNb
Xjo64GdAZQkP7rBLOn9odRyikrg8/8tQwCCAjBO3bPOFFaUvrK4Zqq7i+YKYenkk42/epJq5F5xL
PyGsEipO3h9e5vWiWmFWF2iO0sueEho6ZaS/aYZJCxDqQz6qrvawOtJVfDbeZmMi31h3Ewr1uC0q
+WmFfXIghcOaSnH32jbSqdE5F7JLdBy32Y/rLsncUdALIkRAXlGnwGMpbeo8wvimGV9bZvLX0qNo
HVBMg4nHNQRlRkz+2XmwMUgJ456SP9xu51AMie43IZ7ZXhr+NZV6M5SY/LOhms5LBqYE0mGdbAxk
hyHomnLcqSLLjhwFJrrvVJGpimwOeNeN+JJyoAJD8TohM+8OfhZq3n2uR+oZu2fCT7wqX1XJWn/X
vblbd0Ig6Q8QYEhR50WJdPOadWG4dIjb2wFCIu7kpxmAC2Mcvd9FZSrYQXDebWNUToqCKZ7mJnvC
ALLtigUHzTCeUjR5Nm9KZaKLTIAnbrgBw0KvrovJd2PXeD+vSRoebp976WwF04jVRs1iC46EOpqX
VshoeqfNvhNOw5sVac0g7hGtsvFHQ6pRiR6cWrNfr9a816uRBWJ0Cih107eiILTZU7QDtXKwuM41
L8ZcSJ3Kr4OaKu81K+xP+sTHzca6x+u963YuPGk+IeT+qXwJ29ltjXF2ukFtZ5BCnjasP0dz7k8U
4quLW43epUFF7cFRqtYXpQ6wqVA+qKbUe90M2aMpTA740nxze0sMMpQOYvxCc5ka1psmD9HHjMJ9
OxPZvUTLE81XIWoBvfT66OYpWiH4Q9KzV7v/zLzTsGKvU3/Ozf5IpWKPcy+d1Z+HBHgkvZrtFi5z
Nwl70JFYwqeHdabzZOPDdvr7rSsiAGptELsJBq8npUSdl80DiW+jR7NxUPp2ed3m6FyeFsTQEr/r
9Kg+ctDRWyVF1qJgwAjsH9CMPM/g3WnSIAGEpMf1z0AUGNsTjUpbqK3RF5WXxh8nXCeVyskD/JId
jEaG+qS6leGbRV5djHoId7Dwsu/7/DdsL001bZKsA72Z4Ad4Vta4fdC6Qr9kg5b5KoD4y+2ll31g
bigHShs8pRdsZXuYTduJKBmbVTVdKqvXLx4mBe9vjyK7CSk1oOULzYZxNg/3FFO1pOFoBRNuGz/D
vjEL3y3yMfE9POX2cC2yq8g1RS0elg2qRps11AanX8qV+FUx0haWqeXp93Uy5fHBjQ1smHoN1za/
tPs08nsEpPcqttLZEjcgT8plgIbh9T4y22nMla6ltGBN7qkuuuWyglmCzjBPO3mLWLhtWMu2FHQi
dDFAlF0PlU2Ljcs9hYXVUovI17LeOzjKUgY9WM5jgjJrkC3FHodCOuqfzrBOf+XFpmlKRIsK0bnN
7Ly6q+zsQwXr7KwiyvBKmZAPLCNO6t9vIYpwFIL/AEy27e/KJBn9UxyLq3l43Ubq+hGHzv4C43TX
M0p2KERAS9nd0KjDbT+gDs0tclAcy9u0OlXI6ryetCraOXqybSoyNrBQQlx2O6Mxb80BQWEriCvd
+M8qu3IKWsTnz0tSmgG8wuS+R3sNuFA+7TBTZDuUqxaQPf9x8DaPtTlEemxBfAvmIR7vujjX/ZDV
uI/aaE9+RD4UFAYiIDS2tmJTntaA24soA6MlVxwXp//ezeF4RBih3wmAJCORT2IbhXY/L/H2kmmn
GU+pDLynMyTmAa2Y8H6cXCv3TXswzn+9G9Fdp/sNE5ji4faK6SJtnPECsQPstJOgNzUFkVZ3eR1n
ZJe3h5K8CAwFxoktQp9ty8W1TQhRRkqNJKoG5XeK24Nv6Hr8bWgbB1BtsQdQlcSRtLvE/YnmLWGV
2LbPkgNHm7IEj0sLy3i3VN5MhaJ+qENk0vx8wgb5Huv63D3NLmbcw7I6ua/M0/Ll9pwlB/CPNRKV
cNAhZGDXvwHzU4NgmcrPYNrpx9Eb1mMHTfP37VFkG4bCPvROCiu0FDbvfbuSvaKBSHCjhbjk9VPy
sxmUyg8JQ3ZyIdlQ8ISoO5Arc4dtFjWvsBxOk9kMXC9uL4bb2E9lRGRjq7vqbtKheBFc1HPpYm0r
WYtKdXmGIBY4Y73iIYtBezZA5R6cKNkJViSfSfQpPCTjOQigp64/k223A3RSfIVGI5lPcZI758Sh
qnH7M0kOAMEYVz8dLKH6s0njzMEFUiJeG1Lk/qjpQ/3ZHafip6d0P1w96XeKkpL1E5oc3Pto4TOp
zadqXScPK0qrKJt09Ru8ktDh9bBr1rVpL1CRrR+SI6KVhWeWtoUh8fj0lrbSXEpaXbu4zTgcmygz
d9ZPPooJM9cjJiEfvf5KYZP1NS1ck0igKi+EJPqDC3PucvsrSZeNrh8QDygHpIHXo2Rej9taQz8l
wmXtpCTjSnY/qq9HJ/3+9yNBfOGS53lGHH8zn1Jtqx7VGSrvnWk+quWiX+YlTg6ZTYfz9lCSu9BG
0A9dApTRSbo2QxVlSS+nI5IstVzzjag28KpW4osSO18MJY9NHz8V9dIOM/LCVkc8e3t82aKiLoi8
DnexaE1fLyoxFsSrkugcHrB6hsL5sTIrSpexsS6fbg8l2yWMgQUrRCGqh5sCqRqWWVEgGRCYTdsJ
sfkFaYnG0/OdKcmW9Pk4+vWUslqfGohwnOalG7462FverYvbwHBM81PjrP15LGrrGCtV6M9Tt2ft
IV1RkeuAUKbuvL1M+rS2p77jzl+nMn/Q8bF476jr4luh9uH2gspGwkJThJFwT17I1c3rStck0WnA
DVl2wQrXexd3ZOmI5to7ayqJx5kPMiHEkgL6J77tsyd79ma3yjt6fShO5L+8wVTvrV7NvkcAGu5R
NyserdkY/+HA05Sgf+vRoLC2DbAOmESeIqcZLGlm+HFPU2Qsw/7igTQIbi+luHI3WY54X0RlBeFH
tuhmfoZWt6sBU7LpZ5KZLBz6c1JV+avYcMJT21v1E4rxyn+emu2VdWSPD68bjSFAVVCPN0O3ul6P
ShzT28x0qIwVDZ/SWTOfN8I4dmrZ7gSWsqkS5lHLECQ02MXXU1USu19sgnNA+7p1N6Ls4+tz2Aal
EXWit4hteV+2xyTuh+PtRZZdAJAb6YIInTb0d69HHuEjNCtHL2C85uDNc1z4qlc2O7e3bBhiWVGr
o+D2Qs2rKcw0KWrRd88K83uFv8K5zrVlJzKRnQhCBqHJSneCGV1Ppo0hkkQhemSr2TxVRWad665Q
zk6tlKC1rfqQhkq1cyCkM+M5Yp8i1vPCWquvjU43E2ZGVzAPJh32+bh6v25/JdnEeIzQe0PjnXrc
9itVSuzRSUJVRldpuVRT7yPS2R2Izzs/yYvaH6pk2LlfJDMTj59A+0K8fyHgi/C1WqmLAv3BGobR
d1K1ftXOybyDypYPI+DEhPwgCjdzS+II6+icej3eBMrverHyj1rt7HXTpaPQNQb3zXUCZuF6a8SF
QVMig7nv1LZysSNlSf1mGMydHSh559DxFm59VNWAk20mYxZjpaYDbTjLSc3HUlN+hGj5Iltv3Ocg
st707fhNnfF30Ed3rz4jeXrQdKSXJGTrkSLcTFGrAUUUYSTE1yLvVdk1KMqamT37rTabzs7mkA6G
HK/gdfEGbTurDWrVrZmINk+xeE9q2DtH3SpoF6tDXc3H29tfOhirydeDqUsEeP3xxi6KFjCWTlA1
9W8ux+Y93qOYHazJHrtItk1gszIfAlqAQpuRzE4pkUYI6WcUTXtCk2Ra/QXPrr2epkQpDwgtRSZB
1OXi2JIt8kmldtfwsdQWxcp60eOHsS67Y7I44yWv4O8F+bQaQWMneCzOY6Q/jQj0nxJq89GhnfIG
MqSNindwe6mlGxgsMYUUrF4oKVwvtYbiv7IOMHx0ntZvWRsP96TI9eA38xCeWA/XQ5oGLTq/MdQs
OdhZUTc78bfsc1NiBGUjKrnQ3a9/Q5U20N2zFrgFicBrqP3DQ9ra86md9N1YW3KzgsNHNwVcJnWx
baytJVY4GBQ0qNrG7l3VV8p5sYb2YLPlPqMWOB/0KOn+YT+TowsQGpH8C60NNbU7RykAFWadvXzS
J5xrPS0fvhUkNP9wTqlHU4Fz8W4DKnW9li0g5xz1aC4FHXVuP9RD579Mz4vyPDStap5u7x7Z8UGg
F0KrMNABjHA92ohlRhpF7J4YcHb2lLs1atVm4yz/QNMg4USLAQARG2R7IwzIvyhkUHDE1vqN02ru
zwZ5n/9uz0b82k0AissZPCW0B0X9eTObqLe9Ngy541Rqwa+QsteeQuiAhzjRB4zD52QvS5JtfJO6
oqg/UKvZ6lzh3xx5gAYRP/Ba+2QUwOjSrB9OQxnuyY9Lh6KEQ2BNA5T6wPWXojU9ajhpwOBWMB3r
eiO7tGMzHis33kMzya4UGtT/P9TmOBut6VRt4yHqZsBP6G36FPbcf+1x00TRefb8adXWY2y2vV+k
Tr3TK5FtScB6aKGBB+TC3STTVZ9aukW7KzA703qbwTg5FVPR70SBsuUkFyNUonTJJxTXzPNcLCeH
nlKwFdkStZclXLBdB6L4gJz4dLq9K6VPB6RiQaL7k9JuPl0aVWDmmwhUUaOF1l2bk8UedHVsPV9B
lBPZ1Sbifp4jyseP9hrhnIK1RtX49mJrX0H0z2e9bKZfU28q1c6Pk602nHbAAPCayKA237qDxJRr
hqj7m0X9canAeADy/QfQDAYelNCAOon80Lhe7SiuQzfTYM4PrRYeHbP7XqmNcom09V+uT0GJJHAE
gUR5/HokIvLZmnSgkegPY2VhFy0CB7mqYUyaUUPaUQSQ7iJKdZqGsBZZmfj7Z7tIH8u51jIhO2c1
8TePMuElzVX9Qxbm9k5pWvbuCbkTKgcIECCtej2UCq8i7guBkoFJetTJeIPSnahP60vkT8403yt2
rHy8vXXF/3R7oQqZJxxBOCsADK4H1ZYyNiHScBbbPn6YrdrxuVrr0m+8Tg3qbtxDxUkHJBohcfoD
EdksaIjBgltUM5p2mKkjAKJ5PxoHYs/YGfHnuDL2GkTSVf2jfMzOEONeTxCBHMVbVDpsEQaGj7nR
Wx81pRhO42rkaJ40iXroEb3biyalp+7ZsJsbwYLZ2uPZxA07qfqhTfKaRli9R+qTLyZvE3AXmhrb
un9h2IoeCyGHkkSDjNPS8K+10Jg+QG3B4ozcEP3z2ztGdiKEWrb2J2fjRrle0KzNuhGUDy3L2LQf
u6UwjtFkOq8z1012ok7ZIoIFhRZAoERvdjNUpGIwMtN+CqwhyWK/UMFx+Wgl7OZpsk1CXQvTJeJX
yECbgRa6TaVWwG/vxgqXj8ru11OoTU19nPUSo/Xcc4/e0PRfbi+l7Bl2wMAS0gCYIkO9XsoBTE+U
kVsFMVSWc+r2/fe1TcFixInxyjIU+2SDmzigKd/CezW9nQtHhvqm68zdBi+TesmLDLzKtWkFgUOH
sUHWDoJN9WTFWPX5uKxrbdCu4/TQmzWu6OYwAbycgMZPfj24JjIhblPt9ahl3wEQOteRCPKwmbte
EJSy+bi5iLaq3HgAzx2dSJmzwOvVMvVXp9ECVIGqnXWQjgp2g3+4AQGZXo8Ky36chp6gMjVUUVGs
jN9pNqevEHBcH6uE8hv0yj1pUeni864IqTtVEBs3H59OFK5SaOoFMYivEypt3aEr2/gJ9RfnEIMd
/uqB0XsoeezwgVBtYoUw+ex2yG/d3oWyUyboR+wEIFfmNkDQndgecdlh0cc4PJMrIFGnGnsZpHwU
qPdoCFNO3TKdlDkHujuQxtvTmt4Z+pQ/2Kml7FxO4lrdPmdC0IY9RMMcTMf1p5xTxTBakR94U95R
dbHtczpn83lK9fWuH5zKr0Kk7+20Vs+3V1GiciVa5JCoyE2A6G3TVmfQUKKtM5dRs+FJdxX1EObF
8gk9+Gk4KrC9h3OWGXrtj5Y7PeBsmqHhJj54MVtPZqOle7Bb6WLQ8UDkTEUacytAWIUNsg6d4xC7
hMsPY1b1BLCXi0OLXiNte29qERo4rWE+IEm6pzEke5rIAymNUsWmt785yjgFa0a0Cq+DsBjSR6Xu
8iAudeVNZGbN+FWNI3NvvrJzLLIKXaWCI+wirz8+sVVidRPzncLQs17rveO81fErVN/qc6M/ZUvf
HjurMXbSGclMAfhzYQG6FQRdsfOfhYhcj0sKpwzldEdL3+Q6x1dbi+JX1yqfV2ssd4aTPBq4GZCO
4o+hCWXg6+GWrMoaClDss8Gwn/KlxVAIYuk3OyyN5bCMnvkKxRrtg1cKj/hV2dOXlk2X0swfogHb
fKvTueRtpOi56YpWbFj7yohsgZ9RQP22toMnQip3/bVztkQUujnWZN9IXAh5M+vF2WqLBcGVtneC
uavjT10z6mdnyqIn2Df2ryQbCn+x+7ryE0v5YSxGHyDNr+9ck5LTxG8AjIOYL+jubbe7s1PcFeaF
iqdTrufWrtEWgI92CVen8G0b6h1sdKc4ZW2R7txqkpCL9I2ePrwZkqytAsZQWDZAaYZeimR51/S1
+wnmqnunrZ77385Si936YqnBTtPREP2aLUCmMCh5xIibBKNXp4+EAd5vB+/V+eDFOhazYarpFdFA
1j46U6TU/qKWqn5KIn6fX6ppVx0TmkoIKnZFzFXX6vXeh5D/QnYCpQMezm3n2FaGuBiyBBne0Fly
LG/64oHqsXG5vRKyYSiXCUQI/+JVcH3OGqsq1Cphz2lhHFfBklSg5Zp8zd/fHkd2nlhtEF6gC0gz
N9GHNVRp7xnokgH3yqKDNqTNB7XTQ78nWUHXJXp3ezzpvKC2oOCArTX35fW8NCMrF9clqE7cpfwC
2kD95djDHtZFOisBfAJszJy26tddXZrq4qDiVKzr9GhWKT0PJLiDRnH6t8hV7B0Ryd2PNoHJuaTM
AWxic/dXLj2/NJ2doJ4GJT+oaG6UJ8OK++gQr0MRnSsN8PoRM+j48+31lI5MnZp81hF/bB46u3at
xevIHVwlSz8sZhh94K1gY+q1zbtfaFQMK2UJbo8qewXo8wjpGPqAL4qFY0MQrqQE7fXoGQPAqLV7
XWd69AYCH6xbLTWU5pQkRvw7bhMvPtB6Xf6hEoMsNbADIcMLvm2z5vaqlQh9UzM3O62h2aSW0Vev
zLzFN+dmj1Uj21CUsYAAgZTFRGFzTDrPGgjiCK/6PM5O+G1mfmgvzUMZhT9WEvqd9ZV9VdS9KDQT
OtF92ryyrjFNOk1dF46r8bCGRnspB/WNtZTN2VsArbdDs4f3lA9JroscAPnAlrgS5opdUCDEOwh5
MfBNUwMbvncXVBpX71tlp8UrHJKsHQSybFShCgSkgmXlrF5fB3ruYvsWq3SXDMoThRIrR8WK+rto
Tb0fNm4mB3yhdkVdZF/z2ajbYNlGUhgxM7oSytKpTx4KYKe5UJdvS2nW6oHQZ9L9YdCpY9iJ/ajo
g3lq0G0MtH5abYSZQDnasWp8ZBm791FaLY+YCPRPt8+Y7KZEW0s4HWEHyJt/vTSGskRdRRMiiOdo
PVdeGT52w1yfb48ie9zR7RaH2eWp2SZG7RKqmUUPKMABAQRzUZoHNbPVgBiuP/39ULAxqDDSXqMu
Lr7Ks0hVU3Fp8noiVc0bMZNWUtNPqYCdEZ9Kds6PbO2AKAikI4KmL5wzCpsgrcxcIL1pnp2wo1JO
ue6MO5tXtnaCgPUHuAmCQPyKZxOa0wxDbENU2YrlN4C86KK36zdqwXuQEtlApJNEVbqwGN667NWq
NtR5A1pNaWmchZkxHcwSPacsItr/64+ESRFsBFp2pE3bFle5Zmk+CqhjBSn0FYr42VEHd36Aqtju
hLSSWRHjEd6whGQuWz0DU89MOOyA59ckCdGlH7JTRWn9x4p+/D8MRUYOJo4mBG2CzZeKRlQDJoi8
RDlOfaawHx+dBFWDLtX2Kr6ybgz5n+DhCOwKQjjXu4I8KNaytHaCPFWrs6Y3yiHBXvK4jNHgl9SY
D3PmNMfOHRc/XCLodIXWnON1Lv1YHZa7rrTyHUSN5L6j4YWLqZAAp/m7eU4Wt8xbvWT66pA0QW+P
MLAqjfhYt5ODNQ17krPS8dAAoUdqQ47eBq882RikNcAz4klRwI9q1npc2tn4tBihcQnjVt+JYmVb
yaPGYOJmDkt7a5AxdAayhyNRkDLV0+80raK7iUjgOBVeswPo+dPh2aQoFJFMURTWRCa8WcxsykNA
ezxZilaN9qHqWdpHRWs7VLjorb/FLtr+L9G7dggUrtPQX4msUXtBs6qBL5jOo79YJIwBfilQj6fO
qd8RC2vOMV7bQvU7y1uf6gmM46Fe9fFjCgui9Ncoh+EOXydu/ZxYPj4UplI+prlQHFHVodf9KMIm
5Felzarl42g/2KeYoD6CcNuM1PSapn2br/XwW5/bXPH72kbGbFlKtTmobV8tByNusrfTWg31GSk9
Qz2mdacrgd0W7fs01a2fa1PZ7+Ii8t61cdiuQYfc2F5P4WVkKXp4GrkqeAj+FAHDszvVHBAfsbQR
eIKr11+6ZsExJ7H6c2NZ5dlz0OWsPaLbPg01nkP1w+3b7+XGFaPzOhECCaGVzRM1YHkU1pk4u10Y
vca3oe980lHrtW2NnXmYYt399Q8jgizCBAz1Yl7g6/lmC/tGcyAtu1zIjzYokMNiG9WT5sT1sat7
d+cmfBlwUWclUUE9lplS1Lger/KsWF9G2nw9/m5omMT9ydDd/lDhDUAGrS2nFN7UzrK+PJ4MSocI
hXHovcA0rgf1sjQqDG69wO7s/FO/Jjq1yNF6DEEO77zJ4ia/Pp0Mhf4PhUeKySA/r4eK0kGZlpD8
MuYwHopECd9EqWrt1Oxl++T5KOJXPNulyWLMSWlTPa9XxbnPm3J4cDIjP8SjaqW+gf7Rv3w2elDA
+SDa8GxeDxi6Wq5M3PBksH1/rPQ1PwAsn8952oL3hOV6l+JE+dexAGspQJgC/CZ6RNeDwt40LCg9
9KX6uHtnm0noD+FYPE3NLjlFtkOQAoNjgSQp1YhNMlc1Q98pFsd+MEvUSsyxOaAlafuow+ypGstO
AE7JQhgFJSWe6utZkVkI4QsAXlGPZ3I5Wt6Bplz4EYn2+rW9TpZvu8UetV22Yf6wyqma0h3YhlXJ
2hjtqrOUCeDB6TxrSft2zF39iFZA0x8ao0SP4PbNIp2nUBHhVUSRy93cpCp6Hn3nAihsmkS/wwF2
DOAqNg/FAunHwIDjjC5Bdf6XQUnJBUGXWunm+Jm9m6CBBOyly9UK8n7/bfCIu2NF6Q/Kkk2HrNT2
JrpdW1jPghhDaAfTm2t7s3cQmYGhmGXrkUpsGXRZhH15WMaHuqjnQC+8dac0t32i/oxH0AoVgPuT
2PV6A4VZ56nLmKzHKevbt6LndE6zafiWhUtzD3bQPddppL71mio86FqDxs/tNZbNlynzOgrFnRe3
qVMPdDLsmfk68Tcnbee3CbRy3zanu8KIp9+3R5PNliIPfpjc34CJN6tbk5quMc2lYxTqeB0tTXyf
1qVanupuad6rSg0XT1var+Ew5w/97Orfbo8vnS09Yvi1UOOI4K9XG+s/ZWy7cT1SoHCRnrCywIz7
/LU9aJqvLMMeRfOFjIj4vAgCokdGIY+2vPhBz+72CZvFMTThTGZ9qV3WaXV+iaTs3A29djSXYgqU
WtGPw9Kor0wti9/HYNZ2ooLtdchv4Ow4AAKQuQWGunkwZ7oaHR95PZq5twQTMIpDaqX5IYWjdLy9
vtKh2EnkByC0qNtfT3edokKvaJoc0UYZHs04V099qdYfx7nc4zlKhuK4cEjJL+k4b9GMa59Ybtdh
9wGs0X5nGwWpwZSlr4pM2Vm/7d3H+lExQZGKtwRc0dY2doxSBfhGpB713I4DRV3R/5sX5UdEWP+Y
IjVp+KVZdDtRgWx+Nkk6oSn/8GxeL6VBBVQvsRs7Op3qHEJUaPyQLuhdk+76Dsp2KYgizgXoCTiJ
2xmGPVO0NGU9jp5ge8zOvFAYSO1LQePj62Jk+c/VXRzEeC39pK21qyKGgyLjzl0kWWihhypouWBk
XnA1cP4Y3LZX1GOfTZ+UyFTuLWpoiLKWyyleRxo0PZytnUEl60z8KopICCHCRxF//+yEroWV62oe
aUfSE+2sRZFyiq05eTeT+e68Z5Lbj2SKPgKQAWq/W0pdUVJ51+xMO4Za4x5d/ji7GqLTSaEvx8ao
hwfPRSIRI44yqIY520ncX85UCGvAGsTRXNwDm8NpKNWsKlapHVu8TYK5iOIvkZe3wRKt693te+Dl
PSvYziRdwlWCusXm2kuKNm3xENGOBXCkg1Pkw/2g6ut9/T/OrmvHblzZfpEA5fCqsEMHt9t55oVw
pBIlUiRFSV9/l3xwAW+10IIHA8w8jGFuMRSLVSvwhKfeINXH18d7ObOODYMCYMIRD1aOyu0ixvEA
NiGE0osJPLB0sM14kZH67mnevA2cnt9bMnHubKx0uvCuzV8ffWdiV3lLZJvg4qPcvbnVXNIS2vuj
KaAM391bVfmLBYK+jWRjn14faec7kZ1AjQpVDlh+bVWp5lDP8RwjFE2DOxV94jbvIL4/X2nQoeA9
K3nfUzhbWm7d535tkoNyxW9+xp8PIjTAEGshzoKdCszqFpOiBTrzshvnImzc0jt7IWnsFC8+F6Ll
IS0fJYoRSQabLvd7zB1pTmtLsM4qW9XPLZ5O7GmAG2edli5NeKaCCn4+K9tkvlfI1fm9DplCDQti
VdW1lTUZUiFiVLqaSJNzy0zHD5buZchBcwIdYrSx8G3oVtxuHHTHhUNVj9NP4v7sD/FUONxeJw91
k5byCtGQ9OHP15dxf1ScQHeVU3xhaMSGFprWNkatmHbPYNmZs5r19CaZO/VrmPBsZ2NXfn190J1d
CqxxvGp+QkkbhYnbTw2N1SUz3BSKoCUqhaGGd42CbiomGYcH23R3qAittBiygzYql7dDAd/nDaGK
7KKS3D9zIKAzxGArg44kO1jANWhtdySyZ7xJMA6wOZuhILTMur5s7IKFcZN5VT2fQxJXqW3F4VNC
EqsIq+Ee9fuh+PvpRD6H7A44O6ALNlmVgYvazIH7K+wJdMLQxWo6ZQRTNyegB8du537GacMFvV5R
6N9sPRg4IjrAMzUyEJBqroDX/TMvyXBiHXodjT2JixrUcDd5QMWn3VCLDHhLdfC9OyEdJx6vd2Di
8S7ahtgqoiFolAO2jw2P61ozfVeNdfl9ACTsoRcQdzm4mHcGXFVUViFfAIQAkr/dRF5MqesJMRfa
n/oPtK9R4aa0u1ZwgissPEEPxnt5KFdmIxpKyFzQK916bTQh6nHovNtFHFb03upiDTibRyDHUIby
1LfT+GGWkfvh9W30cv8i2VnN8iLkPehcrhH/j/TD18qLyx7TqgE4ytbCFhzore5T2Q3dPUgl37p+
BZ4F1kFD8OURRSxAlwmTi+XE8/N2XK9BUjcPuDHdQCbPjWrQoG2q9q5q2vLgiO5M7M1QmyNKJ+3X
TY9okMQ1A6ANKpUtDeIne/DMaSGcZ463qIMMZPf7ADOywdZeBcU20BC7hx9qybGaTu/XX4C8Zj+i
APeJKVlycDJeDoX3JILcqgsHLvM2ezY8pIGS81Bo5H3ZjELR4+KW73weWX8dV4GPwHYBshvHEMqG
t4sGAY0qlMMC6B8Z2oxBmfPUy9hPo8qy3r2+L19mGisUA7EGZ36VtdjcFryCJCJ4axgqcvWVm1Gl
VjSwkzPVKIZgP6ZzB3M8aOaA/D7/vdEqtIZsH5q1qPwABgM23u2nGs2WHpbWsrCXSlxVN4WfyjHy
UhSLnDe9q7oMSZK8dC3Xz7hEl5MCkTIfATdoMzqh43EQHfYWGdh2Z81rV1j3JhrFEHYeCBTSC8YX
A8EWZn9EcwRdLyc+MmV7eV5iB/cmnrQICiiZbrZuCAdo5i2kK2jgdRmELH+YkCd39ahk0Y/e8q6c
1RFa/WUYWsdEZrnmr2t+eTvddhsR0SK5KxqL0NUG2k1Da5wf56bVebU6AYp5dk+JLI8cZV+Geehg
QGYfqw1qGxq4tyMvwDhS1rl90bdlgMzVca68jqezpeGFuCBRen59Y+/NLp6XiPVIGVac6+14bd2R
Xjl+XwTMxEVlR00GKbCqiBfpX+qh+Yxq5lHLfe8bUVQEuXyVxETgvR2zQdKOlM/uC9JPblZHogTO
qMRhsqc6o30c/nXww8n5Y7xNnDBBJJO+cvpi8nmVuoJHj/2surMd8/AgN9n9NBS54NGAixNvg9tP
661GciJNX/jCH1OIfqKI0HHrqYFYBtSJk7+v4OHT8PyBKC8SEdCFbsebe9mWeKNgKqeGXuKm/zk2
PVyIB0hTDjpIDmZy71z8RhXACgJ58zbiSjccvCbWXQGhs+ATRcc/S6Kqynt4f+VSONFjIIcma2qP
Hdwq64fcJrZo0kGjHx8DgTe0Fm4/1AfPuW1B2SlKUsoncNPnh5CNzUGV6QXAAHH2j2GACLkdhnLu
zc4cdAXa+hXUnBXNPX+QDzGhzwTWxHdlxMqiBEg6Gyh4WWWN2faNNg/wkVNI6yf/gKa4t6PQH0Lq
h94bpPU3KzzEHG9tFUFhfplNIWolikXCzNwWiznFpTqqWe6OlyBFADF6LZVudrDUIaxMQcopBjdu
fjB7jL5w1zV2Ns6SNWlZ9eP310PQ/oh4tOAGXwuLmxAU1lLhmY6lnYT00wG1vUJXRJwcf6aAosdH
dPaduwsiQ8FaVoNsCJ65t2usZh/439DvCofFbg4T5DiLl6S7ci7UwX7ai65rmRSXCZpF4FvdDhXr
foIQSYzFi8vk0TezyUXXR++JZOYB8l+IebMG+O31Cd0ZFbpbaEtBWXUVc9pM6IhiZDSNXl9AJVde
+2m0LmwEXLZHwp/pPnSyGt2qg0HXA7g5oKuOBXQKf3eotkqPNdC59ZK0olBONKKi4ZPHpvN/BKOn
c9iomLsycOlvo5p7aZz24JTsfDKEnFBwwm2CF/1WzVJCjWgxHqTMHEN01gnwBkxCIYjujs2HKByc
rPLdI6PHF0Qv3NJQIUIRyFs1bF9MdNehshZ6PM4BFOZhgU7KAllgMQbfkBv7V6o8MhcM1nFPbAJu
+H6uFfmS9LTi+RRa1sHds52D9des0RHyUoAAwsjtdrPNPtqdrHHj1WNyvtZS62IZRF0EapDop0HF
lPTsiJa1jcsYFLk3HFFRuQEkYCsfAjVYKyibluRRWXafMNvd53k4ZIZvN9fvUQBAAmIXJdQXID2H
JKiBjYxAAId5D65l+f+wJJE58ai+TsPYnqTHg1RVVX/fjfFBgNoGjHV0VDTXGrG/6g6sE//Ho9TT
OoA1vJ/kVPPloey8O4/a4x03KFa/fnL3RkJGhLoNgAgrIeZ2pGnoPQNRCmC/8eoxadChJJWCjin+
sbulO4Bz7A4GLM5Knv5NctoMJpLALIsLeHuwNDLzSThkBp3ROvPcZf7w+pft7ZOVfvv/g23ub5ks
erY0EOWD4hyQ53g4R4DJnP/DKOtrEM0RpEXblkIXzp5DxhVxC2bNya1kcCljFb17fZTdiQMgBB1q
3BPY/7cTFxkOf1Xg5nPIHLJnYuhH4OH0aYYj78H3vCh1rVtvFccEtgcP0BetKChdRG7NPRBYgVJF
QdRr/xV+l2S4RPQ9H0onEwSq2ZChlWdvGOO3SJT+Fr3++zf8xnMA24Sa6SYjMFywKpbA50Mvsrqb
3MZJbUeEVwhbz7lDreXOUr45uDm3SQEGRfYFwgcA7AjpWwK1Cmu/tKsawSzkOmf2IE1Wd4ikhLjD
2cKT9mBR9wZECr02F1E4hUrD7aKC1kKqBqpP6EAT8J0EqKWYbjePl9C6c+pDz9GdTYTRAKOCEChS
ra08w0hbXms/gWiwcvpLxNl4V/pzeIqQtR/M5e5QuKFQ/UFogfPm7ad1ZGyTzsRxTlzT5Y7H7VSg
HH0SPlh+f300UA9dBbtXnhmgmrdDySnEK6Ad8VW1MNeS028cZIBnR+Ih9PpIO1cCiM1QuoGaFNSC
tkmOqq3RgfcLFASGNnyeR3f4jH5wBTJb0H3AMza878hCM5sagpq3oQfD780pLJ5xHwHSCDT3JgaQ
YRaAbQOpylBZOzlyEGcTNzIf5unb6x+6EzlRTEMJFnUnaNhvQSIlvImiaUJMSxj4zcK3kn/cJuEH
l8He9gcUDWcOlN4VXXS7cDzswmCAJEuuBsPeq4GV14rWY+ZLHV8ctO6y179qb/mAAl27FOBVQ73j
djwNg9FoCdB4beWozzOn1g82h+2z7XR+DQefUp7DMe4eSajF5y6S9Mh25cVTb40wqz7mynfFAXxR
aq5MEqLQm+Sg4Nv0ZIKBZETo9hug5fbHoeTdqXaokbnioT/B0EaqAmaHyXu0cxncf5Iq+lQldPwP
GyvC0xrGAet76IVQAkGDT3VLAs3XxTuBPzOnsQflIYGO4MFh3UkYV1EvMOtW3e8XYCef2nENVYok
XwS0BxDpePI8lzp20oAG+g2vpVdoERxt6N2ZB9wJOOe19Q9Ex+3aI856sQTpOm/7svpYC7e8QLSK
P4mShme8jHqTepO7eqVzm6bUDrqPlYJbO1D/44Lyrq37b3bAyBGGZmc+cNBQ1AQ+CLfPtrrRUr/V
mogkjwenTxXm7bJIDFjOKHRyR/VVOsDV9fT6SdiJJIjNcBhZC5xrFed2NgIuGtqgm5+DVbngteCp
wgTBCCPhaclfH2rn0KF4AnRHCJ8Y7P/1p/yRyJoAaHWH4Y4zlTUUsNkG7iGUHOTqRmUKz4Rr2HYf
fcHagi3Qsnx99J1Ahm0GGiXiGB6m2w5WT6Wqw6RMcgAWvcsAD3e8FU15EFj2phMmnhD7WNVl8C64
/UZ/DBePNLhXQZ3/2gUd/UixB+9hk3pEhNoJmQBcrTDBVQMXidrtSKISdOoY5nAEci3rBRRseqir
ZtEiVy9vUV9en7+98UCUxwWOpyboqJu71a4EG2xPJsCqKAauevNBwu3+bIm+y3jbHrWSf3f4/nzR
Y4PA7nXtAEKmH4WnzffJkTZYpCHJdVd2p6qsRkgyRzITrsvvZmktl1LEYzrATjJdbX7TCqK5j62H
bZsYGV50EP6AwJ6bTSGK6PDeMwcTsrfUCB8Rzg5WAH2Z2wVwNbCpSdImoFVWHrYzDZ8H5rcpgIuk
eH3uj4bazEWLW1OyDkOZ1mbX2okYmnZe9TaAFMXBId05Jsj1kfKCNoh+7zYKlbTUtYHyRy78hp79
pUPLd7H6g2Oys5nwRoJyJOQHoNa1VdSggPwqDoNQqLxaWNduiWkaUekU3DfgLak4/PX6DG5Lx2u4
Af7hd8HNBhRi8wBE53UhYQjNKgKn3Y9OjHpURNpHi1fzlxnlvzcQW1Bpt1TtwZfuLB2yNJT5fiN0
QCva7JI+ZG5iAnzp6mAQQ+sgTdBMf+NTwQ6qULvfuOotYcDVIHCd9D/iaznPKJ26lOQjRHd+goAB
tbXSsjsBFWlRf5kD6r6JBotcB6GG0+vzu/uZMBReqXFAmWzJLqu5jRdBIwRJfu1+EjNwRnMckDZN
+vGISLQ3FuLeCr6A9jGwvLff2deRN4dTiMgQMzeFE2p8VzfNXbyA3vT3X4XCy/oSRE8ZqdrtSDBm
mPDW5AQyaJWwCpR7AE3UI+t1VjZjNR9cUXvvbYAeVp8QKP6sCk6349lBBSPiuCS5GXuUKxMWqH9C
t9Zw/Irt1FoaUHpI+GlRooUZC/OzrpP8YMPuBAD8hhVyAYr6Woi//Q0loT6IYB2+GZ45n6H8LD4K
vC8OPnUn2UF1H+1hFO9+c/tuR8HFafVhH6FwNzK7LmJW9mDWgWEjtJP7EBcKTpYjnb/1RUUYQNEE
exQlDWScW9VF2+2bpvJtki/OEPwT2Cb8UBv64a93zc0gm1VM6rJbuINBJk8SUE5w2Ny+pCcmjPn1
+lB7ySzGWjm2UG6H8OEmvDSSkSbyNIEI+czuGjolQ6oj1X503Wb56lhhdTdbU3MWxqs/UbeeMkDs
eHkn46FnqbIBhh/HuT/aROsnbi5vJAqonqAQDEz4tslhmdLT/uKQXJdOfUYJdzrBJG81XiIibcWR
pMrebloVxvBGXTv121dLPDtjAIsBDOfSkjTpAMqRTlEmW8YrOmbx22lEteoNIBTyKE/ZCUYA8CFx
x3lB5eZFN7nzpwRMDSuPiQ9gEqTv31eiFTDNamb/7zOO331ySIivuJNt5c+yotYYT8GtvXX6TDbC
Rjm4EoVxWHV9fWPtLeDakv//oTZRwAG5Pu6lsSCtxby8nRJ9gjzpeEosrbIOj7SD8famMYDCGXAm
EMcA/vA2HjiJIEYEswU5HIFOOXH8H241fWaODj+9/mW7R2YtpUNUF9f+C4z5GJVUOS5WbE76+evi
QR809ezhqxaQJp7c0H2/Ptuh6duWKYQzois0T/xU2EDHSlSSUIf0Rf76b9qb7RXwilqcB5rq1jzc
I8pqI8u2chkloHCBeTg+CbizpR30Ha6g7eq/9WZfA2G0Ynrw2sR7fwv0mFsuLHvuLRTEG4VMOpLf
fD3yAm5Yb5YkYP8hJKLaARUiFHFRTdosb6UJGgpOjTmPO3apmYafTAz+S7X6X78+l3s7KQLLB2cS
KOIXTU+k5E1jakREkMbJx7buvwDAkpyciP6XPQsMJsgR6MIh39rEXiepF1aFk5Uvkxt9mcfyefAH
k1eVe0ReXv+mbTgFugJgeqCCgD1dv/mPzG6OyobPCfZHM7ky540vU2JNRzO3twtRCgY1CRMXv9CP
xxNzQZUHZ9AP5+EcS2M+Ax5IUqtVzYk2IEy/vlK7X4WaMCgYAA1H2xe5ZUd6NqtUo256O5+iWjzr
uQYg/fVhXm4IPGSAJgCkCWSuF3UVe4FaYQdJoyIow/5zOwBAnPFu7p+bcuHyIHvaGQxZE4hQuIzw
n+2emJQ7wXazp8XisCXzVJKc7YBE2Ri55iDdX5PP200BiTK4LwCcseqtb8EiHHIDYGD4OFPGi76B
vUbPHTe2TOEbqa8lcLwXRwQ6SJfAT6aUeLM5ONUvFxC/YCXPgMPym9V2uy1heeKWRiRW7kymvZ8U
c+7qDqL5r6/fy225jrJSbFdu+wteuzeqWdZDS4G9oRCgsir2D2RF27ooBbc+WE5XufnrI+4uIvJS
yB+vmJBtoYrMHLZMjaIoQw3JtV4qAi0I4Rclehx/faXj4/4Yav34P062nqnpE3+gxdA3ba6CTj1w
gmeTS0Py7vWv2l2tEJL12DQu8ohNEQEWA25cl5oWcophPO1I+d6mCfsPH4TO0hrr16LIltekhZ90
YQmp174aknMZ8O+U0fFURTCEfv179lYJBWS0Wdfc9wXoYiDe4nkToeBrVvQaOsR+1/GK9aldoYT7
92MB6b9ScnFr4g67XSYnrmp7UpaVi9DWeQlQ3UXOcipCIPv+ul0GZZX10Yk1ghzAVg7SZx4vZ0uV
aymEXRbq0cvgCNhNBdMRaGZvR+BCBqj3d4FiawBjh4Y6vXbLApRUVSg5OauanTj9/dyt8gZrnR+A
6S0N1add5JNKlIUZmgi0/1ClITwNrp6gR9F3J1SsMFKUmFFjXpmit8s0Tklp0OGvCrT76YOCq87J
s0xUCMbaM1BJ4dvXP21nAkEEQSULTUBwMbZAXQDQGycUQQmQi2+eYKND38DL2TsIgC9fNys3CZYW
oNKtQK5NodG3LCq8IamK3iFepgdvzEKAhkG4r623bk2rokL6fHC77EzlzaCbaEEbJuhYRlURDn0P
cEE3vm2mZriP2GK+xXxSB3zInamEvjJ4F7jO0I7eendo40rXpYjqTEovw0omV4g7Hlke7VRYVtW9
1boDqnTY9psdUver7AQ0uIvFXqyCJLHMpmggRY9okoW15V7HrqNnBXboHRYcrtluY4rXd81O4AL5
G2+PCLqrq7/p7S5N/mePR5tiDniZt0s/nmNlEXQcu+TL3w+F1zViMe5nwBk2q9hKtN/AD6gLYrPh
yierSheHL5kc4vhgl8b41Zt0ZLXsQq0TLFN0Dtf//8dNBlKfy/qyhXHGGM932CbDM4xImrPCbfok
7LX0MPZthTyPQT3h9c/c2awYG+Ag/APjo+2qQjw3cmjAmsKiVlh4y9SnkJV3Mk/gEne5ORIF3VvB
P8dbT+wf3yooYXPgYzwQhmUW16bPYuoP96722oOH8c7hR3VnhaEA2oh0zr0dKjZM2a2X1IW7lPbX
iaHJP/lt/SwqP+rSFpXAf/G6Y+fXJ3T3A/FARFsQQecFiVbjzAc1pDcKEQA7iT/XXgAYce4SocuD
D9wbCuFz1SxCxxnPqNsPtOX6GBEJ1s5UJie0rj65FvAMA+SXD4bam0vkPmBdozgOnNYag/5Ytn5g
7SDRbSxg9NCBKSv6E7VhiVLOo/+0mKY/hyArHKRde3vzz0HX7/9j0EgFngVHEJyLyOZ3oaJOxqu2
v+u1ru7iUf2tCA5O+ornWd9TINCDun87nl9C0qchZVuAqPfImMGdrssz0q/wTMBRzvokPsoj9uYV
1xPa6euVgdfc7ZCjO9uhSExVzEAbw04DrzEYuQYkBw87KNMeIehcDfHf91oh1AwOEIAUq2fP9tSH
jU2txJ2rQnVSF+MAUwcridSD0sGPvz8OAGGu3MBVs3nrEm3VPXCJxK4K0OaDSw0h66yaPJ3x3pL/
4eRB3R5AMEBDXmIwXU2GMRKyKtqhok8B7dorsOTzZR69o9b/yysX70fASpGTrRimcLNsuo7RE1+i
ugAgrXsL6Gv/4CtxZO37cv9j1jxU9QCm81e8xe3mgL7ESPRKoPLgeQsxAH0KYw1aem9/E3Pl5a+v
1JqI395CaBhDSR1PEJSeoeN9O5p0li6pOJDYUVeys1ja+ARwz1OgG5FG5WguMlEtNPQUOXv+dNTA
eXkQgAhDER4qgSvJcluNL7Vh2pnADGsICSDmN8538KLo3/uJVlAVFhLIyWR4fv2TXwZQaFK6KHkB
nwzlq22jPG7qyO/iRBZ4Ao1Z00h5hk2ylcFN7m8t4NFvAxkEjyCMB3z/VmBrIkk5WsnICpAiYRNb
awo5cSq7pE/dMKoPEOUvMwqM9psLsioCIF5v1jJBIAuHBvqaxBN3BrCzfIG2Q+ZGAA2xuHvHiOdd
AVS5vD6he+MC/Ly6AoAEB3+u23G7AVxO5QKF4tUsehzttn4yIbyQqLHel8xV566GVL07Yyu/PvDO
SgJ5tXJfILKFZs5m4MqGLw4mti3oMJirMzbL1Y20BiAtbu0jd5bdr4xRWAGREnrtWwk45U0i1HJq
CwneBLoV2pFpJJl9avT81AgjPnQJm7NmDI+wb3ufiU7J/5xUcFFt1tWfRhfld6speGAjH2SjdxZk
ma7dYLODLbQ7FIgZIIYgfuGI3C4lDAERRSu5zmjsoRMG7lhgDfTJF7w7OIZ78wlwEYjAgEkCZ7CN
PKJO2trq26KJwZUEjVCeuTX2YAe7zqfR4+55dgOdgxJy5NO+vjbxHbdhD5f+SohFpQy51FavWI5G
0oZMsC6At9DopXh7OPB243CTS2XpMIi1EZuUGfGmGUEIu0Hkmorez62pdnMKL6wp9dQyhamoLfHe
QT+CQMPZE31qjPGvDOh5kXXgpfI0ApPn12Dh/i262aff5ggcoyxKpoSlsk+EAGUVHiUp9yMFG1I4
WppsrmbcLC4rK4xTlZO5gMzQceSXyvt3bBvBrtNIYpO7Snsq0xx/EgM10JgtGZDKqRl4c7GDhsmM
cep+qSDbPeRKlfMbaErQ+qyptv4N5iC5dCFtZOpMVRWfKb66cHUFxpzqJ+1mqEaVsvDX2JIncNzM
uVVLkCPl4AAyhCm82rKnLIXSCUQRTQLNlFRCNexRVqX/q4bq6pCpGtYNIN+NXGDTuk6ZxsKy6rSt
7OV+rErLg8pOXdtXC1ga4D1GvPjSuUfp8kzmuH0/UgcqiBWl0bnxFfw+ZcyTH75rye8AWTVrMVC1
d7pWkX/PRVyVqXHD0WTEt8Zrwz3hvInn0H5oQtt49+W00E94DbjP41KZrx2r2n8gWT18BZSGj6kl
YztBt8VrHpIePa2CyACQLRJY4VcnwqMiG6LY0JM94H0hHXt+wjUz8DMu5+rZlmAgZw0ZxcWHDhXE
qVUVttnojkzko4BSdWpDEqFMFzZY34XV1TotFScuMH5muQrutUOaQNqAZ5a23bfKA7bosiykNZlq
tRcVkxd16ADAUBN2Bv4E2J+EdlCcQklHfXJKSd44c6OqfOC++lKX1rRiX5uIZvE0to8C75Sfbo0s
MK04WAKXEfDOb7Y2ZZOJfvK8R1fTGtZbtIVwZxA3nc6dqmef4aBJ+mxOlvFukFTxHJoE/XX0utBP
LZuAqMsX3X1sRwphLSnIpDKiBFaCtgJOZQBO+D9R2WqBGQKXeEhDTafPIRENuWMY7Dt4NB7L4A8B
oBHeysgGgLyZvxnIO903nQh/QF4Lt1iTkIUXjEFlsGigmtQUXqT7tzLxrCiVdjLYKQ1VeZIoc0dp
TQL9y0XV80dpJ+bOBKRpz7a1uB9UxGC5ZPVdKDEnxEZmCiu1EzYx1GVqn1ZzFvE2odC+typ5ouU4
DblhzKlOsz12PSSH3YZlkDjr5+elqpewaA0NGeS++vBhaI2OU9Sh7K/U2B3664DXXo3nNrgGedN8
HwU8OtOZMeu+9Eb6DUov8/tAuaip+PU0O1mL0v6DlIAAZGDwVv53O6qS6O3cQP2PowY/5n4kFKj8
Pp9EtpDFq7t8anpenuYayshYDTy5s46OgMBoHcIrGkCZ5B+fW47/TNzJgw2IVEAJpioypr2OrsOh
32dJUaoUbJXgK9OwbTrxKGz7X4AMAdo7QOjCLjhy+yft1NruMr8tiZ/hR5D+jkL4uUmrSJXmDW2c
ZUyBijEP0dBYPiSWe0AMjTUM9ZfA8gGwmJyuMzhKVnSFrs4wptqxpcyilhD5YZx8bz73A9VNaqwl
+Am/T/oIRb6w9CDu7MxvaYMUKBNGWjSNuZko0tWWNV8TkMqGFHrSun5SMMKIh7QXUem8a2KUArIl
rKuPXDtWkkZ+NTZw+HNGIB+gLAQ9I24ZACTlpPq8pK3npfFcztU58Ub9OQgoCdOoobF7mRYLGRzu
/Kg8sbmanNOyQF3jNEPv3n2YoePDfo6LQ8l7byg7+a4nvf9+ATwdxg6Jr/o3Qe261aOKoZX5o7WI
091D4CAp30T21LpfIGjnxo/xyBsnR4XNesd5yVsEBOqHAHZKqOt64eR6mT83dXWWdtj8TNpIPwSm
MeoiHISbU8ShIXtJol4gra90KSBVJfol68I6xCJWloSzRWjU2SuJqU9Bw6FAwUikf5ZOZXuPJmTs
11T1wQKKTagEglqn3ceaLe1Hbk2K3IUUXOech1X8LtK2wwr00thwmn3d/wp11IUAYJXzR0vpsc00
ksHqoVTVFJ4S/B4vX3QC/zl/dji9s0MyxunUCqu6tJYPuX0dQ7EHkktS3nt+FdCvsxr7Oh+6YFly
v205T20lG/edFFVXvsUGFE0WKq+1RMZsbLc3ETIxiM5XEagm7dy6yTnkTSjSevA9Bd4yjaJ3wDVY
tshCqRk59aqypnyEEixEyGQzzPLU4mPEI5cUiFi70o1iGXQsjJdWgw7vUS4d2SUZlyg5VTabETat
SaOKRuCw5xcxFZX6UXkL/Ud5QS0z2ok4KnodeB/byDbDQ03duALkDwZO7wHxDuu880NYxUDGWHvg
L8RuqZcJckWJXJCdxCVu08cx4swC1QCe2wmFGF85Jb8cry3tp7Z17PGzQyxaFnW7gJM9od0YeKew
Y0t8GmRo2hWcGg4FpFkhkiEVBbjiZJgziy82hcCnlZaAIjUnS1ojJL06H3bzZ1XXDU994O3rn0ga
oX2K+xlVbQFDPXFGM9qoD6FlD3MmuSgRFSEZ6uQm6nqg5MulwZ3nzTrBkXd671THOhKA6g0DT3vg
sUwaLRG3/02quO7TVa/Kg7r4xBPUCUEzzxC9OpPS2Jt4NsEPAQVo+E1Fme02iADKhifXWkJR8wNo
MJDomUdSPukxZHNRajKXj+7E+/vBats6rwbRPjhJY7ELg7a3nTmmpd/GGmsImbe4aYGtByAqqyvh
okzSKp2kAIAGc15qlkx3ykeQSxeXmiWb2kl+mSFp8jR2cwLE9BBNJNNdpe2UgMd0nSg1PkR4K4Xg
Nrrqsx7LRMNOJKReWk9qfupGFVh4fNouzWaE1E+JGeDPBF+d9gmq5wi5DPioMncQCpo00L5bva1s
haeN4zeMpQ1VVZKDIqEDgRimXD8bfHdhJyXtvsmVZTr3NJMWj+kGGmJt7nnz/CSnbvAyB+W0Ku3L
cPIhdq7aMUPNOXSxGZeRvqGgypQ/JKvV1Gb9SBpg1lGV67KgjZEQOzW0NVMciLg+tf0UzA88DqR/
lX7puZe2m6rpEkhH8TO1iMJvB7SEzbDOGFgSfhB8DkWDFEhLkgCkLiKa+nXQJY/C71v1yOvS1/ht
HPTW1I2W2Y/T2Y8s8QXpquCfI8F78kRYQhEDbeTxhqZW0Gh+Pxp3QSnbnZS6OCRkbyigGzSPRFOq
q09iSYcc/7Kqn0NJWYDKdyfHfISkZFeEFhwY07qOkZ0hODA/pYODBjpEQWSVzgmDkt806ri/oDDD
rRza+555Bwtl/6ODv205L8Bm0HSy3GEoGM4BP7n2HH/tw4WTFI7cfXQRksKjAE/JShZeQsh4b/xE
fogWlDkLPzIRWDQdhfNBHUg1PHHVWnY6hdFvtL6CF02EAFGmdRtIRCILqt2PE9JnSBLiahlzZyDV
92CK4hnnpQ7+dQ0JRGaihD5L5CRuDhSGf7FCG2pkc5ug8YbnTangOuIQFzZnvvw/zs6rOW4kTdd/
ZWPuMQtvNnbmAiiUoRXlKOoGQUoUfCaATNhff57qmT2nRTHE03vVoS6SWUik+cxrrlh/mXFwKlis
cUSD4lY5kVwOQvGZCAu33tVgpn/gjYKHZUev9H3pzsuDntvqpm8cysRlDXf+qu4al/ijz3KPeuY8
9sfCVDlkEgkz1c6KbNr5Vu0UKapkbpNG3WR98uoiGGLtriDaIImLW6w64JEajTtECQQG+12/wHCI
YVpF+kAK1n/fNt1eRmMYdselbeYvqARG19UaYagzTmDYiR4sfsOfolUdyzrYq9oxboUrRo7gwglP
I36k32scXcVdOI/2LQvTGUgccuMDeIegIMRr6gsgD9kntzVaFddkE++zOsvNnVsO8iOP5RaXQSFy
hilD83Yx1shKhGHp68hfTJuAV23ZpS8X916ZRLE8SrbqY7X60tkpx0Osg+xtu8cxgx3vROPqHtSA
neSpD/smiJeW97MLZTbcVms/BHE9VjmqCXJitk3uuktzts1vws1r7ln0GJ/w5LK/GzJHFHLVUXW9
6J6bLRwns4ybieMnZSu4X6qm1yLtIceHSas9r0lKMh4vXssKjp8b6i228tI6hYN9riLNYY7gmdOo
JFrMyU4cV49BWjuTdSVL1iiy217WxpVqtjahKJuJYzS7rkBrAOXs1LMr44J8wsj3vhz8b8VogPPZ
pqEtyae3puaG6bhDNkdE6oZIbBRxLpRn7RU3ABx7mhDPepULToMTQkiH2quzJ72NFbnCWDleCl7f
92NpA1VyyHNzmD6FfU6nDH/94KjQIt5EbOOysxV/G9Sb2aB9LISf1NvaHLYxm5dYlK1TvR8ny/yG
KaM/Jnkf1GLfegv7fyCVrti/CJlxL/jWtzqImnwnPYsgv858YZHQe6ApJHXLJdF+Yze7CkftOrYg
z81xsYjJTRoJzpji0USR1Z9nAOqGcKHh9Mp/nIpxWFKu7VxxMTe9FVuR2bsHWXl2nYqlr6Z09AL0
T0qpo8QQU7bygimzHIvKl1VsDcMYJr6bF8PNkjXdTYs+lo7RyonC64xk9zg1rXMPKCsbYzkrqXBU
iZwPVQG6mWpPue2K5nw3OKONj6lpDoT1dkVdLFnGYHzvu8ou4tEv3OpC9DQYY8jf7kdcGdV6VF0V
3UO0da6qIbe+mqoRzdVWoj7Gnbr1XTKLxrmzBX7p7yrhd4+VazRivxHVPi8bl3HS8BV/SAg1nCTr
FlzPLR2nmChRl8fVliPz6RiljAE12xr1DllGsQrPUgV26RKxiM3/2ollyi8aJbBx9OfQnRJ4dh7N
MtdrA3SdFsUyxfSbK8xXTXQzinkNKOdQbrlFvrUeY6gG6s7O22zbz+Yin9t6Wack9JaIaGrJPGpC
lls8nTMSLjdO7HlPujt95yKwSgQPRYnEXDMyIX64lHuvX3AUpx6w7dpcGtGlqwv7FvCz9UF0kVkk
5rSOJzqaBVlTEFR3wvXWKe5sZMxiH91oNw69Rn2yMrd8sp3BfdaLjuhNZ508LBoNsoSUjVTcJfv1
2IJRf1GH26RiLUIUNUvZNRnnubU+c/aHErPhcf7qSNNomPsxp+mr6/C2PWtLAqUq2m/SnfV8cNtI
9TvmFEcUP/ft99kmbStels1pY0Oi+35wGmKBmDkeHjuzEmNcTf64xMAy5McglPrKgzAgY8FKuB1k
1dyXSLE9l4WXHYlkjRmF2rYi9lD+qZ63/ss8QRSJuz6iSCCcvqVejhMqndtAGy0BY21d6LIpy4PT
2jm1tYESd4y544KMVpRzzFXzMJcnH/fyLqEvBI5GapNMwGylfaPbYMXwpxingQd3rSOTIXLsexy3
S/kb0wfc7GjBVa3T17t8nSWrPiqGhTBAd08UXAKTWCRf3lcE7wJbIdSJ4mr2ze8ere08LrqqCWEs
NeqphRHmx90wkLMuwxLeDMMg0ZJtK+uDY5jW16gpZitZ9GB/000k7yoW/JZ4vT1dhGveBYmhiUBO
/ogiMbVJT17gUReFiVFpd1+s5LWYvprBHNdWuPhp0GWzQYA2tyuHU1d+QcGnue8jq/6iKpPSgzLX
3NvrrJuf1FTI91ElqV+qyFf2zus8/yErloZJo9i00Vh2zKfSrZ2rGRjcnJiFgU3WFkz593CWxIMj
uRPngO2ZD75TdJS08ikndJp7deUj32aQqNfbFS7MW5FM0QYuy46k/9FSlXuy66n+IjxEudJCef4z
4dbKbjR6/4MKUCbcFeZa31PCrZ6sxltH2GByerRgudqUFTZiIB8/+gJCxgjKCydz+bRaILRjraPl
MwDOVidos/isUnyE7DTvpEX0lLXkbp1apkOb4aWLap/nHvugzM24qeVKTSQcjWJXZ8P5xMZL97Zv
rCWnVuaF35aiV88TzDAVizDE98XRFMuTAKWi95BYgyZZVd9/MxWnbsqy8p5XjuXPwMTl59JTNtWH
0iOCyAzJAdo0fTckQVkbc7o5Fu5RMqj41vWgzJAiBN069ASjydgtkd+fr8KwO3XTzFEwj055Gxk5
WpZ+oOddPaEcmUxuySU0kxA9W5ogClan8E7t2OL7S5rjftYVwJ0bryYxTLiwdcD20C0K6rpoFsRb
Uag8mWW52O+EG7CGtgnDyaSYZ++WtidaVM5YlOFxoNpLdid9t7hwKDI2qS6q5qJzlmnat6aho9hq
TW9JRn/qrCTEF4POxeL6U2wrP3gEfDHwWtZstCnZCGTwLErMh6iyZifJ6WsgpFMX9WWDQZpx7VRk
+bvJiYwuDrVD3SbKPRe0Q+1YROVTKKmJq6r/ME9mXe5G6S461m00FrfU7vOv2katGwZNrd/p1rOA
0m3Cv21F1+Snhlv+vZTFBFuhIPhPobbLMVaw2BRs9oVwVVjSHRLsA6yDVmPVpP06tR8GHZCqjktA
MJ8RdQwgdfzoWqKAjZ6o1vMNhD7qRBF84y22R597zWu8oCd4drY6btXcd7FFtfGDLWajOEaqqh6I
h8gDjawLEBSPKMrA8GwVBxI96btcOPKhDN3s07gus3+uIiMMr+lLhMlckdEkm1LeRSDqbkravKcp
FqGYLeOFAK09LK0XLidJpe4BnyT3LjeCukx6bvsoztn7zc6cLWvETzobr3NnCVC/ovhixWiOUGET
oWc8LKQXt8Xm6Y/9tNbvZN0RXIlQhh/ZVrykLszqSzlnZPcwpEL7vRkZRnnCC9cBn6s7cc4r/Imf
MaZLldNvWa0GqQalXXJClySimojiVo+scpeFE4g9XIK7KqFP5B3cfLIxeRK1K7kifXnH6SHeSdEs
FbcCBKrdkHlW6ni9cKhjTdY14dvEVoJQ5YVXQ0eN9GogZ0MTEEmvozcv0503W+vXUYy6vIi04hjM
R2UfVesXQTKfrU8SmXnhs9F71m3OUcMW7nJdp02wRJ8Q2rGow5YieFizHpDhHOmQBZaNwYdaDaLC
hcKHoSfaoQviMkKvJg7rLigO5WyP1t4MqQdwu/U5gEvRtBn1PC+vY2cIRnUOY8NDIynf7Zaqtz6O
rtt88vLRvcGOdsVZazCp/Mp8WQ/gElz6UI6oOtRAjQhlragovgx6zNQRPGyOK07UfFtLSBFxvwUk
RHAJzHYfDlljpr6IvFuhRzZHsVQ0cfzcXShsEmuau8kvuruAttgP1+6nCgViAiFOduqscZi3ABOa
LfeeGldXTxjZ9TkWBdV4zPFwrK+kGMk0ba4AUhc/WC4ovaG0PeSBKu+Ecya4eWKQb4BMfwVQREAV
z7Qogl7a4C8AUpnZDz2S3rSjR5fQKyrMfWcqC3PJwvtY5Wr59Psu9CsYSQZ0MXAIzzKbaI/93DRV
jUZ0ABsOjDTFeuNkaklqxdGZK1y1MqumnEZScWobNe8KY4r2Y1u9Ja78irgdXwJs5BmwfhZeewFO
YbFr+P1FC7o7Gy431siHMdL193LrAp2iq04kWeSoZMfTVnD/wPfq852HAN8FiipUaH8/Kb9iZWiw
AqjCx4yKIPzcn+dE25Zsix6vT/jV4ooUXn7snbZ8A3T7axuXthCw+fDMIUFX+uXMr66iL7K1qZkj
JUfXcuYA8L3LXGzF4a8+EMgfWP4u4Byi4JerqqA52jd5JNKomaJ4LLr5ki6H+Ub//RVAzJmVij4B
YBysF89r+0/gN9nqzQmXlgdSA2dAGzTPcuuHj17mw0Td8LUbjH758PtHe20WaXB4FiDfsxfB+fM/
DUo9egY3FbbpVvRzIsPFObqRzPaqkOINROGrewW43ZmIDnLjFxKCgSHaBoJepG6Rf+5GoLzONKmE
Tp64wogjO9oIJu4RvVSfpbMNSdPY8i1F0V/XJovyT9/hxdrMbSN3Zh3xvAviQYRTjbgqjMb+6wCH
sxc7as0ADRBReXEOmQGWyCu1kJSxKEsos3qiTozp7Da5TzRjCAeqeioewNS8JaH82hHIBJ8V/DB+
Roj25zcKKXLjPKpEKhp3vCqDHgzlWgygClDz0wYN5N+voFfHQ4bHBzeNvIp9xnr8aQWVHdx8oxlQ
oTWbNaVSPyeeUfv7yaMZN55leX8/3iucVF4hmjRnb9SAo/f8iv80IAzN3Fy9RqRZ23TFqV4ZKZG2
l12ts1/dDIuj3ytFe07gbYNv80zX2KmNzY9tdwrTXLbeRTvW9v3vv9erKwt1M2Q9ESP3X8rgjcJz
ygydyRSD5fqrMUIpN5B6jn8/yquzjck26G2AM+TkPz98MS6aDNAGVbZRAygjQ97W1kxnmizveiCq
eOMsf+VQwumFgxaRJwrEL0Hxhd/33kRKkGKKGp3scdR72poeVTMwX2amvbstGOT0V5/y7HuAuh96
Pego2y+lSre+tlyiVpEq0WXPgVfVnyFFrTedtWyn1YWQ+8Zj/no2/TEinGrckAAGvmSNFi1iAOVa
yDTwdIUQr+d+dJuI0lm4BUkJxjsRDct7XTVlOysAQtGCh/n9u/0FFXX+Diim+qBnwUW+hFzrYXKr
ajVY2GbgI2W1hRe1e2a6TdTbRZPb+9DswqTqm/GvSsoxMgwNphydB77Ai1VFG83RWaXQJsd1+zjq
Pk8Boqi4W2e8oSb3LYnwX1bxeTwIW9jSc079EjVxg675urUS7xu7egwLv2t2AWnU04beap/Y2/CW
q8Yv65gRz9Tjs0UKeK6XIgtLG9EEBOUNjWXCjy7w1e1UAE4pseG5BNoQ3ICfCN44En65XM+DAoMP
0GUCZ/vSj7scJxEiBifTsQtFHEUb3Eg6l+AEm7dClNee73x9M8oZr/Cr6Lphu3RJRFoGZtPHntH2
7RHZMCuMnc3UBxKH+qtgcg+/X7N/bIyf0HQ8I5LCQOjZqMgGvVg6cgJIAhyoSw0oY+81aSw1sQhH
8KaaHUTS0Kv9TK2vSvsuD+/BIwu6TVOWXxVgsWhJAOxKC/AcH4rCysK4sWl4/i9OE6hS5xiRNsQv
5F9iT2cq/EymYSfF0aCYloI77g5hRO2n2Nbp9vdz8trqpp4K1p5w7nwN/3xG51GvW5csP+3mfk28
tSn2i1G4l2jW1WhfVW/xYv9YvC/fAbfhmfAGoYH//Dxg57d0QlvdpdnsUnY2s+0dwUW+XGYYWN0G
q7/pdFgL50EbdnBTmaJ959vTkMXtsLl3nQL0/tenHKVNjm9uqgjhmvNy/dMdPemun5TIuhQX3DaN
lOyO1F2KFGEuax+Adnjj/H5lp1nIb2BSgSEQrKYX8RbVCkfk5syUV055HAf95K1+noYo5ux//3J/
ueYJ5+DFk2Yh7AYV4MVIm5sVbm7TLakIllXsm6XzjFLeWwKHv94F5/WDChev9AxvfpHd5DO+LXh/
9WktOnMPwgdxaccxLsKtQXLRA5/RZ4FzImN4S53q12zyTBMBnMtJAj0M2c+f3x0O6JEMZqdPHTqR
pM81mIwgKHYaPasp7UbXP2k5j6ldEOe4Oupui35UX8iQ3jLd/fWtYo7oAGi3PIud9FJju55JI03w
GAgEhNnRWOblRwRj592svX58Y8W+OhZxJUk8BX8UHn9+anqOIfhnxgp7U8fN4iC6a1VbvKxrnf5+
Cb02FKTKCDNxCwjyS301MXqd3EKvT81VuTuWWHOys/ZTbfXVG6fzr4v1vAuhXqIljGDly5OIVokD
zjXiVS71pmKqwkBCC5V3+Ruz9wuVhDWDprzF9OEGxn3w8+zBFutnd6xwkhrWz0r7Hw3YD7ttqlTq
+fhPbw7lp+CMPeiNvn5jS742nzwipY+zBg8X7s+DK2k6a7HxlLPRRPuBDs0JMFJ5rIete2OoX6/Z
P1wBcS5n/xNLvHhOWAdWBzpmSIPK0/umM/13K5FTagZZB66GHMmj1RYNb9Q6Xt2TAX2z/xn3BQ3A
9vvCrLFYBUHGmTD3U35q29Da26JTe4Eb5Q6hw+HUVlHEDaOHD5s7hI8Cz+q3TvZXJptEjwoRMSHF
kJcMms3NERyuxYAFyOgnINLNi6CFmtsP0VtUuVdWL0uW5Ytus8+rfTHZLeYIBfn5kK40VXdUm/Sl
pLz99S/vxrP6wpk4ykDUXX5ePWiQWtyP/ZDi2SUO3bQWKc51drwIa3njlvo1MIBcTEZD9gaDjCP2
56Ekynl52Nvskr4Z0rDBozNXjnhe2FRxuKCQ88a2fHVALKBNnsGGcPziGi7CxQIPEgx0mZBznGFT
75ra+w6aAPaBVzdv7I7X1gaHJ6piyMcAa35xN+LGXOABIxUaCbmTlMIzY2QNzWRlUt/YEa+tDQ8b
V5iG3A5oAP88lcClg6WJcMsYmO07a8YBbBf5FaSu36+O18YhqiZvQLXFR0vs53Hwh+uKus6R4NVh
mEaZvoEI8pZv2mvz9odLJtsqgGD4YpCRhNbIs3lI5yJCLpZmwT4Pxm3nCfb575/nlQMMK6+zZwWh
BQ/24iBRlqenYelwg3Ods+0vUntZqcC4TOVyjfa8n4zl9JelIVn28IqoL54rsMFL5zKstopuqmaV
Wi2ZezTMwxGayrtuVdYbF94rM8k5YIZnK2Xip5dyARasQjFHQqVhhe3HXGNxV0EbTuaQptvvZ/KV
lcE0ogwUnLUJIBT+vDLUmfJN/KTSBjOXd3ShgtjV3vTGOn9lB3OtWQQmVE0j76W3py8Q/Vo2l3Xe
1GtaFbI4CnpveC3Q9qOU/L8IgyCEUg5GVZbD8CUD1c6UYzXrqFNZwPgesYiNe0EYWLXF8q+iw39+
W/4rf5bv/pWgqH/+N//+JruVfnihX/zzn9flt0Eq+UP/9/nX/u+P/fxL/7ztnsUHPTw/6+vH7uVP
/vSL/P1/j7971I8//SMVutTr3fg8rO+fFYXHPwbhm55/8v/3w/94/uOvfFy753/87ZschT7/NRoM
4m///uj0/R9/O6c7//nnP//vz24eW37teoVX9Di8/IXnR6X/8Teyi7+TBENtpAxEPfX8wufn8yeR
/XcWGmkl1SGWNqnO3/5DyEEXjBf+/SxySMmIaigRkMnBq+R4/ij6O/kgYqycXGdZ3bPcw/98sZ/e
0P97Y/8hxvadLIVWfJsXy/Fs2HSuakds4hC66cu0pPBGBGpc6R/Fua6AMmgC2Kkudnbw1kK0/0U4
/FNaSzrBeYFIBnVeyLrRy5D8TIrE0FvYhyXf+ulK2RtumYYNXCpGMaO9jUZK8PuxsVf/ApcLYLSN
YcDVCQtIBLNdmm4ScKzCaXE7+/1aBMO9a/ZiTbgmvG/m7A5fgGV1zactxO4J/+EIcfCCiAqA32RG
5j5o8TDa9Z2LFMc2jasFcaQIxsS2gJGAEekGcRhhKtK3rbvCQvCoyL8UMugZcuMdxuAiJJ3V1rUO
rZzm/dqvLowgT4NeWrLaFscmbzc8PoAMBjsfWN8Zm9hkVy5f5rEtHLhwxtBNZiLn1XjmG4PysbEd
/9BoMT+XHe3zOKy68LQWZ5o2o1pXS+P4wz4DqfRo6WbZh2vtt/tFE6sd1IZrwG6L7CoA/82ZD0ag
MMFGNpDwkCAY3W8dnemHHvqlGdfuDL6hMR1q56iFerfcHK592DjhA3g2wTgkYdflD0WOuhVGYoZr
J8SHFRSKChQQlUox3XcYxA2JsAv/42AWHhD30CXQKbN8+KRMW32217r/AfpoQLN/cwI8oJtFyFji
G1DtCoT23oMY9rtEwNDb4iBYCAal2S1PxhisKsbp2LFomdMjP3sJyVtZzmCmCIdbP3anMzGpgXAn
EhvQ8aVfw6yJF6821qTozPZ7D7V9gNMRbFZshqr74teW+OjJHtnFegl7UIRhVV1vPsJZt1MwwDAe
qwzFVMzsve/rADQ3XqtgfFJDb37xzK5/t65bPcdYvi9FohrVj3ujWsYf3FmeBSdujrBHUCs+8YOr
5otwzHzvBG3bWJ693gLXi8K3/WOZKuvUlD6VE2VbjZFoL9Djbpjt9Xmb12aKp7Gv3djTaLZftODY
LzOSPZl0fiWsdF1ojR55TBTfw3Bcoa1MS9jFXYasD9aAvnmilq2+odJZNVS0EWyI0Rgvor0ulNIJ
ahRVFxt5NxmJWywhff+2dm77nCQVGqgJFjQcqy96qOz2YjCN6h6V6TpMs6l0nRioU2jDoiuqKu7g
pGZJXtaMS4W2ASqV1ahs2LlL9lQDClGxNwOdoxFojd31FrSLPHogk/dQUCY/Lik8gHMru+U9IKtO
xlzIdZewqMUdBW0ksiT1kW9BRQE4DYALmdxbRshTNiaAm1lO4cCrHCqw1qBVwSCorbcZU9LRrZZ2
KXfaaecnZ2rWh35pjSVuLQ2XpV0HDDbIPOcxhqJZAh+1bfO7dOziOgjV8rg27eLuIMmVbmwZQTft
5Jj7HnIUa7PElGk3mEqurY0bA5rRDciSQgMoMqdupzLZ+PEMkMraddj0ANzZRHYgolkf8kECScVQ
KhsS1zAVKsARsB/U0eXXTMn5JJXroZ1PqnppQu27r1tUUmKsV4CgzINnXeWG615A2tAfo9bVMJ1x
TNpAtvdGtTOEZ3zSsMW6uM+rJU+W3kRRfqE1eWOGC2IoQNfUd7VEXXdaOd5IUmpz+5LVNeWQYBUl
kfYyG5+w3V2yA2iTbtmDDx2KZLB9ue05ORd9HFiRy84vm+meYZlTo9pktzNM9PRGXua6980IBXlp
jzaCwOE83OUcN8Yn0IlnCAyCZ3ncWUrQ6pqb4BYDiWpLBtlvI0qzbTjjupGNd55o1z6BdLTa8doR
rYH/KVtINwW0kzhAmqoGKDmhPOT58NJ2Ju5/0S6qvfJTKEfIJ7Xq9BM4kbMWXmf4FeetcoPEHTsl
k0V53XVRBN2T6dasa0Dd4ZQWrbQwse6VOcbrHNl9PEIMo1dUdVZz8ouKQ7qwJ+/rhrSFlWpnrK5b
GMFOTIpRHaq5cykulVNE3afzwWxRutm+hZOS78TaBpTSC8doOJPbyYeTNrbbPnTw6t6XRlX4+2qY
6ggkpCzUqd6aMQC0EzVAPHu7g82uy+2u8pu5Obb2vNy7VAI8OEN+9BAIlGB3VeUAYR5M1kLswOH2
gFADmoSnalpLbE2sjLiQkxQ75rR9H/rg3ncAk0FfFqqSTdzlVkUvdfGKr/USqS8laCGR6MKHiORg
YXmbr1WdJbWZ2Y9bmUMWakJP+4dIgxqBZFNMP1wvUBC1w8Wb9nAE25PvuaCzkB/ookvBu8MCYLFU
m3rNgjaddCqLvZdDSsBP2i2B1DZusKcgJWDqSJAmIHs5rjYc2rY4HEEkxy6uyPY+23ywtD5GYTLJ
pIMDBFwSd463qm0+IE1jodlmkysllOS87WLeIr45IAXzPUmLZqXJnEtOLGZ9tXScnLtuXMYm7rM1
q6DrBiNOz1r4dw5qQSJRqBA+5IGrHyXo+OlSzLkaj7iyhSNxUtMLsJDoOwpj7nTC5kEkJ5Sy+myu
GVKkhSA2gYrvo8HiOsW8XoDUFEFiN1BmEifPjCdcTDSF2Dlrw6SZVbcC4BrkmHI1UCUZ7PBp44Cu
UzgFBToujW2eoIyXIFztcgAlDByRmVFV9sOHawjhy9vmo1sPEe+vGfsPvgDIm6BIAMWjNyICHhWW
nr6Y534sD5vEpJSwL5frLthm9AocZY/wjZa14ZYhlEtVbofTZa+t8GkCCMK9HDXDAXei9iIDWXrR
OHV5ubpGZUC/q6qBRbutz4aw10+y5jg2Zffka/eyMIZrrWxvjSe/NwEvyHB4EG1nPCiMaNKAhnSp
BmzY2jnpvAoUAKIfpK7DXqzOsnfPNE6KnbR4hugYds2pDl19MfpAwmNz3PgUAVbz2fMBiGbn07Yg
EsEfAckUODbgW92d7eT1j81DAG5skGmYIdjSmGyMXSMyuOfjtk1NPHE1s42M0btCKo7eaYE2qQsr
wjSNZEMwCHR/539y1uAIXo6uzEI8lVlBOpoQgIC43xpdABUxp5iY+847wLPK4BsSAsVgE1d09kJS
9G6gK4qDsAH8UftR7ItCnsjIsljQ1s2IH23/PRry9ecuqEHvoklsU42cvQQI+hKTOwRAeg0ku6uZ
NRy2XWJHpfWEvJ+XVF23OOmWRd1xtfBjiRHPfwhbwaGO6h+drA7iuuhjKdc9i4vmot9bTI9w9+vW
B148B1a/c5aiSPLIvm8NN9xDvyjPLjNm9mW2qzJdguCEqsa0HGlVoVpce2gCRNvS3vQQ7o+WMU1B
Egx/vFru212Ljdp1MNfDGXg8xwq4/gR42hmvtyIftjhaVPPoA0X8qld90QcG7L2JCxUSHI2RSWJL
FoF33sIsMVt9QGU4SLKKLmaM7+l4RGLbONQFohjRbDBJpd72gULmBNcI4whEdA9n7p3Rbl8jDb64
H/P6Ek5ZxuKHAkWX4H21aQd4CyCeB7UG9W4Awb0fhqbfFZnowZV3jNV5m7yX7sZGq/ud7IUSINBb
+7MaNo28Rjnq6zEsjWuz7uuPSLRe9R1lH8D97QXiA+QCJl1La+w/Z9D0x6ls77azZON+EL48rWZl
HDpYeei6bqCfjWGH3j3KgZ4Ps2670a5gQcF0gLrIwetsqjsOpSchX3o/oPBDdx/1+n5W1lcC+DJH
qMFej+Qm0wGWmr+fc8HUky3qnbdN5o5we/y0mG1z10WS6K7uQDM6VXbUBofAiPfHD08b67ULZWwv
TVh+ah5lfzRbQohlgHHk9+GQTnJSe420SOoY2P9xBNdJhgIVzkRmMR9l26dV2D4NQnG+gFWGveQc
zA1iRjkQjKKyQQK3lfrQC46HqrCi2Pb8XVVstyHVOsxGUAKhV/i+jIY7C3ws/DY06amzWjf+2hqH
KbMOHNz3TlRewNz7rsom3Wbod82KyEpp+e7BmKq9u47NBRoAH2u21TIY6hJfc/amf/YJrh6i3j6B
UnukIw/9QPkyLmpw6qvJpoQmSFIQ+sUu6gICld774cxzmKxLuKStB4kWeG54vRqMHLrzvLczFIyb
9Zx8BA0sgTPOJda4vOEdBS8N1GYAGm5uonhClueK6M4+df4q9nMjrdie6z0Yjc/AoeYToN02hn1k
Ahl01nQY9LV1VrkROezYVlPziUsndw/lBKrQMLYnvIjv4Z0PMUfHcMuR9LUIpo/+aOklyYtKKWwG
hINOgpfl15Gol8RW3njREo6idg5nZN3cLYGK8rEX9YexC97p0roTw8JckaYoit1tdlMG/rs+bIy9
titCLc4C1ptjP2/eOnipBhV5CCLxVbXqMkAL4hJ+KOy90rwHKbzgNJBtSYCW46VhzforhZDvZRAN
ByTYZUPKbj4SOlyxd1Ch8fKH0DCOeTS9w7t2ocKurwQ5n/KwSWnkdDnYAI/RTDknY1N+H7jj9sEN
8i9RXpM99ZlzDO1q3pcIRTyODix1RJKrM2FhmpoTKqEkza2FqNVY+wHPJfR9q6IrinikwE64d6f6
eeMyKRLA1mrnS+M0du7FtNmUPtvwHQEfXunBkAwd1jhBAJi6tQIkHD0sKR332o9q9M9K99SgmHeB
i8dzGXQV1Fr+l9ei3zBUIRzZUX7Z6pZ4lRkw53jyMusBdZ3gE7X5i36WJ8RiECYZDYjpDnHSZS0X
vd8a3JUcB5KKYYJlz6eM5Es0iQoy/6AHXjmY6cNc+F9KNcMH7y9F51/KqH3IlmW6ygP/G8rOF705
f6fgu172nb4N7XkSsZ6j6NIwrLvc36prqBIQVMZlT75ARw51dSDBSWnXwVUr1vIGXsBh6P8Pe+ex
ZDmSJdlfGek9SkAMbAvgceKcbiDh4eGAgXPA8PV9XtZIT1WNzJT0bhYjlVKrjAwneDC7elWP+haW
9BK4SOp5d9y3gWq5XG2zQXs3KewmH3lbk0gyRLlePCo3ERxFuXi3uJxx2Sv2sdKfaYt7WBX5qA5g
KxRVE3x714qwJt1tmNlPss7nHNDEztQH6mJNgBqRPSvG8WTZS8U6vZAdw54jlr1hlWPU48IKPUio
58UqrKhajTc1jClFG+i0QabFXQPCoOj30HdPdg4FGmuPP3+aLpmB3hnB85NFC+x6nA6plfXEc7oE
qwtqkhf5a+vflYVenct0Lt+zJkk+IcyoqDT7/IOnaXynbrMNtEXeexUE46qnaysp/esKl2YSDY0/
fQJgZUUCu6pMvWuZXk5bNdTZQ87skvLiafWHIp2+jdKOSl9fyUjQVEhEgosJWYnWSq6WNXw1qzPu
ZkO7NNUwRBhj6/cmtR/G2cpfeYDPhVdrz2wEknPjLG5Y+/n6Luti/QNVh0eCdDbsl+xBpBpEKMWr
qXLbOvSJgKfbjP35n3x0xAG0LB/f4c66Abe8FRc8nqSPVc/dPSHrFTKU3/P+p5hVrsO7D1nBZopw
2iMkzA/bqMH9OtmprafzBB4gX5MnkBR8+3H5OY/NHCin2/VJ+RWTCFmm9Zzl45sgunMvRG+/O4tI
o1Ev34yifbb0ZWbaXdOoZAZpZ0de7BSljK7dYHRMssUSAkqsD0cNvQVgfxg7zXE2xDu5991ENdPO
thQySd2HhWHfEHD4k1VvYgaB93w3j5724q/pVStLJ/KQmIKS4WvbzjDDA9YQKmQ7Zj1WbOsWHhLS
UqZWHidbT0LDYs5I2ctFqYw/uHPnJBXlgzUDSzDHlMjuWHCtvcXDhvzSQg0mrrYnllcETKpNiKOK
P5AN15hwZ9lqf1BpxwAnuRZ4M9e1Kk7JppYT4X/HA4JtTNVXkrbt1hnzS5GqSPO1itm5QW0AHTFs
wPt0z703z3U0OECBJZNUAHXsJwfgu7JiiYNGk+nRdsuUj+asghp1BgnP8LfKb9ozc+gvjk03GHvt
k/MOfkTPX813I8yzzt8d+FUDEsXQ78hQyCCuKD9DfpAWMRJEHS/2r5Xfqp09rqfVLw2mdKBpfOTJ
VoHZjlPz9jrokvQ0U6GJkw+vQScjLljPuStvBYAJicXTnK3rI0Sfw5Sn6RQso09pnrX8cZ123moe
35rn+Ne4o99lEMPBtJdnI8bHdhNe3cig3jMv6z0QFUjpLHcfUfeq3QSLJnI7hn6ZtvczLGMtmDo/
DTq31fauJtxNlRVxeNvD5aTAc3Pr1gxMDdQVvvxq3aS1tYFDJaLJiO3nhmzRbkkHIxS+tPZp06+R
RzQR9oFa64veyDM+3KdczdG0LJDnSUVajvrjM6SEWGJ0THcd8huO54ak+kJFrMPdI7LRl4OFtcKG
F8JWsxKbG9aM0hXNyOvIgZVC/prA63yqFirTpitXjquF5yybu3YPyY4ByZzIjBCcj1od3zWhJv3o
WMmxSVzG8nT90St1MExEw1HslD+89ch0FztPtBewMntj7l4nMf2u9fq2QB3T29jIW0mVyHomLBIm
doDtax8/d7b3yHbDy7exQWw6qKcEPAhkFLK14+fkkdL0NajxPCcC6T3xT97sMyoNAv0jriGdObTZ
7FCNxFbX4pC6oimSpvPLX7z1VFfzD8m1LWyaIhT1og7jje9bFMOfymhgy8z5s18Xu2mp31Y//Vqm
G0RiaPYxI+MvRSJ+U2a3c9vIH0a367eaatYjdpiXss0OXaaOebNapHUrM5x6cpI5YqWWtjpasaye
Z7uswoL7oGgEynz+zssBvS4x3vlNqo3pGnclBzDrxBzMTVIBQdGQt71ZIAFkO3PoT8uIcNAC6CDc
baFPJQVtz169Tgxm1XryzdQ65mPJBaDqfmLAWSESgPleJH+99JKpO8tJIIYq+cmUpm8mZU5E7dWZ
EN97wiIl8qcUDGKReg9l3syXilOlm1lttggzvmJ44LtPt2Bi+OjNzt2KbPBUd+o02q5x7WMvjbLC
GO/ipnyyWnhqcKPrUEL9S0bOclKJjzrv1LR17pEJ72SfMiVK8ts+luzX2NV/xqzaZyRIldLvFCvK
QK3Na1ubesgL2AztcXyzGj9j1CzfXIKCh26qE4gAWDlHs95lXZ9tZj9/V4J3zcDE5M+p3EzJcEgc
fh0QTeYXFxgh2EedN03uEK/1+73ifHDawry1ThKRM7T8kZ6A/plBghA8TKO9kQCF6lrroZ2Ed/LG
ub1zG+M4tlnxUtqi/u47i4SvWWZtUKX5FttVzWyY20ikzi+O5yqqMo+7jF6rcls3t3rWPrsT4zxs
61a3osHmLVg29UDgHTfXgIput3cwBZ11C8/129ML0F69trcXL7nOegcYBEj4BvgU3KtCZlRQr/Uu
NVe6x2GNMC/TwLgO9XB0s6XdIU6+3lLQG6L2ACdsX0a+N39D1fDPZKtHG0kzSWEbDZ+s6Ylx4Mkr
tx0Ir13ex9MOmaAJehUfXZJJllO8Vmre+373hbcMLdnp+9d21t081DymmI3dmJOG2OS1a1DFlr5J
WysPNG4dMYWsLQ6UdMjVGyPEBOcAT9G2Tbhr2tqirSHJba8MJQHECCWSWY8j/YvAO2nSrFZPSw2E
aR5b9TSPA7l5OozFCYEFac4vmupdOMzccaO3v1d6O14yU+duiHSubxSNIdHMaBX46zofOoZdniLV
bGNNX283/Zy13RDP8yPnH9Dquct30iifbv21YValv1RuQRfRXXIYgRDL3IDuIJMNfwyocJFXF/pD
YQe2DSdzl/pFtJJP4zmr1jNcC4apnstmZ3cFcELvPcM5Qc4UhuM6rt/DhCMIPl9opX0eAgYqn82J
IbDUewnhwzU2CdXmR5GCnJpcNXyXK+nYLkXmg/o9PIJSAegDW++6CMB7jJsjTueS7KkbJ9uOoNdb
xRTSG/LLT7wOwnS/Swxjw/aeFe6iOcDpOmPfjjy0kxZXB6P0gIN6KyOaqowehdVJ7S1stfipyXvx
YXTFn5TyZlUlD/lo+JtBdiTke2pY9JhcOSvSk0AjOy2u/FlLMUZwCn5jxf7STZ5XPfGerFWro8Zd
yuekj5NPmGbPrAfv7CR7KLLCeclXCABFjoPZztpXloT8IrX1UNXW3bQUvAcmYADhGJtvdWW9Ibz1
Efrmb7CZ3NJXqulbxsZAtt6vFHIOjykSJkIiizNwKsG0KM5HO7sJa05+MYjXB0a6ouK046dDCnZD
2uerzI3xj940AJVGkdqHajZ+eTLO+fDWXCYkiLB2bnaOUzE6+ekZYFl+BKAl32qb9V2WPXZsASOC
MxCBiKDtYJ60XH+FHuZwFaHnxPTyhIOjXcGCkTDWq5OKxZZ6EwjDKKGQhsWY349qsO7dZURMlGu+
dRcLeh5p70Wfj1qLftfzM6IKZDxMvXN3w6OGQ6eRWIGUsrzOA2At2539HaHfAUyVSajFa9FolSCT
0DU6L/fE3dpkSFuoPYGVWT9Llj5qhskyoBXbTApubYn3yCRvB97Ehc3qHdztPCcnqA9QOKwDAMkT
Pen0VmiEqI9+L7sMRu30POaUBOqDPFCbDNuxJDy8KRbxIMsbQ2ndZ03W7j15W9Ws1nJc5tLasNcB
MzTm6Fwxuzy/1azHdvGMKpjmWX0WLKSvQg78Z2cgaUlnXXG6fpVcqdkuzK85+5StXkvre6auiJJY
tx/4pDXeUXdb69CDck/t6eD4WnYEoGO+L4VB/rzSqyjXvZVL0I1rEnSE2fc4L7pt7jrph0Up6AUZ
caZDqWP6A36zIuaapr2r+Hg/8rWO3w7bzGPatfbWSl2T7KbXV18emEEvMKzbRcZhV1htElOyYvdA
NTGmAHoUrTuzG4hVOwGRWWM3akGm/tGNHGLm1N1meKmhT1JbwCb9FisZKrPb8QldjkrVxVUz2VZz
GiPL9UJwKRKANWWFmAgkQPzYJG8iRIdfJrNbJInmXEloaAlFeZr7PLSNrvGyMKxdviTuw9LXknPE
6cWX1UlB77Ryy9/Y+ac9azYUHPAtCViyPhxrVwuBGrhRXYlzIxbtNMjq97Da4dyTj5dj7TB62Nw5
PVm2T6uZvYFqZwkPi2sD5HvPIpDTk8Q6b+GyfIK5l3N9JeFfZAz/cVY1Lwna/gd4wvK9AxmwzmJF
yyoBzfqgSI6ADrnEpWLh3T9lCgsBPPn0ggmYytbCxXYQCG8d2EwV2qRvTajNH/XST6+90vIDvPbu
vS2XaeDT0kjWLjQJsfIQ4hFmByKNyWLajbA1Tykrncz7hKJQssgtmvWZnwqvm2VCTSdqybXWaORK
nHZyqo+2FciGU5w5zKmpgs5Ud7/d28sHvuNOgnYCzsJ/DtDTBj6Hga8+qffrkqA8Cp6fiFlDg9FQ
+BKU7SI9XmuOCy1judr9qG0GGknC0uqbo5nH4o2dE2GxXr1VXV/erUnC+dHPkjeiZZ2nLMGOqcFm
BJ4wWIE5FPa7Xem5vaHijI3Lsj43CQCA1tUJq6Y2m++Yk+wDgEH/EMOwvx+d7hUmD6+SjiWwtmmd
XF5EvUKHpf3H3ut48Ha5VfJgthAxyJkYlyr2EyOYVb90iKx6eqBPqOYmX6+7xZnjk6Vu5M557aDD
dfWlpYqq6HIGGwKuBwGu7CszJFqGyvOzNrgtAmweP2MjEY9pjvX7kBFTvICOEUcnZ/vTC38vJ+5R
vKzlnnJfntzEGF/cAijJijwS2Zxum9rRvrLR2Hez/pMl8QgQPHlIJ71D0FtgM+upN0XK1prPbiFS
wuN70yZKl1mzGJMnr+cTxA2lCKhP1Z9yA25HoMEU/8jBI1HU3p9oTDevJp/QP/gjk3fu+l5+KMyq
5ydA5YLem9q5r6ZpR96D26hdyl7fxc5cvzhsIqIK4+TBrLQDKpUWJWaP92HwfPbsJTv4VSXXbsVZ
ZLIws4fyTOdtuRG8i+eNN671H2sYtZAV+rRvbyhyA1T01qLl8MR4PoUGEEAuZuy6/4Imm7kigVAg
KPJi7aJ4KVTUwMjedqZI7zyw178zYA57O2UzBBD6NrDTd5lozfjVAuYO1tSa37zMsX60FgpCTI3z
ezIVyxuqfPY9mro9nrPWpU8pNZZn3DE2TeQ9No1xzdJXqHrLnlrLnE/f4u0gldYvsI/XLLK7XiP5
Dt/GHXy9DfkCWj+cYVfjRkAuuB/zSkNZBeDZZIyLaA63mkf/kwG5ozXVUPrj0ho5vgT5A0KE31fl
ps4ms+I1sKwOZuuiI3XLJQ9HOJc/VWOMvyZSW/ucu14ALN+6ZhSyhrHCvSSGZ60c3Itr5sMG/hpk
IZlxp/BWi+5z3j6KhbryoCH3A81Zhg1GlP/XriPuhGcf586LJiQLV00tZob4unAWUIBZ38ViuC7j
kpYsmWPzNY3p0QtyE8YgSyszv9MMqfjcY4A4cblZda52C+tPua4cV2VdxUycqTYfdTHbH87q39ZV
XWExO6T5cYlXGcKSlyCkgPQ5wZROvhY4amU/mJtFehrKoXnq+pqRiw5YqmYTPXMFm2M6lB23WqMh
aQVEukUij5prlW5BhG8dR2uPeBPgqVq9xe3V6b+KZpnv0tpYXlTMR6IaEv+sWXW2cTJ8U7k1e7+N
bJpOPuvn5RbBZ8U6lwRThPnpwz3b8eZAKzaTN31Ww6WLUSOS0bvHQ4HfVaChMYZqygDTNFaUD/er
v0n0pTnnPRfwmxmD1UNWt2HmmIT+5mU+mHXSH8yyf2dkAzPJ+ADJS3J0d86xGQXrQ7TIY9apOyqx
HzOZt0cTZQjLmFMh2ok7TESRAjePLKU5Isrx8iieo/qRSG+CtSyHWi6dBQaKv3rzXmuBVgVO73mA
j1IriCHSGwZabthVo7+x7UFEFhpHqKXFZ9/gNPExN4YdI9srK4h+F+ur9wOaGk4UXFQXyppWwSto
sjz5lTL5IKLAGT73XvqcicEJKp+NCpxmbAw3vceON8C0EfuUz35kauwTa9ZyPyKZZfg63CWS6ahv
uXtyB8RmEqDryjK04aG/LT587mBeLLBhFg60Zw2qyTG7cbrxEvEBazN5TzIk3XVqLH+11Dq+OU6r
vRk4JETo+Kv/wb43uxJsk7d3he6/ouEyDpnddE0pdUKzKGImYWMQRopGhq+D6Lx17L3CeEvhfD7a
VQ1bXpDoA1bba99InN0pMXLnjnrt70rvX6TE/GCkxp+8wm0044KL2qkCsKp3TpCBkHDrdUM7JeBT
XGXN1mCjhe3Dyr9m1pgtyyY0X+uRefQ0jNlZYfp47evKzWBG9gyqMIQj2+u/E+E/Ncjmh7X0uYDJ
9Dq7SElu8t1Z8fQ5jv03BC//Xg4Np5ucpjHS8e6xJKs2U5ptRJypHT5icMGF+7hOrfbpp8bIwVcC
n632peeqs1at+tbL4ufmFvkTZpzsq35lRoFcSeJuynih9Tyk1ugb1IwIN4cSm33lsV4c50n7WEvr
p+TgAqOnNxDLINgjOCl4ondNntWnZraP3oLpLXaNw9yXRiBNK8UoC7NttK+ga9o3V9knzeJOOC7H
GvxXgJOiDMC7YZLDdhyHztqwS+5YRjIHmo15ZhhVVtjlCsUEKRkhYBHT0Z4N9p68tva2z2LCb/Kz
ykBeLkv5qJb0qUrXJRpqun6LwbUB5bBfDWAbQgDjmlD9WsRMfFWOV0/P7zjTq++8N+IPXiz4Z3p9
yR5nJNNDljTNg93kfMVmaTg1entXhb5Hetg0rAEhKbeke4+jIyt3aOrmiXYcjh10NW1egZHGOiMI
n4pAd+3qFRBKsgZdoaUv3BaKY1x3P+A8060Tl6DlHHrlYE1ROJ0GrWuqO+nWPUmNPn3HtFPdOQsd
wgFc787bjMifazBKs+YU1Bh6+ZDr9mVo/W5jctO7zlaVPwOZ7rkeOTbvX7La2IRbwPwbXJcDioLW
nsBiRhJ/qla/W41XBy3g4Q0M0ShvmCGytbkfmvlapdQnt2PYNyOWQEBs6tKAxT4ms9s1F8zNIPLA
AHZzaC5QSIN1lhadBt7tPEtvLFoEgExKNGS4VjteqqyvkiKefsNDZ+DyaOiUXw36PJBs3iO84deC
veNPoxWyPEimC2a6CYjQvZ26Qwc+z2peWr9dHjJenvan1ZT1E3Vnw8uw3Cjz9GSu1rYEDMYIp1wy
NZ4xdUTa6qJ66CcxUpDcxFX17Q9lWtxeuY48yUkXEm6g1KcDTXeT3OqDscaHqm9MfUMzPVMFM9ik
/mpQGM5rV09GAM7Y9TeqaYYycvB2VqCYHNPaJoXv1xeoxkYX9UPuUGO5lN0Qpit1lhdrqRDBimlA
s1w6I/VeMYY532j9Gkc9kGp+JW2nnrEMstJIgeOVoZ/m/fCn5GTivNRYuyGH6QCNty5NAIicjllu
HVWbXtTJyfZOdjlnaaBNxJM/157j+9LkRfEEMXB8krC6/cDrOGY5a1jyQxkTrXFyChmrDfZ203qG
SQmWHHOEB4ocvJ0fAnccKPRIMsN/QKIYmClQ6Z3ISgesc16d8LGgmryyIzrNa3tbERyUe+klwIKl
pdmvWDELDsHq5pHMY0OvQzfG3xl1aIAgx+NckQFZBFOLldCQFi7J6H8Ab5DykieMNHzFovy25rS9
uL2R6phdNTFvx6RGeB9TboVFhi8SV4UHPk5HHOVjulrOPp8HySO3KuIEDXpRcfQ7miJQDHKcFKpR
5Cz5nTNsKtABaqskHqW91GGxBQ6mP31fpp2rQGOgaIWLkevt3QKd7c3WK8mWeMm8flfXJQYDrCyF
tiNspWAlT9LPbm+KHtKaDhoU9nCDqdSSRqNH5azMXosqWWN38MdyxJEkgaBGzbwO8qfpOiQiF/bq
sC3TfnaeszprkUkNS56LZjQdAAxGaR7IvRMIZdO04ge3VJXi7gd9fpKryKlRYXJz7ioWCNpdIVco
1b5ZAKuZ2ZfCx8eD7u2I1eb2HsPrAoC9Ta0+289EimNeDTiIEftgDwVZ2/pvgzW57TUBoV+fZJu0
nMy4D8WmrsgGnDCOzpSzECvh2s2F912x60ahIzaKO5C9lokiUORiZ9GhMRx86HXJjtZMbLWrPWnG
t18SUhwZf7pMXLK+S7o3i3yv+hgafYpxHnXJOc6TRR6wN67LExeAmtt4FntjGQ1yKrm5ufjBo4R2
RXvX3zCRW40z09xN/Miyq2NlIw8v7GznMMWAb8+1q7yvZh4NYztgdhL05MA2jfIaS9wbltcyuTg1
Kx6OV4xoIbdTIiBNpoDdI1MnH6mPkxkDJFvxFx6z+YGycEAjU9Pka0hRSgoLIcuEOpOy8mdep3ny
iXACx7apfUn7ylC7P5NnLOLN6zq34ZLVFvVDCjCyOuR6p980bSyZdykxDKY3MsPWBc8sbj7Wgoll
qABaAy7fOhOteMKiOGg7u3chK1dtQw2jXeuqgh9JbjKgn15AXQHnm94VkOI8ROLaHt+aAlhehNhi
gtArnEI9NhZOPk5Yto9cDhfcu0g7rCHelUP/wUuD9W3eU3jfFxdRCdwqtlpsuR1xYdr8DvC/goSE
2xbgsYYoa9Bs+A3cY1qiXm/ZkMNTnPKwkF5vHZKuEXOEXD0/YI5eOhJo0r9OieiXKyI1RT4BcDa8
eRVOqz/TnCz1yaAk6hkrN8szfpZcYDTS6dwQ6IjyH+ZpXYqdu9q4LR2bq0hIB1SXwmSV5NsGndqG
UFktoxQW/OHXMnqMCLZzM6FCmpqw/OCf8o5dEmMqA7RhvzZckpL9AnzUQSh3dQLQfeeKzURiY9rb
TcMx5vQGh7SJh59iqOIGku45cp0wGzr1keJxpUeHgLWF9ZG44A4z8jJu7bpLxTFbukRsp3gAONVr
dqxCk8wBEgfL4j/Mp7igqnEZmhAQAj0oFlUavx2Mu5BkGxKqkRgW78XX/PECPRkrJexXo72qkWLu
A89xLrdDXzu/oFNbxcbIin7grlcY075hlP7Nj2lp2Y/m3ldNt8xv4c41dmGh2aS7dMFnmb9rvfMl
RYazPxPpLGwpiztZ9HRgIH2PID2npHAxCS7MILglTeuRGzlv1f+4Zdj+f5rvP25FeP/nNF+QjsOv
f0r/3f79v4f5bpE9muaAaeCwvcERSCn/PczneX8jQQccyPiL70Ha7x/DfEjFmKNNLGO+zX7hv8J8
pvM3UCC3/0GocojHmP+dMB+uEiKq/ytgp5nk6qne/N+qKaEyxqBybXNvO+gFoMhFJC0/NzGp36hB
nuyOZqu7312VwptC/0DOuFGjoF5ZRGNeZOHlr5puv6XCziAk+w1WlmJYenYSfeplYWa76cPAYFkg
zLjTTMIIZ5iX46qC7lwwH9I49Um4zHn0NB+CEqs0UPc3FwxkX1E33tM69+ioA7Ga5MyZYx/7aUnY
cLmQqAHNDUZQYU4I80wfUAcqKTA7MC0c7clMXlvPjNXeqsh8MOXRUxVlZtttQeCqR6ezlbzXzEpS
AmYRxMfo4fqELlaVYeF31GBHY9FjPZbCq57z0shuc8Z6j9dwPlo+xi+KELpQF22BqdapLuhZxSfV
CupoC+GfTaKHe2cZ5xA/JkkQjKx1aJDk+opHktbqJr613TpzXUjrSw967JSUdM0Nhrkj3QCg10W2
bt0SB6QBl55eCGsdd3a7mPt5lvjCuTv43Nk6gTmj9TD4sar39sq2WWYVjnQ+CqnV+zxJxHlBaT4x
X/QPDFtPLWuqfRzTICFGfd35+MRZTCCqJMK+QIdafsds2dF8lLqKvJ+ObjGoTZFr4rnx3OputdFm
2axI0I2OdisWndq3odDtYwtaGD1mHtyDqrUEp0tDT0GZi+W5LifjzmPv9aKT9dy66y2xUufrA1Ue
RCedvKBjULPlEnHI949YYdDvjekmBfY+U5a2pOvOwvYRLLBEeX709tRmw77UEpDJbCwOqPFDVE85
uYFEF28uhdb0P+hvGiGyEzqRoEkAp2dMrUSkr7yog3yC0do14Jnos3PDiSNoL/gBBMQhvTAtnbeM
dzjAlFTsXedWKypIaMKKXly8MBrLpyG0S0DKlM/MFhaZ1otnRHW+GfTMWnwP7PqIICSqOWhzLTdK
esbO7wQRqsYR6oIqoJ2sMWc3uY4jS9NcdSUDHxt0c58Uy4ItISvH+9nR4ke52lWzXW2D0yeJC0Nw
WrXWHTRowAS0ysT1YShMGBK2Df4oarCQnKj0NS6JO6+vrq253rUmTdTswf0b56Kz9WcJtXHdyQqx
mLsWi0nbhXP72Pl267J6Mn1z2GptZgzoa5Op8SfbBHU9p/MAlm59nJtlgbDolUlkGUKjMMFFvjdN
d6cDAeBjB3EMh7M9cFPLmos0e0oLc1WPKLjG7LF1d+gfw2BX7jmhq40xi+yiUUYYuvpcnQpGPkJA
WPDZ2vArCjzCgICJ14S6Q260wwbXk/aiw326FNNNnZ8H/VHYtclLCb8+aRqcFQF9IvPBsSf7YGGq
/nGVHz8kRnwjnzeD+YyJhiK9uQBZG6WGoqGLqselDtAtu7vW9uBU17FBjQ0yv5nvNHdcfo+aS8jL
w34a9INW3GO6U8exyPBkZvJmI1+AT45ssuz6bjUN7aF2THeLwoOTz06Tfqfjise9zS2Y/MBMsQHZ
Ry7hnp8tM+9hqjMG2rDw+YDrYaeHWKFDeULZkjf5M6PT4p6HS51NKKIxWibQZfRI2LCB3lGT2HK6
4CCRrKl67lYni7zi/VBkPHNOaxZhwercQPaZaKubct0IqaLLNlVDBG/n96V7iLU5xi8/58UVU7F7
1qeWXHSByMLCVAlaLACo+UtK4ZHZjuXDlPTDQNpx0A7kODr8u5UnT54t+3Ppad1bOyz4W3GA4RJm
hn2se/PFla58cvxy+Wg8p/3yuDli4LI1k1LK5X9ipP5bVxPeMvzzr+yAf2IO7P7Ut4B+/6//0v+D
gAE4uP+3Owli4+9fsqv+x4EUTPXd/yNq4K8/+vfrCXt78TfXhTZ86+KFYXG7hfz9fqLB+OGGwr2F
ewhXGOAT/3VB0Uzrb+DtHAOwm81F5R9xA5pp/w38kyFuDbumYYOi+2/gBv75fgK0wAAlw3vHEbZr
Gob9L/gax2cfzTt7vdpLrW1KnIJ6x0xJxRj9HJTI/hvWy+1m9Q/3odvf5+EUhX3BBYu5919RtigY
izT81LxqFXlaPaWcypQ1Ie7Jua6z+akbRb2t4yHbafF9Wb6zIbaCrjXVv6GY3HgR//yFQN5wTPsG
ezB83oS3L/Qf8Hn1WjoD7Tz1tbHQG9kMMEnJlm6FJT21/a++JCpMMzBdQ/AI9l1n/yT9/FS5nhWJ
BUGXKPDDSLx5V1rzM0ol6isMgkdT4AoAe7yFgdtCbLJI4ww351kyycOKxNpg1ZJz/W/oota/QCL5
wQqdOAA3Xm6cXDn/oq/+w/eDcSalRKk1L4QAUNdGklMqYLph20jDqjCPo74XxVHkBxSVbtgX/QOC
T3fvN4dsDFyxt7XQ+VMfS+AJ2L2bX0yVq7npkOhY2tnXlpq5/lJfVH3O5JaCZbpmWQJRA5sAWNvQ
o0JAjd2ZeCx9EPT0NhOh25rfXD9ybUujyHqlcqGp9umb8VmoULk72R8NdcFxOLcHMibqzq9eHV7W
Vv27Mo6Osx/dg7tsYBHE+1uOo6HlAfdk5Os7o9yN3s7q0IaicQxXN6LbbbG35NMUDj8Rpj4Zsqh5
HO+7ZOsAvXxoXtwP6wNxWeGxuPcpzaUyMtuW/VvOvh8yA/Mw0eTztHV2X8gE1N64gfFWP2hvvhdg
E9ad7VJiYtuo/vfCYtKM6vSyWuHwGwpze2sIicpTE8WfrY4uH3BNYU+ZlzvVBeRgzEt2cQ925D5R
KXHL+vzp3S2XfuIz9Sn54rdmP/V8V9meDWRbBu4zo/Iu3oldusPumF7k25pEXLnX9kA7hn83v27j
i38eT/GVcKX9XJ8IOJ6Xd59WiQu2AKjQpGCSL3QxYlHHbmsfCECRVCMaiAWxuRD+xuds3WMhNAii
RIzZ+Z3/Uey08/pRflUXz97hvshY3G7j0NzNP1kcxA/FeQ79s39IN3rUwywIm0918LbLaxLS7BbS
RBa5h5zPFKHkTU53HtUrZdj8ZD/+EmQ/5G9pokZ7sY9dQIjtNHPGIa/cZ1gcIn6gH9XODuWhpQob
iXJrhPl3fqjfVbbzH70zN+rLtJkP/p/pWlz9BzAXhNWK6/qLjy03NeIuU2CzJbo3NtVD9SByxMWI
EkYicJkIrPk/2TuT7baVbNv+y+0jB4oIBNAlWIiqrMKyJHcwJNlCXdf4+jfhzHefSemK43TfuK3M
PM5jkCAQsWPvtebybBgF8t/L2j/a/v7/5OwsNOr/+WS+/r1gdpK/N7/lX/gPZ0f+C1EoEB22MfY5
V7EE/+dozgYGdZODFjg2Agwc0Jz/4exIxZ5o8meUsUhP+I//PppL8S/+OqziUAEX4qkw/snGd4ix
st2FvEl0gmmZwNSEMo6Y6kWeEDW/KIiGglxKt0Kq67dlxSmiKs7+uic0gaagyP9G+hySG/9cCmk1
TQrFXgMH72irSSLlz6JDsGFaRDpxOXMbTQ12d9VDxteDcjfUWfoQl7WzKykqT/DIlubIX1vdv6/P
PNqCird0NsTy539tDRT8k0+qU8tpOwnCG8MMnY05OpGzja0e1zHxGWT04AMJkZoZdqW8kJy1e0W3
+y2IlX9jCrdW6xpdER6IRFaL3AIXxtYn6RVAIk7/fKeMeHivhkqRsmvTv0Wpxi0lF5aVLe4L/D9h
XeXvo1/MuICA42ANHKrwO88P/tFaVP5roKb+se8lp9hGy6/cftLaDYl24cPXvwf+7M/uCO0US9D/
B7y+PBx/3ZGp1FElACTyhoh4uFUHQeQl76Ui8qiUGabL2BaPOqDkl3RJilpDjyBdEJEbZw9ohgRj
ZoNp4oz1MTyG2MrXTRSUbw3dEbVy+5KwGYkSHcJIEMgYb3RnvRmjKY1dIJP2u9+amMSIdUpfZRdW
6ZZedD2eOeQqP9GOtZDzI0+8k4u8lMysEKXUyCCGzc+p27eYQ+l3kIOwGwg1ngYS6bvwuh+BU5w3
An8ZAgtc01s9UxkqqArEHV+ImMtV5pY2i6FtgjJIBloTbPUirNdhFuE+c5O8fdFTnQogtyej2Ded
qeyr2UF3uG4ay0E5XDnJWaFCKMBhXxvzNqqRIawN340ULr6uvYcyEQQ3ZOWMWLsITHlRtTLtM5Pw
gHE3oEHuPbtWdKYhQc6gd1uGmRi2JT1ZHR915YV1pGPnkRFaQlyvkuQdAh2oSzlndgLO4bjI5uaB
5DT00666aEg0rwCv2OldZGNn3ahRyzHPE4ndrYWT1uosMkbXfOMLk11CxBs7gBIqiG4T31HDlR9o
rk9cnVNGW3RGRrpNeSoyDJG5me59y0rTtQ9Cx9y0penm32KYtQl7WkxAogwH/ItpbNTfTMgOxdrC
fYJ0Sjbkc0u/b/zXbhZhtBWthXWGH2ma8TdWFEvz4GKcw4yJAApctDOATInrciO6FNMUWi1GsBMg
m/XXD/9nixEJ9tT9lq3D/j2mE8aSlHu9az0wDGR2M1NfN8z9iThAB09LoR03YAyKba9D+3DSzn//
+vqHB44/i5FLT5R5BE1HCtbl1fzr1aPbGNDbJA8ZJVm+aetCXGB7is5NkRmYrtz4BN3vqDD+9wWl
4SiTGp+dQwJu+/uCdhUaBbqwjmzMocDGZLdePeb1BemyzktXjfWZb84Ca8iIBKTq9T3JcdZrMRBY
tx0nw17BViLGUWrWhaXFgVp9fT+OTkTL5wNHCVFALkxfU1hHkEOTsemIeJBmhOaD/MMBtMPyLzaD
DsMe8EdkeDF60TO8e8pdFaOJmq4V87bIcEw2naaf2K0+7hbs1TpuDgnvh7Pp0caYaw05FFane00m
KlxW5Eu6iJLjUzExnyzC9OulYD+irQe65GgRNspEDrqDiz4EenITpjG2IpYzRCAZuUO/aRJRyo8x
Mz/OpGGNtGiK2KpJaMadZnRDPK2TehqeKrTsMOrsGtEptsB0l2mNn0FryIDwfP1jfXx4oQVyduVA
z52hCDl8luitSrUIEtF7zeWrYRWoyAjY3GIqDu+jWRO7r6/359T2/8YHSme+BG3ZZNxvQuflhT28
IN1PJOza4syiL/uj8gVRN2Bmhs5zAgTxdjXkDPaMNPgWu0nyYxhqC+RV1ZzKvzp8KKhbqFwg3Bqk
SSycwOO3NgTSYpQGUafC0Ybb1HFMJCnJ9P3E1/3sMgQrSKkzflG8Godf1xiGUsQ9o8KChT/HJpK7
93TW7buI4OW3DjM0o7x6fsjKtL/0g9w0vVHP0XCKmL7pVjOcwjgrxuol6Ob8FOn3cOVc7gFTJspG
wejIoZI6WkhKJzYb0PSVVw8Z4dHS0TZ4GcJdnvQPQUeDDyaSsfYJQ7/Qp765//refHZ1YJCOzhBI
t0m9PLw1UQ3wV3Qw+tTcGsGmTQtaE0mkobKk47mead9cJb05ZIh79G4DbG84QXE+LJr+/f1Nk1YU
LFZ7yaI4/ASO0kOKPJ6BPo/z2WtLn2Mj7JbxpihtkhrjFCH41PSbr7/40QK5XJcmGckXC2WTreO4
RWVVdHfrEpmiiC3a/D5DvQfcbZRGPdbcK2o1BVi6ML6BboglJKlwGLeRjIh1KSRijy2igXBcf/2p
DleCPx9KsXuxkSIvEKZ7tGrzjGCUA0rkzT6cQCUwP0Jy7X6IVMwXzDqcx6+vtzz5fy8E3ASH+lDR
raOGt45reAvHxawl7GJGbrnrRNPkBlFfymDNae+zUjkbErCnrV+49on7//GdXK5s/UFOkxCgjpag
2SBj2kmsDlMspWIg/WTjA4Y+sbIebdN/buiSfsQi96eNddy/GogNSGVVg8aCZsh4JvKvrNpKvKqD
Fdmlip5Up712jaG2IqPxFEYqeHDxel+JyXCxghXJnujN/IVJhHPi3SN54uPtpzm6jJmRI7u6c1S1
dNDK4S/YGPvK4YaWpHOLeA+zXq6nAOo6bgzGh5ZGRttTwF3LjkQOQAO43nZOCLgA03RMMmetaE0E
HBH1RRbP9mbNTAywDbT2W2YWLSLBUCxmvSC21DpkevmEG9CNN2lD+Vz6ZbrjwWdOGriPcaAHl4ot
w98kmoMAutMRY4appDFH2du9S3xyTwI5GwATQAfzRpdlA6qn0et8m4/l9KaFPvnN7eCY+6GTGRkC
WYtGBWqqv4Z/JFnSnKl8FkzMgGjBHWcuZfcVfigufpH0Dkn0AmmKWsP9iL6Z2qK5a0rD3OtF6YLO
a0z8wMy5bHpQSSnv4UEOPkp0hl6rWix5rPk00X8ijKnPKdyZx+7yyGgbhjLYsLIICuCa8tl5ZyiF
n30cWvcBsTHdOxKseamRtpIQItuq/m36ocrgsGRgA8pUAzwUN1TTAWOhNeOr9vsoreIp9aPmtxNY
FbI+zOJyLZs6/h0CovH3PJsC5m4z9XI1Yb15pWyjtTdTEX1HOZSNWyT/aX3Giz8gD9XRYm3JofXp
nxXG9C3vUuN354zjq2OE4TWH4976zpdxf5DTgggFMby4QnyVcywmohg+a1QUcGFH04KNomHQX/k4
SUGgjQs4xlYFefdlwBqG333mk7EzVM51WlrRU5ba7rQ2jYkfFEVPUmKo7epqjbDb3eFdyolrI5F+
jcwcwJkP3n2fA6BFfgtyib+Pc9yvify0HwI0h47TT/r7sWqWBih+AHpu5dTXXiU1UlfMtIl/OMXU
vSDccYVnQV57NqlLf3GMmKp1Z2TzO1QluLxJ2C62vtEY8dNM0lqFWm59r7Wkei66Qb9Fn+Peaumg
Y7aarBjCERrjVbJklUJLG9yR3sE8XrdAVhtPK61J7fle6s0gnp1o4kzB7TGxT5wTYmv7TPdNTu91
AdhjY5Yy6C8C0XM8BAXqmLtmZHq9RVymGmgkie2v+zbBqDvJqODgmYzjPnbCUuKXQqRAG9nRo3PL
TupkHWE95Nn0KwFMlDSaykP+XL3YBJJhnSSIYvDoCNC2HMuC8V5fjtU7gqbwxSks7ARynDt6rlEC
yTLTSRKGgkQLijvZ1ckmaXBanE+1LVKPrrq27ycz1LwkTKd41bLPv/qaQJKl5gofP9+8HK87omsN
cGoThVdHQhHdmHKM9XXrG74BvMri7L5iP4ibnSghPK2ovEusr60tmjUkqCmn285zQi+e3IAtqY8u
D3aLHZMD+wCLJ/Kt64SHdVzVemtnZ6bd6+26bmObyCMYc+Za5I71HaFmS/s8SNzrgt/IWXOORg7f
83L/4d21l4ipEzTIdt7Tio0F7e0aBsdTEDlko1YSXxRnqdj+MTSp2a/tFp8F81I/fhJWiqULU3qn
7RMw2z+x6Wv+mqQc421kfn6r9RU8hk6blL3TIm2Rek9+flHPAbGstF/UXWHX4E41fOSkXrWW+2xq
lvPeuq7/lMl8ZnqZdst9xdvu1ZbbfAc0Qoy9OWPy3BjjEu0ro4AdplGO9mxIcAZeayWYuPxQWjcB
/JxsyzYo2zMTUdFVG4jS2dgztwYvfkqocdlXNBHKXty5GCvphONJhTbHAS8Eq9QN9+XE9gJ0w2im
jZhAxK3wtEI7gjeUXUaRIUue2Bb5P99bv7D0ar7pxyi915nYT6uS1O50lbS1pI2TLiZGN26j1uuY
PY4bB/n6mdXmcKGa0TauywIZ6pYuUHBmzMuTnzdx8EsaiO+9MRn184gnAoVJWhviypgwwayQhLtM
Wvxe07ZOa1NoNSlT+CBp5lttMPPf+mzFj/wN4h2AHZpdqAc5JMN6QJ00J4xcIj/SEVZYhDqsJ4eW
vh7aCNGtULdY8Zpc3g1ChtbF2OvmurNgHEK3KrGMFpVFq1CvXftu9KvpR5yPC7DQdMbHPi2QHU0N
D8uZaDrSgmRfQ41xWg7+axidaXo2kl5PP+YPk4dzxPzOymlcu7HPCb4CshOsOvK6gIzH6GhXXanb
+24YFQVVXfkFhljsOd2WiWBSwroIysT81g2iGwhRs5ubNPQbGxZ7YfceNOfFZFRj0mGeVWY/83lW
iIbSFKY7ALoZAnBv1GLaoRHOrCu4IcxkDPTLch0gotI2ljn34DdCQsM93BS+D8uv61tPAP5g3TDC
5pw3B4VN5tr9bYJGdWskkf2DMah2NxfG3O7nNEuuzLFhJyRuWKfHanVdt9Nm0rOHQrscOh/1ufCT
KvbwS0e+beWMRoLMm6vmKgOT8DuDLPdoVMNNjYd2RU0DbSbDbP914Wp8PLhA2Udrh7iMuS8H1MNj
Q1rwekZ1SmSpifmRUqQoAw//I44sKevkLZIxIjMs1fO32MTmvhrVUhiU4WS2q0zDsgyoJJ+0VYcp
K2bUF3Y/6zJd+CyVJvK1dPUIURmh3RFS6DTtTlT6n5w/OIAvH50uL9mR1lEBXCGky9IRlJ9b6bBZ
HSvelVPm4iYvjfaXrqp7EckOOKGR1HuaSvpbKdFkRUjAg1Wv59apjBuu+qEcpQuBWhlZoDCX2vnw
nrYhR4U8STqMXazK571eL2/AUFgvtgNnxHNLBIPr1NSiH0p3gghGacLYkRTT+EemW11EWofR3wJ5
oqgaAp1+KS8yY1J6MpHzjYCK8Lc0bXySbkqYCQQip5444Zn4P7gk5lWlaeGvAc9Zv/HDQYB+70ze
h8Aq09cK76pxPiPlxjopFcImbPdsEoamtau+n3yc50ZfMHmZgu8+j/sLeXrjMiPvrHe6tPoz3AIQ
xAnYD2aSuZ8Xnj5AE1qHs2hDT2Daw8808MSdzYMyogs7yOyHNBq70At9q34GaS/uLSPJAK7kfVXT
m47yXeoESLKttsXeLGiuow5DNk4GTNBJsMc21sN0nJL3qIkre1VG1AKrgXpCroUlMrRIvm4DIWRr
cvp6fkGZH6ebmmAuPMONq2trU7QBbV9qu2xTWooorq6sKd+ofYotGG28K5le4BsMuuqxc2sjWIMR
INUqa+nJennjpj8DrcMw5csCfqApe2PnqCZ5t6nTxFna9WKLn3BgKcJLgUGRa5deFCclwBdkld9c
uLslENAhvWQLc+DfwNRo1kjuAvR1plteUZ9KA1CzlmirwQ0L90Q/8+PB2AbdSwTNoiZdtPeHj2aN
/7rTYdl4Y+0UW2NiguzHGOGmXC7LJc7Br9eXjyczehF0T00GiSZi36OTGUYgXQ61w7Js5vLCbTWI
IEObIUQtWPO/vtbHpUwyROMadCtN9aFVC/8VD4+PbiwxmnTDNwWLFc9U4KXSLuhp5xvc/vo6iWPM
OXlrbr++/MdbK8mfl9xVwXwUjOjhrTUmM9WxykEWx3ZxPYd+iZusho7f4TOFNh2f6AR/bPiQ10Xg
vaUTTgzp/miVKUdstklDeQGkJXhyykl4uQFw0qFgeXDreKAy9NPbr7/kZ/fYYSJHGDwSeQIgD78k
Y6G6j3twF40blZepO2qPcUPQ0BzpLYEeWrfXMDA8JH1pbnKO/v/8OyOeIR6egQFJl/rSDflrPIEq
icwwP+TyBQDtJmvtjTsM/VkvJI7P0Cg9fUr0/dff2frkS/MMm3+aSQ5K9aMtJhG9In6SoHYrbfpf
hHpJ4eHEYI8ZItCR21Zrk9jTGFn4u9xGV74iR2J6wYTmW/RlwICskfQSED62c7CtDBlJTBgYE0Cm
26lnYlTExwKupd0mpaE963iy3lvcSN/nqUToFcbC62bcIUnhWleu7Atwhq0C75ARPU0GXQNSmAmc
M4LfzdBszbjbgjWxKPXoNdXk2+uAyWGzAzjRMIbTgXMOejT6m6JVvnXiNfykI6WQxKHpJB6Q9/Co
SxxnfahznBgQOeX+I/s+TJA0BbN34jqf9NwUzVZF2q+Lx9w6Wlo0rtzGpQ9YvjUs+qw4dJ+QaBqb
rihufTGw9FLGk6mCT+jUd/z4rttUEo6tGAGgmPvQdQPzLXG8Mi01Q1TNchw2gYgdr3ThUmqxO5yo
cj65nkB3IWhtC1Mn4ejwudfh3pBikLWeH7jzNdt4FTF6H/1vLW985GXMYrQTt/fjz8gA0OUOW4y+
bNtcXoq/XjXVFfzzsmUIb1uAOVsHKQLPM2TWr9+ujy8XbRu1FExI4wgpOrqO0RVNUwtWbTU10Q3v
fIxnkgNfYNTaEwycAk23M+7pS/YbK9Pim68v/8kGRXIUWkM6mIwgj8tHXfdDvLuoL/qxdbZdZ7k3
uOXxBep68fT1pT75ESU9aQYo7FL0bI/WTrJ1gpRlmW+q5uk+7ALTXxWBAtDgcuaRWGh//PMLOkxV
+XJMqVDnHP6EaavpWl0gYAdyH28dBiNnPt2D75Wyp8sKpumJ65nLlnPYBrdRFC2iTcZDvH9HryRG
S7uxdZ6ZOuNQ5SVVbnFIyGC1VKajoFIa7rxLhm76XtoStGNaueKHlsQTwnBF0K1nJ3EIiU723TXx
KwgbVBwI6FBy7O7iVpPxWi+nRboHG1cHb9oYp+YZnzyOBDbz6LNSKBrqR/cs68LGmCwaSwEd4PO6
g2qbZRF9gEpi4VMyCOByadamyWMLkM04yxPvw8dtnUVNoH6Ry0CBwcLhjxbQSoPp4fOUND6BMk5m
7UYyW95bP7FpH+A3tHXkGF8/KZ+87KykEGiWzECJf+/woqWrpq6p3dYbTR7KmcnVuRXG89U/vwpK
K4a0vOvLLOHwKkgacPikXMUu1HxbUyEBPFDlCbGt8cnxS7mWQjVMpYKe62i75r1SNFUAw9C++Ekr
ub6A6UsTnLPGPipb4rXwVJFXCLwtaysyBSMEzz0xOttEt6EIw+ypT4XGfhgVG/riWOPt50SHrkma
h9+9n2u3ipKxQ/ip+d8ckZdnZK4VP1qjnDrP1gebcHYfp3kZR/EzD0HOSQXt7Ne/wGenZeY4jOvY
m9HTHKcbQqKxwsWKjOyywnRWMk59aJLMvK+moFHMqxrtGawXUCK9GMffTt27000ahcYbtbOJPC5x
nGDz9Yf65Il3GCmjlV+KLM4Jh7em6RsHpFSDBETzX3IRTHuYeoD9+nHeuBEnwwHNw4kb8bF4WLQm
jIro3zG0E0fFOhx+h2CdEBtYPsf7wA/StSEgr9MbrjzFXrCZ416/hHXWvP3jb+sabAAI3BfnoX60
wAT4dDGpEHc1FIl+AxeD4Y2JbS0Y7AAHG8HtaR4XL19f9EhPv/QgHGUpg2/qLPvc8atXRFmw9Mh4
9eyihoAkO7O9pq6JYKOxv/qrJmm7maAGckVWxPKM3QaQ5GxcViZ4fwWoqWdkIcLcm/TQrLe0GB2B
fquDPUx3e4hpZ5bGNbKz6RavrvgdtpLlyyJWrVkFEu33XIlMw1aV2/YOYqaJsDpopqts9psT++zH
LR2BA5s67lGLV/24/QJP1SkLh96h1vXAQUWSApQB4wmyq9h/fV8/XOrPcVNRm5FeK9BfHD66iR9n
JJICoQBB9n2utHHn1wNxKmH4Hw0z/pvPgyc/PLDs4vyMy+SasYlz/JJETjZlxkCbi45+tB6MCvgH
vR5Ph4C+HuHDYHsqmzsLtNr26+9ofNgceFgd8rGwL1iSZInlz/+qBOkPQFMiYcVz7VS/z40Q1+dE
P7x2bDB902zfpDkKQG1mlMcgxbpu4qa4NcJKQKIKUJvHVXPdFMvy8fUn++SD2bhzsHP9ER6T7Hnw
wXQ3I22rMWYvJgHwKnQ64LlBYp1/fRWMPfw9B2UNFT5y6EWPrOj/i6OyRiadmQFgHr0RXIFDLoar
hV6rytTcKMazT61Kiyd9lIsqS5LMBT8Tdvgut4oAPD8tv2k1MKbEChzSmlnVbVj/dMfF0R4T8rUJ
8yF3rgj4gMg3JLp+r2lV/w3wbFttZaTjL6ZCAljsm0v+FjxrgZu20uxwL4bK7Fb0cOEgaMiYmTjR
eSKoockWs2/fOVduXEFpmRVd7hVEFhqKYL+IbWuGmsNpMjc0C6GLPDeGgezTzGrUTEJlXQ0zZZp/
d8Re2V4RpqF+UYedKM4BF9OPH+quIY+Ig1mzH4gwtFe2i8NuX7oaHDCyARxtXQ5W15x1jEXVXeZM
tb+eAx6Id6sa5AOAnP6XhNyN5SQjtX3F+lWiM6zrCZ5ONJbWloMrA7MaTTJ0t75vX/3UN38ySWqW
FJiAVIisg1bpyT6rboC3kUPJD+UjdlZa8FuqALQEQAd8NNKuxFtUCTJLprbqnkliFO8MnM2LeTRR
i2p1UrobG79QTuZhml8xADLi8zlOcgBQaK9Q8IA6uWfwJ0NKUNxTnjmluG969C2YsuwJdoyeN5yO
VAQRbj0OxI55jSjr+xwqq74DqEHooexbZKxDm88/8jLXH4pWOPC2xkVsMPMwOATsMQ1coTKt/HXX
DOW3AMTym2OSwAY8vJ5+trMfmauqKrMHravIWgyT1sFkbSdWRV4plkKYG6buI4IbctrHKHzDM7I9
k2RHgmkOnrLU6zOaB066TarS0Nci1slrVRoFNxjfEEFClUxjQe3Zmu+wZWviKTjKdxyRWOIwHGlw
ZibdqFd5LrGSuINZXCHKw1lEchsDzyxLhgAPcb6MC7JCK7GLkJK6QcA2LISirhNrn8waMiP9QFm7
MB3GVyzMoXUZmr671Tt4q5tuqqv4stDsnsyRSNRPNasciTahU3hpWHVXCI7yxziszO8d0/li06Qj
CMtOWzrFOOvdOzczgcO5sPw8SPT+q8448bWZ+8GkD+3aTxm1Go6kyoB7zRuGnlOLBnI8KqeScu0w
csRe1fjaujZo+6I01cwHrL3lZqHfvHEA6PB3WzDCQE30yToMO/eNjiqk7aavWsI755zJvxTcmL5p
kYnXg3IqyLX5QuacNFxVOe1ENOkOcuhVnvBKYsip3F+ysKundKbdTaaFRaJBbhrlhQEk9/c09IRd
+Tb0QjxSdpgQuelU3aqP8pDxsrBLDRKvCxGxdSSU1yZArX2RUnxeU/77LeDAAmEeveHAPFFUfVyP
l0LDRKBKfrPABHm4HkdtAoR9oNkrgqpfJzzbuxK83Kn96ONWiDMRyyadF0SeaM4OL9P6yKiYWjIk
7gbGpjWPy8/UmI1V6GvOOc9Sc2OSUnlRinLapWFRPaM14JkpUjID9UUUNpvV2TghmDGR3+yYJD+X
haY9FPwM9Yk96rPdE4epgZ3FYSL04RDe0Hfrme7qXhtCE9oGZq4ectthYBEzZrtg8LeEitrjeMfC
499VjJf3eZVEt5Daku5i0T0BJ+yM+pExCF7Arze3TwoYDrkA3vh0hss+f3gvqUHTHFMIcLQstl5b
RvNeIfLmuSjCEyXoxxMQ3TIKXnTLkECWoePhpVBRFCkgRdLAGPfCuUW0T9XpxL/pitjfutGtdkU3
OR7TouAqjODo9Ex4TxwOP27lmPjp2f0pZbD4Hj2ihFxabJqMO7MMCvkwkXLiVOOzJVtx3XelceJo
8+nlGH8wjDB4Yo+/M8AZSB6KXiiwUes6AOv8Ooo52WNGwNrkRv6Jd+ND94J7zKwFUw7lGr6fo5kA
cRuuppMT7JlaATWHWFzgHuRNXeU6mDzf9dXZ4M/OXcMkalM7C1H86+fpw1lu+QD0t1CiQj2im3D4
IxdOgF1/xEylF6qApJipc6ue1YuM4999nA1P5JbIx6+v+fEZ5pqUZfRrBDAZefSldS0NyY5aWINR
EjNBi0qivxIXKWqgTqxw8pMf1IDn5KDz5ABnLn7xg1rYnTRM0S2nt9oBGhghXiGnshb28zC4cN9V
2DfP9B1S2GGxpEtr61F0OfvEzK54s8VdGQbdIzG25n2rBaiCcJyANullaTxAiPGr1RhJsnhs/1Zn
0o45U2b4l6yipiGgzaX+OueWIGwBjeGCbWsf8tINX3zdDFBncU6+GPrcvZqj3gm3puglgqo2zm4c
cBuETIxNrtalUYGdBssVEVViBc6mquP8ZVIGMSGZZpWvsqHAZdg6CA5sAoVMq5G4Qr5QpuMG1rVQ
7pQV9O/0nodpZTZzzZBtcOvgqkfBU932WUh2BV0q5TL4gjO3qjATnmobfPZT8JTZHGvx4IPYOPwp
GD20trQqTkRj+kzelHk5Znw70CRIsVB45Cce7U+ux/GHxiYHPYZQf6ZEfx2DHNISZ7RJFDCuAQ19
Er6GMEuVGXRLQHQ82PqpJfOTJ9vCFkMPi78dh8zRaoVvC4oe7xOq23m+hu6NEqm0imuUMs1L0ZIY
EhbE7CjbmLa0xGpUxojNVWI/la4+naFbc+Bp4m+PNXJ7Tqxtn344NnqD0y/3xTlqZGjV4Li54FRU
QUR+tEKG/nHbw/EobXs+cc7+ZFlBdcu7jcyD2eqx84CAZMDOluJaLtFnUVVVS9ahfoHKtOJ/FuHO
R1994guan/3inLQtZn7UGco5Wli6AtabJvmGPTEmIIsm2/YvcsjHYlsKk2jqjsCOaKuGFOZKpWGf
dIlcAVmEEHIdRlE/wTbHiLGaYhpa2O6z5K10YCcxCIyrRyRa7b2kBQf2uBHVuJ2zyvnG30l2Fn25
btPLOCG1BqjwO9JgZoSd1rfOiSXtY0uQg71pArBVFIcWP+Xhe9Tz4o4+HT4PqFv9I6IjBSpYkCBe
GjlYaZ+0FobtGjkjKNdCSIk41LVWYK2xm8sapuvZ18v5J1Ukn8dRhsuZW9ePzSw19FMX8TS6zbxM
SKZ3mM9A7TOCE+d6DMnHx/rF0UXtw9QHr/PxEK/Gf+qWzTB4ejBFZx3Iz3YzIZS9nRT5JvAREHEy
/YrDl5kOULs27HGokJNnwUs8ImBYpb4V7iNiBUvgSHZ2p1NbqPNKUH5zKG+AW3dqGm/pHI2PUarp
tQdOfiTPqwk1UlPM0A88nyHjRRJA6Pc0Mm1/cfKF6GyOisO4LvM7LLzxJdSe8CZJkRKvbK1tfFif
OhptooyrR2Mm1miVKHRskIgr+z31q3TeToAZeTXMWJ4aDP7pnx+0Q1D1MYpkj2eSJXCKHz4wQasA
NUe49FEzG8WabPHiSZt90HsayjmUh8p4pDlnQjaTLqK/pK+zc/TE2ffYV/Zd0gvCcig9GrH1mbJ1
l5o/Zi/5hBOaEA5Fo8Ll03cb1UDWvgejWakNO2pU/9t7+L9YgP9aZuH/MxaAVOP8d/Q3FWD5//+H
CmDIf1mLgsXWLfx/TA3/LxXAMARcAOwtHGZo0h9QAf7FyQZYAP9YsBfTB/1vKgD/Dss2q6exqEbQ
6Ml/QgU4Hu0sFSXdPothMdsh6rqjtWouNZg0xpDt52gknid4oHMzsUblTMXc6ccAgBhYyGXS72FA
J3sF5PZsnsvryY1P2K2O9oZ/fxLs+tQfiI343ocvQdeESeb7EKDLZNhDJUP4a4roGQW1caLu+PRL
cw/hE/1RNYllI/6r8CAjzdLDrMv2re7D9kLGNFLrIBk9s+rQ2CJQJcAgGEi+MYJliSngwtdpvJ1N
MHxG17gn9kUmgocr55/Cnp/BoPXKCvCH6vj3J4qMRraRdLUzNJ5oYCbSwP0zxzXy+z5L+k0SzhdJ
18bEaxkuhgnKaLFGecl+bQ/VzhBRdjGNRPSuMEjcuaF8YRLgZdW+T5ut0TTbJkK36MYvsDpZ22j5
NL985gdEimZNsiqnS9HuWKPas65iXDkBkqcd+tgBDdrgkVnj7zmPNJpZ3QNTTUU4vDZe+2lWz15h
0jbaU8VH74Y5qBvBCON1wYW1enzd+RqTjUZD+RzMl/qoE11DQk4Wf+/Gi9Dl/GZlGyrhvebE93NO
68tEOL/y0/m66Lu9rVr/deEnTH3a3xvG2F6IQqtuHPS8qxav8k1IpX010bPx9J4cgXAuKwTY9fQa
znP6WEQK5TRhkJIW6CwKqPhVdlXZ81UewD5wSHKcpuwJM4i57gf6hrpFMDwMABtXSUEExHIOuqaM
XCiq3Y2vyofBCsVGTjW851jpgxfjeggZVoQ+msimWOcZ5vx6COsNHjzHI5nBv1A1Sg/WAdpYJYm3
iEsqGx10qm/7dP4Z+4FsVj1NZVCMmoSVOxDubjbneadPt0ULkscsJNof/bwWpXal1fMvoiOCa2wZ
Bag+95eqgwloYIbvqYIhM5q8yfFkjLsM2vSOfBDn3E5DsUb3TfJETTJTFiQgCaPMRl+zhI4v4UuF
VX9rUlqqVV7sxhzuglteWxkvxiwfptk4p724t8wo2UxZ9tNS+o86bJ8IaxFeM0/TykGqsNftITrL
M8D7gU48WaF1xsVMHB8GG37XkOLtDKgGEOMFz5AURHwktVNd4U7JPb9rvgdhBURCauElJvX4rrBA
PLap4b4OYaDduBmhkivVzhMopsE5V6IO3xrfbL7FY6eINKUxvEIMYP2kR+deBOQonvNfMFQ7vgr3
ocZjH89agApc+HcWgbMhQ0M5vZKxZV7j8wm/uXot1xz+yHpPdRBQma1x01RiuvduHxLWkxLtQDiU
QQRRaclXN5tIMyhHM9+nednfkD037l2b+MkWI8t5azTOvlUoM4ZAG+5azn7ZGiVpdTY3UfKSx9P8
TrKZf0bC5xocb/5mdob9iEiqfpFdmt/0bjDsuzm076hzhqusEfNVhPz5JmPcfkXlNNOapV64WBpl
l02pit00t46FAtp05DVDgvasnPTpAYGTdUNSan8l44looWB4Sxob8JKpsuF3alpXdoepm9qH4KRK
5Rbq/zODrPVwXNrpHFwtWbZviDZ+dW1XvuR6+yLH/0PdeSxHrqRZ+l1mPWiDFovZRCACIUkGdXID
I5OZDg2HcKinnw85Zdb3VrdVWS9nW5dFJoOA+y/O+Y681/SVzLfyMbQYcBOK56Yc0FDayj463Uc1
cnZtO2LXgkSRMD295iXIsJZOlyWoceoH03tYqjd3/XqJKWSrcCJpxVkWGWAO2b1Y9GsnxlgHcpzp
pnFuaM47NjfsNTNq6023RleYw9iEvv0xe7Me9XbzzUcCp0KBtwdNuiuQn2gSnimxupt0zMMKT8ne
nGCb9qeBRoFE9qXq7+NhOVjEtQ3Y3rY6zyQhVBulPce6PJtlhDNxw0lr1KC1v4q4R3tgBFtYaKEx
7Y2ACj/NzJPvlaclN96kBXoRRWEq3jzWW/E44MAYwlpY53Ra9ojmz2PihUu9H+VbM5xJbCVJijQv
M98kHrANM/UeHPVTjUDHhryP2BU8NxwlwMtH85DjbrPwPqpBXU1w71l2MgkGBmBDKuDqZftMiGOt
VXJA755gcJLuoWsMOFUW670eJ2NVmcekQ/+yKLizjTwISx0W64loETJlNGbuv1FNJ7sZW5BgoaFx
wg66OgsfZQFmrjiNH5TdRk5L9EZC7HXiJeGwENrmcpL3Jf+Sil2XqJBsD8kuC0A+evXGsMgy0Lyt
1kKp0m8C5lxgMSh015tmWaJifmbTBMjyPpP2GRLsphieiyT9svxfLtsLRE5ADyTBluw8srt2uhI6
8aRNFLWk7hVbz9AeEpMFk1z864R1dhKkItUxnMaSfAyaaVQJo3XXVsaZA+TfdH94tf/rXY5EBrwg
ygCdYco/tfFIkJLBcbDnsvPfDHVK6US2qh0XYcPRIVvntapiTHPwB0V+kkQU7Rjsv2MlB20wRVSM
e+iAwY5WQBz7MSp6cmmQfOV3ST0tG7sy8cs2QGjmOmR2VD8aDDAfVNV0nIr2l5Ml9yBkUJZkxjv7
RHwGOnG2pnEgq5rsS7vZA0B5yTQ/3RItwzuVtMTaOz5/BnLCUVINNxe8MmsUf5sZpBJMpn/HtMvc
jVZcv7a9LSEGD9UPs9Ogjmc1rUjyrM8K5Fo2vGmDvdXT7IQ5ytm2pvlkLObMQkYkV2Jhr8FkQ+oH
3R8nZJmLNdhuyk+Gwn9lQBzODCPYSGDyW3jsM/Zg9cLdtTJJSZmty9h44lkheagiG52IudZCYziv
vzruwY3dTgO3R7Ufh+BxbFS3YZIyY4cqOBPQ87YcRUpLfvSFdklt1htBG5YOtco0B3ft6ihL5Ys+
lu+JGt2NyfpP6FHd/XTNUcMWm8YHiMT1EYOjRP/byQN+pENXmwcK1fcBO0Kam79YLbNIcVxi5oHp
kpY4w/uz15WmCXdWqYNEc02nab0IruhW7760mLz7rqn5xxUffl0Dn25A0vZkBZJDFZaKPX8JpHfT
Msm/OEq8Yz/Wo6FzWlbfIOfarsDt4NtPbdsDsU6bu074xQa2AnnMOQkGGBQeTGdpmbHxBbX76hk8
IAGd905PS/+1Zz+IuzD7MGvdJI3eXU2qcwTDmqJ3sSAhlzFDF1Tbm4Bd12lCE7OFxfHuyOFTdp79
givka9KNZj+XQAszq9tWg0KHCaBVehOnirVLyfeZdbh6GplKjT7tKsh+XvPTRuGv8vlWGPpOSyji
yHRgSZdYoZb0J60k54/L65wYFU7MWA9R6T/GmnnrdNUT3aud8rK+09nDoXnlGSi0UB96MwxA55Os
8bhkBia1dAz1qTgEhflqLunjZLlX2oOtNnBhTdmbDyCnM57MoDqK6Vsk5gUl4laSK1AMpCU5ISk+
2MC/9NU+M7RHP26vdPg7SVZ6im/LTZKjVz8Jeol6tHe4eonrIM8UVMfkvVtAoskl2JlNfCpXTQMe
L7e8MB3xJ8IwjKNWTLe8CV59fask76GoH4i5siojsp1fXkvg5xSaGoBCIJMqsuz8jtrgIklnd5O7
NaJYtdE8jLQvuN4X3OncXtMHYGDVc9bm6qIAHslhX5MMtDQfjj9/2smnVN/azGdP8LGWbbzsG3nr
rjDwfb60Pa5icNm6+UAyVjgxtwk0eSCCYBTfWQXiO/k9LbAw073sv5nB0Brgpieh0xz2vjwRzPQn
YyIwduOwGSQPD5G2sIjuypLzx+jD1aavwYdf7w3TcndawFv3UUyhZ9HFmO2pj7HVQjPspsfJ5hWl
VElHRFE4oQo+YRDtuMpDP0jutCasTf1sc2+S+QfYzcbpGYQa9VdGQZ8LntqhXEMRtgSTU9LdrOan
Uy4kN3sb1WEi5PuQyOCTk2EOA5nM/g7vR226274lUqNHIzIWmIPZAvW8imgKGUkxpj/YJvlQTYWc
ZE+lDMAMLYp4ogjbDb4fuhLSHa7PySL9shn2eMy3XQFsdpXVLzu17BZQByNPYDGiTZjGwxzgZE5N
OD9U5uZ8ds3PQbSE5OIGDPTLsPgnUfPSR43evrpxsQVhfTWz/F5Htjs52Hn1y1y2q03mPC9wTPM6
7FrtAFEM+d3Osd1HoOMb22kvsMhPgz+HrnsGubCeHteKsHDXxpX4YRhI4EsjdOfqRkDYNWg/x+pe
VONmET+d2t/n4zWdurCagtBBPTVAOfDiu75QEXwn0goXgq5LPjw2yiZsVNSXETMU4G74DilN5R3Z
wDuyEPWoZDFbtf6N5O7nNGYpgo2eNClFH6EL4fJdyDyxQH3kw3Ady4WZLSfDMlMEoYR4LVvxuyn7
6yiS5ZQW49PEHuccG71F/lxenuSwRiY9z7H/2zKHh9YIUSVFmi38MNXac002LTL1SEdphfiZUFWt
+BUvnDQZ/8g+JdrazXz71eiaApB3Gf3vziW4ysu9/NjEbXuHlbq+FmYTvDcNwZkiy9ZerNQIsrKL
gh/diH3ZpwFY5dx6sNilfeRG7J/zBk4e2Zj9v1nHGisw8i/aKmY4q/DeDnBO2dyVbC7/PtyQzaSV
c2WKoyRGpwxHr5ke6Q17dLCGz/+o5Cle+5PFr1AXtfrwUBjkcvNbpRxea08Tr91NufY58Z+Wx1+7
n+pPI5T9aYq0tT+K104JpUtyX6/d07T2USy6aalkk2uPGrENb4acum9fywhoNiYWGQLo+Klru+Cc
lpn90XlUqhtmyd4VhER/T+xv8jOHRXSyUHDiTSfNBX5kqz0wt4eXuPTmi2J19ihLmV5AJfP6Guo5
12nRclm2V98t9a279pbL2mUuid3tY1ThghbGoMefVqBhPy/arQhG9bPP6+EJvsybze56U5M8sZH2
O1aUAB2zeMh74zI56JCqYvhcXObDdiez81RPLYrWmCRc2pwy2xHVvLrdnUhXHWEULe1uauA/7M2E
UxRCRN95b1PRci9Zw3tOOCsPp6gCZLKDUO8JDCG0QVPh7diGEfdIKC2AF1pub4MvaMh3vqYXtBwm
+T44YXsOU/id3a3kcXrq1pauXpu7em3zvLXhq//0ftOfPrBdW0JkFMFlTBaYuX86RuIXhmuytpHF
2lASgzFe+7XJVGu7iVaqeljWFtRYm1FC+6qfA/0pYUbxoVxbVowl+ae1trF/GZs+/L+R91/Joati
4S+D8HUMhqqDmhTyCPNsd/3vfxnMedip5kDXoRDWI5sSJ3gf/TLdtdI+Ju7ohUBvEspZ9+Vf/9j/
Zvr2tx/7T68M+ibLmJu5OI5N3W4rbNqwJTqLHCP/9q9/0n8z5PzrT/pni6EyCM7KW6M4Jsn4BRkw
irNhIN7B+yYV89/8VsbfG5H1JCCgQUeazGeJXuKfhdH/eVIlTaYQLK1kzvXssddTqF/Po2o9mQZ3
hOuynlawAsqjlq5HGOJ1lr7ruaaPJqq3Px/D/2hR8Pzv8fnX9Gdbd/Xv/p/5+f+/QvbXhei/WCPU
RCikn3/dI6z/h3+Q9SEFr6poBv+g8Nmzrdjbf5D13eA/MICwdaTsxujyJ9/nH3xhjf+EzXJVCa0r
BYxEfMeuVn3yf/6XZpr/AVzLxOnlWCtzn03m/wCtz9bg7wtAl7m24SBJQhOJk3a1DP/9/fXHoTXR
adJ1qHZCHuMuNZ1cZrZqYOSamuOzZuazTgYMjh9o+LW7wAYy7PnLmXv7SwgZex+90Wdih2JC67cW
CUHEtSPOAMglKWkcOkGteiTsE8ioTuyaoi7PkN5tpmWaaHqXuTLum8InwXCZ5Egd3lpOg429tn1J
qDkw1+fKkM51zMamOsSANWqLLoncYDJQ+qbpdv3QzPlrUTdNfrQ5Ecq93Xrj77GU/UcmWqI3/J4W
huhkd8d8KwuRFdxNujU9t6pkjpnU3i7N6ntN2d0uJ+mPL01fcS3XP2GKOGGH+TBkxPGFq9NCMKud
2M4iL/UGfUMZlDGKyhv8+JLeqTTsaMm0MwYxec5zCI/AaHr2yTI+zkNwdjqnuMcvgKQl8awtKLsb
N0dKBckkPJ1HsRsQ19wtuUX6APq/EJrtLS5pb/2shds1Jcc+mdsnNUj8MoPwjxzL5taYSfNCwwUP
25hCo/HuBbGix2bQThQ8vw1tvlkOo2ynFtqeYMkXrPoqWoWUew8Tzs0ozK+AILxtG5CvY8eyeZFQ
MXY5MeP4IHLOPv+jmmryZ029jlx9+WkR73ivW0oSkAAA3m7JdAUoRKIiI5SnPFCE0dnGI7JXN2x9
TZGGLvBFm3P+kfIEHFKJjlTrEPT3LamLBgFICLa8UYGmMKZE/x6JS3k1B2YTm4bAXvepqdIZG2QZ
ExOMGtr6jofCZ3pWI11kZFk6o3mXpWzO9jJ1+j7KNFe/SOCp/i4AyJecEuV7DJ76CqDZZtaGIsPz
0qTGGFqD4c/q6vd24j54qEx9TImdUTn+b0qQfp4vwmOPZD4kTDJHwQy3142U0sjhnrUXysaoIb4t
gee1qEeQQ/V89kEvAaTTWuNplI756S0MaLR+mQ4Kze4NPUJwG8auPaQ4dLbG5DImH3rqMTft3Xce
W2u7aMrfEGLO1KXXy/6Q5G1DGHYmf1sCYyFJtkRcI9h3T2gl5zsloC53FIVxoXWvHUkr45Y8dcKh
hsrcCjGmd8YEJ8hj1tq4UL3QTQ8p3CoEHUR+orXY+KOSw7nkvPBPrJ5m6UUdro7l0M0ehEMxaefR
KHR2XaCY7NixtramzTsSMyTIu7jpmGk3oj10sgX/1OHQbWs8U3PwFSRNfCicQTKMTGLiYgAxxwc2
TsR6Nt1L0tbOBzlJycYvh4SY61Eb97OSyQPKAkYbmmbsAs0I9rVf6Xu7WeN+AiG3PvoBVPtAgJI6
fV8k2/64Z1JhjA6y5YwY3jxpaTJJAr2l2bKcOrv07ZxUCCuDJJKa6bmNZcXMr+WFdWi4fb0d9/SX
7XtdktBU96MVjnXvX/1lzD6FSOkfJx57QV16Jvlp7c/WL1kSIrOZs0ZYv/2oIwIV30LrMW1vBzoW
XEeRb2odnkkAz9mK9OhSGVzyJSCaqbKtsA4y/UDMbcaceQTYANXjJXX0ftuJhFlh1xaUrtmxS6bm
Sec9wVPBj8xhnD3ZNExkQPz5VwWvouXEAg0SpIC/JRGiPhr29z9/wbojLpWxpBX65vodNHf81U6E
UDtl8pnXWnpeRW+ntk7Go0iq6ZmNBF+G0OK+JyppC6yMNPFWkvE59P2+I9/77DfjuB91hsoOyLaN
JwMLUUiKR2KazXuypMadX/D0oJig2ZjcH348Z59/fj44yORt9Nwiyju+QieO8u7PZ1iLenrWp7I/
kiqbTFdROMmbzqv3LTrHv1ZWYn1PWa/fusLLPjuvqGicl+wzV1b7zrx2+QLlXYalJxQC1wHInDN1
7o/cYN2DATF49rppeGqXSnuFBNVsihwmFw0XxoKi8i+j4eZsCf3xdzpq4pp3vncOjCWAxlQF0n+z
KNA17yjjbIIGzmeMVoRXfamL4WRNrsySbe7oBolGtmmYcM3IN+1PWIs6YtE8Jz9qVZ0/d6ljnSYU
MlE/uvdxrT/1Tf44u9VhqsjCrQnmSpwxAnB3rDy1N9V8UJb1RU4TwBl8wUxBuuoE4YeHX/r3o0UY
FAk3D7B33xAdEl+aNy0DdDtHWWV00aL1WmgPzFm5c2bg6LiuAxCFe1s5YNRq1lDgodBpaqnYiRQQ
WOkn9rlbOcJ6UuHSHFJr61ag4jzhiEPr8oh3o1sysev6T68x4N0qQuLjcX5l0J7y+dfP0Bo/VBv/
hMtfh0alPRFF3dB/WgGjrLk6IDdlqaxGnm6Po5jlWbBjcsLwj2TmF/pUZmnJ0r2T+CV33gDKhAhl
LerqJNlVLTNZt0uO9DYzB7ft/570br/M3oERC51ZMXJlpctjB6fvrLVT1MUEw+HoDyWpcPdmrnlX
6UwEoY+92HZe6p9RobPmzHtm+GwepExe4orukEgsXExNd2r67K3pl0i6JqKLYnAj9ncLo2tYUXYK
Is41SJ+pzfZ3r/trhH2nhwHEmU2b0iEWBhEpSmt2kHWY5gakeWO52pKU7O+FXR/tmeAW0tKLiygI
zdmMYC/ravR35AxwDIIrAqcEfU9v1ZH3lRyiaXZ3ypDHPljP6hpjFr6fTxbdoC+s3rqNiN4iMQ4w
/+MmeCidvnk0Ohd3sAcMBheM/wT404wEjeMBTQfhZyR7w64sWZR1uuHBp/Ts6jCQo3GLhXWkGvQJ
icf1cswLe4TwJZP0bunK4j4ojHLPWc202pg1/YbCun1rZ9ttSI1P1RG5aBBSkLK7F6SXHtzZ7E9e
EH8j153vYtMYr3rVF9s6t43Ql7K8pXpTwwRrxNHgkt6R28YYjQq5D2NbWVHrkY7j2wM8S71q9q2e
tc+lzO2Wo62uQ0Xu8kcVVFrkKacNJwcrz7LQMw9D6a6SrGGfTo3GeMPPj07VGWfLzZCIc159T+wN
eCQzVnV1O/CYivxiBO2y51w06MJsRAoI4hg7J1pQhovNIZO4gQX3sp9NInFSDwJj1ssZrJo2ThuA
VcGFYZQIPUk8HLHo8lqndRtmeV7s65mZBiYn/FIjYTCzRcXo+jOksdybP8jfY3hemKnYitYTj3QH
Y+g5w7KrpjH5lTm1Aw9DZREkP0KGElw6+IdwKPWldDZM5li+LeP8IEczuMmYBe+Qs0Z1c+1urMf4
J984J3SoL3Z9w/k/6P3yMkxz5MY203Lk2sdlDE7WSPibSxD4L2GW7rcvPT3SXPKAmKuHaW7ZhzSL
4Z3G8RhNBG5wIbpeGiYEZlEfcyehm/uNKgBVeOF5bD7y9z4fu6vRpjVROBXJBFX92qRQKGWiT6eq
zZPngJIx9EwnPbrMrLYW67Gon5W7y2a+EZmUv7nRHxfwMpuYq4wYOv9uCBQDLzvBBoWviWvZVGRk
cZvApSlv9uzDegSQG+mkOb5hyH/OKO1PCDu+vUD91AuX2guiPntn5BLFaHCZCROAH8dl1e4HM/sC
HgFhTWSfXrFw+y1Atgym9i3v2Ab7r81clESr1TG8pdQgygn2BkGXerHVY33ZDb13LVnoXuhFyqia
FnQgepG8ss4j/lQGhX8WAFiwHIueUhlkGtX3RoGi308V52hLb7cRGpmQqW5++shdDhRc1SdoUg7F
oDjNWHA36LKDQ2yn8jZVHjwaoyAJFPcVf6YVoVsEwwkq9LJN9flprnz3YDeNTsIr2suhY4TO5P6O
BNVPv2ABidR5r3s5Y/heOVsjd7V918Tkj+oMbsn0lMwQqSl9gR80H39ZKfkiaeOqB1GP067Pm18j
ysit0bTlppUMlzvSXZ7MxFO3QQO7tzFT1zwtGsRLp/EzHjYVv3YNBqqQAsvdgxoKyD8hXypPWzsK
PLbmxCv/HJSZb3PUEFsbXdWma834yFabCDFLe85r62hpfnOCh6Mfeit174e8uWq2sURaUooTEXci
LGo0l76dBJtOBO5eaq25LVS3RCMf44Zr2yL5GdL9UTg2jzMVeNini/4YJ5b2hpkx25BZeJsr9YkY
tXipxnZjs3Z97DQrexZYmqPBbq0f9FXdfvL17wYp4SmwRs5Cr7nXJ+1+0eu70sPp71NpVah0tqie
iRh3y/loIPVZgUpf+ZRewFT6b0AjHZJuGv6OMM478kBOWFC7TRt3hDk6Yg4dwJi7wSzyyOlNCLpB
Ie3LaPcVeEu/3zcanPQ5NsDXmTm6pmDpD3mxxDuUqcF5iAXlmfZBaoC6egHIZbgzw68489tXKzXK
kCFfsLe10TlwfgkuSxm/Yh2o7opUH+H7OvF1NDSusNgHUjL5RWil1DwxH6arj+Jh9CyIUHPn3JOt
l0twGPB006ofr0xLE5LELeeKObXEQqn6u4zDeYv6nV3YXDZ3KbCACGUyGE+DLn6Lpfe7soMFRGAy
3Ka50KJp7UMpVvA22r1D492oLzuxJ8o3cw4Lw50xw5d4+Set/0qGNejdc1PIlo4ZETSuLjUvNo5J
44ezjOXW8TPjlDqNzfM/U+v09jsB3QKy1cRslzP7rdIAgI9N7D0XnYdGYujtC3oshguwUijMg2U7
iFmc0yq/Dc2ibUTvWnvyW978NHEPvi2dUA6+R2pdMxzHAbO+nzQjx4abNnt3nuIHfrt0B2H2zl5K
eMrKGp2nJbN/tK4N5xcFB4Gr0g4eqqpadmkAphdFNkS0zOdDLw32wY5OJaIQHlCf4dldRlEcHHaI
58rN4tBX9FBUG8EN0u3w1PmmoGfPMtQLtTU/JrUwdvTC5OtUTkL9l6kLLWq/qz3hHYfEgOPbjvlz
HZQ1Uq2Za8DmnL02VrEcyqJvgRk67EFjf/iep5xzvGzMg5cX4qkEygKdFeTRVNvae2+506EOlLUp
2krelyudWW9seUrRAuD/yDPEOw2HSw+o9bVLslui11eb5l8k+kcBRPzFZ5y1zU2v2MuR2rUKYnbz
k/OSNgVcejKS34lBbS65kPAWoU6+NdIrLiqjCDCM5bM1B7nLiniOVOssF9uBKxsMxlkwkr/Eo4kG
wlbTwcon8MuL8jYJrq8wyAQbxorwA0eziXSNxc96srpdnMVfoIFVVLTltaX96pauvm+9qbqBIXJ/
xy67f0sIdemp+G5aG6eRl6ol3eiDkB9YjIsLH10Kwt23I282g1DXk+7mUYw/KJqtg1/H+lkydNgi
BSqMjdMoF8g0L8v6GaF0DAKTpTx7Mo8XIjBW5q0TLkmD6XrOmuxxTLrpgH/Wi0amedvAKQmCrTxt
G7SN9h7IGImIsyRh3cQlsdwFkXuJkHwwSQOUNan2nWTGuMlM2E457jgeQgvtnZE36IjK2Ryi2sqS
nerj5i7PVHw3BXmHh3kuWUlW9gdbBIMxm8iApuoNcUyyKR/XdciuSgztxe1pT5J26kNlenlETg4O
eQFUUMu4bVfeHejT/sC/KzkGE8MkZg3F1YZiEwm7T38XS0pIqifRYeV9cfDqsouGppx/dJLDRxcB
0bocfDbCkYZ1Z734nz6CoF0mKwRWTu8f3K6q9zNjm/dCR6SGG1skm1T1xneg9Oq192VH5kuqgkdD
+jp6nkz/WQV9jJwVq3jfe/YvxTiJBfkswjoDzKiIGt8HigmNGfNQBskkXxlBkccE/AT5DgwpCHf1
Ray8HjFW4880UG+WQEswirQ5qL6jsHGCqf6Yp8l+BMo+buwpm34giuk5Qmz/a0iX5IxifDjkXNzl
FrOa+9g5WvZE8BOHcN3I7ViujTb82hMkhiXsmiTd2pJLqE7omjeirHQybWrDv+Y5ykGZKYRd+Uhm
OteOcDcDvtmHHocjEHuLdbDboZYZEB3fWa6Wz+dxCVIZJa7VIcVDNmD2eWhLr7NIT0m5dDJjOCst
aI5QUw16NdEE99WUeTg0zfxKCI/4ZF2LgqnQyFJsRxbKQ+IPb6UhdOImuf9bZm7PtsCZFLhKC6Gl
m3uTvdipTlO5VVZF1qOmab+UBNtg6ulD14jhwSy96YTIjPkZutaI6DDOxny5BkYgooF54yXz8vim
8WejKJ2DB9SHBgNOFwCyKuRVxnp84mwt74hBsHal00z3vB5gBGbRfwcUQrIWXxhhvjRHf7IZrl60
qnrrjfgptRbqoYHoLN2ZEFDwmPiJ+Y3ISm2xfX+4ikAFggDYvpfizHCxeO7holAFmaGeey/uKNOt
T9jPVp/F3lh356ONbszgbdhZswkw1uk2GkZL3EqmSUZTticRYY6c1eE/SljQcpanAWrGU6uhI7O7
/Ap82uS4wzgzZBUWZRbZJ3Kkh5D491dRqfe6CUg/cxTgL4QpdKOwC/ThahhMEOO4PPCCL5vU0OKr
7JHzrMj3s6dXHuTrQvLBo7HeWj6Jn0HigVPus6Pruv1hnro5WvXZoR7kp7qN+1XNDfLDmOyvwcuy
MBHc/Kkyb1bdjIcm0Pb2YKVbk5zsSLaL/cvVZfvk5p22W3Kb0axFI7XMRba1WsM9jOi6N1qfkXGR
OGji0jxgdK/y6whN4pCWfUFYg1PRRWbZu9JJxfAwMj5k0NauaaMROZAtyt5xpQT3rseIN0iH5zIt
jNDovHijzWO5aXoyCRrHKvaNGyc3OP79Th/XWDqruy6Cir4rGN8q1Ypj0Ln1tWKWtPfakT6KtPYO
ZUwE3h/9nWtoJ+vPb8bj8DxV8yNIjnwD8N/eUHdS9TVNixqt2phBMuyQ93owjKdTrMwp7LxKkmJb
H806e5MdblSpfcsh00ItNYedPnvpnS66mz6v5GevJ0pej73DgkAh1IVP9ef4X77btXQr1TsjHrJ0
UEzSRPnJccYou5XxWreX5r6emP8u6NE0HMm3QVo8AGPJSNpCLkU7sUW33WwL9Fpgki0kctPo3ye8
3FvblCmezLw8Ar269D1mB7N+H2dkKHPh0QYDgs7t9K3LIFrQPsTgggt/39hLt3dygukw7+ohywl8
DDWhGYS+ei0z2cpyL1WQo09o2RhULGx3DYZJ/BBTust8YnYKm+leApi7jpFxmW1uPaP0/sEOnd7D
YjgvNG/ixtTPcQ27Opv9kWAGv2MBO74Qr5Iy3Kr1fSn198y3BEdLPhxcFTzXuNl3TW9NV9DKXb6l
F42QPVon6ahHz5VsR6aCPFgm48iQsIvtgpr4PKea94E5fGCufHJiRiIg2CNOegU5AhgOTlf/CH5P
f6Z8zKI0+LlA9GJ+VzH01YNn6sg3kU73NBo1YOuahC9VfaOozu5yw9P3Sveqq60Z317sMWiSoZ4u
G6PtZRQ0QGdGSyUnFAkRNybhxopHAhrWGM1rGxAU1b6w5ffQl8ekNl9ior1CcF2PSwwBJxNldmmh
4YsA8TUiPLDeCfOtkr7HSLGFJrFNuoqFPmmOuT60yq8uC4JnuiRxGj1dRqZm/CwM+Szy9HMgV+Ak
pGYc8jErDmWAqgzRTX4WvXAii1LtohN7kdBXj8g3gwGF8xLcz5b5bZVD8ZTr5nTEZzJvnUTKm+UT
setXSQ03FuA2zXt7E2hao6pSP1LUNullFGOYJs8c6eOxKEeJMFvNSKFY7AxuLT4kHkQC2jBVLXqX
bam7EPZmGb8N7PzOGSKrKo/FSAyxMi7EZewXa5o2zaRORa7ua8UDmBJEtDeK7Mdc2zc+bxz5GFGq
9fHMuebmRieIx4m6PH2CsBJOxNjtGlXFD2nCFw2qPLdNN4daJx/ZtD1aU7tHV3qUjh+WJso57pqd
UQ6rPlBis4n7sFLJgwqMV03wqsvpiFwr4b+q77yY8jDWjK+u1I8Ob8PAoxEBq79K3T9qpv9EqFyx
HezyNHXi5Fj5Dr/rZgly82HKamPDfk1tAiaUoavrJ4ydGBSLxn1NWhSlKJUSv5I/0DE9AMPZ2kb3
ZDcJWmCEkiObyGSVhLDnle/6kt0leLU0hONcUUREIN9NFOpkGewr17qzDNntjHk2j/hw5jsR1wdC
h+ItqAF7l5ZlzGaWXRfceNRf09diW96JhKn8NGhEzvV9/O6slYWjUUG5kPZdRQqZVKLbFfP0o0z0
cTctMUrSnsJM13dEK3A28B4VAeAiWQf3EEesvd94J+EnwbnpjJQOz6q8NwZiDiogIP5V3I/3pI2d
m4U6zqXV3JHVnu4ZNch3u537h8mzMyC4aXoNIBYwSSB0FgJ8uyksN2LOkiLj19x9bxYDb66n5Kvd
ZOOX3VCwdxNzFx7yqvhMXYdunbrajjnzpTVrCIPR4U2UcprMvyEL2FvsCpiSW53AjWAREA46drol
GtA8ZvSUDKuVmr8MzsUMfNKK7aQ0sWM88x2eJ8UkWTDNSAfvKfX1/DB4EwlRnfq/7J1Jd9zIta3/
iteboxb6CAzeHSSyZzLJZCdSEyySItF3gR6//n2Qy/eWVGXV9fxN7GVLIjJBIOLEOXt/+91OUzoP
DKnoWay6Lj7wG/SpBkua6shj8a6BQOoc52gO+Z2Ruz0jDW0bdRORPcWxxgC+6nT91gXbvDEhhfl5
UD9lUXc79OYjo9B05VbM/zXXTtY1tr1DMatpXTvyXYW1wcFcBwqRuOVDV/biKO3krp1ddLyete1q
K/CtEZ1hZ88Xs5qrTa768qj6ee1mU8Y83njBJ94g5MZf5dCcb2w9vRA4dSVgA2DxcChcQ7EjarRY
AQ5fY95v/DwL0vUog3Oah3eioGnRiJ4Jf4RHxp73fZTpqyAkDKNzvjbS+Nr1xIwpZoqbvooJjEra
p7Ds3j2CaerAY5QCm6q3w5jn2LpFol5tywz3Xpbp724a53sNCA6+buZzIo0EpYOJDBX9PglIV6rt
14gq3UMpkhcN5XGeZialYntW2mDt7Kg2tnNT38nA4Mjt3LWuUDfhKMa1wpZ+UqXdkRdNe7vP2ZVZ
Pq2jLIgrGcISidscYeSJ7e1sECZNrGtFLw7MqsJ7Q2QXcegqlE9knTZnHOjOddTGV02Bmk0URLUE
401i8xiSaHFOAw4YKkk3edlsmFzGGF/IyJrJwKSzlNwMOr69skGknghgZEMcp9uOgf0mQgDlpxKl
PKPy+EDiqrso7qFXcCxAMdyfnMy+7+feRSc7XGoLxYiOh61pkGgTf2LzHyXe8958tdCJO2VO2k2R
b8ArZtd6aGcUoF7mGzYHFTFZnG5yTcAyCznYxbSFE/qe1lNvIRnPb8uwMqwP2FhBTT4i03tClLOy
P1hlJ9KrcZxJIq5wJVjXzGQN5RtOT5RGIzUDPGSlIq2iVYF1YadCTUu20EMGtaaPrl6TKsro07fN
/CWiVTdeGlpJgERoRg47/nBwrlvOn+Umk+4U3bK/B+oGPtX0OaejBGeR6RX9+lwIfZ/nxJFs46Do
Q3NFzOpQ+nlYlzphxEozTqg/KAjdSUQvdTWE1rnFjVzdmQzFqKZ57tMYdWRcdne9goOz0kICMdYd
GqXiWGBL7LZ44zC+Mdkk76Sy6h4vhasrZs0pPFztKqT3Op2HMeDLLQQqRqqWDYg3kQmnBSTbvRGT
ptQOo/1c1MOsH73JII5nlYy20W6oe1x5EyOe4DkecnxBhoaeeTCSuF8ZufRuUVPIM5yDt7F2bqVy
QIT1vUtwRBHv2rQZ7qRlowVJqnpPqHKQ8Dh14dc8GapbfE9QJlTRzqZv6uylPpkh8oDQ427uhfOA
gfI5VGILy4AGuBH4Zt71W1CJt3LIv1lQ0zQUOAsETdkXBudQ/jRZSZ/VsJuf7LiT8rNXylyu37tX
xNM8DlULVa2OtloYvEd2Z+zyTOy8RGF1ogZW2YkgL/I2EwNMX1LGjEIisGWodv1RmFuGF9mh6fnD
Imnng5FDUFG1h+xHtONTPTv7SkGAIoqbwxtl79WASpiE7NG8yp0oWovlJhVOAcLQVTulWeRhj960
G6zqrdDkOTKxb5lxfRwqajxORyML3FxjlDadaKOFrKOuCVFDj3hDhlYYj0EjWI9H073ObN1e072c
kDIkwUHrlf1lGgHAacP8pWrTbyVFx7od1S5p5mAvKkJ8whYWZ0x01hd4PN/MSSb4brpzKVS6K/vh
IRrj8aqn83Wpa5ltHLB86OT1r5DgIj+OGnYZS6MfreYKdSMHtGIV9WBgheRA683z1h6Zk49Rcwja
CC8K2jUOVTWDiHo6MrSz9sQXd2tvMgnVMwa4Z2HmUiWI5y5KOCkXzXgJjQBMIzwhPHteQvsYeAmK
Bu9aCnVHSFb1AEMGiEs3uxc0fd5+qENBikBWvwdDRthK7IUbr3ZGZjONsW96NF5KNZwlIB1xPEM6
b/HtV+yzGABUXRx42+m7SnkVI6b5VjM4oLk/b6yCBChypUjqLVJSvQJHM1dDkL6kLufPJmZrK83k
Pk16OOxylBvGsPfzmOfXHsHbfuMBt+xE16Lmz5PxicS5nGIGjdSRgXc3obTg3q9oi07OiviA+RV5
mPmWeZlTXlqPwyGG/t7YFpkxohaYyqTZgtbQj06SV29z79EPXPV80ZOd5XOJvdP+QvhazISxrB5R
tjlQ2cj61AiKQgyrjvOyZK3gcqTXtqzwc83FKUMuSLwLPZcKyMh6WIobo9HmPTVH8kQkTITmKRqO
ZhOMRxYwCmsZZKmvKp6DDY67Afh3Z1B1NcVQ6UegsLx9VtuN8huHvqLx+87xcOQExUl5QADtejiO
YWnfaY7bHGWX4+SINBcX8jhtmUkk5xbv711UYdpVoXnNS4wMPc+0S5nmF6S51UEpzb5nLLKjdfzh
qESuQRWf3N5hKZxt+1IhX+/XsQERcXbDJEADFM3tlXTDr6TDPTJ57NYTSZZdrWuHJOCIbMaYl1IG
efZEb4p9eC9rS/soajQGpSf8Zip3iUmA0FjPw4EVYus4iHokL8kG1v8EpzRLbex+gcHO7KbXodDv
e4/Znp4ZOyZfFdSF4aqyW/NgWjizAjgKfh8P21l+x5QOZAoIHTfd7GHmBpkEDWDKQ6I/p/iRYDNx
Dt1cYGNRTeuXiSJ7Hq7AwYhSTNuAjh9hgD4hXWbz7upvHIDaOyR4qBzK4T5i2Z3RXcHJxt3wQIMo
3nbMW5jU34U5oV+Bgu1YdcMDJSix2TrrRN2lwzbtqi+zl3u0Z7PhGDQ6vxqjZSY+uMVyuhjUALh6
NY1em5xCB6MMA3TxaKWufZ0NTrZFyBDvRs/cJOiAJg9v0NLK59r0t2SCMa/o3HKTo69tTyKqC3tr
GqSz6qAB6BPJA/GQ+ll2k81bxxMWGOhUAJohTbNCfdUkDqR51AHDym2n1iedzjjPZfs1derhuiPY
dkeS4bTJutC+YhjZnK0R1i9ZWt+IIAnWVRenVzV+1WqVF+GHG8UoherN0I5bOvqnyeRN8+r7oS+R
szG02Od1fxLwGgw86/vcQtBhtdi5++85mZaO8bMzG+ofsiA0t9zWDBoIojkyej9ibd93jOTMqc3W
OQzxXqGIaBKMl2F7Fnl1ymH60hkr+22VhwhsbeWk68wW3SacveqUJEpDvkMyqoNSiVzVmmlqOGAm
ioJyVUNC3zfKrvYdjTe+L8KvGNBIbrQAJUVEO5+7RAoPPo0kyVfdmNxpjfZEIMzEfMurVp4zYgcd
Jgw7hnNb5n16lRUOMy0m5nGQN1daOhRbxKB7RnX40gxKcgAHjERSvUf8IF9A72KXHLV3VP8Y3jvT
b2m/b1LVn4Yh0bZa78x40GaOhxDWP5bm82GYxYeR4NMlGbNvNymlwmow5vlQcLOug6IrOIH85yL5
/50C/qb/UG2nPv5x/Vo1/9jSlXlt47L4WTW/yPPfy4qEljBqm//6/sewstev7esP/wPzXNxOl+5D
TXcfTZe1/xKFL3/zf/uH//j4/lMepurj//6f97Ir2uWnhXysH/TtOvalf6+Iv+UztOU/7uL38k//
6ndZvOv8BmvLAoBpWg7/5aBv/5csXvzmLdFcLvoCavk/yuIN+Rt/dYHP4Y/A9rZwxhm4L6p4Q/xG
JoxjEF4IFdXFR/UfieJ/NGE40NwWDphrWfB6wJ79jLUp4p70gwTzZxm42qaayZC0m5xTDFsCjYoi
whYudXGcTHEv9Y5mfgpPgub3MctmfeEPx3sRK8qBVjIISTR5whD9NpWqO0YR/c+mqK+MLqWlrfX0
G8gSOdbZ1G7+cN//wpnzIy8OYL3jYmoHDwugxyYb8CdnzlAhIwmQrWyyEu+6RrjFOg/iW4fOgA9c
mxd1UQ78+po/2nKWa0qLi7kGtgJCV36OxgodHADFVOAjqBBFcvz6NEXx1dPzvwsD+vl39POFli//
B9tR540zy1IWbmw7+6roRvoy9x5+/WX+6hp8Gx37Pk+X/TNoqe0scMItOkit0rCuDs3AuZlT76+v
YvzowPh+zxwP55Vc7FPun8Lj3ajSy7nKkSrLzluHnPzL3PsSxM7O69Rzr7pH1RgbuinGNpmNC8Xg
7a8/Aa/bHyxcv38Ax4OWStAwVo+fEH8uUa+4xmNt7aXlKSuH9BrXHhKmvjXQSQ7e3+AWfoLg/n49
yYsPaxfhy89wu9iZrWYuggADMg1bjHBvqHBKdDeSVlMmbgqP2ZVy7IvTJZ+9W9//+utib/nzFybe
xmGYaMEtp/r98eGxihGIuU3fjwhKGvT1OcNPvLHd5DPsqvmSus4lZkfa5Qw1VkpkbwjFP604w0nQ
JsCpqWXTCaIn0ZTR1iLxEaaGPNexcyHJ9iQ190zF9Kk3KKcIAQMSgyFxGggcKzsCKI3UwVPuNdDs
DMoDwzS+9YSB+0rnP6bAujA3w8A4x/eOUX9NA/ehkfalVM5F6lyZOOPHxBpQQDrJm2CMuqpn1ayX
qw1tQEoqH0N6LokThXgYSvwa1Whc7C58CwymqwyrXwhdgca9/JHDUfCeZMt245ocAjNCNBl0E88Z
JVwqa+CA2JOZrrVJny82yaHruOFHV0sScGJekkYW//xmZmJfo7GZrux6WfNiLd0UCB6PKJPT6zht
8FCWfCuRjJCcyGQfGAataWqZGyZP55rBEWo790UTDQNSEtjXU9vAaTG4c1oe0cFLcWCGxE/uzKBc
qEn5G/rB89jLM+3ncp825XxN593bTo58cLHLrljD52tZ2T2heBGCMgvnexEX/Zqd52xwbF6ZE1Cq
cZn4zMK6VGn+lk7Wkxkj5PZE8xzkUbbJBR/BiIvpcfm9BqI4Ja2QgGGz6IYO9SZLhAEBgE4jDSh9
3Ve2trEjxcAcEARhCdzk77dxtBvaILKW6whx7qMILXOjl9yEyaIELIzC202R7i001bMXYb521DTt
wG2SeBrF2HRjhplpW2118tFWIcrbTaNxVhgaa96XpXMpM9e5KiWPArYq52rgNkRuPm+ZNVAjz950
TeOSCYUGccZJa9MP0PmuAkzCm7rOPuVQPSPEO3z/7FmIDo3B7aHIZzJPxvmVlu2nGwCzwfawjRJe
V33mS/Z19OlOtJspF7GXMCHziZTqP7qYikuiu9ynfXbJXaBWshzNTWzxudHZz1svaJ7npNA5hbgI
Rw1vpCs6NExUuU84xcKtldB9KBpeQVG0z7PDA6A58acGsWFXTuq5HUW6GSXBwAPcAF8shLFCjWyv
yA38zDMunoFqMu75ZGjd+NccE5eXRu/5wUPHX8LkZK2W173DVgMsg2lJj1h7ZUcBP7rz5GrK00+n
5yXL5vwtVu45GgxiKoYb9HsPTOvhgI6MzjnQpRucc94uhm216gb7Mge959fNKNdSuueiMAb02zGS
pcI7k651yRJeJNNFIEBDZzOVBtcI1LNjlidbq541fGdIj+MvotG6tT7wCzNmviYzXw2pqjtdA92Y
VnYaQNHsl1dUzO+9Zbj+KOWDPs/Me3LtAULwuFr+HyvEtNlkbwVz3ZWwxUODrGazLL5IU9J13ajn
JDcvCnD2UTd5OYrlwScZDlGrCigxNVxa5uCsa8x8K8te0oGEGo9V3I7HMa+YSbkYBOeQDExD2NGZ
Y/ocYBfi1ykafjVOw4fUaY5e6zOfaciYnPRV9ua0yO6wnvT0REmG1OoaBEFf5u/5HB1SG+SNR0o4
xxnCD0T01lvds8rVc1Yu994uTV+4cCkiwXMiIz53KaPPLK7n7ff3VKvEQ57p8w5lV7wKp87zicMt
95XseStCjkEaMZ2g3bSHJVdXwxdy9NKs2spySu96O8meehFMwOrA6ewyL/jQB26tOVoac2/+FeCx
C+JXC+t4HbxybBxXqIUA4nnL0liPdGVFCUaOoF9jZzVDvcHqNdwYCL18okDGW2mxCCaDkW6UZ1mH
RX3J4ZdHO6jR96z4pWj7MFZynSntFTxNBJIgN/2E9XvfmSz4qVM+u3FBZwRkt3Gyg6baGkw774yZ
mFAeaMgSPZqxDY0tLV+1kabTmY/oraYwfPa5zUc2XIafIbmhGzX1rPS5RTQZ3oZ57Hq/TSsmJkGc
NF9UFkU3KTSYjaOcV4yvKHmMnNaO10gsGpb+PNq2c9WMNQl2tV690OAdd7IIpms6SNJZ60n01kAC
u4t17dWoU3Ke42T5/SV6ljNomrWNORhMQQDwfMMrWu5jWgmcRnlZegJIMbyFoIMns1kHwIe2gh71
MyPjt3Fke14WJzKYxqPFhi0XXknVq+fv2yJ162UaFImsTVL5jb7si2mgFp9bg8fFOVszz2EheA0Q
yPvW3POFaLdf0bjGWtgMN07fxl/LghX8+xpB2vkZoFBxrxXJG0aNYJHBGXhdzXjLEr/sKdkD0z0y
Dlz0/st6PM4cXJEafXaVeVtZ3bUqxbsdZS+cRK9SqOqrGRYd8z9UyGWRe9uEBHpfxbxwJkvctoux
eZdI0+EswFKz0ny6Gms9PU0jke1VINW61BGk8NIdzLS/TxoYKiTydjRqnfHWJFvbb4YGUT3YNgh5
7bMslq9p6tiBRt7HLMUr0cUeR8ToLQ65f6mKiannb2Mo5aVdCozv5UJhKMyd6VsNCpI9CzOBI0Ei
/LpS+5EtsBSKoEWFBYeVnFtbiKWO+0ORb+Uc9dDFR4xGWKtcoT0MXIlFM/kcYvTZcywQASGH/pvr
fmeK/w/UgAuTPihs3dF1qVOa/1wgjhOTrsYIiV4U/Q0mjnXbIpSAshWkGd0sAytxWBCICI6BEIfy
2m21J0PUz4kdMchDnJHb7OfMpinZSMVlgrIpunqbqPk+xH3MCMo0/KhZGtn6uyNbSH2B9oXT7r1T
qaua9uq2Hp1jpIWPRtN9S8xsb4QCaDKPdZ8Fn8zbWoTR8dENa8q0rB/PDu2WYz7xLhcBC7cl3MOw
1O5DzEuzPHNOYp+tglUnWabIOG3nbdOmN5OsXDBVMfsmCQ5UjRkil3hoZn+QE+GAVToyaZ6tTaeZ
fwOf/tMB1dVNNGTUKwJ+qhD0Ff746y0rUS1SQW3tMhjC9JxTpBnuAXfMZ1KxerKxfv76gfoe7ffT
L9YU2O65LKp+tAE/XtJECtjWWGPXxXKn+OXYB/jb84XhL/71Zn7BHnyoE3aVPLN3fSDPSzlpzizo
udfTdWo5ABikD/lLzaQPlEDLb1lRDExW+jZGbKU5a0hfyMMU9+smEepQmtknM8Jnq6LS6WbONYl1
GSXrvNcgPkWiSBXEto9yCMF+a19Mm9JxKTe1mcohpwhvdN5OBggpAT+sARHmHKo2Di3fa7peVVjn
TfkgG14Rjf0pTUEIGQO/7aZwzoDzWVHd+nlMjIZZMYIzPHtJsfZC9uQZy8zxnzsjZ65wYGNAiqVt
8OYTveM1yvPNoWJhzdmLERMCl4QduxR2SyJU+ta5A81Eyi0rrp9Td243FM8BFE9n/idv+P8zKP6m
5WZzIv/3HTf/NX+Dif4DhGL5F7/DrHXxm0sfzfy+nIJ4+FevjZCi34BIQzEHfChIc6D98TuBAsr1
EvEGimhJ6gRv/N+dNu83z7A84SHHx6JnCzIW/9Vp/L0jRZOSnuVf5/kZS2fhf15HwkkJKxGozQ3m
FmJZC358Hb26ydkSx24PwKVhK0Ov44lMbeLRZOOyLHUGt1PCWHfUFh/MEiSHQeoPN+sv2mQQM/70
IVD28XUcYhV0PCU/fghmfjGAohGz0OJXtib8WUtShL0hTYEAxQqq7B0qkv4NqEo2bacWF1HeyxwA
UFvEj3nKxOHXHwmb/0+fiXGMTgdNSrpoAEKcpWf0h50POMZIwygdcI/h0FxpiQT/UMGsBZ0R1fnz
OHQh/MiS/U8j08mHqSEN6ueA1O3RNlV1mLxxQLtpmIJZi6Y1tBaGwrFfB6cOPx2yi4nzTXIIhcSh
impHEQ3w1G7H+TmbwNEzyOzeERmraVXYVWuuWssq5L4NJcMskxVtT/e/qa+tIB17kAaW9zwxVTll
Qn3A/o8+LfSABZ1/S3coJ4cg3MQZVLX1rIdYwSbJ8nYs0tLsV2UO7IYyr5ZnLBYEQXmDwRSYkdkY
Xhkh3uIdBuC+2GoF1NNVI2eC3s1Zq+ojghi0jTJwUKSKCLOyqeAcbUw7yGGC5Mqq1xjiQ+ypaN+0
bT96RU2Q8mKQAGJTQz+Y0uFbVpsgFnpRvyChBP1hZpxctkbEAYRmj8O8pFUA+fIgh/FfuX2AlxfV
I5Hzc/y15YeKVcoOi8dQmTRWtDDi8zhh13s7o6s4Gti5Xh1MINYjhYE5jStRy/EV/LNk0lwWDaCJ
IePo0oiRKV0BtrtHsW2jWqcw9caNKjv1Njc90Sez0ap4n7pyZGxjGXm1ASDMsVU5yj7UdjfXaNud
5dAUqIjpfzaYNyLopo8gtsirYICOU4lpA/PFYNCIoAsD/dAyu81PwxTaL4Oae0Xrr1cn21YczGXh
coYg7/ppAYW1W4X+cTnbWu/Kzu3zpGVJBjR3yB/tKAXq3XgAz33HDen/LmXpGQ85HqQx4VzML2Z2
ambOA2DQ2Ei4/2gNrkwbqPui2MszfGf56MDw7eoSLHSFyCdpcxN4Ic6Etw7KgPQZHtMoszsuusC2
iPGNxPCAFIOXwdMDbee4/aR2Zm/qcj1g2+C5ptPwwGqGSsfjRMvOj/4i9anVMZxstAKn3gOuvdA8
xVPBpElBWsJmpNwp8Ju+IdOIkfaA/HVIJqZcWgVOIqlHvEx5rgw6l3N7X7mMsn0vcyO6Z5mcPuHs
zqcZ3Ua2nmSbI8AtyrI8uA4BMWt008gvQMFilffGzulpzEzq1E4I9y+j2TN6tYnyQZtQTZIcSjzw
X2SEQpHo2acqB1OXDB8s4iL05Yitxqna10ij5OeEkQg0ntJ7qyYHAdM869dDab4TGee76tgFtnmd
CkbrdL5gi4/yMZzGT+Gi1TYbndxMN1db5Q0rEG3rCRt/zNGdVmnqotvPvyErva6Fh9p44f7Fxxn1
dqFw0BuTX7P4r92ctI+2xzvRHpk/PJSKACUIH4WtQ+5mIUlgEQAJXxllzElf31ZRhaEyftC95q4D
zVM67WYkWeAkxvlYVoPLKxHgu7V7N1wjeTI+29gen6VeX5nY7HFBRIi/jmVHp0Ex1gg5KwBttluU
32OUnODtH5VI7LVVWEa2yh37QYa4NLA4bV0S2nNvSGGnCgdKieAu653YYCas/GgqfegJV0avZ2tH
RZeo1+6AeBDzWoekjHoX8AzNBiQNvMx8wvw0jl9VbnzEaM0vRgnDLpqcL01Of0jPbkQedGBsWibH
ZZf6Y1MFflmk81Vh2zeF+ewM2W0UG/u5nGjaGfq3GU6iaYT+BKMPmoA81qM1LjGISXKFOqa57jIe
vnTIY4R61WNQOWevybYagqs1jF9iIO2KrEqMnTQsXHjZFaqZpkXw7FglilowHins+0sT5Y+Bsi4O
8+RQqFeSn8EbQZgJkPpvjCCeXwId7ZBrx+Ymyo2lmd0hqNTrbGc5ubdRoXWHS3NYWZzS536654Sv
1lkgH9ASgZetgA/ETnlvMbw2ARbQztpMRlwiZTNbX7cq+u64x4U93dk4tLyJM0dlBDxgRV2vak7K
eLqmm0YbaeKJfN15COLi+cuQ9KulXJAsKyfLMp8MN78PWLFXhEUgC5lpUMIr9g2CnV/nOT5D5bgx
7UWkOr1L9c2IvC2Nr2sP3cNQEJTYBF55IpyoxEmWgKNqvKZ+1gbjihNBxe2z9xjhbhoTNe+ClOjf
pikmGUgtSIxGf6RTvWv64tx55fR1JGN0k1W6dSrQx2zIQFJPAbxxu7s2wJCHGV2YclHXQoKDe0jz
c4s8Q1tBufnSh/WLN4YnIS8eqcsYEtxTZYWnLBN06jLbj2b01Lo6piamPmG/WPp4alIbPClmT2JU
C0zwzCYSsAeLSS3Za5H2WKfZaRDhzYRn/Tjb3jMkoHoXmworCSSefquntI40SIUXPW7VR1sBSyV2
tKXnHZRbxwC7wBK2G0vxGJhpdA1L+2Ra6NqQ8z9GFqKL1oLKDvfYD+PZ3lWw03aEBq9llox3tQ2h
iE+u4YYLm4eiah1kUuO0tOyC7EGjzVMl4fOseYeiil8IaDj0vUSi4KIAdUqjZnd3CHYNnETzXRc3
EJyPW0nahsZJTqusPQurtevwcVvqyXMTHyYqmJI5jTbK6HekeKMti70dOwrCqPCgJx4y0OBpcvXp
0NXN3iI/5arXmkevlIicATk3I7L3AoJsphnVrRKBAxR+vtL4YyfGn9FU1KYI/cHuuuN1EuhlepXn
PfxU03kwRJLBV4iPobJtP0xEjDUjvEL8mq+sedjp8wIZtjFEmSx0AscLHAmR78xZgIvxdBq/OKLN
a8zO7EnOUPa+ymc8LWEQE9HhGu98wRtX5TlWExNhYeg8FhZWBCOSn7UGa2GyOqKMMU8dSfvduXMa
71K3uJoWLVUC6WJ0tRvKMfEFxNuHOSgMB12wK3qNWYGQt2OJxRUZ54nlt7iNnap+92CQrcYsuJG4
bFe9KrYMNH3ZqKcGz90cjVAPQs876SFrA3WoTyjIns0Ly55HWJII8PpMWJud4rNpCIwTzwiTToZr
UxRluFdLiyotXFu046OueoiL4WAkLm3ugo3FnF4TrUxvnTC/reIGX7KqGISF+FuHRP820WK3w3e3
jU4Cq+mQd0eC3p8Kti+f5s0eu+W3ycmnHVa63eBh3yEc+Njkxk2lvOi5oI8EPCRbi6porvTK1Px8
Ipwwj8JX5nszy75z0FtnugL94hyJ7bzCREUXmN18yNNHEUnnfmrQmbPINdVTNtZtsDJrvB2s2XXy
oTUlfPJEy4Jk2+ZxchnIea78MYcmjo43admjUwtld9NRygKzS0DO90Jw3q+0+gFRtnxJxEjATpmG
DenDjbxBa6t9JvVk9nui6ok79GK4Wp3VDZBITS3F/b30pA85FSNlTxbLaocTNKbeSpssW7llM9MF
rPJn6Y4cAyxteAlNmWz1pMze3FbPPgoyeB9pmtBMrbqMWAwzm0/WgO/GB11qk+FhCRuYK4rDlcLE
wtIIawzlni4J5vVaYb+GHjHNXD0gn8GdXeuQtpozcV5pUO3hxpu63WQN1aEoPRIGbC2yImzwA74u
TbXRRnBrq+sCPT7vi4jQWAYqEfaqq5r6Ps1bV22h0/Thtg7G+tUeZ/090bkC2ysDFCPEvOW7EoUg
Zw38L0Wi0ffqPXWTeCrAMW1kmXbOPVllWwzH0tzNXTveV5XuPfbtCDI2DvDYmaGVmleTrBFuDBqE
Mr9n6lP4uKK5nSM2vgMVLMidNGw17j4jMdD2aagLnIOy5kSjy/bWS6eKKlkzQ9NvUk1e4i4YKaHA
pzKBCry6Wmn6xJpBiVSsHUfjuSujhGe5ZdL8xS6DodrpgaF9GEWlHD8F0HCZyGKDQUURCKkFxViy
nnEyMbesaIv7wAg7BrfRqN2rzHqDWJGfQHXBLhnswyjRYW8qoXW3mVNH33jT8aBa1AGBj1qPxHtd
yeSty1kX/Tp3B8ArYf5BR2y2V2IYu+7MmcRlpcox52yQ/6Z4xo0hxawKaivZ122BPTI2MXbRRsdo
ADLFns5WF0A5wuo2cT5NlW2gdSzVW+05kNZTNcHcqRIreyrMIMZsX/dQIwvyzc2N2zao2S0XMBxx
oigR97Awgpd80LzV3Awxo6ZZYuNKyZy26H/OpBzEEYOuNAL1tsYpjw01K1ILu8Fgc2goA+k8D50b
CYz6HhSd1Oz6a4J1igLnaUQWDai/HNRJYMh4YxHdPT87eurcu3XR62ughpxH6p7mKoNLiclTI5+k
XueUSw8E0Ub3NSynt3wcnJeoMoiv0Bhv9YfQCjDcESJffyCxi3WMXnnwVVk9gPcJO8xnhlUj8tHr
91+ZP1fumgjY7IUVKsFayvHG89NMBzMQRSPVSe/I+r1H60OWMEopX1noPjkbEbC3qpFBFmulKa+A
CIK/e50jwlerMIrr13BKpwcPLRjYl6T22GHD1CluF3Hr1phpwq40SARwnPoWU7DAwOGDGGx6IBhu
/cT4dmHlwRh8DVEVMvKsF8ZlNE/k32Zk/6IOdvUXrj9jnkP/WP1Ns+RHyZGgRUIUpgMS1TUA3rhy
Ubf8oVWC05d0ybZr9k4G9aV0LVYHWltQElS4/nVf5kdB0O+XInvINSTGCen81D0e4lZ2Zuk2+4S/
snaMNvWFyRjyP72KY2DpQokjEcExAPnxCyWDBg0NDfw+VJa2ZRPFHy5ZYX59lR+b78t3cWgtUT0u
Gb5oBpbb+ofbhgqAUYMkIIAcPBJ5PPxdnMic7na2Y/sRFmr3YHn6ePPrq/75DiL4Iz6Pa5pMM3+O
TcwoFvKWhIn9jHON8QmPGg9dsTQ3/7sB+hc9vb+6jEtcnOvQ3LTEzzG15SS9xTUL5IghyUaYRXLd
OWP6z+zEf9u+/ItbaEvEiO4SNI1q8CfdFFEIkRQ9mQKdjIZtgSQa4YnRH1DXUCsGDAN1LUj/Zmjy
58cdCSRmTOFaULeF9dPj7knotrqcmr2JmQnwqQzI6LKJIYLss/n1Xfxx/Pb9EXEcYkg9DN4IB9yf
vh8Do4Dzy3IWyrTyw00T+k+2DR4CL52nXXq3iyhki6jZTiaqtP/8ZXNsh7ascCWgQOOn4R8kjb4l
FLPZ63MWHxNvpBfy/9g7jx25kS5Kv8pg9vxBb5aT3pT3qg0hlSR67/n087G65++qUGXmdO4GGDTU
i24okgxG3DD33O8EQ3Mi1ffnSEHZZ8uo0Uj46YzMz9OgGHtZBSBcbYYyVFb2YH7zHOovjnfkFz8C
yMBEEMlPKMjOPv+IxzmpCYOUuNGnHN25Sn22q/DfjwyiBtfyqg3Vmat7YWTUJN0HSyurjUtB5YWT
1MZ1Q2XU1kSKvjn+Qn/cmRN0LU22ScmivCfyCm8UWFEOa8+vNgqnUOAJQcbNUNgNysw28/pe0iVX
Ry6bmY/+oHFy67mL+qmFA/JwSGBWMY8s8P4nQtqf45VvSCpDo0iQo5oifMsRYIpGRrjasOT9AKSy
jFvQHqb9NpjeL0XjLJtIxYlIM9l6fkphTD2BJhl1KIuqYoliRrVJFEr8rRJFiQOU1svHSz3p252q
uv6uDyskNZVN/WtWO3hCUtjo5PG4h8ymXmtaPJW1cgQIrKK7wmiLG3s10bBDG7xuVdhUYR//btMQ
+JhvIegbJglx0i68NzSJzwOxj7mrMipmNIrhdmG6XnpNwb4ZUVPj5peOA83nxDf5M1xha0GO19Qd
WSGnJEgtDXY6qhH07YYiL3WdFmjdFEPOsRTEhu395f5VdvD/Unyf/0rvucD4VaO+/39Acq+rHz7z
pOj/W6l/9T1BqX9fBv/j4nsafU4A8lf+SgDayn+meUqOTWY5VJ3JXeQvtb3l/MdQNaIFYndkDlNq
8O8EoPMfAuKkvnD+Vtszlf7W2hv/IUk2bU9M2XaYbYb+bzKAwvBA8YNvBJlJgqPNOBFtXXMudlW3
xdFMKVvjFhPGYl+bVCQj90q61Yde+WJTIAz+v34LJ2mHCzWSmmJ8DPo4ShFD9EipY5+UhZRejuBF
4cnnGIeEqnJiafnq3axJZUxwwM9BHPpWbzrcKudcuWaVh5CanXqSsLboBRzG468mBKH3V7OsSXVP
7cM0uT/Paz0AYgIDnusPx3VuFKkqfzTu0DxYnapgHxi77iWVbNTnSWFZWct//+M2oW9yRFYxw536
4cNOkmSMUw2gNKGqpelGs0jQoV6WU1yJguySNGd1I6uhvYWmFr4d/2lhYX1/b4cKLtzyFFXmxT//
tOopmsQOpl+SlEouVTOJNlreBCeWb0GhT3if/Bks2ZENk7HDKePzz1gABYwhq3uctjC+y9q6ubA7
QC05/Lr7chpSEMEhsEAeiG7MCo8z/I2GmzFsm/ZEPP3ijUkLM54cnWoXW9xzurVeh32CE1shFWgX
M1MCpZ5ll8f79b2ZDwvF+xtP6ztYS4WCGkfY+nkqcJrQ5pvCv6bwNlEi5WIsoH3NQl0aXjFkSizo
geTWVjAZSkpq4To9KHZMycDxRxE22e9PovMcRB1skvC++Nz3ulc6eJPyJE5TmRtue70nve70vdT0
3lvQtf4i5ahxd/xHv+plNjgEJT65hc/35x+17QKDVpL9S1SffFyH7cMAE+zf/wgfkBIojLz//BGn
zgEXQ8NfkmZ3USGTPCUenTFgqFtFdC3LxFcC/edXKckB+V00DRjN8fe4z4bzGjDKiVPJFx3GeY7d
IBvPSbYgbL1Us3PNVilIuEWRu6hs9jSlioDxeI99MRY09hIYD3Cks9hvCe9ixS0HPrdb1hVcQGjM
bTdLmyB7HDgMLoy+ltampdcnRuDUqjAXNIpUOJRrhBlZPPVrkQsoo6zowW7AVySmUtdriTlyEmkn
4vj7vln4LUaCDmSe0pjpouHzG8ZFrmNHPbbLJuBeebIs0L6DegeQYo+lzIUeXqApXOWWm3yJCyow
2cCefinUzl/7E/wNXHHh9Vs7UyL/xHj9oh+oxUAUxPLPgBInxRgOWsAlZ70sjVrZJZ2TrpSscXad
rvonPvQX8YcPyckPkZ5sEIaELz2R8aqs74YlSk1qzPM168sD1XI7RfYujI67QCO0lknu7yMJ/uPx
YfbHYOYmCR4meyWDQ442FRp+XNDaxlUGxZaqZWcZHro6l0pAG0Tw8V/5YzticjXBgsJvID2yJ8XW
p1/pndKqgxwZPYTgeZYXwwzlxERB9bq1ZkvL4z9H5Z84jjnByw69yd6fY5sqbMW7JkNdzLX+UuWY
WM+pYGmKucyeAoqCX7tQdCcEYc4tLDmcqI+xSI6tAE+/3EIIbHayTwVOxWhcqSTMvJ0qNykUEvhs
F3GiqNwk1W325npkiBeNTWZ0FcdkI2dJVFH5E/q1ri9rAy0KRFw8+2ZBgOU3ReTUKK7cFG3DWg91
q1vU5Jl6bqDRoPu4Y4ZUoyfykxWCbZnFtuu/JE2My4CKRQxySuwJvFUdT4LaStEaZRkadqU+Usbf
O/Al4fYurDQLtIUJstu/geaNL8uYZqZ9U/Smqy0HB5kE9MTQf0Nr4eDBOiAwIWk6ZJv0HTOIZWJz
XwEzv49s6GVzFVd7rEcky0nu0zYMJmwQV3YAeVPd8BaF3RIici5qPMofEPpDRTC9dN6Q4L+2ywAs
EjCVHJdOjXtjuzGL77EbqwAqsiCV57nFD2U4pVA7b2Bs4VK1AVjNDYZfFdC1bI5SvvrlIu8DMkDQ
lTdUxOBlSuoguAgbZ+xmCd/aWE5ohsVQtFzKgk2jVAKV2FjoV2ozetm+MLQquzAsylsHCFag7fi6
FAfFVxnpSkCYrYG4lbs6tZ2PdphjBA27lTtoA1DOrGPmR1v8wyt5q7pS+mpSrZ7iLRrh/5lDH//h
ZbifbCnAiSzIX0mwKrnuxv8CxduVqpFyrGv8oNEtWW64xLc7tO/ATbThzqpV6daWIm5YM5f635nW
p3a7sMnTIdMo2XPMI6WWI6paKgAudVlQ152hpv2em/iqrsu+xgtXim3uJVqgXJDso0IHq9wMzQRU
VdxLckWDux9atnzzYoylHdDOilRlF+rhytFrN9trrSSTlyXsQNUaXP0m8jyt3ElqQdpTozcfgOT1
GUSlph6W2hiV9T6z9OaacgqcdLxECTyym1L+DKt4oMAkpsh/mXq9eh20LhiemEsn3HKb9Dd7gOGZ
YOen68Dwq29YN4BhLvDVgt2LYtlc+RFIonWZ2FyfaHjcvNXct1Nynw71dx1gsEKKh831zB0TsgZE
ABLXcR7fByZXLdy9FCG6Ddic4cby6wI4kVyY91SwSNq8sKnSWnA74ZrLcpLM3Iz9OCYk4dRMwbhP
a/SVY+S5NM9zo6oZEXIFYUC2K4lijlZP0JiR4W8mZmJsbzPb7BjIBIVu3sNXlqA64HvyZuG9lDxC
p3HQo5hN/pibmdm/+FT03VLDJ8uIqjDjmSW+RrYngVPsriSDkT5Pe9935u5A4AJzY8hbrcE3h1ps
DIQudPi6z1pFlQBuyyGISECO6l9X1v//WuF/spB/WEP+uFeA4u39j/30r/v/xf75LzjA9ifl9tPf
+1tdjFR4Ot0iUdXIh1DN+38uFxRF+w+LGrpiR50OKtOh6e/bBTzsIEhxIGaDQwpAnY5tf98u8L8U
NP6svlPlx/T3zr9dkFSWcf5xxH2izBIEaraV9x7ma9G4g6Q3V6UT6/fn7dA/jdMXn9btoUrSQu3k
fWdy4muqpzzwti0ckg99/cVtxdTMPzvBf5rXhOateoDTVcl7zA3QBM5cOTixvfl8WfBPy/T6xwe3
5TxUG78BWgh+CK/sWdtXgG2z9QC01JAolPx13isIm1hUdgXsUn6otC+V8sLST23QDnW9sGXKGnVU
Awr29w14317V+ajUCNvjvzrM/LeDxKqfQKMKsCumDuoXZv5o5SfuiqfJ8NU3FTeUYCCJX3mu7BUd
iJXm7SbcbEtGGf72hsrm64kFAQd6rvXehiXmxiqRKdfUhxj5Re8Y11Crlqxo2GzVlyGyaugxpomt
dt/lm+Pf7PMR6593Fw5wGVDR1spkeQ9N9wViK9bDaLWj3w5EUFh3J44SBwa3mKtVYmBnrOnyXklf
NTaVfXhi1hwYGWI200sl1IwVM96Sn4YIsGS/SuwTlyIH5s1UJ/Fx3ng9oGNT5qGTRgPzsbTAYYXK
m+Vfy6W6cbMTr/Be9vTFzLeFme+hRrYyACJ7Q/tl9tWe65Y5uv0lPC/UOm6yjiV7p2UggrJ4l8nG
ylMaqg/S5UDW3bM5rgwyBmQd+EcXFRxKPmu8LvB/Z8u58A1MrT1pGegpMrWOmuSIPHlXbnr2QJiE
wK+UViouBKMuwTB05lobL/zyqR+e86Ze+VSUkyFIUT9jB4oqyb8auOFrJPx8KCSjHoDNZQ8ZMOJJ
jJlm7LJMXcUF8lGv5sK1XBN4FoFqbqm8RPfSXUnNa+uQgyh/YgQPMGBY6lwjuXgujezYIfuNVoIf
y12IiLPWytvjw/zQOBFiYNqFhm9D5t8P6X1RvpInUzLpRHx9T2J/9QGFuBeGbcnRhDlkFhHqQcCe
NbyYhA3RWIWbftjCNFh6+k0AlRWQ7ypPjaU2oFEPIGhiI2JoAxop6UErvY1dN7vISXcDa9lC4tJm
aNoTA+1zjck/U12IomnlFU1eMp5bLC469SVCIloOryRX51n5Mo42yhnrRJ+8F6x80SeWcOhkWvaj
ItXyXrPd54EUa2VzQ1rCKKNyzpG2QwyjyWJqGde1iS6zlpWFZ1p7LcDda2IxY8kWN/IzWBTU1Jg+
eAz4UjH2OX5itkapQpxvLJddqKPDPBvnmWrPwUw7KO3QxRqMLb+RLpRKnRv5b4VGyhanUagKk9Vl
BOM7TbK1igFSDdbfk+875YnrVJeSCtN9sKNfU11+gvDl+Pg7EADf6xM/3JW7kt10TULfIyGehXKP
suxEy+qhpsUIrnAeSSSFz4ri2fdjAGjqjHs/HxBRpCx7DFKVknU/5cz/ag8bdLHIjPQFloLzkoJj
c3zuEUMNisHyolyEwW1qAjhXMMxVEcCe9/7THcWH9zezUCusSWULzWrj6axm0tvxlg8sYFMy62PL
ToCnSJ6qLC3+BbgdZJnzQPuZFBslUU7sDw4ED0tYCCCqhjjescjUEiv2U9t9B+N3/OkPfTwh9kc5
TLQKAPvecaCLbgbjxIJ7qFeEeJfHeRrmCu2ahBG3acAvggApt3btb/Ty/vjDH+oXIe6ZcQrEtOJH
OvcmM6/C4s0M/5Vu6L+xyhJiVWZ2+FF7g7z3y0WKwNtYHH/kd5bXF3FpSop+HC5wCrl1bHs8cxS0
txBbQXpDzo0Xqexwt2hvreBbWUFWLNFCbStwsWGmP3R1jTrYmwcSoBKdOkEu7rsSZHYbrJzK2AV6
QiVvuYL2vGrHYi0l3byIFLig5jZobqqgv22tK+irqIq/V3q6lIZtbczzOt+CmUI/kHvPuhee2NMd
GFTiha3UWn0yuFDKrRIdGc6IjnRmy0KsMfOhKoMgmQ4pd+FwoQE5OP5dDoxXU4gPue/GSBXNcZ9U
3LB10UrGPcg3b3u8bSmEPPX1+chffXwhViDfxmLOjQiV/lpSt6V+YiIcevrpQ3yIbg2abmYcG4Ao
UCmDwO/geRx+D5hoRckpscuhjypECl3PagOHxXEfe2+NsneLdH686w81LIaKEC29mrBSl/5yKmD4
dzrN/05hMaXR9T6qGVcd9ybFJSburkPqX0veiZh86KmFAME9d1lpVGLskzpY1O0KmNKJ/jgQ1Qwh
QniRjBtv5Iz7zL2vKgkCP7tw5KzHe/vAUDGmw8aHoUKa2dPLoWSzz42zFT30Mr7iwTxkzVa7n8d/
49AbCLM0GLSksfrpN8pNrT9aEf5LtXniBQ50/MRw/PgCQRaXXKgyU6kSLJijp874h9oV5qY/tklt
J7TbfMe+Rz+1PTrU7PTfP/R3js15gLZ83FO87Q9Ld1wc7+ND7QrTkSSO15cxj4ttPLfi95V5YuU7
9PGE6YgFJrKyqWHPu27lW4UzmHZ13jML6zUX4eTNO/oizQF7Y816d167wlxUnSpEhsEjO5xrxo1h
nJiJB/pYFNJ4FGJ5dT49L3SVu6xZnvW4Ih8TpVRVFgXNRsElBXztuD6vXWHaRQWbxLKi3cS77bXX
ovt1XrvCjIPCFLgmPkD72PreR5c+1UHnNSxMORlQgE7dwLhHw0ua04/O7AhhzpHxGHFx0Me9bt6r
43196gA7deQXy7cuzDk/6IbUqumIML81o/q2obS177wFhSpbTG7P7BVhAnq1D/EKi4O9L/sUMOON
550XOkW+bN5WBRT8XN5DNqqHbd+ftxaKGeXED6hwiTQGdLzJjHnonDdRRDV9I+H4V+i0O3BowGPH
O28XqQlroIb1CGUIxIsu2YHnBox/1ngWIT9dnSgkOp1+D3XWSDeDdGJEHLg4EaX38Cwykrr0w+h8
78rfOslGoLpzza0WTon9YLEK6pvzXkGYkpFSKm5bWiPnZK6Smgcl/XG84amBL+aOJszJpOhyi7re
kfpGcmiyvFYHlgFjdbz1A5FaE2YmzvFOLOOSvQfrMFemOuXX8xoWJmOITCNPLbq+LeGAbdzmzAcW
lsI6pYTL7W02p5Y9G8nNnvvAwlqIMZmpsJEh9uU3WrJtmv1ZHSGKOEoNSb/l8/1Sfx8jg/GH8MTo
PjAyVGE2YqFZac4UPRwdvxwOtg0ert6paCro5f97DAAc9GkDJltq59nTBkwJXyt8bnysefxmNYB6
R7oMBfZxqvAu8ITF0nwG+BKOwx3+BoO+0rDCVgZ5E+B8f7wXBZ3RP08jrKUBojFJw9h3X7UWINRo
plO82iu7ptYR6AdAKoJ5Y92Rmj4v5k/Z0I/7zzYL+IUkHvZu7N/AybguTwT9Q59NmNB9W+J4F/Mm
VrOenEYy99rHj+14Px1qXJjPdUXqqplGW61hbhlHK1u+DyT1xFdQp1n2RTB6z5d92JTH1DiVVan2
e7XkLgUju6bwMIFr5n726lbBQgIb6qnSTh2aPeJn0B3hIscss8PiE/XkzFBxoVSCqyzF85Uq8ciS
d/XQnni8A8Hs/ak/PN1oKhXIKaawL+OyG2774dTh71DLQnDoR6uI2awQdYa5km1T60Q0O/C5FOHI
qo+ZWzUR7WKm2GdYTmJaJWPDd3wwvE/VLz7X+9T+0CGUow+pOcW0rkK9BdsAC28ZWk+UI+NSx3Uf
ar+d8FlunWXY/oA+ratrgzp0IzUXafEzRrXb6qshf8a+fEkpMBX90TpXzUU4GoBztG1ePRnS3fGn
nWbyVw8rxBsK+YF3YJi0x7B8FgW3FRaPOFbgTaidmBwHvqLIuifdAzNCk4d9pmezMP491OfFeEWI
FbFhQHzGj3kvk9vjYHLm0VoRQsWogA0Ycm7tqImeEGezAduo4719qC+EQBHEMMb7kN4esr0RzdP2
xFc81K76OWxq8FHKEgegfW2ZZBY7dFRnXqS9i/4/juY4obSrQAwI/nIsZ83zeT0hzG2n1aXKRNG1
H6uFeuOVy7OalYWpLZHzRZOqD/sOKMDV2c0Ki74TRjXqOBdbrocxaH/kcfV2/HkPhCJZmH65kXt1
WZNobctNKH3rKZx3tfi8g4MsrN5NmCOU6/phL8VzcobleZtMUXTcDmyNMXyFqRvAK5gVZz6tMO16
t/b4fDSrXRh3YX9e9Hn3OPgwfDvMAnKwMuze/Rv4jq+xBC7uxLebxuoXsXMyfPm4WSlN7e9Z51bZ
XGm/OSzNRj0vMndljltpHNABe7cyJBipNGZGhl6Y6kbf/lW5KVC1fBm595KE12W2d+xbBu58IMGh
PkTls0n18FCjOA6H2ZClIECKLY71yzR860ppayjDBrchPJPrbmfam9zZuqFdz7hppPgGelupz4cC
Lrm5TGpYU9itJHIJdkGZS/5jKb8c74EDYUcWjwVUqYM76HAzwJ7LxMNqcbxdQef/332nLEQHywmC
YvBk3OPQ1ZjWvYdBO6ivVdK9uBLUpZ9x/EtK7ovu2WhfPbY/x3/36/exHSF6+L0MuBn+4B5ZOTVa
+nCiEv5Qu0L4iIJOhpQmcePwvc0ooT5rNfmjKJvS4MjDD49mfwN2Q+R7vBe+3hLggfF5WLPiKQNE
Cvbg4bPJZi4e70wTW7/zkvscZj63ryWjRyk7j525T8BFAv3EfcYUM/+cjlRdfm7X1PPUVMuxJ7Wd
zlpQiS3iCT28M9JvLST4451z6FMKK7gT1xo7cC4BIWV5LST2xfF2v14IEIN+fvjCkiu8I6dvmayp
T5iFKf7v3qnk0qGnFiZqNODxZ0Y8dYaAI9uCEDr+1O83Fl/1uTBRAR+gKasbNnfuheJpt+qw8wBA
usOD7D/6iLFGvUP/bKziLLwJKLKUlCsFe7QAW76wKjaGX24MfdilJC41L1oWOSYOmXWrIJuWJE4p
OYT3X02+KQEfIrROFayKSQCNHuA88HfHX4Mqpa/Hjqhp1FultQHpchldmQsqS5ZNri9scs5d8TN0
lXnG/RLKdtLDydyXMRw0CqD//iLqt21sz6hs3/bs9qvyqs07JGnpwtablWTGm4iFvTSXqjwi5vFQ
qQFYRLqVq5hspNjM6vMsI2BH8dJRHnv9p6bifxK9WLl0ryvtylCT6yz6IddPVoOVSZ/NfM+YYRC7
0lJoeZQGDPpbHlz4voSiBafs7Mb3n+NwZevFpYLNc9+jDzO2qcycGG9bWFZVDVHPAQJpgCGwH7U8
WZT99zjGEE/+FqfwlmSMykuZM+Xkh6XPequaA6KdecnjaNxYUL/dyFobANpT21108XKUH93Bhs2l
LyPZuDLtJ1u7iDJnNgwOPqPO0urWkmvjliPf2CHWG3DMS1UBM/Wbsmc0969aHd1UGkClojov5r7L
Bz8s/PgWeVlhTFkWbU6G7CR0/33j+8WQt4S5RFLZhjjEXjvPHzL7wv6ZXZTeDJQsbi25svGirZud
mF4HRqUo6wgMD2aRwUnSjXeUW1F/tDaLk5nJA/FS1Ha0itRkjs2LyJIyM8vvAPCD4XesXeQYMmRb
p9lislTH3tyx3irvHsToLq7upWg1kSML35q3JuA1yJOOfsmhaWPHGCA3zcZXuHqw/Lmd5zPXviu9
7MkvKXLCiqkyV4mqzFUU1ZJDXVq0RoPWIa9rlirIYRUss67u/PApsG5Tb11bazzFzlvcRZlHrVu9
O0gyA4KiGGxJ6/b2ePQ4EFxFEJEbl0EJjIjY4cyD4aZsH463e+Dri3Lo0TeVoJguVuzqIiyBZGyk
/oRWd9rQfDGGxTpU5OGFMSQslW2kIxX8WQBvo+RnlvrhqiViDyZuyPapAvEDGwpRzuxqUTZ07tDv
I/fGqB7K6FIHgFq3J17mUPNT/32Y6bYSYNORsQa5k6m2FCzz4RVvo7kJYu/4lzgwU0RpM/VTctRM
OxY53VN4OnPsrVvtGLq4zB7/hQNjSBQ1q/gG4VbJAs1RTWtWcbc8r11hW6HEQaxFlAntI2PV+6uk
PrFiHnpeIQh28KRhLHDjaUbbHnSmceIQeOhbCvuJNM9LJS29Yc+F6sIqU+TTybzCOI57tBMf88DY
F6W2pdS0uj2lW7viKS5edemqjCYSLi5TXIHJwyQ4PrWxONBNoo41M6MG2xuuqPo6nauNvUZodl7U
EYE6zVBkqe5Xw94eoMjuw1PZxgNj3RJ2/0oUawPmmz0pteoSd/BtlkHtaxR6J97JoNCPD0xtGoFf
hCBRiGpmQd3GKtHNgvwrUaeiXTgAj0b5Zszq+RBn69z5AR1CQktvBxuctGZyhblQN+uKEYe4dFYP
K7dUMFgrFp0UrEHWzvt8fMiLR0Dl6zEIZ3b6K0ouJfDxUlCuinJum/bq+PMfuOWFbPQ56vRmn2p2
yczCdC0ecBeE7x82nLGTdpn6P8IEdLWpzjKSDEV+Cw45Nm8t+0eJkXzBUodfFU8OcDoq9iP3ahKc
yRbeKaC3yr9VoqdkwCHlVAQ+sJRYwqml7yWwnjUJRz1adPWiXWvhWZewAGo+d4NNNb3UTIuUB0uF
ItAQ7PfxHj4wd0whrLs1dXF+MQ0Q+y3NbgCuHm8Xi4ivh54pfLoRA/dmdDjgliRLVPi/XnkXda8A
bsuUe7LBe/XICMT5660xKxtjYem7OH9SvFcNH85GxZmbyw5rlNe6Gsy94XeHVYEcvsRgqagaQKb2
Dfw6dkPLqliHWAjoOHp3VjtXa2PZWvrM9BQ4qBSW9PgNSBdxuQe/Lid3Sn5pJPs8xfntMjb29fCr
hpelrxTpmxndB+ONVFVUi9cPeNwbQPOGS1vx7iy4ozO7VJ4jPeJ8tyvNb0N37UGIN+zXurwoAdK3
z2lcBHPXd5ZjXi2T8bdV3+l1iUvG5Wji+6BzQNFRvBvzQrMWkDhmvlZd+jWsy/rBGh6CHFush6K7
Gxt46d6NnN5jXF+4W1m6itKNl1zkxfVQ3If63tR2eM4u/NFbWP4+xMnT6a4jYLRj+Rjp+1z7WVG3
ayq7YHDXQTiVLP8EYrvEauraLqrngaIn33z2u3ZeSbc8ut78PP7lD313YRa0ntYVmcxGjcKSsL4K
pDPngLDI6glw1QzjhX2nUoxyOZ4Kxe855S9ipKgJLSgGAaza07DsrkiLQhh1Fr576yXSzDceYwUA
9Ev4/M1dGeOFZH2TjDc3GmejvXXsZzP4ZfTJXV7Gt4a0Mdpo41v3SliuDE6nmUeB3XnCKFATn2MA
9eqgWRRUGG4OFdXay96JqTrdj33x/qK2tBgDLQypjNmPsUGufeEX67Z/BNMNThbwznmBRtSYBoUW
NWVVs38vyJ8vOJ+cNdxEIAqOm6mO3SIHjgiXh0XcLo63a0z9+lW3CDE3is30L4ENeJVZGaYYSX33
25XKkpJKsB6UO5g/mvVWDNhOkrWpmkWX7ZIUv4RyY/XUy1KabmkkJ1sXVMqPcrjiSmMymqyLyZd7
oadXUnWlUequLGu8dGQ3Xgbqb9UJN2nyS7LzbZOmV5O7R6zsol6au/a48oJ2NuaPVXkdu8u6uYSg
b2hXhkFdvHHmlxKWBMeUBiVxOdMXxR2kJVg0ZzYsrAhhCxda9xjBWCqab01wYpNwIOAYQsABa6JJ
yXQHIUtw2s0Xl5ur42PgUMtCyBnsOJcaySVZ8iZ5ylVvlSdErwd2Cu8Fah8OUym4KLmrBhQfsPtT
Tsq++dD2p2hL74zJr4auECr8FO9L39A5CkrFrPStvd5RTBXLKrdS9crTftkkMN0UF40Jq5FEMdsV
GSx2EV7VucrSLL3C7f7lSPJ5sVsUzY5I1xOKHIZ9YtY/tWdf03+e9YVE2azXuRF+VZggGM7MchcQ
tc9rd9q3f/hAWCIGuVbSbsN21l/4v85rVogpgUS6KozQx6jmcynvzhQl4w//+XEzzCkLKeNxExMS
yao5mfs4EAT1aWZ86IdWDgGbg7jY1xA9LAs7LPPRxkQqTy+iyReq/Z0OHCzqRVhIc92/5SJzHuIg
Yvd3qf3mhwZlvQP1vup1FlKFEr/kQ3vfUUZZx+6CVcZNqOhT1j1+YTLG2dUEJHkZ1asxu/GKdRxv
GmU9tpzW6+uuetE8eXvehxBiBh6WslbkdJj+quW74hTd8UDAmFgSH7urGvpwBDrPBUN07bVruTox
fw4cF0WRrt9qoVIrGnl8/bozMEKMcO1w/JC0jj2ZsJ05m4S44eE311CMR1iC9t9a9aqyHs7qb1G1
i6+DAblpmk/9pqkWJ5mTBzpcVO1KmeuN+B6xpMgXzUt3qt7hQH+Lot1e0xpvtFrU7eWDSW1vmpEj
fWy8ZVbdn9chQiTQsPAxZa/hbrBOLpuKK9jmxHbuwNqiCbHAKAZYdSrPbmrfinScqdpFaTvnLeGi
YlczUh2gFY2PxrIZVpV8ot1DDy3MRzXXvboI2IMa4TfT+R2TTsFfe3leXwuzMnBx7OtUBklBNTYu
4Kce+tDgE67nLJl9s5WheqhXer9J8/V5jyvMwt4ZYhDdPK7lfvew0PbOy9WIal2sjkqngLe152Co
ycumOO95Ra2uPfbcBMlYh0nKQsVM59/hHP+PPMEWRbqDRWGnZoXcOK/dm/bxrM4V4bRBY5TyaNJo
e1EuTwE/DgwEUU/bgUcdY/2vJ+Xa5/iTvt97f7GLe79Y+bD2ulXKGUDp+31n4JMc4VM0JuaPTmnm
mV7t4qSap+4EKF6FsTaPgNAECdlPXK1s+yYHhjSrzGydccIIbyXEaml6WaRPSf4S694G86tFYIyL
wOveEMth3xtR0gp6wW3mRo3fcqypuwrkgRE82sFNSMVJuTXaK03lCuUap8J1kxt4jT1DNd8mGtfT
Iaz6dJ7KI346voH81YyVuUxpzLyXLWwo860bJds2q3Y+flJGP+SXVX3VqenOrte1e9f3XKjsfW9T
xepaxfF6pvQqUlcYdlxcLnI3uBm7bB9Iy8HsNnga4Xc1dLhZjlsn67aOk67h260n7nnaOQ9OYBp4
pHnmJtPi844DE3jq4+qeeVh8u11GqihauNkMO8jjX/pA8BPVU4XMKO8tTgNBfVGpL6YVQZ44U5Qg
yqccrwnyVGN25sbPRr0fkofzHloIflUeyWEdj1RXDKvWVpZ681IyqI43fmBCicqkKim7wVA9lhnq
GMNFoJ9IfHzd04C9Pn/BMhnKvFXoab9dsxMHgb2adlHHH/pda/vnhLVEOnAZxGUNQIl1BmTjqCmL
enJ/k59KP8MED7+0pp9h5L5IEhUm5W/JfMnRvUaVu9bb9haD4xMP8nXvWaKNRGjDeQxNAr1sv0jZ
U3LengU07OfeC+RAcTzUDns1f8LtS2vO+9qqsPgrTdVjDUH41Fbe4/Dj+Nf4uhNsUc6fAdDGRz0g
KbTyLocT42d60z+/MBjPzz2gV7lTNK0/7C3s+HTutMcahYxkov07EfWtA78gLP4G6NOiKyjN0Fxz
lYJBko1+EbPbD6qHeHg5q29EaX6ArFTvQzo83haXZ+YoREF+pOD0EU0aUEAPjwV/vPO2yqKThlSB
xda5h9+HmMok2l1OccXxfvg6HGBk8/lzFk1X9jIVyPu63Da9TgoJWX54qkThwAgUlfPo+9ReaXju
tEKUc4+50ol16NBjTz/4YWOgWuPgez3RMbReC2m8tWOYo2qcnOiVQ88tTMfELaoO1zacBcfrarjC
B/F4b09B9ovJ827j8uGxpSHr4SOTS3VtF0dVcp0lFE2qaBI3mkuyvCjVAHfpu+O/dkDdaouSeg/C
sNlWZIU1fz3mzqLOXntu2gy5X3dxtdZxDAQluczLgktZsjLNDbDw4799qAeFSayZWYfdGbEnuiNl
cyIyvFd2ftF/ouq+xNA3cXKCT2p7e79Z1hF2ZrZxnXKj7gJILoYSRrCxzNk7DUm2lPFvTaVtrqM6
SdM1LufUnHyjBZwm15H9lMjXY7aLPOqV26fQbrYeVSkuCkJso3507feouo8mwyPcSNtVb9nz0vkp
WafQku+FHl+9zpSO+DAcwkQbUs0ox72mcNezmwzGszxZdiDQYDnvUeHo0XaIrqleSKqJp3wbqCfG
xoEgK9YDhL5ByXPIaTPxLxsvAFW7rdTn2Nl39pl5VbEqYMBlpGYcIAl5Gu+i1VnjSqwJKMsQl0zN
7vdxxLe0lu1was4DsFe/nJ6WKBjWOzQ3cZayu4VAjSewmv0wuwtPfrGrtw51YaJtvPY6yp15an1v
fY+k+w4NCUzQct5E1qxtN753Yec9rLLnznq2zV2nvDBiZ9gVrm0lW1QStYzg1hz5RqkuLG2r8Vea
m9RFUW/MG61cj1mzlhD4ZeYGvuumAoZW+zuHP7F51+vuLnfyvVK+WU47C3CuNDVl5vawVvRfmVFt
VetBKu2rrEZFqV/9b86uZLlSXNv+0CMCRKsp7elbN2lPCKedFj0IgQR8/VvnjuqeW05HeFJVDrsw
5iBp77VXA4g98mwvmfQuITlcINo8lO18WSYSlt1mSE/KgH2954Rpk4ZIRwt6bZW6aK2cDvpvD8Gl
zb6lPGS3XG3BAkjlw7641AAm6gVRqXAvk0xdsk6Pbe2p6f50roGBNr6iSHSFybNXRSS9NmwDR+1t
qvJ4Mk/LsgOxOWh4CLtW39X2bbuRlhFkygwG+TlrO5IhBdJYWQWLkWqPp6l8RLVHPP2jqzc1eT78
4v3ZKD6RtbxyJNKbRxVp+gHZk7oqop63q9KAmfncTz4S03w56+tpEcmsw9JQ+6Pq6TRj1+XNJ9c3
5YCkYe8VQeDwy24B4cY2ZmkFea67LVV/cn0t8ifSFoEOS/Ehy8JZO0yeTJDj+iTSSwkOf9/XF0Qh
ZzMWMKJi0VLG8EMIFTLa7fFTtV3YDB00iyTR7RMtRj83D7xafA3bkq/m2GA0rhgiE9z+ZrTuayky
memA+34viz0yuBPE9QQd1A/G1IVevoSWewVqBsTIF5OXpPMQjHkVUMzpCNn2fenL8o/L84O1wD4L
ak5lHmAj7XsCIawUFGj6Vk0J+Mch4qaSBdF47lhHOEjBBhF6yGlkRYV1tclJ0Ac2PchiJ6uTnOMJ
Xw63/7a1m50k0iXhLPnYlQf8s8E/5QNNxmjhMSanPY2CMgsL4Oa1GoCdJ4L0PkGfLeVBgoeSYX7n
HOp+y8mvYeZg1WAjhgE3eRHluylePS+R6cucvhjjZ4XvuUZSwvoud2F+Xmn7qoiKap8urylZFTZ4
wjWCIE5TdeyqA6nWKKcDDQ/UoCm0y2Bjhqna1/W+zyOlX2iuw2YdnBntkIJLUWRdpM9H4Dgx0/iK
IwRa1L9k0eB8gVIK1UX/WhfrZuz3aTXDqHCKddLEAwe5AqKXTKMrr5lWtXUEITgYtIMt98oZgmFA
7jEk1fWbZz80cxu6SFme+/EBlvUhwlwCuOTtUSdFg3GsGW5YbPoFQcfl89Ku7WGKJQKqkdjtMI5Y
603fILAcL6kGD/kJu45mpD69DWZ5TLARudD6FUiPtEpQsvHIVVH6o0AuKQHBZJkCjwjY4SdmipRH
rKmsGvc0P9nW0dVPtQdedghCOmZixpjBO+HN7c8GmXbMIpepAgvFtHytfCqAqy5gOjWY7aJP95pr
OeQr2msh7CMiGKQ2GubDYOFW46XuPvoJGTyevSmq1k/NIjHNS+rVCOLt/VaDSQgGJJMwwTRXPqlt
9KNjSNUDpbPfCSty+YvTl1C2gn/esXBg02MFMGVs+7AwrvDl9W1L+T19HAU4UFh7HrNCmk0IKTiU
eAK0fkPSPZz03QCe+SvM+AMNTh/IJNJMe+eA6d/2j5YBXp7IV1O1tqE7d2UIvQGIVmXYmwguv6bk
acz7A4H1JLJcQUPOAmJ2Maj1USdemQTu0ohfvT79NsDoc6m2nwQOgWapbt6ZQevUCEgekVKKbGxz
WPfomGQJDYLevbSgwCOY2tdBkhgrO+y8m3dTiTjxh5k3Ph3TeJrHsF9yxCbYcTGvRTVsEYx8S1nQ
ABE7STNdFwlZahE147YSv5R1HPmTQyDgP2vNMyBUrdvYKHjwExPiZE3ttcnOCm8QT5HQC5L+LQy5
AKW+NI8G3hgyXlmLmTxhsSOTrI+89lgoAFVPRX61sFiyZsCofpMSusVwLGhoETrl69R2G2zWFJoz
DXnRraWDf21EnX6RBkkKnHzSfDTdyyJAtqzCSkF5xp/bFFpPWuI3rRXbt00bWdwCrJZFyJF6yM3X
pt8YSKcwsy6sNaBxkJeBpQUHWk29iu7DJmtToOjr1q197ti7sQisiB1MdFYFXw3Vb2PYFLillm1A
llo7ckBFuJU28dPiQc2JJsdwTp/AIDJaI6QWQap2rLvgXuXvE0R2VJ1tETJxpfxX78X1dETqyUjy
9TBcAPbgCK1m9b5YBsLXi4hoWlIteItenOZNoJfKjB4gnbuR2GKLDoYKxZoUUFXvm8aAq0KL4qtf
MSSB1W1czYcW6bW8we6VhcI4GWWbNHCD5WKJU7fwDcai3D5BDLiu2GEBgl2JldL+OPAwBGkHYfcw
Qgbw2QeACdEZ2XDog9G/3zRz0NXUv+03SyuCVAwPIw55ca7LeGZHywwRxppBZunmiW4mOIzBHQvK
vPPzKtSNN11fTWRrW4/LeDSsJ6M6mdWI8diZI+M5g4B5tPyUHKXnxQZmUPDBKHAcqux5YGGPDLKR
wdThkstHDWdf78FJfejgf7z0AG/xOyD9oA07MgYudaFt++GNSQ0L0/KV7NdkTMMCxLJWjyRFQSZX
bjvuPSSf90MdWB7qgoUfSZ8ipCE9VDXmEKha6rIMYS8csGGN7fngdtsRu1PbIdyRsSCjItGUHRBX
odSCrWojIwJp/NhdqcbiUu4LJRLaaHDIG32ax9CRnTKAV5kAPIuxb5596vMe+eN1+wdWkZpxqrLN
MF7TevRt/jIsacTEKefYg6d9lz8tOSxxlz5ETtIA2NrKX0T9XJC4VLCbG+MR+hqvxA7GcLyPRezC
q6VVCLouPvtiBaFSkDc5XiIXWU4wRsEOMD1T+lC5q2U4cLsNeW4n1bhtaX0wOnUoGXhaMAZCGNyO
w1NsAN9ey3G+IIECndEfKJeTqRWXjvOgS9MwX6okk937MPHVNEYu/uiU9kji5rtaKTjjnlEcYivw
YrBtnOqN1C3yYvJwHrQQcXqxQR7A/vEbpI0s3k7av4mxrtPbczVPIiW+xBoSQ7kd8AgcdBg5kqEK
CT/ppNG7uCnfF5xvNaqXBTW96QGDwEtsosLmZhar0g7J/FvDAefADXjsDzN7a1FM63CocLPVgqfc
cBFk9nIcbaR6WNZtAdBsXDFB9wOETqb94fYiLl0vYhpUYWmzHmbdN3sEjuC9Kbp2VRmvU9OFToUw
b9hA7A2Ea6Q2ifohj43ciaRY9T0PpwpiQu3mhbEpx33pjNfC+XSsU+pcyvqEAnQQIulbFS3lljLQ
SwwetMUKJjGBMyL2YBmxv0ONUu8rww6RcuPXjr23WsTFc9SGLVnV3eyLpU7aCgcbrxLBIQdDpoiD
xA2C7Rm5PUkzEsiqrETaH4rC62/G4EG63bPpHszpsZt/oWZYSV29IgwCv97cMgPZ2FOKzU2Bv/U+
I7Oe2VEBKHZxDpN0fQQGBdOIlxFlecflKa+rAGGpjRKhh4iVsRsCDQXV6EwgaSs0BFNiuM9ZbcbL
2OxkY/tzNsHeiZ97uFVmvXGybBw5avQFL7fEbNALuBErtjkPU2ARtKKBkF7Aa5iEORYQ4danC6qb
3gtE7gauvuY9qsUSF6jxUHoR2mW8uBNcpbvTPB5518RdKfaIkAwQOrQCjTzQ4H7h4aIu+BlFB6No
B5k83FuZXbmTMPw28ZgXbdnRBvwxy36psKH2sNcxUBQt5HOA0M9JEfPV1muh1vZUBRwKoomiwocR
DbGryKynS7mopMHi9FoJE5bRl6jkpzI7eca0XwaYb5i2HgzNh+O2R5Jv+/ZNmGnkeASHlwodZEW7
CM0h2UG00Dh5267UfJhQR3DSQ28LnVubwNrYTz8RTBOmw9Po0JXOmxj25VuTbvB3VMZzZmdJNsd0
ikwTeYuwHZJmMtfen0LCKge58qU7hRkLu5tiejeqIW7neHCPSNjyPaj6GgWi+jgeeOdGjroQMicD
MKBW93w48cVTjqDcrt7xAYTIHhRWD41jFxInw3DscUCLyJwnlrUBBzkelWPB0shjbZQvLuSqai09
/unCG9xXCGvDDif2XXeFe4vvkPPY5r9rKzvN2Gmggmx4ki8Ik9Z3dQ1f5GnXGBLFHezADezauZia
dQ1jmcFsD9Tb2tCJwWDHV04DzVYLdrK3SruL6PeKOdgdf+X0N4z5Or+DkWeZZzjS0AHlAyj82MXh
CWyOxkF5wHmWngWIyIsNvQ3L3twreAy4hhlibSXd8thALclw8NrqChvFqPNgVZ62D8qeHnT4d49V
GWDoA2FjIoykQhR3t2h+Oc07qqlIKjdGVgSIAsGo0ohno+8UDwarQoQjBvOMfgKNpCqWQGEJTmkT
jcuTK1AS1FZQO86KFgYOdKolDUiQNbbKcoD3fj+dqInT1TCGkNvp09KXQW1nh8WiIdHXelmeKP/0
OOKCIOAU5hQukCcv4JpPkxUgasmfPXGw5ofFPDYq3S4DiUiH9WhvaXpe0JRn2ZCkFF0w4yEZrAA5
MwmywBA/IXdda31acKWHSz9vT4MZu82BGRt4QvvUeCH5k8zOkmY+HXbYt8Bm7/M9LwBr8BFM6NiB
tT6Cyh60rAjSlARlW50w5kL9gHgor0ucmZ7NIlulM10PJUNss4ptRj5KVKiOzHbKfZolx7QKFQOt
AcEsft6bMa3zoIE0timxeThagljFjQ4qlpAzGnIADPBtgzk08U0TDjw18zv0Ehjyxk6qbVPnYKLT
EC6GyephdBfk06DtdxczYeZeOhDg3rzs28mvnD4itPVtrwtK7HbEMo65lu0VRsZKDy1IwTRUOjWD
RomEGkHQwOy8Tt4nrbItF6Vv5L+HJn/EVOYIVATmDcamyXDCVaN78Kz+QQxpAroduoWT17bHLjsX
0+XWmAY1iuF8MINC7asGA2aX7B01B541oDxb0BdtmdMfOuTuzcsbbBEDtzF90mjR4r0WwBQVVhFw
I/Bxqwwjcrn4FSbEzWtbQbZ+Q3Kyy9C/FYBrkJeOyqwKOftE+gVwLRYIrDUBo/rZfJtAjCSY+jr0
PXWzq4esTxTQ9uitnBGtCjd3WWmGnYNAm5uUpo+y2k5qGvW4M1d9tq7ja8Jd2d0BiGNg4KOHlXjC
vFXWuMhqlQHV8tgB9GZJCw0+1gRiAQYPGu3ptvGsTYZY+O7ZHp5Tp8cm+7lg4xwg+SxSdqg1uWIo
WisT/YRRgoFcIJKu+pw6EYCajvCB8w0WMXCOKWu4FmTl8QOGblDBwNqs+ZPzNyrSba4PicFx7hjz
CRFZkVt9akti13ZM0nXlmcmE9Kts6RMdb21hov6c7JWN6gG9sWEuUTYjdk3p5pq7HvraNixqtqor
eWroa2OMhxZolG2b/ihRqzP9sODWBshbBaIYcvdXvWx091mCosO0P+18Aqwxe1c7LCOVf/TE21Gg
QqV7mAWNS9RUjSqh8n4l9ludbhSQ9n6lhiYRViygRdbKfYlKTopfRbNuAWJYY2Tr+zQfEO/FUZ//
bmCkXGSO32Ex9bkVL8vnhIJlQXc5wYzbFLvSUBEHQFzAVMmG3An4GmjbCjnl2nMPY8uxbA4F9mle
ITyhrtYZchMruvhGATpad27kFJaIsmvRly5TWKPTBvd7x6S3czNzheRcHNLMp9NrPYxbPT12eQ4l
/rFlXqjxMRzomyUsuGbl+wKjCx33y3QHT1+uB6s8ajZHZfxZexIpqjKSHNVfK8JSylCyHLk+KeDK
R6SXraiXeJhxOUj1yd1qW/dPCLsO6ILaqrW3owdJjQ4kd7j1kfaeZ/OGigC6gKB3wU136kCrQC0R
dTCDp05La9dN2MRp7zuZiNp2AtRkQPygghpVwcQtIHYgoiJwhUu8gNyA7gVKZVROfftHjM2Ty27W
9MWRzW6kI9aSOTS0eRrWncKPjmFW8CAjaqc8vCh1uWPzAQFul4JPp35qoLTHJlZosWXkiWxT4ADQ
9jdqVWKr6t1XFxnyHPwXBLJBT4cyBMmGGcG+4TwP0GUZmnHmFn2y4eoCdOIRKt0AXu97vtDHslFr
Sxj7wZL7OZ0SASqtDmSbaOu6gu0+AMjbjxeWhmq8idyp8CuprXEckrnP0GOiHGNyP8y/p4s3mNth
GF6IAhWFoAsdUxUzBHj6TmtDD6xdsxEQG/INfQPgiJ2Rk957qH77BQc8PBlcma/U3L/rtEtqxCdy
HZK92trUhhYNra0lqn5dUmtrg24w24guKSOCzEMooCD+R2Dg3L5MAqRoPh9IaoSN3LUw6ZheTHfy
y/TBZr9YTzdjV27hbfeSLdi5qUr6ZQ7sAgvEefYk4m6MTy6fOfI5rMxFPChCdIY0ysouqok6ir6a
fNfJLmhKwA4IZYNGnf7KBm+DCMG3SYG667T7mdtro+zhKKFrpV+4A0ZSmEOhEVLYiMoCPHiF92uO
lKUFLt9phtqZPZ7xfGXzztOOU4GPbCWyOgt09oi01dZBmU8HxBR48KogrRNado8wl0UPeH+24eE2
agVDEWUHS3q48Hz57Kyk6ztEqWhA3wT6DNoPsULfn9FHvb+4RXvWOI9oSTaNmIFf81jA1oeZYENN
V4pyVXC66TuC3gxvmCcpDIM638lflbjWAC5SSjb64ALZRGb80NuomZY21KxDUa4ZSNs3tC5mfbsi
5GwthwxcfE+psEVIQ2RWvAKd+mIzyFhk8+bdlI3lGGeUYAg2xrevERYTm5hVcfx7wJDg9vVNK5q2
S7SgGFSG53eQqQ15c+t74JaEC9ejgRKxgqekdeNjr3XYtZh8N6BgEEt2dpGWqNkZsFT7c0pbuAvB
ikbUXuAgKnRxTpAzhiXGOuVW1QBhepTSk9lfResmk+p9halzOukxG4E/0SNDtKkO0suo82CYxyui
XN46Cv1Bj8TR+jXFyHX6tPsHN31fRhyTmhsjYDXhFuBgeH3I7sPtHri7qanEmSuiXu2nrInFmEfm
eHQ8LXbx493yB91xJO1uM4oxEdQKYfYKDQX1UQBshxE5UnveFwmbX5t5ndnbmiDuvtlR54nrIuqU
4bNFDzWgBoUeeTq0mgYJcseFNP9N4N3vAPEamLERijq8BWA8Q0thgPVlZEmu9b9ySZ46ZVdYjioB
9HWpvY3WrUqXRWpYz/bypqPsRPgnjKYggGTrVK1SzlejBmPPRo+zHCjVOMapYcc6FsKMhz1mH1PZ
vOWixgqrQs1ROGo/vHkK2sl7yk3YTFK3vHqFERglyPQa+GdLQfYwhIlZaaC23ki1xbGxxgueDL2+
7g3sA6X8dLBLtaJbLcYDQ3SJg/vnePpzPgJiTN1w9qy3YZBgyuVnyhzflDij7QZuWi0ApGVpVo30
6tDVrXBazggKMgIKuG+a5qgx8x1cW87IjNkpUe48Z1llOVmnmr7SGw9dnbXL8uZsgMg1DCJJ0RPI
2op5KVeWRPIIxhZGtWfmY4nY0eKdFu+FemM4Agx4m5S7wXxrFaD24cjsg3LOEj1bA69gBiQSgImm
VVG5vBfimc7P5fg5QW7VzAdLroDhgyaoezEQVDOzI6eETGF/G1/3BoME84SBotE3uMKJkbMHVIbq
a23YTOpc9nvWHaxqb2T73Njr8/tEbn7eV7yGoezKeNS0M0xBG2xNi14EVQphcqnmXxmEncI9SPtY
3U7AB56Vl9lBQ8rrqOIywMP4aNv33o47E/RGgRMXGeUpjaY8wE7kwcEluzqod22A8E0Gj0/k95pd
sICaAoPAjWuhAYNW1twgGPfWXs70VGrHfgR61Oy11LwsZr+zcaQxC6PAFWzJMXpLhA3ZMKr/5WSr
dVp/wqQUdIvdqL8bGluZyLPu1L4oIqE9TfljPyFSeAOooIFrVKluPjViS+ykM2lYt/MG7X/l3T7v
7eiaBy0/iOFoW7AuwbQXwzQG9HKryk0zeuZLsZAE6qJt1b6Sie7M8WKJCV7MjQ43Gvo2tuPRRtJg
SOWbrT8NmRGj04oZzZF4iLirIWqG39jzzwujK0sz9zd7nGo8e9lzPYLYPj5q+VONedFw9bqw6LyN
lW08lOYry/3Q1NV+aYq11otIzFYi9INRHyHlx1gjEIknQTdlEUth2CPMh7k2ggr7sUo53tuDWclz
Xh5ckUUwSE8qkr442TnDjqDbMPhBjYiBARo/L/cbN+nXaGdqxwpG7zpq1Voz0f/o+EUdkpkewJSM
9BGopHbt2EfN6nfK22iRdKebbOuQZUc6jJ6FQP6tC24vDFgr1OE09yIb23fOYwfDRySh5EABriVa
UqspYoXo3H7wxqjPwFvKzJDIR+QCwidYYOa81Yd30qsYvCmfAPqoAGTYtR4Ohnadug/Ir7gAltHh
O03xOKr26o1XQ/8u5vvf+S/uvUeYlTHRjwpEwQqpwg3m9994j3113TtmUjHVLc4/XNcTMaf7zv0R
M969twXT81xv7RnXLTDIHFf6TwmTd3TBBhFmpPPAAJt7mEnjI/qGSfWFwM+ldwQjVnNzGmoNh5Lp
rIv8VWoyMhwDZywmssRKppIHrCJxTf8gJPxaZcLvgL8y2ocMkvfmt1OW39zLF5/JvacXVP52Vdz+
Rm5jNBWWP/uo7215ZKkcr2zxkej1YcYoCwPwn3BoXO/GCXp/u+QNEwgT/j9vcajM6xqKIQTDFxHi
uv9+3X+nhrr39ju52XtlSqBvxmHT2HViege07X5aLd+Qf/5DMv1fwpTr3eiA/7jzXGeDJnNNwcUU
cB0PxmVIWIcaG8NxaazdQvcnDRmEprlGx7jNbTuyyHM6VyhDjw3FbEViHwYyYqTtQe/lcai/sf3+
8tZuL8c/bq2S5aJnDIzjGqg34mKhVV/Be4B13a4cPzCDXvNx1QyPYPtYzr6DhboDFwuNu7BxKP0K
PQQ6IaQC7tL6gdg/k++693Y/+DhagAkUNrV1CMwZSal//6i/euVvDKp//LXcq0chdDBdB4xmZ/Jn
/Jkv+y1v+r8urNq+dfsFF7YSbfCR4fOz+73bLVxVGpZGHVg2kkA30YaGP7ruvceP21slV3mP251J
yMA+tAGD/OzSd+RAJOKRZhmhRGyGrV7F+fSznf7ezydDnEDD5Dxvjffluf34+82a/84ndP/HzScn
mmvPLrZjC+ws0DykfXOjBXwyIRwewPcxr02UgOmZareZNYxBeswXVbXrrBeMIDRtZxWbHNVEVyAW
i1hrTCLiEkm5fPloJGxl1XS4TedznSbS+KWnb5JfKNETR3vImAQhamMsDuyHsZhq4/L3P+v2rP9l
v3Hv9huXFJlBgPhvK3Wd4VWieoksBqFezI6/5R3+xCydfvaK3vv8zKVdOxXHq+QWx6WPXe/p73/D
F0v13pLHbKyxMawcuz3btcWtV/j7db/Y7d27LcCxxg5em3g2UmuxESOFUUsBLHlIAP/OIPY/7+S/
Pf+73UAWuqlzG2ugIFmwNOem3enWQytfh4oCZUwxQF5LcyfanVu9NuKIY71tnrmmgehW+kAxAV1X
Qcvfa/lKtWvqPufkBfHqzgzAFokaSEIXt6mlBpsdBminreKW/zExJ0UStkM6HOePeflk5yG4zL6H
kU1BEwPmSy7PgsHdkzFx1UkHjqj/zouzbbzT5QXocyCzozGdFueWxXaqe3rQ+u1UHPIWtIOWY8j4
2gHfcXh/Yo0JXiQYPOwCO0OvX5Cx214nSw+7+kmmGw5+Nt2w8RvV9xeccNe92wkdiMKGYoQn0c2b
A80giE8Y1cBbc54A9DsgP9LAZgYSN9qwQydsAXynLPuR/RySZf97excTbTUFodd24nuWrtR3VOov
XvJ7z0XSMivTwB/Yjp/eQ/fNmf7VpnZvuDjnWutJDrp+I59txIuCCgp4LIDrlsWg/BWA48Y+npgR
GrPj6/qChGlMJJgbdmKdlWt0+2pI7GoGaIiHjamGa5M9a5dfei6O1GrANnDOXpOFcBZMDIDLU+6s
2bKqmRlkdb6bgSeX5q5GNktufqfs/upZ3Rb0P87uwapUs5QGaoINHAjUz1xo3HsbLSkwze4zXDY/
YBqXf+eY8u9KD/feQ+sWNlDWNd6Y1MZY7gPCiZXT//AsdMz/fhS5UGPP4T23zRd4MER18U2h+tVN
3+2NhlZDcd3huhmrAyqBdIBMon6WnejeuzXpiOuo9RGm5cY7pqM/6zbuvZWERhpRTdCKuL/SB+f3
38+IL161e1+l0mFCk6Dp3LxJRBGKH3Zc905KjhJtqm5PYPm1HL5z+vjiQLPv2qJ6hE+7ldao5ShP
ego+OjhIrg6ahDeEP3sed0vPKrChqMqctu3rGDZ/fnbRuyKlgBuznnt42fpf3I2A4vzssrfP9B/b
RN3naLpb1IlgMWLMRV/+ftmvnvLdkiM26zVFCFo4c1y5IADXrAtcYSZm9Z0B71e/4m71lQTemh6Y
uPCVx1Dij3TOBYLqafmNc9EXpe69c9GoF5mpGQP2z1ntJiZ9WqmtBzhzJieIeX5Wpv/Hk+sfj7+o
LOVMJZxzSQ2a+YoOLP77B/DFmrw3IiLckuMsDGjqn9iD9rMX+96EyLFaDGx1jAhsI10D1Iem/e93
+8VOat0tSidlsN68dSt5uSpBckJ91WZN9PeLf/Uo7pYjoYgUrqF2vKG1Sq5n84dP425FdnNhAxnH
IxYinm98cf/v9/vFm3dvRQQLA07gHzYjEg6k4AHG9SU4c2c+F1FqLd/8ki9Wj3W/QJ3SY0OBXwJY
9MbrwHzBAuvLFD87aO4NgkwbeSFMwNPB4SL3HcsIW9AN//6AvvpA7/oFZntGOXr4QO0UbnBwfvim
av7qundFswc/8Xqecc/EDtW7ViR/v93/dMf/0t/cewJZg7JpSdW01aEJm+EJWICTNrFdAXdWbfpY
mATjEboiAa3GzENt0iHhWjvgXOrEdzDOqlqwuY4O8UAAhsyDZ0nRmRh61olaHq1mvk36t5lHApAl
b+6gZpc90tqKvNlJ2gWorJkYjgwBmAUWLDTS5vdNHaGVOqgKrwuaLKQ57BwY9k1LtbX0AVTNqwC1
O3cwP4ebbO2+YUQfGeiyGKA+ByOXrGqSpZrWZOijAf5+XhNqi7Or2LymBb49/rExTB0eF4PFGZRJ
sj4J+Pmn1sUjYCbUBHrURxjYgV3wTRViu7fP/9+e8x2WAqmwYaA2VXDuHqC1fUqnRxt8Iw0Eyta7
tjOeT/qqCi0h1FzPdIiHst/MwsEMY+MOM+byalW7+yaFczn4qRacyyeKUXnnS+/jhkqU7aZ3ISYi
bXKzIJnMqAQNgOkbUAUTZkGwg+/Oy5GXHwV5g/QBCoeHBoPDxlotmD1PYzxZ4LEsDPaGoeJ1mIPn
nav3FrovWBgFlhB+BbKwO03QAa0so4hLTDcWkJIqDOrtD6RGO2prji+yokntqcTOAJKAoT3/bsnv
Akklk1oX4GUYx6GKNQreDWa23Aj6bj2RT8D0gXLGx1I0x04btnOJoZLEpBIiZWG2QQ9KWQqOSWnC
A1Y9zQJMaXmaQZlnNZ5EcXAxk4NADRwpuKDlsN3XxovIODhg1qrKrGCatUs7gPP5ZhizP6LZ7LI2
LpfyaUL+d5U/tcsUtf3WdOJWx6wefo6j0YcuvqnqpwVRyMpWZw0Kcm7hfya5BENW00MThPFxJj6W
Qecc4IPlT93K6Qa/F2cEaARNPkam9V7xnT3bYeE0gamM50ZwyBTBScddydz87cDGHVFTq5zCdV3J
MdYXJFtDk1Jn4jLx7sb+Mm1xmeUQelBSjEQLwdtIpvwE3rRbN1EFg3JXMwKVy7UEC5+5VYBYyaVD
7ES2rDUIrKwDAvbCCnR0apcIyvACA7dg41dzMFkkAxXrNmCMiJWGVtqvjVTEUjlwOqUbA1JPmk7Q
VNVR5g6rEbO2Ic+iCmSFsp8S7nwOMo3znK4aeGuSzHxvGKjTEGgxDGi9Wo+cnIRNdZ37/+fsvJYj
V5I0/SpjfY8eaDE23RepBZlJLeoGRlaxoHVAPv1+4PbM8qCZmWt1dYyHLKiI8PBw/4U2SsTMTQlp
3zI+xOqvwLrpoTJQJJ1TDgGa6uCfl8xtq94K35j3I+9wcAETvcROfmsPaDLRQTFmEnwESbp2QnGd
0/gtumWiv/TY7w7BlYX8Xb3hIHRDvexoD+2V4twp/kfnwdZUgCTkINuNbN7pD3Lb7pxoTUWJvqi7
NsBbcOtZ563o0qHBMXfAoAMLciosHK5bRQYulgLCLJZtPDzUNoSgAtiorM9SRkxPn8vuWWYmAo3q
aBK4jTtP3AyoVDKrPGle9miQYPsyONZMa5/RPa4Cfx51UEwSkKlDsmq1nQzMwRQ+cDa6ljlo3xgS
wFsWadAKt0WozXxLwycRmb8EZmN5FfTdChUopAeXYXQfJTbAgY9Gs2c41CjVTkohp1Mn6hoGvDHn
GnpBmnxnwLqGuIN8uIp8VmX8qLJk5dPNsMOHpL+rZADmnjNnMMBY7VUYw04K3t5hHlOMFNGzlJQo
E2lwMdRN3Nq3nuHcN9Ye+FYC7DkPdi2K5nm3MkvzuiZAW9WLFMMJjOCKBtVCzhFrDkmtUNyibQJ6
NvajZSxeOoP1WQPTwXGk0T5QbJyrMgSsXl/kxlsBulV0T6JL13Jg0Xu9jWxkM+0N4CBFRPPaxzty
JD820S4bjgpbmBI8VzWo+PDNMfVNnpvADcuNY8lU55pZBpUzNpqZJLPoIPwczeQ2i5jGnTGzwfXL
zqZ3rl0Lu7bKQjE6mzfi0VZAb4KxX2SR/yGH8c7z7xP666ylcUNsDQBQ1rPepoTIdDkI79ml2yWA
BSdOcm16P2wPKDwTToCfa/GHmfWAhnKWqGw/hSA9Uix0smi4MQv5MQET3yfQi7uUuBw6PxKJiOh3
UbmOO3Nhim5eGtSejTJ7LRtz28hXgFJ91GLQeIA6jAKpma60YC+ad6W8DuJrVX61224VZuzKHU3J
apTMbfeqzrb/qxfFtsq1dRTegTVc9m56zQlgrjNuuMGU0b2Ro8kMDVA44GsFzSM32SiWc12q1035
XtCR99q5QLzeFOgYevmyt7dG2c0K61HYP6gtLcKgWRTmk5H81sz7JnzFN2yhQyXxSDrq9N2CxzDg
vKNW1m0Z3uQVdinefVg+JcGKFbVuXa5mxMG1F/U3LZ5ggbSLWgssHREYDC7aqnM6LhDxjGIWhRWc
YHtXpfK8TQAPJFW4rMM7NxP7JoWnARbHBOZdgN00yUw4TJmO8+r2d3KUgsMFwOL5D95wz2MsZEBH
st28a417Vcq3kv7YBmtBTRgqVRe021jaWS41Yec6ooWUA2If5VKS3vpZZ+w4zUcGNy/o41VSd1fC
gurmsH6LF9dRtp1Pl7UC2SkxWWNZhi/jzgyadKOlrRR0pMItidqdUV9S0DuhaWFNNd58zBNdCDHt
3ukPolIWAbG5KmGGF7/1NlynpFYCoEtQpphAQWeHP4D779IzpXnrw30Lfg9qche5bG7ufZkki8Tw
yPPURcbyDDPqjvZW1A2gKwjvgZiXvrQp6wxUuANX896JQYam2coUgKoABp/PbHXjRMr8WVP9cn7N
hF9Hud9Q6W3AK8aw3hGvKW59td5UUrEICMYwjTetti7y4cpWXkv7FxjYmRqbCytrZv4A9xIiVg7K
owsNGNlHHEZmA7SIdoBAKi0Lvd4DKwy62zCPlzmS82Z0U6eQVkN1X41YwpwElVaf0GHFW/k8Th8i
5VYgfDCIdmFn2lJ2+wVn1V8JJFQnGlaBhyoVTYP+FsP0VQaRM9i28MQCcWOAYtJ6PIjkxwZpRgsy
Sehex/5PoLRG3uxa8y5knwrbdOlxlrRr6zqMQKRRzXfJrCCw0WfIImwSW6jT1Q6lIGWWFAGU8lUJ
5b6lO10CCiIcDOWPodij+UMmBF3Zyp5lCelrSomjDG0tXRmFdycIXD1MgK5aOcW1YxzKciGCWzUb
NnK47Rn3CjaX64EqlrKNpnpzwGnkBTs3X7vxVm2ruWn6i4FwZljgOSFb2DrgbCVf6vYxJSjLRT1T
RUYUB/IJkUh70+u7Nrnz4Z9Rhc3GUnVwmwOUQzHDKZ1VEJGA2mvJhKemyVdBfBikH2wZIDLbhUbm
lDd3fUif1FvJ7vXA5lkW9/ZgLzx1LXWz9s6qrotumLljr0Xee8Otmj5Yyo0RlUvMjmc6TfKgvq6t
lwpeZrztCGsm6bKhMJNHXDx6AhHjPgQ/bMQmImj/1b3bPsnyre+9N+U+CJ9duNUBcyFh/mnGIffe
nRIuFRcOH7IyGB2vyTUIuDbUfVpa+Cu4nn3jw8LpLHDLGKEta4iIZSI/dPFtRl/dwnkAoO3STtSt
oyor23TvMOVeRs4eIww7Kld5DvxeVa9E5m9TTj8uEPEsNkFOMTxOT7ugeMqqH4l7XwWPSuLsIAkh
CKg9uF39Isn5PmZJZ9bPwexuG7w/cV7A5m2RYnxWUX+qswddECFkiAx+tnNBf2oBHwC2dCB59wC8
5hU00UZmE+hvs8TFqqybNe6hx70zB+lWvLnKXaNmsxIihmOhX6A/GgjUJgFsWTm60vPHJl7X3UsY
9Yus3iFXNhqFkraCwtIJjIp2nbIUtfwW1+EZiwwOPDxmrBtY7G9KeFeTXsiMvvMIvwvfEdG+le5e
oyus3lAuId1fqgCJxXBt6FdB061t21mgACLkfc/+keg/QpgOnfOk2x8Kln5mkC29JruzdO8xhawd
IDOCBopABn5Ru0DjfXagiPOnh7b3mv+pxIg69P46UX66ol/aHWkAqPB5qW90f923BUz2vUITMzY5
+1bPUZhBiI7AzdWQ2pFhaKpHW6r2coZpTOELzsymuxlIr7O6evERyDadGg6Wv9YdhAzoEplwEBsB
zjMRSw/WQaUXD2btbNHUP7Sw+q0eVGu8SEzk0xSId4ozb7HYCcejeEsqBPu/Nm8MyP++exhZNIin
uPZKdA69OcK4B1sZYYFk8FcQmgrOAO2YzGGr50jdygfum3rdwoY0YVW7QL5Ss6eOApoW9xBFhnnk
kpHD5VBM+y4f8AkZx9Pp12mzqZrtuAmpcfE70ONN6GpzKOdzu4QQod/3lBASqk0SlKwh9hYQPpCs
2AY1MGhz03W7KrSPlp5ArA2uNQ2R3BhQYSGWvrcOEV2xq+TOVfS1gAnjlfXB1bUdumnr3gc61WL2
VnabQbe3Vi3vq5j5SESyEWJujVcJ2o+bEqCqOw+Af1n+aEp3ZSXgmx/w7Ml796pPrfs4ajeKDfIQ
IZwL29mJ+sGkUAhziY8BZ3rfQyyEF+2XH+cv/Kk3911lYlIqbJXGbHW16PZ2LR4JZgcXmZ7OJA/V
EIbAI6on/7cTQJ/2B3IN5CDmHHLZfpCUY9TZW7kannz7d+h4B8f9ff6hxnt/90zjlv5l6y4HpwA/
byIbFuuziCRohCi3ebY4f/lP9bfvrj+pMOqR3TRFTEsvl7WFGOTH1tulKlZF7e9Auvdqhcb8VmlB
Gotdy55Y9+Ehtg7FRfvdT0G+755A/esbIlCemcxB3pA6ygDDXu0T+CDFEiTZzm0dWBe4TGbHDh+F
AKZzxV6VqOwy6ZXI90BdO1QVbFX+s1q/Nilb+hDBgojG+N6X1kr7OAQX6ovsrieGclK4tMwU/gb7
1R7y/azAY5dqHLzEDdCIew7PkEPSPQkQVh7xPKXrnwY/ixihemUhD9V9xo4y+PqigKTGXrDUoUp3
8BbilOPvbZO/ap6+Msx6pQ/6zs+bpS+96iDEM80+OtlLmzfz3guWSfJUDNa8jWDD5duqunL7p1QU
C9SNHBixijiWYThPEBUpKTQX7o1m72yiKTFtnptXMP+K4jmSa8praNsIngFCGdG9yiAERcPcyl+R
Cold2Gw70aDILS9AgdSJRfIITV4Szz6BsoNx1GXJWEmYu1I1G1UGijonq3iLfJLFCKAuAhqxgBnq
29fC7LaSDqJ/VOpY2vGVIy8hseoDdMXi4GfbqnfnBiVClTpEpyWbECGuiGNBJiDTK1s9j2YIusFR
zfrHUGSLsva3CKaitPVqaaTtwTYqdjklNqyWAu9t6H6nmbfPIfoUPvhpWIwotKja2mivHOSqM3wN
aJFdDUNwKIOA3Zi8nV21VULWSrLwOhjgLXRGb+2uPENBbcpiqKG+dq+hrl6n2W8tKzax3S/iemT3
73L/ISiH16gl+THhDZrKkiPnPA/YcaDpVelDE12r0TVAUcSd3HDl9O9aoix7ObyzxIfj/9RVf5G3
iMclFoWPkLNWNCtVed6lGym/E1a+GLT8d1ulGyENnNleLX0PkBy6q7hKNG2JngkHeX2OqtKsMZOb
ATJ5C9+obLpVm7kUkOIrCG+fDuOeH7/aAAv8OFvW+UtEgbge6ZUIKVpDSBnJ2ifKwR+uBdlj2XuP
hvTch+XeST8sH1atkSw6rVj28Arq1jnovrYTnvYeaFQgAG448ofUaHCPsdWqDGRrc4zWn0N4W6iL
1fnKQV8jTfSb0JIv9EFONHPUyZ5SRGHDlHFbso6GquF95/kLyQZC4sOOGy4hHE7E8qkuN2qtqYqI
ULsX0WOCzbBRXTnQWs9H8hNnvKk8tzOkHFLIpPaZvAk9DPO6/tL58fu4pU62CMtTAp3Kbrvvquu6
uWcHuHDhE92tqSau6WhZm1pUymvkIRp3QBkMETnMjlP50vZ2otnwiRD+sn0aVhpX0WAwsDA58kjg
IWhSLtuFSJYE4aMvr/vUJs4Ec0e35+dH4tQwT+J8Oiiy1Y+vVfpvmjVmhnD6kAA4f/UTH20qlmtH
vp8MNePsGTJO5PtOFRBQEaFrf52/week/2ZDnirnhq4ASWto7IBmP0bqbVAGhyjX3xWPIj3WvAGR
VSg/rabjeBsfEvfFLjmSjE54EO5QWVrUOcJhXr+Jck60cvbumMlWwLekebcqG2UZhvE+JZu+8MSn
RnmCZJPN3pPdvKPVCMPQ9GkrmNlVG99H/mubv3idQGXNex2Q5NIR/XAiNH0sCUkzMZNaUF051M4K
MpKdybSU3lLpZ4gI/PlnO7UsJ92uyg0V1OVsaongDtlEeuqD569sjOvvu3Eag9mXuV1wDlZqnZkg
0vAmMfp1kXhLR7Rb1ezXGbQ0SclnVRYvEK5H5Qc1jjR7ciAIKRS1vXRjh+08NH8oIUjKTNvRbZq5
PpjUcJ5Z715I5I7ui1GohLKmopBm4AkqwxBu0YLyKuS0ZCTd3GhT2WKp+a+R+xYZ+RJ+3Cbvo6es
7zYRcOM4uNFo5qfYrNbOD9fV55WzTgOkH4buXe/0O1yjqRJoF77KqeUxieR95PhegST/XokziiDx
vEMwGLM3Orn/wq//58/uv7yP7Ob/fuLqn//Nzz+zvC8DzxeTH/95Hfwssyr7Lf57/Gf/+2d//Uf/
PLw1EN+z6d/85Z9w5X/defEm3v7yA7yyQPS39UfZ38FHj8Xn5XnG8S//f3/5Hx+fV3no849//O1n
VqdivBoimunf/vWr7a9//G20avrPr5f/1+8Obwn/bA438m365x9vlYCqoul/B0Jqqqotq5amj9Y3
7cf4G0v7uyErHC4VXZd19GpYnWlWCv8ffzP4leHoiixjAaPo9giiqLJ6/JVi/F1XHCoLuiHLlqYC
Tfifx/rLyPy/kfqPtE5usiAVEGe+3ddtfbrjoiBDnUoSxdFVwnUWeTs57r2VhORLUzTm2omSCyHo
22nHjcbl/2UtEo9l1Hb84lir/Vtcd0w9daWPIdoc3Hj15aP/6+2+vs2nVvS/rXjuMtmJGVJRZDmn
6dwybxSRohWp2cZcyig05AXpkkOeXXTNMFcsaz5YztGI49/nb37qDdW/vqFnqZFp5I5+zF1KfEIK
rruO5eWr1Ybt4Pw9xnj93ftNzl5DqSEvFmr6Efnth1Dxt73tH+Qmvy9071WTW0R2e6RQL9ztW0IB
X3OyT9thaQYFQ3mU6n4udwhaNMi8rBIStDDHraO/gLM+8VbTHduHnpNbtF6OUWC8yXq1sYNgqcj0
UJ0XEZf3pige7UtmC98mH7Y+3bzLyDOVArHioxz1My3tG6QVjc3QqD/PD9H3mHVuMNl12sx0QquR
9GOfZ/Q8KUrvKqfZlLJIfzhyZwHioM7UjmqTg+39TtKKbqiQfnQ5+7KVmeGFr6p8e5zmQcaJ+mXJ
Ja6TVy7sQsqWFZVNUCA/K+rQkYomY/ujCIuFZqDjJbO9nH/1E/NlKqBvSWpvd0qsIgFu/vQVelaV
tNXqdGeF8YJS4DYX7YWs4dQoTsJJVg9eH7g+NnUSp2bLBbORKXDYVRsJoj97m0kswdIp9nQRqken
VTdZB5JvGMFMTRqNTqCD++v8bU69ySRsCKW0LMtN1WMKsqaPPDTujPY6B3V6ISh+37NjHkyChhxJ
Um4arXY0O+qbnoGE6yqqP3oaFJaHRku2khX0C/Ktn10jIYhMuIzrO/2Sku6i8WK0dIXNbSpu88Kc
J+EuhveE0pAWULAtd0QBflsClhr/aNhlMXMs/BDUuas8/EPHMd5iEoyiBttet1HsY5T48CdHPd86
HFvJer45PxLj3PkmuE71+sXQJDihO6ONc4twRxpZm6wVlw6JJ7YHeVw0X1Yjwib0oIXk3UBwzOju
1drCKmWUGXrUPEX+4/w7nFiCU6V8Dw8evNVz+xgwFE5UoipORTBGZKIxKVfIFY365flbnYja8iS8
GFrRNFZTwhjye2qQtJ7DWKY7RX+0HV76UD6aLlCQi5ZznznJd+MzrqAvX1Cq3RTJ8di7SW3p1lWq
GzsaQNEIHe2txkBrx/bNtJ5FKpABh+5Cl3va0hiUYgOJFlGP3AN6g3JqhjiAU9PYlFD+QuPtw4YJ
vFBoyQxAQZIctd3Kz6WtsLHhNqRcvWTU+z0N3CbZ++sbGBr9GqFJ8Y0UdfuChq8iZTHAPsvaaHb6
GIsB0fPfhUvzHEX7QXGvhvAlbORo1eAMRPFQaMBq8jYKLkTsE3uEZk2iT4WUYCDpsnswxSrI70Eq
rBT3hh88pPGaED2NUb5ze37GfL8EtE/A45cBNGrQNFZVS4i+qqQqWbFOdd+Z2flzrj2fv8WJaCpP
gjabLRRIzXUPqqz/qnvMBHxwTllhlBe+2KkgMflgjp1JcQx25kilqkf6XjzIYXUhAH3/fXR5Eqjt
qO6ozRrxsfFCxDnVQlo2mmrfDrL5kAyZf+E2J3L+qVlXpBemN5hKfNQFMtOdAsbrFvEoP/JWlRL9
SZfA1qbOXX5TRyiPutFRcjFvSdRmJXvKH7nBcvFJLPUHqQMfV4VHLIJAvKReiqTUhUn6fQTVnEn6
FiCf08lZGB5lDJ93eZaj1STZtJaojykWyagRtEfRG+2FNOP7QdemJl0l4pKRC0L2GKJBT7vcrqPN
QIciDC6QEk7dYBI2nb5wc11HvE3UKAHneoGCcftSjv1XSTycX3YnDl7aVEEkH+KoQDIrQJJd6NsQ
qvODERfZu4WBOCo5/bxH59n1zVH8CRxwd1TQEjt/71MDNlnytqeiDcZJhXw7nMmqNGsBgnUqmL5i
Vg+0FKoLS//UjSZLPyoKuZA7gVOwHaNUG1/7UrJE6ZapR8c3L9U/XDqTMCApdtTqWh0dew8NdkPw
9RphdJs/+1yTPEo2hrbWXHx61LpVD6gE4S+gotCaUTmgp2R3a1Q4UULTEvfC+3zfQrW1qeQIe7GZ
14iVHVPqcCUaQ4GCoeVOcZ2HlKPC0i2NnQ5OVPJEvCxMsGES8q3XmdLt9AFDyvMv/v3WoE0VSmSr
QVVJctMjEmk9nhXg9x1by69M50Lk+H5r0KZKJamJUA36UugXhoUpo9JW98+lm1+ybT31/OP6/rJ7
yl7vOEkWJ8fCMNe1rL53BgpkeLie/zynnn4SJiQzNywXuu2Rw/cVa8ZUjD8LQJ9+qV8ePLLLUC57
NaZBDQo1aGVkrn3gPRp+LoX9+/zjf5+NalPtEKWIbMXRzfhYihrN09ja+SkV3o4OolNRe1fCpVy4
GKE7l3hTJ8KBPQkHSqhUpkf57BhU1SGSkY7C96EtlkMdjeHnYtg5NTCTcOA6ri9JtsV9JMtEUmsU
otWrC0UCfbzKvyfVmj0JB4XW6o6RJPlRyCs9Bd0DyD/PKlqz4OnbfMAE87pBLzhNXp1616vpJhvo
n3YfEoL5HUligWGM624LcS0nKMamcMj2ZvioWFtF32moNnbmQ4uvRO3QYm40bIxWSfpIwASRuOc/
ZfJBD/lOSstZ2D2Y1t2f7uRTuZN6CBRDSrr8mAYmGbOfIXZbxuVr00baLLENMEsqNgKzSFLtC1vE
yXx6nCxf5nqQ2k4z+ICmVDlB5kFFZcE+OAbyyIG4CqmvonuvzWLVueI7nJ/5J+LCVCLFcbScgn7F
LQsDCWo0XmkqYJ/wZ3FhqpViZvjNeIVuH4awBqbJaXIApf6n32sSdcKotUMv4RuR/dTqSzBsO1tA
b3iQlXWGZU6krYzuwlw/OTjjCvsyOAms/xpNZ/rpRf/okvhKSIwXyiasdVB33W2Z+MjOAZ03WMJ/
NjiT5MR0kXFWQ8fBtQDaj6gRFYXRQZNeby7pTJ3I76YaGYZT9EmTYuIk+fEvyEuroe1u0grbDmgl
f/QWUyEMOUTRPPNl6eBLBloPPr3BKChzCkkXJtmJOTxVxJAwE0fcYJAOCY5Mshms5AxfhgabgT97
gUlSr6dubOSaxjeiyJbxbVC8Q8zx7vzVPyuq3wRRc7I1p5rTSS2p58EDV1hI98DC54m1kp27Dtab
/2CIVZhsjQTMjUYjP7zu01+qsS27C+NzYiuaqlnEqgYmJjKkQxUM12qYcYCQoUwgjN96rwqdzCq6
Pf+qJybbVOAiqF2vy2Q+pJlAvYJuF2moYgLONC8ki6dmwmTBRIlWFHXQYlqXdRvTwKbLfJP6C09/
Yis11b8GgDZqvbp0G+nQh+Crxnmg2+qlpf79sVqbCl14qib6zGEd1pzgo6bEa3A4RgZKseO3Mirl
Qjp1arAnO3YMNzFuK9YKdeO7oR7QRbG3RerdiKpd54YC1Mh6PT/aJ5KqqSKGaWheZMod8wpSiT/c
C2BF6bxsVVwakMwcitnFoTkVnKcqGeogqZXhMPDsBBKUU5ZIwk0ChPGNA1tB5GAzb1xYMCem8VQ9
Q/VCt+kpIxwKDJlk3diOe6aiIcBYpBeOGyemgzGJCY1SO0Zj476o9SkYs3qRWO6MfCert3l1qeNy
6txtTPZPRa6juoEXeug8NIpIx0pxzR0IMSEy+Lr5ZGpQB2QZ1NqFT3dyoCa7aNM4ARZgunQgY/Rd
bVVZ+F3WcEZhhrZPeYjyvlhJ9qVXPBEQPsEdXzZtTDcVQOjcrupxTKwfFPFUob5+foKfuvgkIDS2
UfaDSzhThX7blOZCqN1PgMvnr/49cpeu3iR1L7tMTXrDqo6+Zv3Soga8NCCuyG5fY38VOel7kyoC
76rkGDcYATroEsuY6OKCtnfpe3ZGsvL8kS7cDIuhvdTn+OyGf7NdTdU6VB3PGjlv0Gi21FfPyR7D
LEJ/WNkOrnKlpGhea5U+R3eLxk/gbnOdY0EL5tLywJNH8GRzf5lJEWpcSoA5SrbQ7IjCPxPOR8p6
EdTVc+76F5CHIz7iuxPKVALEic3a1q1CHHErWlo5esNeKQBNWdvESO8NP0BUrZ1nCV5gcGQHPHEw
jt3ocviSWhT4tbueilfzy7Y0SAFvPlT2QtRLuww2ahyBoU73KXZnOWrhaiQhq9FdFzbS43KzGGr1
yaRf4pvaGs8FrOk4LEHo6nKk3KqbNsd96fxM+dRQ+GZI/k2SpA0MUGVZeVTyHiIm7NIAPocawYkU
sXyUJYQ53Aq3lvCYOO57FSu3YQ1CKXV+Zqk5a7P20CsVyXO3T7Vu3SljO6491k0ekuuYIXU/+IZA
akNHmWGifqh7LHmFgEypxvrK7e2jUTlQWwJrGWbyNogw54z7iB4x8CdOnCa2ghLsX0nxL6niqqdG
dpKVIYRYSZZcVMdQ9t5dsFqzIiiVReEikyTiY19KMc4NJb1ydoE01R+7wvvV5aBzEx9nVdkDFVl6
qOe24Q7OzgaPkQerkdO1wP44YNDSAkvvEOUAHydSX5Jv+0JflQX2f8Lcnx+5E1ukPgnzWmiagy93
xbFNdCht2e8IGbzM8G8inmRhw/8QsfnQdC/nb3fqk03ifeHpLX5fYXGMdPDKrQqMrXlRau2xlvFO
8uNh6UCz/LN7TQI9pF0SPN3Mj77jvSsWdUHMm6X0yqvEJtcN+q/Z4/k7ndiOpyouVNSVoYHodowi
HY3B+NZJ7EPqAeTvUSs6f48T+/FUyaUqReXkXVIefcvcO2r8YQ/BbdKhLC6Cu7YVFz7aqVeZhHx4
z1RPlaE8RkP2FIRGvOqt4c5yrR7tCS+9cJQ99TKTHDCw+8aSSonzjKgPfdNfhxWAemHvB8N4SaXy
5/lvpp6Y3VPJFys0JG0YXOkQOM9deutE6qavO2xUMMcx32vzuVDuKWRgKEDLcMDHxkyKHyLJFmoC
8xBLZmiNevOmpSNXM53p+iai5Y2w4qvZw+9Hx0Swq0fKGFsvJSjjUvgmlH7uI18ShjyPDGKp5x0d
L70x80xjsrry3aCEw599/SlbWPKd0mgFUzRLw7UlElSvgmVVK9gP+e0CWMX5r38CSaR9Ajq+vIkI
hjqosUI9uE18EKE0ehuuJU1ZSRFySnDNJXdY1AY+NpHmPDpu+RBK1n2D+MT5BzgRbLTxC3+5f1fU
Fo1IyTkUKtiBsrsL22RdoK6gqNVtHwHq6f2H87c6lSpp02BTFL6pNIF/jN2jg4JkqVarQPlRvfoY
fSRbh+kyqFtSTsQg5/DKkM5+GW3G3LRdqGm0zi9Nn5NffXICDaywaG23QFkm8LDM1Eb/S/2hUL0j
zXCcO+A/FKtChD9AT6F7+VB67i8k3OoL7L1TxQRtkpPmmdXRryvyoynnN6ocPTSieZASR945nRcu
Ar/adXkAe4dC4kj3Lsx8HSu4riQxFr+5rzFAcuDjqFd3/YU8+URUm3K+ItvowCgPOUkCZxfFV3xc
t8EyV176ptvyJZDoyW8/iWvM86GXm54tJy3f09Q3tzTz+llQBc7CRk+qytv3XLNemiRB6CAVKwsn
L/zxormnigurWxk/9DcB5DMYfpn2saxq7ZAAVeWjHjK1RsZZC9xnw4lV2kb4BfWxdl9r7UNqtjdN
3j/EuR19GGVSXNgOlXHSf/cE44L88gQJHpt06I386Or6qNSnmUhmWdKNZIbKlZZaeD3CvA/j/NrV
msckAMytIL0r96G7KBzDXuFZw4H2/NI8sddMJR+s2lR6JQiGo+nTy80a6aUHaGeATEDZRu2XtAwv
AmROvfgkm0qGJKmEhfSUgzdKZ2PzFR2BWER1Na8iG0x+eAefTYN/X9o4/djocij5Ux1fiEInpvkU
DZ31mlpoSqcei9G10I2v0qL84Tn1HGrp+Y95YnOawqDbLGjyQh3UY1CHP5u2Henjh65Ynb/6qbP5
FP88KK3ft3KDahYJAWBn34XxDLxaoh1T2Ei7al2wT1odRJiN806FJML5O59IFKZMJT3KIy0QsnJ0
I0SOCrHxBHaDbuJhNGbt9N550LAdAvODD9H5O54aq0mipTVKLqluADyz8xeIxhljon0XhAryZSNH
7vxdTk3+SUCSDT1s4xBIa5ejgwrbuc+7h8qmiBxT2Ls4cCdeZoqA7qyuyemOdkcNSnrhyr/t1jtg
XvW7Retoff5VTkWVKfI596UhQGahOyZK/5D1zYts5U8BltS2+lPyxfXg3gpJ2fVhg2zPnRu/FV73
xhnY+7NvOQVGK2UY+dh4dUcytCdh4sEXRQm+MM4SGNrdxbP0iSH7N9iz5Bdeq1TDMbCyW7URNzVq
ceilPGPBuIHnc/5rnhqxSW7kSEavF5U8HGU0d+FmYqOncioT6a6KLmxEJ9Kvz3H8sgsYlNmRm5WN
oxpheBS6WBshuGTOYql7AgmwDIu7P3uXScajtRAibKeyYDaXLXaarj1r69TY2VpU4ap+iZh3amDU
v+5qWuu7ZV7o5tHO2VP7Cq82ttNgAUbotWp8Z43h9IXROVUXnWKeU023cUqrTJw/g7meWj9A1MwD
MczyYujQRekCXNPwnW3S35U9jC64F46ZnxHvm737MzR/GbWmMXQn8wrzKPk66iJG3y1LVvN7bTdo
2TTtri6p+Zkucs1hHVrIbmSZBvnN/aHHLj2vUKoXXdlGKF6ioZLF8l1hxq+ZpNWzBPnXmRMghefU
jbNUi6i/BHY/MZ3l6di4ReO7fWcfzdZYogE/zxG+8BPvgeLu+Un2mb9+82Gm6EYT12RXKyv7qNow
b70gpywuGgzaPXFv5nDPC5T7SjPW78sAkb5ZYMnaPbvXDv+u30Poob3UGcMjNoMqYILyra1qpmkX
LYSXI+CCCaOJhaoCJ1yJ5ZmPHsqtV1XvsiFD8cizO4y8t3bQOfOgx6uzFCJchKHpGjuj6N/Pv+OJ
1FGdIp1qT4ZQW/EZW715aRUX+nZDr1Su1aUtVoleowtEalNbxaG1AETYfUpRr2WZnX+AE0tsCmG3
hgaBzcSDgdFIRyeI14Nw7oNUftKR/O+69FIac2p9TdHsfg4AclAUBe276Eky4oqqoROs/Q6Jis6K
ypkaDTFug9JYecxui1L9P5xd2XKcuhb9IqpAAiReoWe3acexHTsvlBMnjBIIxPj1d3WecrimqcpT
KjlVh9a0tbX3GoytqKK1KssSpGyOc6fag3VWXjF4xVLUSmEZ2XPTN4UNJ8Nql9Hig1odP4r0l5ER
CflhpKyunUGZELJ3SsNpaSh+3Z7zxd9yPVN/nXiov0LEshjZZeoAMdeuARA33SkW67uMFYco9d4L
goWHlIPrJSitjvc5U5tW9T8YoMrbrOvKld7g0gPKnF1L0GuHK4uy2MXJs00td/V4xMbrteVnzR6d
NTRSIP1UbFxyVUndcfl6exKu///PDvfs+S5IBKYMxRXCoRMBYdnvFueHaS3X+9yvitM5rDtqOeE6
dthFpfYPHX0xUSUwCn6fldOZSf3KE9ibXKUo61rdRfFOGa8ePIdj04K+X6d/MnR9fd1DO4onlQOt
WAlhDK8/MrkGSf78sgbH87+bgLhxZETeBJOumEMybfzixWJnd/0bh8aZy6zAgbXz7bleitWzT+Wp
69YOhW6R6+UHL4MZesXvbF68m2zNiWuhHEPm8G061sIuYsFBpIwuIoaHd2ecKgnYF2zgfYfCtyyt
L41n7a2x3sDh4LvXwwlEPtPhCGi5tYmaK/a+fLOsbg3EsdAkIXPYd55ULZcT5Fq6vGBv+QjdkFFX
O2fEiatA+9jEQMvvoPVafkkphLhUXz4OeoKmQYJwKCf9IWDqUJkElXrXhRx+L4pAUMh7lrT6nliw
NTFHqE6Rojmm1HiPWxaA6H4CyM/a2pHxaCb9bxs6IL6l7Glr9t87x31NovjOQYHTVP1VGASYosHh
36VjHIYqkz//Zc3JHJWexa2d107kXmjUPboCObmeLDi3tujZrSAvPld34uAh/3cLy2QgrLPwDQf9
vSiOTykUgk3rlXd3KnH2ddJsosETMBi96gbvuLcvq+bQodMUQ063oXcq7XzKgBIjsui3twf+eWAh
3vXf/wquIIJ1jjIz71LWCrI4kCqD+tAd64p/SrLJHLguRlBQsqH0Lp0JhdcyOxQZeTReOoijmiOc
9z5uD+Pz9zGEuf87jEJKIccJnwFwFxAh19xH+i0C1ExDHqBNzvbQfanalTEtlAGIN8vmup4WSWwo
TBp2eQ1Bj0rJE+4BLi41h05rr1G+KyCV7q4kdwtFS+LNXuOWbBzoEtXepffSfK9siB0xBvUvAWCA
+JrRd6f/rl0YW0QM4saVKiCMycXv/opSaFLo5jqP3RhHKz9n4b6ANcJ/p9tMXJPgGc1RQDN/1aWC
83tjHSPIPALNqgbb7+lPS8NLCvyOI+7BLnnq+Ssd05806u1Dy5oHqDFO1H4coYXsmMURXdbVKs3C
np4j0fvK6uyBMQTXxoDGkcwOlvTupoo95eRIc4j6FLAGzWqI4D+bFbS7IcFUDeW20So7eI2z5sXy
h8j9/7c2mSPWzcRuMloa7EIVhMc94cK8rguTCnbo02ShqC7zj6KeTnFfRD7ExfUpyrxs0w3jKbGo
9DMrn+4bO/5Vc/YMSZEMMpTQPk8g+rxj8VSv7efPbzwy9+psCp4XlHJ0Boz2oaHNWXD+INEdFkn3
tWL0JYb2zgdLx2CIvvaV/apVDURneipNiE6RGC+F28d4Ie8lc0/PqYFpcla10aURQ/Hg9i4NLRNo
Pyj0tvdO26NQKLnkjzZtIkgepxzqzqR6Q/9vWqm0Lc3FLNOKQR8UlGQNlA3IwavUi8rihz5p926r
ftwe5UKwmmPp2xaAYsACmsvEyYOY6HaUpNvCViBoIbkJPEKEYgd/UNRdo6QtnQjy3/Oqa9LbKhPN
xYzbn5EJhroJ7aE1BtRSdPo/n06pM1OKurkMU/zVgGuFKaCllHyrgAa15S4XbzVK+aaGyXt275Wp
77nFJmL93jPYVuNJeXtel+LyHJFeNh2g4AbvLqbIfsSpB01Kq5Sb1I33vWM8NAJotNTsYL5Qomjr
qKZ/uP3lz9+FhM0aCtJye0hjRNnFlZ0+mFFxp65IZK/7qtFZO0xpsXZAFrbnHI1eomeZWxm6ZxRa
r0lJH0QzgI4hDgmKOwUs9NoqulQVLEJaeTGlfVdO5tVB/GECtGcDwd29Zsa326Ne2FVz6Dq1HeAK
3Am/JVIPKdDxdW+GAE+unMSFhx9hs9zE8QbHjUYD42DDRTsxtNE3GTlcuRTZfVyMl7qPtjVUaCt7
utNO9NjiZkYNPANEM197Gy08+QibBQTYo5IBD23oP7byWFdVACjlvoi39giWQ9psK16geQK4TOu+
yJ78lnC96wDjvj3HS1nj3LFTdZHhKuXVl3LIjjWKhST3YAC1w1eIg4fmBB8BCSN3yBtFxDhWefck
W9ltIsc9GZ4MIkW3dv2QJO6BsnK38quuF/0nN9uc11yiBgS9YBTUi9z2zcR8d7HVmkKD81qfPNXd
dzQ/5+x9Feu3dMLmCZAFoQ8yqhFHW21juBaUXXFmqt8nU/66WhJeOl2zvEZD1rPr+qi/ZHb7oD2g
ArPu0fT499iMD7enbuHQzLH+6PNmUK2UgNu5/Gzy8Qy98EMz2Sv7ZWEEc6S/bacit8aShZAU36V1
cg/UL1xGonBiL7cHsPSF6wr99WKoWhi5RARP1lz0pQ8nHwMmK+0BRDyQPVbqLEuTdP32X98QZckh
Q69TcGq9JwWSCrAv99ycjreHsPT8ngP6WZPmBk1LcFrz301knXoWQvMPdPP6Qb4OaluQ5sjJm029
2LdJvB9H541N28pST3VhPNmi/jmZKxXthZ09h/y3rmZQxVDxpbbrRw9Ws32cHnilnwx498CLaU3s
cKGCMre3bGgF/g01k8vktWdXuL+5Y7+Q2H7ueX5A0RzCmiurt5DfzGkAYDmSTEKWHpi9aGsb2vGt
zHzLWATYknOvI/O1ifpTNrhrDpBL22UWHMzGslnXTPFFJeYZx1b6/Kq25pbeyp5fWqNZXGDCKFEE
aTxIvQ77HMBQwtsTlKVhHDLCn2FlJyzoV5A5H6CYdNJ0HFrsU9FsUvBnDHWViu2OutKBbCgc4r8o
+Yv61p03QHN1ujeHHvJD8Q9Qp+F6DzTkygG5ztwn8X3OFuigZtJVTcrDfByfIJF6GdvkpMzEL8z4
PvGILzNg0HWzKWrzhxGRbiW/Wdikc+KAETdwMUOpO0zSPeoxW6ec9jTPzokQW68zcUY2KyO8Xt+f
jXAWYtCq9exyMKJwGEgKveGwhceWk0AfC9XOL12LAkKObhF8S6anLu72cphOxlisXQMLO2pOLIiS
JjN6PdAQFL3nNDVAcTcC8BkOaoIdUrRy2SwlL38MOf4KpAREpQyvKBJmMEmKG/pTZxO8ssmp0MnG
aTZWjOIdnG9ca4C0r0AF3aXbulxz/lhazllZprIl9BCa3A1b4gDT5dKXCpLQe/DFUphkXts1gN7A
5mqAbOY/ruvsqVNWplX1SWaHWnm7LFZvwkzua/6sJx44P3JxtMd8S5k6SZATAjEYB6sQR8gr/779
A5YWdhaL2sbMcB7yPuwb76c7QdDTS35DctRvhH5KFV0zuV6IeXOSwTTlkVnyuA/tnt8ZtvFInOFU
Wu+3R7H0EJ+zApSXSbuLrT50RtO76oA4rZ9k4Bc7Y9JudCXQXtVFEftOVZBvykspHMN6lHGbvNnf
/g1/8J6fHNE5aD8rugak/Cq7MNi/JMKBN9O9aOJrows4+ZfIw+2cSQ/vOxi4A/ziHqCe58JdeLRe
2fjD6di2lvtomPa1PEegKMvuaw7ZtN7+OcHdA/4LIIveg+Dg4b/B6A8t0cTHf7z+4egHhn/F3/Jh
d3s8fxBdn43numX+OoyioUnWd0l2cSLypTMT+DAO8G4Tu4w9SiiDKTj9JfmOJcam7KyNJ60AUmKS
2H5K4DMR6QD6aIN+n+ANj4KNz0CoGZxQQ9dOdS8Zk2j1QzpsraO8uAdmIbJyHG5B1z69VI4M9PAL
0weuB8vqLX4WcGtHdEPvOvigr+aWS6+dqxrof6ZIVKiHdRyJ34jipudcF3UUPfxuAnidbJwk20zV
sHEBGoV7kZN/6PFoOnRTFGIr1HGwXrHUdrnWtv9TqftsyWaPP5JbaLbC1PIyQpy2UEdsMBo94Jl3
/YvqgRH4oOkD9iUvv3Wt8l0IljtOhsZ5EmRJDZjtt86YfBl5wSR+6q70y+wbDMw3WH4/L36jNy91
siPg/9H0V5F3ELfdpqrc6+xNsk1DvnkEFH/xlsqvnKEXX97jw9jfE6ydsRhpvbHQoE2saTvABKMv
aeBxFAKKwBL2HmJQQYQsj+YKAjHdAbLWIwNFxYGJnLqiqzREJyFYAlvLB4zsegQ4OUXG76FDDSHd
Kki6d3Z/jpL6iGPQjke46ux1/xbn7J7HYl/vsBKWDlBmDibQ+9JhZwFGunJeFh6Zc9qCJ1JhmDb2
n53U+7YOBtAWNWxuCjpubOCNTIpCzruRECgb7LBRpkL7FNgDYv20owf84IJ+lBHYVvHafbZU6Zqz
HKqxrAtZcfEAJRegWozf6Iv9cBvvqY2GV3ShYY1gkz3gvA9R2l5SkHctYRzoSHaVbv24L7eFx1bS
xYXL9Y/kxF/hROWRRt2W6NAoydaFcGCXT49xWVycRARW3sMSxVl5VS59apb/jorzEipKcNRJ6K9I
l5AybO+Swvsy1PXr1DiPq0i9hWttzogA6sAsJkXxpYIfWjjKUTr98kbz327nOXlB4QbrTGrpsBf6
kPXGN4uyl5FmMF7id23UPt7eugvzNWcwOIaKq0EOOqw4xTsE/qIWLAe80dllnOwKYj8ALfh0+1vX
aPxJiJqzGBLK7aH2Ch3GUu5cAVtOOKkN8QBcc7XWIFh4DsyZCmnT6SFiXhNaujhJxDVlF6FXwSZV
kTviQonUdb8QCPmNcrqAi/tvI5sFX8+i7ZTHrAk1tZ/bsj6aBe5MVT0rvVYIWBrYLEHN0taFGhlv
QmGI3USLd+LFmzqHcyHJDqqyg5TXk9/0UDXi1tad0Je/Pbal4uachpD3dV2JMoK0Dbq8uzadCr92
BjTVM/J9TNAlLxIQA0nKn7SrjE3a2+/IpqM7AlspH4K3Cvr27o9RO87h9i9a2rOzxHUCprPvUqcJ
azZsJmjoc1WoAD3qe2+EznLXNltlOCuxfSFL/mNR81fsghq3DYrHIMNaKgjU2Kn30TsqOYu8J2BU
ZmI68MZ21rSpFsY2pxxYvMszwfIy9ApYUknvytnOP+oUJqggflg+w6uoNMqVxHVhcH/4mH8NrvXa
pO0mIkPo4Edq40B7ErJ2rXM24xIcW6NAfPPHypqmlfC8EDTnFIKJN+ZIFZWwjEzusFBh3pcHEIfX
9urCKZm7k9hOMyEwZ2WoRsCtRr9XB0O+eunhmjgP6kCte05hGPdvgtWIG//NAltPCEeD7Bl6VvFe
Nc6hR6hxkOpZRMPJLi8DEQ/VJmZ0JTVfWrFZpMl4omsoO5Qh+gZAgF7fEVX77k0tjGNXimJL2fSc
OwA+YQM4iyNDmXAbEpSlCzdbgOo4k3Izgge9m5pUHezCdL4RBT/UQlkfLOdiZRWXzgD576RSoRov
sWIRKkm3xjjtAPA8lJB8oIbpMzYdM71CKV+4keaeJ2SI4U3kKBF2FViaQQ1l1cRvtQeAiXRQ6vRJ
b5nfb0et6wp9cvvNNdStqY3QuO5L5Atd+WJUket3hlhDGy/M2Zw3wGOA4oiJNXNqtbGBh6Jm90zg
WNpaxn0ywC5wTalp4QjPyQOu5nHKIwhfN0DnwhWk6XzRFLCBhrjE2mW3sMvnBAGjz8Ya77kqxIuJ
n4pWGxDBBctN9vASd0aYy3dQN/a1UBCh4gAkfSuuYLukeeimfE+SN6uGkxSGbCE+r+zKpd903UN/
xUpYt8Kpl1hVCNmVY2vT90q4QZW3iMdigsftvx3wP7fwX5+p6MTz1O7rsG3S9jvtixc9qOIXTRIY
vbZE9Ie0bJzx9famXDgAc2YBEuIIxtpZC+bRodUNRJInrOZX01lZyaXNMstawD5rbThAtnDxrJUv
bVhpE6C2oTJ5+/cvbftZqJjgx1dB7bNFvP/eO9ZL5j3gAvWj6QtPeCAzsnJvLc3TLOXIXBb3REY6
jFpH/kStMGA2jEGpSzYozj7dHsxCN2JOGIgEmHRNPdWh5ykCJxY4L/mQInmvcLC3XhXV+wYOnBZv
QHCixf72RxdWaA4UV0XceaYJn1U5FSdnghh57MKeqEmLt9sfWJi6OUB8pJA96eO+Cic3vpgdfIod
p3mDPrPrR3Qlji/E1jkIfGrjKTFoDNN7RYcvPCJTMGZV/I9TdB3ZX0cyyXSnJEkVjGfNc92qh2yi
x6FR/2TEg7A2TyIIK0EmI1WYsGrfpvEJ+mAHrfQTLFlvr8FSNWCuN86cSQM3bVQhoHhV6Vdx+lZA
fSaoOyO5m8oYjV0vKsIyTQYkmpq1QCm3EOIzExSAwMWuHJBlHMtyoJUmSECIBO/29m9bOMJzRPfU
DHBcVUKFxgA/WSh9wGvV6H5jrouXzk7aX3HmoQfXm4m18sWFSD6nuJRtMnLk0U1oQGpWGunBgb87
GYxLXien1dC09JVZyHCKcgJyKm9CCS5+gDr7Uw6mD6lNAKb7bmOaz7fnb+l8zSoeXDiizSbRhIxa
5xRvEq+r93WmTnm7RvxdeAJacxA4j3hHE6NSoVTt5J4Gr4QrIhGx8Hyr7O7sMXtwXckAenHH5tke
u4LsDMYB8uihD+A4MJXsbQmeZB010Nvvy4Zub4/+cws2Dh+k/x7OOuu4aUdNHVY5axkqzspEA15H
8pX0Nm+fhas6js9nMZN7mIWAbgv/XrN66U1G6pPNStBTU8toqhPqp/DsUrRuR19XuEZob1FI7XsZ
hMt53hlPsOGOi7CtzaehqcEa6KORibvU0LTddzK5kpnigUD4DwCWlc26cHSt/wN8cyQ9NZ9UGMF6
2N1UhuhDN4YpOi8yoAtT/l5FbbU3Ewj8SD70UHAfGhPu6vCId4wgl5Js6cBC5Gcfsaqtf6rpWXOM
uDKIaHlOEHLbFD7VSZsFuY0MAoWCZyuXTYi7jO2TNm5WVvrzfW7N8d9wsLaqJqcq5JO9cZiD17Ec
gEXlfu6qVaGuz28SCAX/dzsR15JOlmtQy6P8zHO496Yfmkpv6xlAA3bJ0B4yOwV1Jv7RGN8SEz+n
TL42TqP2ZOrWUNQLeFxrjhJHwg7xjkgY93WPZlINNGDkkTYwC3nmk/vLqJkL1/Mc2S+wXpsySZoA
llp5YHReuYtSjVqyFZedbwHjHKB7KTYpie7bWvNA4QHnM978uH0Al5aF/HfCXKie5CZledjR9AuQ
jMfMsAbfBYjTd1m6uf2RBcayNUeVRxCU9/IB4ifMpm6QndHWIV6a+HDxDprSCwpW7JXDD9BDvLDE
OrNSlYFVCuJ3dO3pvTTSWaBt8TqMjTxNQNgbvzVOti9k83WouiNQqreHubD55qTBlGkQBRsWo9JG
yiMxy+Jsdd6aav3nFxJoV/9dqajqY1mlaRGq1t7kJd3DDaDwTRgIFz0IU7298tC9pi3//9C15ljy
GlRM6GbEZZhCY8CHoJgMDFEfk1qsJONLu2GOAqeJkJVnJmU4TC3guSh6bruyZoFV7ZGWv1VlEoPX
5mw5bzs/a/Vj2fBfdqkfmRzfBrdac6xcYHlacxB4BPXyMstRjYFgBJyVGdhH2tvl+U6zfaPqr3iE
FH4KikzRAwvqwtEpdw+398rSLM8CVRPnAwVXugzzqN7VMvvhkeipXwP4LOz1OfB7VHlPYY0L1RO3
vq+tJBxy41yU1uNQuWvyNtdz89k+mUWOBphYT1ATDlpJ/VHl+V1deRv4KG+ROP3qoKxQaFQ9+9o7
rVbRP39hWXP4d2r0rqcH1Dvt1oA4avGYj0HmvJSQjklNZE+gw5SWXLkhl+ZwFi9sB2E5L7A5zKTp
fTdmhzKN0qAXbMPWdHIWdsEcRx5nVlU5Oco+yEF+sCS+SzK+XSWCLYxgDhafTFG0fYNiNI0GXIDZ
ocI+y3NjIyH1+E/beI4SR/3ZTpNIlCHczz7sGE7gU2lMG8c1V87JNbp9ssvm0G+75LzhLs5JL+Bl
0auTzqN9rcu9hIxVK6f96iNrYXPNQeBTUjoZyJdlKCx3b9vU8kFZg1hj8Qo7+00NcE/fiPt+beYW
wvkc7R1X0dBD/7REMuhCAbHe5LSFVVC9m8xf3VCvndLrafxs/mYVHEiWG4rkbRk2RXowW+cxu47r
afjouf6AjMeToAWuWtBwM+bcN3W91ndaGt8sPCRpN7mGg53RNuzFLMW+gbKXMNsG4obGHU9WNuBS
fs1m7zTVaxW1eVWGpEk3kTJDBzyB2HO2gypPgxt/Nwp7Y2Sq9iGwjvq+tYk9DgNhQX0486gO5c9h
DY+6kADMFdwV4zAWGqoqtC3jhKLqvq6nNVLnQridw7njGLzR0qmrEEbEXuB4ZUBb9TIa5dXhI/+h
U++AxoULFJL7Skmx1kxYGNIc5k3hKmn0kIgPS+28qvHokMQf6k0p7jKw6VCkRTrXEpDEyOPoiWrr
ZnzfX9Ut1mofCwHAve6vv6o33sAgxVCzAok6NFR51v4weHaJZPPLUzSMo2lr0x+3g9lCvJyrv6N2
6/Weh4YzrNT3hh0dAa45Gxndrg5m6QvXe+CvwYxRJQkcVLLQNmvqN3F5Bduis0VMWPr5/zaK60r+
9Y1pAgjfJAnePmZi+BJKc1NlvhY5uayWhRdC5RzhXZYdHHLSARPlTZds+pY6QcScPbZ/YDj8Ab2n
1zZdqQ0utLOsOch7tInyohYf43GGdHBC52KUQLM132Apu7meMq3IqdLiJBLrqwXr7n+bx1lg4aoW
Oecm3ixZ/JPb06EE98ZV7YH0fHv7E0vBy53lGLAzzpOunwBxiKP8dyIGb2/SdNrGAijaojO2VpP9
yLwIcheD1wSRpvyqDXtxs+8dJ8BIDoz4ZhSTc1KOa6npUk1mjg7nmuQkli7SrMjb2mWb7eDzDGBX
DalaogHiqgA27d2jbvakip6jsj2lZQVSd5uzDfxlbEM+OSxx/NYeTL9nw69af3BiIFyINKAZxdsl
PaDlknsPAmyO25O5sCnnSPI6meQIlUVkCm59tA1U9vGAhntLwAz9Rr3qJCA1PK69khZO8hw/XusY
CrFAaYWViOQR1pUqYF5k35c8Pdts+nZ7TAv54Vx7HgLOmPg+KkPE4OmcuWZ2pD0pT7Ys2o/bn1ig
qFhzgHiJSq1AyR2Nzb4FetuDwnzsm8zbtGjA1/KuqrO7LpeAPLoHUPe/UtM4iGgX8yehuyDPdty+
07x+W/k518Tkk4RlDiTvzMixRojJhtH4rIV1bml531VwVdbveZPsOSdf0mnYligc1dX0qll3hhTe
7Y8v3DVziXqWWX1bxg4610gwYQNxxfgehB3deUj8vVI/A8yxhnRa+tYsP3KZ0UHjpcS3SqOBtm5M
g6nNYFOanEB43kSlfUAhK/V1AzF5SNK/TeV0qeC8HthOToNG6z20cc+jGX+dnPY7Ury1as1C5jYX
u0dL1AU4Rouw9qg/WN3b6E0P3oDHHJwyL6sF9gUSrTUHlheZjEnEchmOo7U1ZfrmOGpbCrlpmXmO
XB2YdhtYut/E0+b2+i6MbI41bxMmKrOSMqQm2VNmar9y2GlU7S6GpOK/3vJzODn0DOUoGBGhN3q7
xPM2DpIieLDDhHU63B7JQvixZ1lRyvJ2hJiJCF2AtklGv8WR3lh1HfvTmroBue7ET07iXBG9QVeC
kCSWYQ9/t0kEsojoQ5zb7S/alWo7RPbObNo0AL9EBXZTR8FowQ4WZqS72rp6YKqtCYCqn3L6MCoU
V3q3MM5CmTFWdd9F5qbs15juS/MxS6yAG28bPnRpqKzqaYDONcorp7zM//l5aM/SKgo34Qy9BeNe
sxyufVftZngEWUYEkrkaYz8nE5QKkAnTlafbQoCYg5LzXBLp2oNxXwAIHBDBHzpSTT5qw9sug56u
LE9t262cjIWLZg43LiRsVOzSzUOhOd/USKZAc3YgsHW8vV+XMp3/wxBb05AmaZqHZlbtmFdAQCSO
d3EB0rz9xewvRvWjFC99nZ0bzGhLGpSPxjsQiL5pS/+kOv5y+4csDXSWcXGoEtei5lnYJNb33oBl
uguaPk2rtXfawv31f7hiuCzkZRznUFrn+xgCqi1NGx81sj2t80B3fNON0Nu2v3fDV1dtJWE7q9K7
26P7Iz/7yZmdw44Lr0yUKigeGDCLgGzbRnphCuHlNv0uYwt/ghuUReZOCpjwgCI0qmTn6Aluge0z
mFktAIw+1do8grR6tZdPvKujCfWRrE3tU1Ty59s/dGFz/4k5fz1SDDMzs97lRVg3Mig5C2MPr0lX
WxubZUddGr5Yew8trPj/QaSTRKGlhp3nmdz2XVm+FpV3bKOVDbV0jc1h0WQCSaOxZB4WGrp8MFXr
ioBx9t21aPYylok+9273BBt306/YqDdDS4vt7VlciHpztDTk5vqqUGMeZsn0kGYF2yBJeIki1wng
Upfub39l4dacK7pXgzWOwu7xFdqgjqjiKCg9XhzJCCimAG+oWsOmLX1pVqyiDFozHWsRharo3gJ+
T7ECPpPFnTMUj06Xvd8e0MJLYY6I7i28jgUU8cPGVFuDPU8wkhjtdhND+AF218+ZcTVdW6mgXO+H
z07k7BlZZKInEBTLw2ZgybZryjYQGVQdbg9lgclrzfHN9cAb3ZE6CwcxuCbglgN3g6Qnj8QdGMx/
XesAYg0Ppmw0g7w3oHxepHdKMyiPcZK6D9yljQO3IvhljZOGE7oj1H5o22gl0V0wKbLmIE0JYxhm
Dt71jevA8xS04z0T3S5xC0jtsqL1YUXnBcxsfujJ7I9yVINv5CMEqMd9JIEmiTs8f8fC3RhwunGj
BJhc6Ln1vQ2dyK51voCP5CLtsOAPXzH5byx2a47qQfNRumOGXe8Q71SxWl6iSNlhBdcM6Obcc6cQ
d9odV9Zx4STPceOm0joXrs5CsFLGgBp4YWuje4cW4Qigrly5nJai7vXf/4q6UoyFx6MJm8V2f4pq
7FGC2ic639oCRK2q8vvYWAWdXDf4Jxt/jhXPYfsiTKhDh3axr2BwA7L+B1jtZ0XVnabmJfrG5IPZ
lGeRrEmoLKWsc/x416Fj40hVhIZSxAOdQp9dywgMw+W70hjPpdPuG9fbNCj7lg7/RfXzVVWzOVll
D8o5c/cGo0dPRMSvGVxykjSmwIZCGmHM6/rek87j7XO7EOnmwPM0pZHHykyEPe9+u7Wp74s+fRh6
d5PBfPDKfFkjui/Enz+Zwl9rPla155gRliGPo1cv9s4egDwrJbKFq3WONBcANfSQcbz+v7tftpkc
ktr8Cq7DysWztF1nuZo3ElWWE+qxQwVDP3BRLfi7mqDGQ5yw9MfW2E5d/nB7QRamaQ7Ahq9fOtIc
37KZgI4UMBCytlfumyX81RxzDUNEGBcPnQgrDfTn2HffUcQHOD0VMHwRF6mMHQwyYQzX+UbV7Esz
FZsutsEjb2wwN9l3s4zXyqkLr7o5NltGSTu6zBQhGJ6SvecZDCFrOABB3Knp71Bs2CmIOoF8uB/y
+GzS6svtCV5YzD8Pg7/2YT8l4yBlj3oHonhhG/fxJI6ybK9PRxkwFQU5e7r9qT+p1yehZw7ClqmT
Uj3ZIuRk0hTAxxKSEvLISpa99G4KcbzW2paFjW+OSX60pjHzRd88104LQvaUI/Gw+irQNezKWAzy
QlKcaVnDNZnxLxnucT+2uLZ92+jOjeUUgUqMZIvtQ6Ht3VL1MHmx8VLmmd40eAFAKn/4GBJdnHOa
QYoyGX7SUUHlAXZmG7OAD87tcS/hGeY4WscB28KLdR4aGfvSa/pT8vpcdxHaXlnYxfHBrD1fsugV
WqnhUKuv/1ryMK/32l+r29klIQ3HbVm0yaaqzRMgDVvDKSEdlaxcXkuFyjnYXZsThJ9tVOeSrP7I
GP9dm/yhbOKnvLNhZ5gHeDhqUkHvbfTt/lSfqFPcxbR+lh5moxgeuki+s6ZYKRYuwVj+SGH8NeZC
EMZkjVMtXNNv6BOcHu88J99k7L2kfOtKgHO+XAWX4CjjRzmw81Vx7Ff7Itco+NkmnxUQPRKnolMG
DlQ0vGUdApblPfW4QaCoDfWUwufXCr4LVvcqwGkxkM2SWah/u7RFvh8WKt0rlInbdkck33ng0WpT
3U2efaCFWQVgisFIy97rRu6Lrt9ADnArk/9xdl3LcSrt9omoIna4BSZKMwpWsHxDybLdQBOa3PD0
Z43PjTa/GKp8ub2r1AN0f/2FFaqVjb5we/4txT69+YJ4ZT+2CR69M7/3lfxeeBagJlMSWAZMs4Tb
PV8/UQsX3Bxdb3AbtN0UTdqxqY1vInaTMG68GgMv9fP6CguJ3xxeD3CrbVgtNlHa2tu+NX6StIH5
q6k/oHH2b0tcrrxPb2uM3QwMXVeeJ+eDl5DVdsQb9GheVg//UnNnjgGvLFnRinry7NrJJqoJ5NHH
UysH34Yp89R92ALJVX2w72kab9TgvDZuty0I/WbBpdKiKzn00qRwDgxHrZ2yFHolwBKrb13f3Ggw
WHU1vSkbvVdmnWytt6ZRPblcrptuLO2R2ZmI8obGdm9LDCy6PJgAMOjz9K3J6EpmsnBxmrMsyMJd
qZuO4qlE7rfso02sW4AB/SYe8a6TH6uM+IX3Z85h4sBf222lOLCgJm5lQQ+K2HuI6ZxZBjuRhjkn
wbKdZdOjZfxaD2SXF/W/gQwid//dn8IG8Al9ZAkB1v5NcY+ekA8XIYSI602e9M2j16Bu5Ak0vhkG
pFYnn1yXr0XxS2/hq9UvMebT6egHUSdJ3cizJMxv6Oul7UAHHrr8Ff5tu7wEpglR5YbGuPYdFwRD
nXvbZk3o4etQZs5x2EM/KTvJ0R4wY28j7OYmbfKNYYv73CAhLVbi2NcdD3MOvqaIAUmVoEc1iX5b
q/K2xSFlynj0YNrj2gauqpbcuF61dlcvfdNZzEkz1lXdpeuRax0MEHvfOfmvuJ7eehkXQHzzR0bK
fR2pGlu6gMiigdbf9XD39Xkx59jrGjqhEGlBh7euaEia+OTRLkxqCO5Zd2j6hqthb+mlzi5gB9hu
IwPO8izl+Fw1+r4UQaEhjc1ZiscqrKO0rd3qOVlabhZnwIw0Ypi6pGfbaoEYi0qskfFNBQW3WsEV
TLbQRxwGvTGqaGXbLPQ2zbn8dl7xDL7X+pLW8VBUdjglFfgS5fGCU5R26TMpdmyIDv3aCPbraGrO
MdTMbbTZlT3a53V2MdGmu4laPwioAtd3x8JbnKOoCdiYg9uZQMfkhdw2CiKfZfqbjJCWsWE3kZml
36Ygx6BDsFLFLoXVOaC6ukhId9yRyLjl3eTJZjOwNDS86fYyVlYVL/HdCvgvdO/UaW8lW5Uo+zpF
NOdAa9r1gIYLrFxTsU+SrnjDEH9EE9JsQwZxaF84JPOhuVH7dt3UPuWTvfKev85rMOf7b1gdiqQ0
SI/MqVX8NxqUm8TlR8b7X6sgpIVmD5r3/12CiNrzPBIDoNMNMkjUkBw6uvNgaVuakAbpuqoPcquk
O1vTu3igvoBgyWYoxg1k9R+o25ZBJXvvttV9gKkpLeBavEURWhuQRmKCPFzfcYvf/3LzfLphSndM
ajdFU8rKysy3NOrIwkDHLc4qKH5IIHK3qXeIhSu2CvWEn9oUoirXF1+4Xtg8RrW2l45wuMNcNNkz
Tt6YNO6Sgtw7k/65KjmwdGhnockbBzhgOaB3cGHSu6gn7L7psmxbx/ZaO3HpQWZZEAcNuQJQExxH
eSRObfpjAgQkjAB68IgCmGp9v/7CFm6POSK7BmbVLWAVCPBDtKmogupVfdu3/Cesaw4EGclql2Lh
hPwPOrsYvEZWaISUHvqPUR0IqD0ROd6vXlBLz3J5l582Hqs7TmxBjFNi999gm6xBEjFudb5LoNgb
Nd+gL7Wyx5dWmpX/rBkqg2aRceoarzvUOYTJYuGYoTl43mMCo0zMUwBjEUqswUIX9sMcrU0n6HWr
cRJnr3O3Xe7+rC36q6+tclulI6Q0V7bD0keaxZhcONC46kVyztxNU46PqhlHn2KS6/O1Of/SErPw
wKxaYRvIBIIM1Le6+mEk3R8BWCBcUtcGa0trzMKA0lneZgl4IGB7TSGwQxR6Q8ZvTmv4UGcD3V8/
PAtxYI7FBo6HDTY103MGAK3V6m6nJ+KFoxmvySssZSRziLWo+1Q5Cu2sCNpsFECpLC9OlifvUPSH
0VC9xdLZmJY+r56ihYeaA6/zCuzZym6Qd2Xxjqqs902L+HmZr7lzL5TP5hxjHY8K2OYSBVBaDocp
rwgsmS6wRe8YTWZIgWenNR6UjQEAYTu8ZPyEyX6/ENr8uqy3njCASFkbfC3slTngOla68wQ8X84s
jvwp6aFNKQQsQkpv061VPUtrXP79U2QiFuyOXbBpoIZliCKw2WhDwQzgjLBqL0NCuzIa+m9X4FyC
mzn5QFBLppfnwQAovjea/FbZ2Q7KelBKW4mAS080CxQFUkoTN216LkSDONvyx0qX3x1p3UCq8Prp
Wgh5c9R1Aea/bm37/wPFWBs3FnHv8xRCjJwEqwn4AnfVnOOtewysDR57yXlyq7ObWH4BB+oeA8mE
VTthHfLC+aW9dB+NUHeUfXmYurbcxy7pN3F9A6lIYvwYBYDgcQWyXk/u4lI5K7Xd0lmcJRpUgc82
FjG+JYFHVwYABCzFOaqQbnf9HS8tMEszxn6MVWMCBwUnNECW9Y0lUdcBOHz9zy/IJJtzaDWtzalm
JlossP5KjhYQOdyCwG1Tb2wht4xWvkyraAvqcKhQV8EeHOKj5U2tzZXW6VKwmcOkDeqmtE2VPFOb
Shh55NsxZTcFerUeaTZweXttleIBZL5jv7fK17qMfJVAPapB0Uk/jB69bobS7PoLWUri5zjqnk2Q
tRgB+ZjqckvAQhcjPUbxg51BabLaePrRu+WG9aD14GuWbJWdb+0y3xuyv2lc+5g7uW+OzO+LhxQl
/4CmtDTUWnPosq++aA7N8dd2nVAvrfHrmAe3LRfGAwk5wPQpoPm5sR30OWEobUIyvcDg1llbdaEl
NUdkd0MJoLeTZmcbuDQF04P6ponlgzuWQORlMWwvgNCGvFXrx6gtD9JycNxok/+k4IXvi9IiK9iN
pdJlDsaGEWStJYBF56yEPzxX94zGKsgTErYW3Xcw3vVQf8nMBNfegCkPiw7X98XCOZwjsS07K/sq
L9GKxEDSSfvbrrTfU/heXv/zC7Mb05slRGYvB+l5Up5HgVjVGOUf24VSLezGx6wvNiLKUKzyHXRP
v0+d+1tlv+GC2sKe0AYvf7PyI5Z21yyacQc2Ohczn7PwSuX3ekPz6A+8TY9lhG9Lpnxvt+6tNgDb
g7Vxl1trp25hjgPn3P/ev0k8DG1GkXFo96VvT2O1BwwCKowZdCCtwE6ahwk+xhc8dmdkr6Y2Qm3Y
H7Bpfcnt7Pn64y90YuZgbKEtCGZ7PD1XUAbzBndrZF5oX7ykK/ZgTcUerZLzasaxcHnOMdmDmzMx
degK9jBZaeLSBtrL3CephvVKXDYYC0Av5/qD/QXNfhE15uBss809B0Qv5HMErK5UmPFmHNstwNSw
XJNxfDuSug3zJAq1q7Q/jZH5UnboPJUQF3dld86YukV75tDZfxwPotNlRKCiLGGESnEX3SAoPQtA
Lr7FBjgZF6cN7Xp3ObU2HQSdBSSuDoMnzUOWxfmG8YscFHB0F+4G9vxWV5h787SUe5icZ75Ip1Nb
uPu2h8Si6+lbt147xIsvYpbmUWeaeFZX6OzzYttMfXdfuBDbldCdKaf4V50B4VCVWcAxTRycqQ6F
x72wAhbndezJ0REv1tQcYpM9gkr+1LVtvhnhz3oSBi83igx7z6OtD7jjubvcB4xPPhL1DZHdt5IN
37kz7hOH3JFpkHsmnVuAAG5M1KB7iSa7G1nwBzCDmDgPuNxu4q4j29htf8C021kJYwtUKnOO0IyH
fhxhZJyeW67PBu0hLl1UEfkWlTl/rcq89kVf69uyG9/UlDunAZ6nHxmVTRREMDVhIU2GhwRHVQVy
Mts9rE1xUbeR8SJ6maNOyOB1Ejn2kY3VTyuyHito3vig3La/S7P8JmWuVx5lqfKaK6YDBldPqc6S
c5v294XeXm5kIA62vLWCtKc/ACMe/VjqA5Qerx+khZx6Drm3uz7JO5Ugp/YQ/IUEHDC+A2M3XI0K
SytcbuBPdUg3uICll6hDxjQ/GCPZUmDtYNax9+iaZcxS4JndNKh0dMc8A6WOq45oiMGGbgrNAoLm
TMBfzHy4/q4WsB/mHGDvZUaKyjJPzl0JhTAoA+4SDWDuxKDEMHIEb/eWeLdjDldXDs/MMh+BUkYf
4/ryCw0gd3ahODiDUwwbQcyYB9QiY8CF+5JQ585V+SOMAlbhtAuAV3OOr6fQ1dai48lZ8WmXj8CI
msynpAyGB4en3wHRtKHKKQD3kUgXBIvfkVmeeO02PvBWW2A3X6EjvRLqFz7uHG5vetZAIcGIWjnp
tmwQ56Q3b4zOOTZOHThrKokLyBfI8fx3m3pd0he8A204zkUwkov6fJo+i77zhyI9IhpuL4FsNN3Y
v5jFarnXehN7343kjzUch6k/uB4JbPpx/WMvVTFzyHvhjAyYW0y+ivjRjpLbqXBAERTbokn3I5Bs
LvNOl3rGKu2nIjIPrsXOhlpzEV166bNSe7CVXRvdmJ5J3z15Y/I9TXuoFfXsSRfW4zqwfyE9c2bB
IauqVGYV3nrqVYCQAiQ9bWJe3NlT/MIzoJRNjtwU04LL1O+gHP268novoeGL/GGOT6cjd4c0v4CB
xcOo1Otoe3cUm6szxLnM06fUbB5qnbzUU/e7n6q7wgG56vraf8PFV2vPctJ0IgPw1Aaw8fW7xUD0
Jx08hiFGBuH1s0paCqQi5DMJSmOBhCGPXOaDg4jmSnxyc3tjs59WEx1Ykm901lkglkDByuhU2NDo
aPcGKhW4nuywRn8ejM4HCyxvAeGOkAk8cy0xsQH8rrHKc0TMn67dIyXsDhLEFl8RWu9L5WU+QO7w
0Y37oI8erz/3Qr0xh9EPDApVbWdV5wpmkL4TsaPF5ftqD/GyNb94q3N4N6HgeDscYoLOCLFsE6Jq
eMXlShBa+uOXmPzpEjOh+B1Xha7OJPUamOR6B2qUK3txIUmfg7inHohCux2hp2Y171CYvYkhalbF
045Eru03qfnkYrouAY9a2YBLC85SxpxCp2agEHADtA0tJr6xYL0Zm2EsxoORsRBSNttVvu9CJJmj
sLuozfuoj6ozLQcSwGVIBThfYUIJJNYu29TJdbTSuvobNr7aA7OwZWeZa9oTFOeMnOfvkNj70+bj
ZrSHegsRROTeUsmj5+KEmBoIbfh+f1RFMm7bxEmDCsAqrc0R88K82/ecw+OjmkBeiX6Pshgf4AUa
Bcwz6a2EB62m+A8HCpmFls7eG8ljYdZAryTlczEUPOBZFzU+oK9kG+nGCpOu/Hb9HP1ldXz1lLOg
iaZ1FHlNWZ1r6e1Qo4A2Xu9pQc5Tzve0lp1vULilo7UTN2TLTXjIYiLRebFfknfT+qbMFk87JS9Z
bQeSuXoTFfJD/mNKOeedNXHtWtAjVeAyjai4f0jv5SILsMowXsiD5mQXmXhpbxW9OtueA/Egtz2S
fAC8RdZ7CQ8mq0LPdI1ZtNQ7m0uSY8rWZ1qPCla48kCrKYxk+QryNsZu+cau+70J7kM8JCEIamGm
0VYE6sfBeY3aaad4DFVqK4igSyh0CiWXn4zBEgolpny6vhmWeo1zUP1Qimg0JXR9hY5/aHiiF+1b
DpkhOQAnnbCNZYhdBVkIpzf8Wtwrduw+yjEB0J/J4F/LiDn6nsCaGf4XUOBskuTEjBfXUnsk4K+r
VcRCGJlD6gW0CPqG4PLg+l4Ot3Hjojt30XE0A2dVt32pF/f3JX8K8wVXiMEKip1mJm6hxnoHOMNL
Wqe/NeR/Pat9Ynm7KRUItOXwDkLyyje0v766/raQPi2b1TLR4Mni4dJLKzL5waB8D8my35dOLOX6
F5iBYEBXO4Z0VKFTCBzbPy49i5hSkxLaIrw6wzAEFp8vdmluYxOAflbRbiNwmOAPViBbaNywdZJt
hQGqAero9eUvq3wRyebwbsfpc3AWsvrsenzTEXmTlcWv63/aXvrbl5f96aXGnm5rQ4j6DAC1dYAd
Q7YfIwHi+iMKGbdyoqCbfrDxyLux990626fVcING+Qu4vKZfQo5lU+m8ASW/JAHkeNKgrthjJbsH
boaiz06FE5NtM/xjr+7vnvz0e63RsLDHBUgDXIZR8ipJGHXNc5aX2lfWuLGlel/Fof4tGr9687Ni
0usn2F1TVgJl3o7fR7C4pB/nUbrpOE1uLtrFURvrgPVW7SujhaFNaRcnJ3dPfQupPqXcHqRU81tO
6YViUoWDw4sbAwAoP62ZfiRF2wUqoRDWtUorkFaU72SWjk9tPd51it/1LMKdkNBHJ62zoJRqChrO
5S3m5gAvStWFdaPYLoE0yq4eBrbNmf3ugWSxd6V4NkcNj+zrO2Xp1M+Vv6EHCxEYIRVk4sTediho
5f0jr51nG3d2zB3A48YHr9sblRlyiLOvLLuwQeeIbuZ1wjXMAvdkY9wxCGY4BPppGyU+ysdByI0J
w+/R1TdVItFd0PBFU7GftOnKCGThGp0juWH4BFQuKdW5j6a9IfqzGg9VynfRKB8bp/pI63q38qSX
I/fFZjNnBc84UtJGOSQY3cF47icrgpEa39LpUkZD8oTlcMqDYkXqQP8RPJIWbdnRsu6vr76Q7c6x
3U0yGY6OobU6gmbgw/z3HnNUZEK3Ikdsi2DJ0vDitf63Hh7lc4Q3cZ26zXKIDlLzj+c4d07mHAtH
HN0WHdNG3pA0e6lV5q8KXC402OYEikaCI+ONmQKEvHvpRvaYe3BSJ8Zm1XDjbw311QeclT+Owign
VzmWyMug7CBFlmJoHdXy3uUwemLs3ETQbDeyDUD0dyR6LIb+kTQu3bQ4/tsRxbtf2/auyNzHolRH
XGV2296yDHJVckDvvRB+JvmpUA91QYMmzn91OXlHmpStnLaF4nNO20raPnWtGknpmEXfI0OcItP6
iNs1CfKlbzArqTrQZfqOdFAOrNEbd+PvuD7vnM6En+VKo3YhAZpzpZ2eOW1Z47hO9ktKsl9F0+3G
rv5ZZV6wmmX9rcr+50Nj884+tNsPVmfCxuNsJA3bGyazz16U5X4Xxz8zEanbpADGLUCrIKjdvHnk
hWHvVEbZ5McA223hWhijiZBnuyHCr5J2eqxF+90oLc93qWF/L8bEOdJKjntUWVVoY4WgpJSEMM1Z
oy59+THwEJdX+OkmdR28Ki+FnmnDzftYZHdEAO/TALO2Lqz0ZfTEGrMPbvaqNkhZoIUi0hjQVp7C
dvolnQ51M/3sJudb3NoKVeYEN8LKfEs47ri2vxODc+tU5oPqskPHPViLwiUO4gHjyjZf+FlzNDJz
DI3pjIZbE/xw+5G8Fv14FrKSvtHbj9AWgZnDqu7p0nu+nLVP71n1aGK1ZVOeY5P+0kb7LW42yJF2
0IjbjnIaA9P2o/i2Er8VrPZkQo61tW3r06SV7+ZyRUt76VdcrtdPv8LiKUTicqjExaXzIL1ykxRu
6ldgZP6byC8+9qzgHguXZyNMJM62W94MlX2X6vgVSF/td8XKbGHhw/HL1fnpKUyImttqAGXYdorO
r61bDrCZUesfTZ2/lVIHHa3D6xfi15NpPM7sOjbFiMG/BnU3ZxmUWr1TEd+bWmySNgtLI7uRit1W
Q/aDeurNU/QZU/ITcWL0SXFYgaPbXv8dX2fo+B2zHJR7RRFjA+XngvEjh1KnP0UO3yIhFTgYEKOg
Qo6hjqq90PVBYCzpx6q71xiwAskd79sWzU0klgbgOwndtfCONaao8kEXg29skSZPMNxIbpkwQtmi
yzlNz9d/+ZexmPI5gaJoPLd2a3AjcXzfYGwdWEUVYpJ4njzh+qvo5YU9MedReGS0Gky0cvhEAB3m
Pit4d7XF2UwGjJSh3jd4/PX6A32dAuOJZiGzL2GZUCcdEDe4F0PJ+KMW3O8GeKybf8o0OrKo2+ew
PzKaYjOR4ufKul9ey1h3FkJiM8qqHtzdc+6J3aTKsBMWD7nhQKTITe7YBOfbrrBg+9sbt2gq7TVr
bT82c+mTIdu2enzzDLgIr/ycL3NF/JxZLEmzmtLagxDuRYcUdf9mKscQqaFqj/COCCGgdSEBe/m0
TZIP7Qz7okm2bfyqMOnP9RCkVbtD53S11fU1hgY/aBZ5BhhDEcOqs/MQMeVbtnqDhgzIDDrellXy
m0Au3bczq9q0ODSBGODmoLzyFSKhEhCyNQLt4s+YRad4IuWYS1AcINrvOT+N6Nhh3odSaByTwJ7E
7kJ6R7jtLX+4vShMrabTfzFzX2Qk/6NHP+nJNIjOkLghWySJiHDATLbvm7Y7eHXL/Vbo347iTR64
meFC1Io2fpfGzT6vuuS2pjbZavCqdlGdsgASifG9Q2DvMHYmSnmYbMIHK7L2CjnCtmzNdBsBB2VD
FqIu2tAepwFIpcjZDlxlm4JDUs9PqtbdgxCDln1bQknWncbn2CjybZ3q0oVpdql04HCOUNTpAX7O
IlP2k0ygLxdoAJz6EJW2cbKjCboFWQ4stdkoiLTBz3iHkZSC0UQ8Ueaz2MsOMKOyCrznikTf3c7K
v7nAgsIRPIntF2Y34z26+faBMgdMcZOqe53yYkVWaeFmZbP4LKCw1UIZIzpJoe6NorsxvGTjkouC
E6q160duIcbNuSAxNaUG3NQ4wfTYumUwudpqhvkyNd1tY5ejX8mqC1jKydrtd/n1X2yoOSckrSvL
xDATmn8mSXwPn6rX2Qd+wz2fjJvSdbeyMd9y131cHU0tvEg6i67uVGMDZHhICK9xNHJIi8QBBZQE
KT1kNolWPtjCvTQX8o8n1Lk8jkERseSrFijMBoVpXrFxW/a4Phxe+mazoI2ucj/IeOQnc/K2tUxP
xCOHmrJj7+nEJzaucAjLXt8fS69uFpHtzsLpzGx+isnoF/ZQhaOg0BwGYCmE1dXKLlx6cbMwS2zb
Zswy2MnwoMersLuLKoGXquvHUXyP6LM2eltaaBZIHXBPrI727OQKU8CpyhP6dhQk+6P6yIIRd6m2
dZStIUYWbtc5V6QtjNjIScpPWe0MCIqxgmQFVMoq11duAwX5699oaT/M4oScHCKruIYDSlvdFLw9
JvbksyR9dtP+kU0AhWTZ2um9vKgvTu+cKVLm1ZSbFtZietxOTGyjTCS+I40PlrE7YhLf5tZBsBYx
1rwBtna3qvGwlCTNOSS6myD41pcxBMrQ/OA5RNKkn8KCVVscnTtIihe5hu4OkUFsIJtd7dYuHII5
XYQUIoNqmAvTI2h6lv2jgmgv5BZW//5C2jMX5R9JYemxIeKsrBe3s0PIHkhfEP104cKYWXTfOQPE
qFexNgsheE4XESXP4TmfGScNQDUrexUWaMPZJdLcRO0QSTYp/g880WN+m/SsWmmhLBU+ZBZMuoHE
EoZ34ux043cKDxDHOblTgQ5kO+w0nhpVFguk07ewjWcUshr6gxg2NC7EJo+a05StOeVeVvxqG88C
jpQkE3ZXiHOeNqYfpwZBEwe2D9cP5NdANQoG4n+rybLXsa1MZpy8bkQpp7YE+vG02UbGweuwTIYS
Kp+Gu4oZ5xQY+9U54NJOmpWWtE3cClQD3HTJIfJ0ALP5D8eNnpzuobsIQG5XpZMXYttc1h8NVj5I
y4ZWcF0D2A1kFJTib3SsX66/w6+n7JTPaSQMGk9wJuCwho47THYPFvDhQ2XeC2M49wQcYrP9EZFw
hIvbaN3CWTrIBmiJazA9ygEg44yDoQnR9+PFK/iYSwuNCXJ//cd9DRTFj7uE4k/tAukIlZZIjE9o
EXyH2D8UTyFOlMtjWiU6zE1I8hskUyF0o988O/O219dduL7mTBIYnjqRh811jnkfNrnPxp2i7MJW
6Z+mathcX2Wp3JhTQty8ckRvD1gGMadn6tkW5Va0wFXTo9flQBXYqgzaroOuRnsP6vkIBDjQGqMB
FdPxfeVXXM7iF2d0ThFpHQFH6VHEICWq1E/HOOBjcQMLwZ9WUm1bkd/3dHoniWH7cqiDVlrHFqID
q339hWt1TgzhTs48d1DJWVQ/W+/XmPyMi+3Qx2HnHpJif/0pvwY4YCfNIhFTIi3KBKs4zm+3aOAQ
LjF++zbV5h7m9duiBlamcbaQMQ31L9LwO6tszwAU3JjCLkIY5ty1g2X7vGv2BnzUoUXVW7cT9BCu
/76FgDInkRhWl8S1BXKwI/S+L6F4JAMvfuPmU+Xl/jRA3U+ubG576YXPgpfqKWypLAMfvB0KPwGR
zB/lOxMSvZ2sBYMye7eKJxfqoT40np6VbEVw0Q1vJpT+TYPyHz4zchjvDAmwB6nSp1blodlza195
0PGFNIO6QXchHOrJd4C+90vLBDpdYDpi02GN+Ln0GLN0zLCwaSqXwYRxKlHgGm+OMR0LT/xpFVRg
KkvvVsP90kmdE0zMCtgBQ1riQhXeNxEK0RSO76g4VAdx65QOL9zxAuOEj5TLEo4m8a/WADdgja+5
cI/OKSe8g/PJYGF9ICZwRovpzYlXBXYW0pQ5xyQdckPDkFicBbH+yKGAuc8mxmmvhiLUyVgEBZiu
eQwlx7Xh4cKlNrcDsAxb1blGgjLV+Uvkts9DJNqgAYXx+mlaSCTn/AJmFfWQm72AqRAHBUlcsB1b
2hlHwLZXDuzX4HHK54wCTxQVEbDNOKOpeOp7cJutMd4OTD24trqrkLo6kQPTHfqnafRTlQB80Wcf
l2szb+BIDMc56YTdmjL5wmGYK/wzNAcJQIdI+TwdpqZ7iCYAmScn+UarYp/XQLZ0euXRl97uPOsq
KvggA01/ihS9tdJmaw/RTpfW43o/cGlLzkIU50MKfoPFT2UR9oY6iTF9z7smTMBokoBYuNy7GTLr
m5f+vL5jFuLvnHRgAdMflwNqfVCWaoj9yk2et1sv5V1QT9VzOTEAFSCyuWHRGiZp4ZPNEW26jT3L
HBx2crxCBhfLWl7xMymgsthY3TaJzYuBU3D9+b7G2VM+5zpME2x5HFWiRrbSx65Mv0FJ47noh307
Wnzb1NCPIYZ706e/oY+9wxj85HRQdRHP19dfeNg5uwG8ATmmk+LoBnahXX+wWNxmQMDERrejogaC
tFubWiwtdUnqPuWMAEPnEZhQ2DtUhHWx4+9JBTlvb3wUhtoNPVlrOyylznPuQsoVZqOR5ifceCeF
QWCpf2q7DsYfmSx83cLoJy5DzEsBn4VO4Pc8pQfoHD80YvxdZuTEYvlRATMLhwqRJxfhsn9rkM2p
Ynas7aRuCbpJIAYZVRFmFfQ/QNa7v0SDpHEern/VhTg+l/On+JiZGxv8JDr9WBvmd5FNl8HA9b++
9CFnKZs2MuWIjqH/5ho3HDgAwuSNQiA1cut+iuj9Kh5g4XqdsySY4Cw3FDrA0ZibmxY6aPBwN5yV
s7cQL51ZMBv0CFpNPEWnGGWcTJJvURLD7gXeWzBYXLnxlr7ELBma0qxIdDdGJ9pV24tRH9N08gts
9pWHWCrF5ryDMRmAfoBHzQl2GxjotxyGzi+DZ92waHioWP0AbmoemCNsuIdyTYV9KWz9zWE/Hebc
lvAUUwOIAnm9i9pIBVpXYYKmW06bYaPj+HdDTQOpaO4GxljXN65b/2mlnflp849t0zlzYfSSaeyB
cz/16JZwP7Usda4mlOEwk83JZsqkeuWQkShWMvSlDtwcZhyl+WRmdc6gMprcVU6+6VsFDFe+o4mt
0NnMTxf+epL10ClOt6vH4C9F5YtScK55DxJ5Ifs0BSu2h38YJhZnnsBWu7GnJlBFd4929E1H3N/Z
JANhsHe7jGWItl27SY3I52Q6ikltGlFvLfKeERYFsYQqN9TQ0TEAxR/EG8vim4EqYwPd6ENri41U
kZ/TFlrHGSIz94w33bRq5Vh8jeiCk+TlvHzaPxGxaEeUA5MF0xh2gg7fFZPFkQ/osPqFURzAhHU3
AAhAkKFFgIS/Vn9rVckeHuHJjhDTC2hUHfTFDzo2Y/sVlYwDXTVhJiqsGFM3oNYmoQCodt93WX+s
ADgMYHaYhp2VjsdcTDAFAEUp8c04kTtLQgP0enhcSFnmUPFGT6C8N5KdRGnDZ+QCqQaNFqaWYT9E
gaMFBKLpabUEWYjGf9ENn94kQiT0Piiu1UxuycBerUjtrATFHcDH21p7IR3JSoK50H6ZewHEOV7y
lDVIxjIP0kSXfoRvmEduF3vHSlcC2tIi9n93Rk8cu8ZH5ieds/3lVtFlsleGDpOpeOq5fbj+lZZe
2yz4k9RunMbCMo09HqlwN45BdthtgBaCb595mya11pRSl9aaXQKsTqwuBjLp1KSwT/WAsL+Z6vt2
oFvgvosdMN1mAPORRoZDOb4PFMyaQbjBVGjy1Lv6/zg7ryZJdSQK/yIiMBISr1C+ijbTZqbnRXHH
4YUV7tfvqXnq0TZFRD9t7L27rQKkVCp18jtuQKvHsSBo+Jh4QOSaNenCz9K7DeKkbss+5zy0HOMC
Bm7jC6WOqq/frlMn8dTjai1paU1oy504ohhLXOiG8EIIQNf/hkv7p+tMKozp0THEwfN69D2tbYpL
w2mF9oLA1N29pvBJRH4qc9olyjpYYthhx8h8WqbX3Ha/Gp//lsQ+iM96H4GaWZTkCllEhMps4Fzt
D/qiRSf2CFswE95gvOlM34WQAJydauO68beMtlfYCKo6EAALdHTQ5FvH0ALArAfRVpvZ7OeAGoC3
MdLc59IUm2s1cqZn4IoT9AD3kNOV5mEQHg8ET341NN9OMebYLCsfUoNtUs5PNpGlHwmwM+Gn/uZR
C0fuqYoD4KvhPlO12zxJLpK60L3M3d6N595HlwVCbisPbcsfOwURgQ0iDP4xXGgzW14sq0gDk/HX
2+twYbn/vUJ4F75gxKCgXErdkDm4pTMsMHiq9hkCm0OPdsC2L77cHmdpsmvrPVNtPRPlojEJ+syw
zbkR5FejodSKySaOoe3yUJw4AtQXrSz7j1M/oGT+DWQlrm0zx6otjEh/4y7pC6njzSpS8OP3xnWl
rN0PqYhAgsARnDx4lRcFRD3OTmUHOZrz/Dlyq+3tN7d0m/M383z3idK2gwaEz3aoplnuo2huvsoR
zfeR5yTbmYhmY0eIS1T5o8tBDnom8A7zeaVWpshCnq4LzJmdJZ0tbDucuur3gPMFyAgXw8meV080
SzdzOqI/mimSWSAoQrtvdmyKxH6gMDSQPhxUUnNfqGnjNsjZJcCEm8mBKxV07mYv7knOd+DBr2kj
P/6qni4T72YRyypO7DCvLAFmkX2Xi+Zb2r71uMDxpSedtY96Pax9ELJ0Nw97lED/JMIK2yronSBq
M78XFXyUquRZCAmEDHozhbub+xKgFrabxhx9jvkarXKpcqvrySsFTk1PYjs0qdpOUnzDWR32rAIt
q3aQegQ96BFoFkniT413mtviu+vi+qEjgQkc2O2ZvTSxtG0iFyAGp6SyQ4lmHhR6HvDCdwWauHGj
Nqxdhi4Ncv0A71ZPk5TcQzpmhdSGgQxJCvupTId02ylGz2Dl9CvJ2cJZWe+naWzuNlGGF5qYJnJ/
eJHkcbxWpvo4lnl6Bw2sc0uLoDkRkhvyYDXdmWTuVw609ec+hJYgydpLvIk0CJU5jHa67jmakj+4
7TvTYaXysjDfuC7KV9xsRxhZ0bCOMOOR+wWkSPYN8kuW8R2Jp4PRmJk/eM7rbF6pQXlQAVwA1fg2
z1dyzo+nAgTa/04FqNmsqZ87GvayORUjDdysAlGtv0PMvP0iP44fXDcByLK5AyV0Apojq15cZIpN
Px8HA3cEhBeP1BtWnmRhT+CetnRKeN3gXFjQcOh5k6OERbpdCqBbwN36B45y6okb156DrJv9VLGf
lSqzHRHF5PmWRI/G5x5XW1s5KtF0NHN8VNBuwY0MTRwdkaqo0FXw2ibxSsXr4y5nxnV5/CT7prQy
iYEcM0ia+k/T0YvBcP7hafvkzPmvJvUejShHw+AUNMBM+W2dwvm1DC3Wn/sm/mIZ7uH2U3+8GLmu
n4cKjVXQO9mh20P+aiXGb2t29yDw3P7zHyfPXJfFl92QmCKSTtjM8ihdSNyL8TxUX+L6p8usX3E/
havKxI+DFteV7E4z88IcahI6OMj7cIM7uXJ+uP0cC2tBl6/3vT2jUlISlPbyx6brtiMdX01SbQVV
P1eJrUsrQZeuU95VMInoSTgxEP4kWK3XTkNXQAptsXHDByguzWza0qHZcMd6AOGxgsMzfb39lAtf
S++4cT1IiIHVZaFXs91YXo3KwG6JUe+toc72ReXCWq97mwGnX5kfH2fSXNfMewOaiEz0YoRZ7X5p
XPpmC+8/XOJ9AXq/84lwT9dLtdtPtzDVdUE8h/mWHRsNC2VaVD511T0xm9cU/Ijbf3+hesp1gfto
eCgYAnoYtszbNJD9C4NsGYKHsOdNk2IZW7jgmneuZe1vD7mwCei4ftfjgAdyCw44dHySrNnmCAyW
6T14Rbuy2S29Ne2sA794bx4zDMEn0W/g6PX1WpbE1YNa+SxLz6Dt13MKAYwQGMC9nqdFXJylowLo
jCnMl1fGWCh6ooD77245OMgO49TFt4+hOLFcd2u7W9WOj07OiqC3fhVAyNZwiSzzwXp2EBGDgdSh
ot6FV3D3aa823C3ueyygY51LA0nC1u3IW1Fb/lVHtOnc5r9prM0ttfoG7RbDc5M3m6F1fPwxH6Kp
2x98oWrMdcU36eFJBco8FkxbW4ErZecXVQzSnQv/7QrRwGHZWba4pB5Qz80by92bqbXmfvS3Ovf/
mT7X1d9FZcK3jyjUI+Oh3Q9W+yqBQ+HADdNR+VmM3XiyquYEOyvTH2CjegBII8DevnOZa+7nUX3n
3bhLB+JTs9iUZXzq8Z4iO4XTltdL0E7Kl9lY0z0tBDRdWJfbMBglgrlhnSj7xUnQWICr3xPrLFRo
pyppjnEx/6cKWKjMEEesTbeFGw2ui9ddFndoLbB5OKvBOhtovslm3DZHag93gMuQqfxrgliP+qA8
V9l+wFGMw8d3InJlv1qKRbrfQQ43edwUKRY6EXcPSn6zOvPVQDsGuKHbWVhWENdj48c8e5CislbW
2eL01FI55woCiN0eJWmQ6FWDhng2NlsUFxDL6QXts4dGciiE7AeaoIEddd/b62JhH2Fa8paWcdO4
rELlx8r2GVJUq5JnYNy/lPX4mwJA8ElFEmf2v5GEJjGQrKzAxW5qPrFO9n7Gox8TFHUDc/YS2mN/
Ncdfeiot9qq+tKNpBgAHtCbn2JqQ7mYUfDWKbTlkdeS8WLM9+tOQRZvb73Ehh9LtEnIziWoLJjCh
2U5qS2HZfmwBqlj560vrQle8o0Vutik3adiMFsiEtevPXgOeeX/fQY6ce+29EcFux3LhCJk9OWom
YNrJyU8iebz9gEszVBe+R42smh723SFMOQIURkzfVuQ0c/dnhcITNiMe5Kn4wVVxbqAV7GW5MvLC
PqcL33vDcWtcYOLANoCAY+YQiEdRd08NREqnYPMnh7kO/65EAP8F+LOlaITNDONZlDZqevY+ickJ
uOqVV3hdVB9sArrkncKpAFzzEb22OLQXg3cQIt7xNoIszn4eAagIrMF9yxJzp4a9C7AoPxnUWYts
C4tCF743dRdXfTnTMDHqNFC9uxeZ2Mk828PRoytlQHj7xTTyS+/W+w6bi0XVd8uClQM2gGSbjPYv
kBq3beGtzOqlTUaLPcqbc9RKUA1OB/fkJc5jNaudcY2wijw3cfGdsOnbanlxQdnJdT08NZVtd1nJ
wjHKn6zI9rbgJg6+Ycs6HAhAxzkD/LCg/bmUScD675REryNBM8DI4OOVGBIOHdJNz97YvpVANW4L
yTbVZH+lHm8D0Vc/rZn8yWK4mPdO/c3A7n7qhg4N4m5UbaljrO0WSy9OC29JZJlFmhI3FDBMgXmh
A0z+CD5wcT9X1bbOzAmXrB2w1Gxll/gYjMq4roPPrhwgPtR4dzX1pzuX3fPf0uO4uSg3jlk/l/Z3
F+mfGzqdAK6++MZGJ5z78ZHn6ex3yXwh7SozZ2EZ6bp33A5Agu95JIwz8wWh4BRJawv5ELp+jL0z
G/tUuicYRYf1NG5nljzVarrDGWPlZSy8fV3/TmBAYtHCwHHZorUPpPxOJTYWUPx7KpOvZal6H0az
/mrYWFi3uhDesHHbC5MPGra92W7QHQ+4hsHqLQ7qZmAAuESy+jyhWed2lFoa7nqeeRcHRRzBiQtw
sdBGWomsuA2u/SMdLZ7mMd071XxxrLWT5dKrvO6m78aCqltYgHTQ0KjHA5uvYe96TV9HX3LDxk42
/FFSfr/9XEuZnS5yn+urlM4bAK8qvJfJesMrbAd+yqEJECh7ExvtKU7ysnrkWNi3dNW6ohRXNm5J
QZkxfjdp+pZnIASW8+6zhRuqxQFFRM0TQDbOselEEE21AM4noBI8335jCydY3bygcmTepNIbz7yT
7B7m6gZuyFMbdQWPTmQN7byUWOjQZWtGoo0qKVjSXgNTkXHYpXF8hrfnfdym8BtEpugM0cmu6AZa
gUMOhO3t51uoTem6ddcCX6phxD5nThmKMtsaw3CIaffixmQ97114i7o6HXcLuTvJajybA7ABiBwZ
9TPHrP40V67B7SdZmtu6St1wRWI5JHfgnntRcgh7x9vbMj5A+LaJVb2vOgefLr6j3pdPjqilS2Yu
IzcR+GqZBX5vBaqN25z7un9OlHGoI4ZWmB7FKfPeAhP99pgfOyYxrivX6xk0DG/qbbi/dwD3Haee
Brhs8UdZ7evmS2FHzcawrW0GIJ9PqnCYXuX4nbrVr8r8NU6AS6MKjiaeqtrngI74AzL0zxWUdMF7
OWYcrjnCPTdS3cUx8opcRRvRUoTpx9uPvxAsdRV7WtmOI8vRPjP5Nl+LmpZ8I/Avw91v0CTVGbLz
h2ZacaRZCF5/nSbeRebUExau4zOGdv/+mRXkzUyjEH6ZF5S11vRnSyv/Lxv73SBm0UEjVlB6biC5
8a0ou4tp8djKfkPpdDRJ8ppk053jWV2QOPNmrKeVr7U4slY7Y7hBq2Iauef2RBuIzIcpBAI4REP5
tiXIDjvyw0NAGIbpjILMyqgLkUBXmTfUSPOWWc4ZRI+3SCY75SCBMNaOF0t//rqhv3ubXZGYTe2q
6Yw+7xpbaXl1UnShTVlzabruyh8cX3RFtzsIg3uim85MYRYKgt5x3BOrlQrdwozTZdlmORIxTcV8
7mf7aE3AQ435kO9Zlkh/qIU63l5FC+mNrsrunTa3ZqROZ8SCcy3dlykxETDkpVUwh7Hqr8WaJ8nC
9qJj7VNTVbGkmXP25p2IYTgGwulo3pdsQBa91ia59NG1qgoyXSGd0rXPSSWmjXCHVxcaMjShqZVb
t6UBtBxjRAvmWOCe6xzJaJeNVw5Ifso5XdlHlr66thA5mmTLSXSA3A9jICb+kyr6M7O7ozDa1fsF
5+OJq6uzvX4ijssd+1wx+5CX5Qn1f58DN9ikFioq827IycmBgx6P1CmKm500rOslarsSTBdmgq7T
9qaacdzTuGe4ez8PndiZ+P7ESyM0CjOoxVcy94VPpSuxC+UwOqOF4hyN5GD2yOBdoMPUr9sLZ+mv
axt+X1Qsi+TAzlbsPMD8/Wmg3XoP38I80KXIMpndWUXMPrcoPDg1f20HK4Bi+aVPN7d//0L00iW6
MSvhp1DOWClu1fjWUIJ1m5PPhXZdlBvlzsyNVtlnNfZnqxsOCqCg2ViJWUuvXl/ksJvJx6kcz9R2
kx2w1+3ZiCuxScZRHW6/naUhtGVewJ+nBrAdsR3IJA8S86i+F1mzVthfevnaMveQ6vaQfM+AA/e/
itYDKX01jVhYXXqrmLCLaBqQyl3Ktt7KkhwzIV8BvIc+MyrLgCk2riywhUmqdx6YsM+C8TFG8hy2
6XiLXbZyf9UsRjujs/vUh9CF63Pi5ujfm0CESb2ncTL2Ma7SVkPE0hNc//n7HIFNM7wCWvx1VaD0
1Xn3rBwg+MmOsDW4/QBLd/F/5X3vxphzlTWzgzEcaYsgL55b2F2SWIKQD2M1eCK7hyRPvpf5Gy88
30Z/sivrl5XBF7b3v8qjd4OLOIOEzGyHS4SCzCaywppc/ei3Ff9BkTmb53oKxTj5BLcoFYVRgIK5
CRm+WTN8H3h3sHk/7twaFObbP2hpcl63pHe/x0A91a4mc7jAsge6LUMcmVUVF1ykto+uSC3o/Ui1
MnWWstq/X+T9YI5QHpfxiD/fbYvEe6xwjwSNKj70XScUODVi+pEY1S6ZzTP86F5vP+NC7Pj7c94N
S5q2zOH3iw9uQOyAzt+gnKwf8D9YSUGWvqkWPPra8URVqP5iKjc0s6NH1J0YG9f3suhZyTGMna+f
ehJd5FqYnsWrjPcXl8tNkzT3cvYuANB8bjLoAtfE4b0jMmM69zBWhb0W37fofNu6ufVSdvNLZqTx
yidZmgq6hhVaFK+M69Y+F2DM9nZgoSMLCfWucMegMpMdc/kfu7UPaZmHabQK9bluFx8cEXRBazQ0
ZTqjdncGWAoLTESA8DFfOOJcOgVI5gYKsoQ/sgY2rlN/ao18JcVaOBzrSlYurXi2ejGC3Rbn35gL
6C/veInWH3hFw9oIhoA+62PjSwd3xwdldjP/5Ee9bnnvZn9K4wy6zFFekpT+x1PIVDzX649dm9I9
Gcmd1ZUrBYCFdaCz4h20CVgwKpUXgeuG1m6ZDx602CCrUdvOkzlYHeMv2axeOl7X10cf0/73yZjw
PDlPSXnxJhCnAIGS9ZYUYXM1Rci/deUPMQ6Holw5/y1EEV3dmk8Et7Poar2YZhni4G0fnblK91UE
rsbt1b1UJdMp8MRE93NeRtUllclLKrujZZovceNsIG4H29F5NPo2HCL24KbTStX5urH+/zsE3/bf
d1gNc6ZINVQXZAtJ0HJ74xWAYRRo7/scLwJ80H+HsEEiTR2X5RfWXJ2MWOG7qNNU7Wp368fJG9NV
u25kznUCRC+0lso5qJZucjF7K5vWxxskMFX//nq3hAdrqVL8cVX8rjPv6zw3je+MyZWS+Qc0w2bt
6388wUC5+Xck2RM7dWksL2YtS+VTJ8v/g4ruv3w051+diLZk6tKtSXL3HLXwQGAG7K4jz5Twwkof
S+UGxJ4YoMJDpba3Z+THKxqcjH9/Ejz1PFt0XXGB1BrdV/PeMppNLdoNrLm+T65442b2OXk3IAf/
jiWmGYUPwysutdXsojb6ZtP6aM1lkHjWt9uPszTZtYAR2yydLKiSL20t/LKC0S5MvTdmYX5djRJ/
y0EfLSjtoMIyDyIhq0O4ReE3B32Wit2UxwEMTHrPgbnXyRKXKqFoSA1hB+pjZLAkAiuGRC3ZX/+F
CT/XuH0dhq8A0uRt7mMlNvFwJeo6aCpxVRTgf2lQ6kcjvf6fwJw9J+V/Y/5ar5WL/6bzHz2GltOY
CvdedYLJOKP5FTw0ku9TNHgB0o7ONY5GxB2M8nzbSfc9sfYJWiPSKfUbic4ilEqb5kLWKHQLURG6
6n8nRg9HkcJlqIAZ452J2y9WoaI+/H0JBX0lHrZsm35x3WFlxf9t7f/g2XVNMGzWuZeOGfaxrlOH
qOL0jljFcIF5TAOFE7ljVpxsWAMItF3l6B8WOPXS2pofmoGpsEtbXL3DUOaYi+y3afAJSDDWHbsm
yYtNmwlx8hwox0Bq9PYDyUUbxJA0nEWqemtLmxYwidSGBrBwFF4nAa40JsW0SUdJtpBsTmsB5+P9
E57w/77YmsELOzXL9tLHbMeovGC9IzFqkehNRw+aB+leG8ZaH7bFtxfgQojTVYY23Ef7fB7bC/Gs
bBPJcsvd0oC929rd+0K01vV50yiLqOnT9mLF6IwcxJsrX91uvoum1jo2Eep2tx9koRcM3iX/vjtF
RVx5EMtermBI0J2OtUGPZlOhMoyjjH2PQ94duDNYN9nZGUvhNzTd49yM80fmMh+X2Gv9SR9nlsAd
//tLXKnajlRmc8k7YzMMuGXKI/867MS8AIe3o6rMYDW+LY2mbYdzTeQ04h7rIkCI9sbqoCjZmHW7
dxTOV2YeIoQHwvxUdyR0Hf8+25iVjXLRB3OpMhpOhoMpMz9OXvp0+ysu7Ae6cFzWaZMNXdFcUsOA
GuQun9ojj+jBjH/cHmDpbWl7mqoVChocA5hNehEG3SaNDzT8nICIbdRbAE3vV7/MQvMS0zXjfU26
0Z4MPE1W7lIL7rv9V8b5Ju3FPrEPURptotYJW6dH/65lAjRlwAuAjQFL+pUceaG2wnQQOlgaWZ3H
WH9DGtrN/XS1Bntx6kPKqpCoIqiz+Zjw4ly5029rrfy4OKq2WcUFbhgojVqkDuiblu0b+HUgkzkn
OrLvlVFcUpLvas8JXVhXWNGBcroyQRdmkC4/N7zeJFDYtBcvyn04FqBCH9/HNd9FtFoJNUtDaDnY
PFc1DKxpdTHQTcGz5GxL7zIT8x4H6JWD20ICrYtsxxRZLgVf6QIHr2dbWmFcZc+3V8DSr9dSLjGg
3Ssa7foyVJ2fOBI3pxeGbWYVsboU8bV8q0T/lqM8MYVVWo910DYKrgKWtLgXkJTn/YY4FHA/Wq7F
26UBtck29EVpt3k2hqPTqq1XtzuJHQ3982gqU0axXbX1XEi+dU2taTSFMMd8DGs0iLGrccgsS+i4
wqR5JA031tHNSymWrp0FbsC9Ok3jmWQU++6Yvg42g2oH1sTCqs9zO4R1no4+z5DoJWP2dntyLFSB
mC6dzW2wldqZD2Fn8gtwNCe3HDeDiTJ5PiDH42HuAUuUcPbQVg18uuJKriU/1/nxQZKn46Rx1U1K
adV9CCPYHx5g+kPlHbihNqQ1d00bf1cpROyFBE5ElKcK9lK3n3lhS9A1tvAftcF6GPPQIDBZgz3Z
BLJxNIFlKs5NUUMq0ZX0a9Lkr+WU3t8ec/H7ajHEGxWAoHC7DxlxUXcaA+nUGxhaBSkMJFB9FdSf
GxwdTQhMW3tl1IWF4mqbn53acRJzJw8jD9jLiPdB0sXfZEMt3xXiKbOSh9uPt5BV6sLZUnTEiY3r
KwUP1oTNY8MinJic/ef+vBZhCrtuY57QIvQ8Yze282buu5di7D8X3/VWFhAtStz3iyoEqnWXEXaC
jB1GdLz4OX6SY8N0eaw5qNRq864C+fa1ZLMCLSlB1SC/ZKzeU0zD1Qucha1E176yktq1J0kZ1szc
NFb3IIr466e+g65rtXNYcgs2yzB1+XfQW+DGl7enbFVYurAydR1rzHHRL21PhpXoDr3TPDTE/AHA
wPMEknLawwihtE68bVcCwcLy0MnN04jLM2jTqtAc+JPRNNuEwNM0mS7mkPxJ1qqWC5uIzmeG1Zj4
G+pCMuYd1LKvFYSYDe07f+7tbY9b1YMw4+3nvpC24rN0zFVuWGXY5xABe221tUoTXWS1XBlg6Z1p
2UQDjveU5gPeWUlQF4q+QNNW+4VgB5CzcPDe3H6OpZmgrfjKaQ2PumMVIr/bcCK9TZ914QAzdZga
AgEghs2QvyWtqVZ2o6Xn0nIKAD062aRQeU59M/kRsw6G0ZS+F7OTWzf9xS7X+JoLI+ma0swtRG+1
UxkSbj9TlBKvs07ZUxcMRrKu/F1I+3RRKWA2SQ1FvQpB1FFHO40hnG1zdRl4TzacspU1tDTM9Snf
3W1MbhkBYFQ0YRb3gL6YYR45finNw0i/3p4KC3uLDjvOITUY585pwi7uiJ/34IQ2OPr6MMVZgw4t
PcR16HcPYfQzkLx214KUeY6AMZN9GgXoRvu5zrW4ro8Pkh1d/emQARgjOEKF16IkpA5oI8mR4Yj4
N1WOhJkM2w1EJfin4nHGDRzgFieHxyuJwNIDamFhqKwJjwO1Eo3NQ5G/QqV1AuPibhWttRDkdDFo
6+D1zSVpQxTXfpnJH97O2NnUabLjSzrTL3RN/LD0JFpgIMXIegG7s7CJwOgst2zw3mpi7LrB/HN7
vi2d4nWWcd5bSRTHmA1RX5zgaX0/DfwRdKGp3uWeAnmmcI+05n86W/kcdgbBxNWPnqDFDf9tJaFa
6AZmuhJ0QjCitrLa0KuaZpdWx5nVB0P1O2UPX6JmPk2Fw3dVhnu9KN3mcIAUot4aCVi4xigPswOj
0aq74pAPlnEhZtzDlLcrd5k17aK03svEfV15XwvfXmcTC+4MVU8SFaLUBfdpuYXhTAvkRjT+J51d
bUQBj8HcGALGwjr9no+7uVSvpflKUdGum+PqJFyqQuh9Ao7MrLZkaC6f0SImvQM+mrdr5u5IjfH7
bMMhXcTzl6lrfGnO6zj2hc1KV72iawv1Zzupwx6X1yCabA2WB8DWfq/QZqWs5NEo0/8GYq9sVUs3
A7oOdvJmgpqWV4X4z9LPIhbvEpPdkfrY1ZFvWHTXoW6OSwsPvmi9+z3p+9mvK0/4mEAIPG6PyxBX
2Btb/Rozj6/s2UtnHF04q4RTZry65tEO23OrPTVV+lwkd42xpWCZSqPcJ/3X0eBPt2fegtqf6frZ
sYpIUqd1HTp26x7EyA710O8tmE/jpzzgRWwbj73Vk7OLyrg6Ts40XDKL/rSBJSfADZAmFMN9ku3S
4moQUW2nsRCHT/44LVNiqIO4LW4VoEc5DU6Y/nD4f02LnmbHDomD/sqxBguX1JYPxccfoLA3YNLs
PDFf7Czo4Y2dH121g6dgaJtr99uLYUULn1M8MsqHsQ65BcCgHxf2wTON56wsv0pT7p2x2bU1t396
rARdUMyvncPLAD1KYUb7h7hFRZEWw9XrcLorTCq2FvYqs2/dwMj4g4XWvw5l9aSO08fbr3EpuGh5
WUkNRxhG34QeoEUzl7s0jY+OVWxJzb+kyqz91T16YRnrGmCnzYwx6gakMsNwGQb77LowzzK7g8HR
9C6zX4manoZu5SJmabTrA7/LOdD74vWWxI7JrA4XBRSZzbiP8hqHW1PtcbtxSm232lxj60rqvlTr
0dW/Mo1VM1YYsrKrbSwIPLvclwHp7sCmryg75bC9rwIV56bPZnSm50bl7W9/xoVtWycjC69z0qJP
UTb1YLPpivtiSO9KS55Wg//S+9RyOMvopZewxLjQiMG9znCNY91G0Ybw6vusGA4rmfJFabQ44Tkr
adXSmFpRB0JMyEL6BjbIAm7MWeMrxF86PPHR2Y9GC2Xh8DVd77tc2t90DbHobY+gk59fYive5rEF
zCj4+GV/hg/afQS0gOeo/yboFUv5FjvOdlT8x+3vt/SkWjCjcYHC2DxCZ+qobd9iQSia34M5chqF
1/i5dF6nzH6pyjXL34Ws/69nwLvl4XgVlLQD6uxTOr3BbOexcCDE8da20IUiyd8d5d2fH2YsvgwM
lctkGvsCrkztuAXvvKq+VSM8uTLyDCaoz3/n8NmGVSxSlgyOJCSdE//2C114Pl2SzEtWmpahvIvI
Sr7rnCnaF61C1tLOamXNLeUJuhg5cSBhteiUh40T/TS6eDfGjgwnD84qnG1SkgZXr+w+a7ZepU5w
l9hAt0WSeG8mGfjvMLRGa5rI0adHy7UX//FzuzrjI2v6qrWHpAotae95u5+FL+riG2XDgynS86ia
g8wlCWrb+BURI/bbybh4VnIqjc2cmSupyvV0+sFpTJdQG8wBFcedc2yDsHlpCnqQU2nDOLSBEiAh
QToTuTLUwkzT6c0N4K/9VMk8zHNzz7r+CRaeL7fn0FLCpeuoO5s5LVANedhNtcFPxKZxGlS9ZAc1
2QOI6Xm9t+IieaxlNu8M1+S7nPcrR5SFkK7rqOPSnHHogtFJ1aVfIg+OtVEsjvCMF7BldNYE9Qtc
AfS+/btP8sSBysooizAyIcMoBnefSHvr8U7git3adazIfU4PmEo4drijfeF9Aa5BBjx9jouDydsm
RttvqmoUm6Zo1i4RFngr7G+MfhdBygGt9lWJ2voQd+oFmmBYX6INcdOl5RNB346RGP0R4LzBT3KG
ZcYkm44JGR7HuHoe2JrcYiE/0pXVhcozEIdwr+BG0OXM2Z5z46yyqUWDV3uCSI0AEzRtVybcx6uX
/Z2I7x4awQR8l8lGnX904fY5wUwaa9JxyZ+hYl1QePTVrcuTiRYdv2QFiBb4QP+VIoTpt12tpP0L
P0KXYHfeMCVG0eZh70a/Y6N6cVizq+wVOeZSlqRLsHvcvcGLpspDy6gfbAPcb9VOv5KZ7k3Bg2HO
twXMwFHh3za2uHi0X9EnL6wnXY9tFq6yIiuSoTNeaWgzP7CiPtl4t6sQxIVdXNdeV1E/D7xLZVjM
/VNioOcBmHdgzkAIA4Edzc7ZJl8TGi0tEF1v3SVmX3uDU4RxjkeBMsbpAlPJTWbGB0fRPZNIxYj9
o6qmgyzbw2iZB5Wvdg4vLAzzGo/fTdWh9CI0uIkiHJT8maIxbVvatdgSRZvAGIYciKBBMshIi8DL
miOWTe4nKWTTSV3fUXT2BSU9T54TDGCdR5lMN/G8dqhZ+tRaTINewcqBSynC0cj8pO++uo5l+JGR
//HmtQr60hhaxgYD28kRQM8jCTWeG6S9EsUI8FYCxzNWtCZLr1g7TKY8nSMg7cvQnuFSMrfAPSoe
7wpGu42VyBE+YB4U6JD13A4/C7u2Ls4eoI0Gh2FACjN1XyJA8eY4ec3p7Pkii+87nqwkTgscILA5
/507JDGoV4CtD2Oquj7D+QRNSAqOLknpyQ2es366vsiStVtaF1ujq38kcxsdImoY59gYEB0M+GDC
bNbapvn/OLuuHkl1bvuLkEww4RWoXNVxOsy8WBPOGBOMweRff1eNdKUevqaQ5uVoTj8U4LC9vfcK
bRnaUx+XZNiNBKbJaDGY/TGoTTCMxhhYwzdWXRFrdehmzcZL1sjFCwA5EFb//gqqS9JPVScvOCyD
EBKWO1vSg2mFYx65hotaHawP/HdSjHvoEUe8kYe2rVHOtJ2tmYv/bk/aQhxw59jwUjPdtgyLnQ4l
BHiMbi+6P5i1EWpJ6dC8e80bTm9suRAG1jhZwLztWe2tUIM+3wfuHD1uNtyFc6YqLh43v6DLswuM
8rFl/pbQw+0v/HxZunPUeBF4dtFrs7jkVg+Wn7UDTf2HHoIYFngXNb7ffspCWdqdI8HbytATaIww
lpMteRBmAqsVu6jufHs0o7ErAyRHQsZB00eJycRJ1IKHMPABVLmSd6LC1YWa5fb223ye1brzM9go
AhSRM25fEilf7KnANSJt3m7/9tLCnZ/ALeukQhlxuviQlgzHUkVZ6j6Nso2Y9Lc+57+83t9DPPX3
1dPJtz3YrGfBhpD2mLbOpVJ8f/tNlmZ2Fqc7X6IVMzX5ZUj1fyit77Frv/lpFXlAXa+2NBZSXHeu
Wj3IHNJyGR6Te5YftwVidG5Gdia/I+t4GvJuy7ps4zlN5BHxXDrwiVXZyaqHu6zI7A3i7tayJNT5
zUOZjv90b3Hn6tWtCKocddIc2za9Q4YF4426+X57XBcuLqBa/R2adKrgmAgf3QsD3AeMxIhDY1VD
pvaHZbQHh/qRat1vWVOs3FWWHjhHsMteB0NDlLxkzIIKordLSuuh7PnOmB79ClkJBbQAcbpxw8yy
8pUxXIg9cxh7V3SsBsJKonFd7bIa3QE2wbg0L5NdwJwkuj2aC6t0Dj8WciJeyVR2qfpigy5clKSQ
mCb9Ec7Qp3/Mut25gHU7tqnvETO9yCqBDmeFZkqaWlBcWYkoS19xzfY/5GsGSltt5gG0Wl6T0m4q
75zMjuhovHBTH+SaBMpCUcSdI46BtBJKe724pBk5BX3QvrcOkkENe829xYeT1wG9yFw4wWZiz7j4
2ZPSfAimCd6JiTmFvT/l6KR3h5Gr5mHU6UqsuZ7K/1uScP83/c9UUDnFhN5VvUltBo2i/n5ouzjz
xAFmo3YsSyzRf1sys8CG6u7QtJMpLpCVDLmM0co81h6N2gxSfO6aQtDCJ83h0JSlIxew8cTR+0Jc
L736KZ5aJXYJs6fQwNavU1Ls/u2TZsloAN6YZGMrLhwUj4mhDuIYFqof7FtfmweAVtjK2C2YDLj+
LHglmucuzSZxgek5umkKopxTLYqd1EZE9XcgbV2SipgN1aHTBbbhyKDVq7pj44BsVDVHMrrfa7hb
rbzQ5/dhd46Abljuw66ZiwuYTalZHbtySNCDdfXKyC7ciN05S6VNHFBnobRzcdmzGMW27nrYrvW/
s6nbcZGKMEjbq7r3oR38u6RbKa4vJY7eNVJ8iAgEZBHI8fklqtr8RzFMUTDRr+pXU6MIPcDxtT4K
K9s4jXnuvDwPaWbFGc7K28vp86syFLT/friRB/loFXh4NwBVjBh+kB4sqs0vgfVUBEZctcPFYGoF
xL6U3M3JLLRJ3AH9UXWBv/vBNezh1KGFPSn5rfRZmE/tUTT2/VQfQTuHuCMsXpC65zst+iuR4Pn2
Ny+O+OzOnGbNoNig1SX3s3uaWButpk0/YPnmvb6AM/GeOU7kts4mrcpNkNGTawUPqy2xhSNgDoLH
8QLBMhqUF2r+Hv1kCG23FmGuhwPk2Ko1Ufyl7TILFJnXubKDd9TlGvuzpNhWo3OXraH9lpK5ucwz
+qENg8wev9C82MPO7DENsriBtbk22MaDqu84TvdU9lGXwbnYz7Y6YRFBF9WqxzP3g6/M9tMQnYDV
zthCFjJHsY+6H5QuXLwR6+4VbSFZXr+YXRmhw3x74SwM6Ry87rV561lwZIO3JX1hur4T2fC86na/
sCzmEHUuNS9BYDDOBnzxIuXrYFtNBprX6HCNxai3vGWPtz9kaR/+Dybd6NpSQCT2LHt0ZMnOReJt
Wg/4V2qPaNGit228jNUzeuQhuCam00WcrhQAF47LOS5d2UOl0KA0zl6uYxfWBqX59dpQtKmKHJUf
y1+3P3JpPcx2OXOQuPgix2zhFlWPzsGzu2PiYjOsbYLrL32Sy8xx55B+Yp3mFb+IVpPQcaYivHaa
br/+QhfUnYPNK5RnOzcV/NJWVhYXfbFLhrtJtPVGQ2E8KdIqHHl3F2QirIR+6dDtDpmsVuoJS1cJ
dxY/LKMnQ+djmphpvbg5aMwGeQqCjTtyQFzeq9a84D78ZKxdQpeuw3N4eqbHzjfb3jintj1+Vzw1
ngReIUzgCxei+P9acrf5rcbiuRJZEdf1fwn3/qMQMAw9lnubsh5+Tw5NVtKBhc0+R7KbQ2fyQbcG
kDTqu074A8+dzeoOXFicc/S61fa8aFSCyS3t7r6t4KHZGj6QCTKwECalu1lZRQtrdI5lTwQ2QWHj
QZV1tG2lfha9jZKY0yQxFBKGA7Srn3o6oUwHf2YdAmb0Jk0NAWJS5LEtRy8M7GJ7+2WW3uU6GB8y
HReiPLJpNKLOYMKENNVDmKkpvv3jSyN6nccPP544QSeMpDLO5qA2MKd+yLN6Bw4ITPpW6rJLO3IO
cR8Nrzfhl8QvQ+mjuO7dWyhrB8/wsRmz4VUpcz8IlITNak+m4rRaeFsImHO55oSVtFAKjxVNHvKp
/ZJRFJ0DI3+vExWr3ipD75ou/ds4Wn+PY+tANJPynp2zrDhk3N3RBLKAdrkf1liUSzM1jyzWoAXi
vgFlKhZDUTnOR1aETtWcGl+unHBLu3d2eXGaRrABwK2zmBzjNNndd1Mkzb6Rib9Sjlj4ijm+3S06
3RZVws5TW2Ir8RfXGZFQWq9sGFZi8MJHzLHtykm0Wdk2O+eDPBi9cZhSffGH7N8i3FwqOS98dxIM
LUtgOc+C0RfZkHPWTysD9Afj8cnxOEe0K08mWXt9fVBo3mqLtG/S90JimbAZ6mEvwK5HPg01EDaw
igQ6q39wtYwLCiFYkpvwtih1KCAXs7GBkYEhrlXHyNuLlWxuId+aaygnXQ8jg0Dyy1hDD6zPIVYP
nQ7Vj2/M6nerzciF3TtHxJN+HEAsR9LokPFoe+7vzk9OldeHfqu/DeS/sVlZLUsH6FwWWSee3XQc
5tmTTB96V6CBWx4cWDsqjuv7c5IB/Unb6XVSuy6VW2sIonEyftScbRNDrxw4CzF+jpAfqXbhkhaw
M7Tyo7JHvbO1sLtvx6Y/19LPltQsdOQVdaDFfA3yZY5yY141+9Jr913jt3e6bno/6hRulqrJ6btA
VWZXwQ4vlLLsQpXBvyKHOJAm6r6jyr03mwzX3bp+kRU8uYshMOG6CnMGp7a+s9L9otApSjsIQdYt
ZPGChj9YJloLIextnIgLvw0DzmDVpcDZ+VVSYW97wYzYK+3sp0y1yGCxrarHNpWAQcjCbThEdOz2
twB/5F3jepR0pRcXXQ4+BGG1vc25DxSST9rvia+mLS7m8FPsi+IeMtpGG9aZ2fjoark1Oo5XXe0i
A4qIp6/T4MtN0pDiUrrOBG0xy4qK0S9PYw1sBM0J/DaTK+yxR7up1/JbknM0o4Q5Qf2wFRGsm7vY
SPziIFD+PGonRamnwZa0xry+n+RYvPM+WMNILkW1WWjWUD2hleOys1mRHfPz54Hi8Fot4P6RMf1k
jcwpBY6t3QZFBn4p0zfUi6y47jUHv5bcZW0LgRON40D2YSeBfBMifasyXHd4m48h8/Ipgj0aZqsW
3wsNPyE7aENbgfoFNRYzbo3gkRO2g3zSUZY5BGLKNdukpeRiDrRx7BFg6aqywC0VcDBl8DcHZi+D
drqofiT5F6gWHa6OgEHbqe2kUDBN1mitS5FjTm1wcuRNFquRjab+VjMZd1rvWAtjI3R0TR8GxGoK
g+6bb7fHwIGaO1If/9F3k8iyf6xsbaQXn83aNUp/TN/AdVGWzAkE+ycYYHQvJG12xmC/JmP2agBe
dPsxC6f2nMMAtSeQXkxFAA1BOTi3zg6qPImud0Wwv/2Epbv1nLbQ11ZVDZRNF1Um54G3WRmCxwW/
z658VtT51QUMiXXth2bWxQCMhG7XPldBAgRVYTd3ALf9mzWmOycqMEYcwlFguzRVc6gYID4+tXe4
+IddwLe2rgz4gTYr1/qlqtqcpZAoUcAVr4GzNCFH06SHgvd7N+sfctyQEz3uaWI+BgP7xXW9cSBu
/EcWa81ReeE0t2dpa9cEhTulFoGPJffCxusjE5AsoGDskDg12dn+qkXdghUkQCt/r9WicZjv9IRc
YEyXe0wdeyv5SjmD5idKtvdSOggsQVSb1Ab/vcjfOnvXprsG5yCpvOcUdlrQj4PPuReEiRrd+1J1
cPJj+c7qXqfi1WhdhGOgABmYbJOKqu4Iig9aUEjD1+RYF9KSOaBuJDXkMgjCjQdMBGVthJTgbpjg
LOIPG9LXv4y1Lbe0IeZoOj6xIm0UfMQ6OsU2BGUdwQ+ZPJnTHRkoODPBA4eOly7V3rebvcOg08TR
oBR65Wq4QAdx/0zkh+CSl0GXy4mTS9n5UAewzEqFjmHvM90EG8NOL0jkf5l5/l9OChlmUwnb2kA9
BdfEUPf/eXDf6r0OGF67AVfS+y9PJAnCwMyz0GdOEw9GQyByzcefVCX/xnFGhfnvVaYGG1pkJJgu
cpTDzk5kGgZuX+8L7qzdmZcQQHM9dtkFwegN5nTRrduHdZ/tiAWNVA0MggelJXrImvOUNGNkOqMb
eqRs91lfpxE0qLZkmixosUkfi/0gIDxnwZ0Th0cIpPewa1sLvfS+Rs5J7K45aTv3H4j3KFH0GyAn
2LRPt+PtH1rHJyfHnO6BKlkl/FRM4IL7hwJFhWgyOhEF1PvRqaK6eAP1tmXLDm5Q59+GDPJZvool
ySLX6xPMsPeoyBBbiXk0XIjr1D4E71Lza+mQPZ18M6K198WAtXeYpY6Ius4vd0UOjm4Htcnt7Y9Y
yInmvJFgnJpEBCW+wRm/FV19EoPzW/t0BRew9PPXv39Y/9Jx/Z7D6PxSkuw7yhWtnXyvBu/fLlJ/
ErEPv56TCbaxVjJdhM2C40gbGvq9UhH01xhMpdhrK4MVKN5SljSnhkgoJiitcbgOdbKRzXuPVFxA
YFck4i7vxx0rAhjnBTxUUp85LcJVi6nFR89OGIJ9x4XlTZekQl4+ATWyMY0vvhYnObV3fVP9NnD0
b3HQhLJPQtu0n0hll2ttwmt6/Nkynx06TRn0tT/p6ZKirxFm7ATT4DFW3G6fbLYNSLblQ4CLBsmN
C/X9NWD6n7T5s+fO0vXeMD3lISm7wCI0j0UL8+68r0OLEBNCkfJZAIIaAuyNrnotN0WWhFCen0JB
oFfoOu2LGIMtM8ddOvpkW6ZNTOrx2BHvPJH0C3MmE0ECMhgGiAqPXBjPtu5PwSgLXKtUH4+t+wrW
OpAzviaPfm2gFzLmQEKB5j2BkScPmaXlJlXELuLElCEkTvAfPa0N+3V2P/n8OZY4a6CJVFUAaUGj
aJ8E0KYeKCQ24cTinGjZP9HAPE6jfrYC8vVKG1xtNi3lU3NgsSEJGxM4Zl2curiHPKq6n2zxNuES
tx0d/U2IBFbRlX70inI7mfmhch8VI5Gf6ZUCzh8S0mfffr3jf9jYJfWdAsjw8YIJunCfH0VBNtLp
wqkBnMim931xFHpDkvIh4Pxt6DyYVOjvRs43Nfzdr6MEKVED1FPyU3f/Wf1a8nI9Aj97MfvvF+NZ
Wjuw5R0u4P6GhVNpkGvKkwIActsZfDcJ49Wk1pNN+5fb8Xkxh5kdxtwcmhKdP3JxISvhCUR/B+qa
wvE2Iu8igtMvIQ5q2oW7V4P/VkzDmacqAmnzyrm9/RILKe6c58StOtFdjrvL5PyCwRF84au3DP27
zFWPYzdsbj9l4az4H85QYgRoxSDCGmZ2bli6b/yuCpm2Vr5iKY7OmUJw7/DrwM+ti/BK/4iCQxeK
CYQst/0+Jc7WKUyFEgZtzxq17u1AdewNT+BUvt3+vqXL7p+/f1jV1FGdS/3RulRDXkVBm0IyvIyv
uGHkdL7YACisYbmOM1+MoS3SH6lB466pv4mkytCsNJ5WXuQauT9ZxX/W2ocXUXbtGl3TWwDUqt3Y
kzs6ehdhOjHMq04lMY5GyTG7DsEAYaH5aKrffvLC9vkTcT48eKpyb0zL1rqQkR+H1OeoBfId9Yrn
pvjdZ2jL8+8BaEgr6fefkvgnH0qusfXD85Cv2rDga4YLYC6RQ0ceB1w+pn32M5XJFENi7kdt8b2n
qh+9GpxDM1n3rddFNfe9SOQaOt4VfZ4cF70V6y3jaseps7GcHK4VI4zPiQWRKT4UOvRs9qUsjR/K
B1AfWsJ8jHpVgouxY+ihVpY+2PmhkPugaItdHUwxdPiDr8LRQLFD3hrLooRUURrpKyAtgH4YAd3H
d/2YNnZculPssdfcW6OWLWzoudA701VHjICByzV4dyPwE9DhDcHA3HdCHa013PbCTW9OJyCuK8BH
sa1zakI7eYBE8M6CniD17V2fBoDFrWzsz0srdM4maBRVmsIE+IyO+KbXI6gAbliCX7/aCFvYujAT
/nshaUeggRgk9tktFRxZkw0A9UATwTyCPqSev530+Fi7w9OVG2zCKTb0wNY3mvS9lAWYY8ZKOv35
/qFzqH9lCYn837DOaP5BcWRD0i4CTPoKm1DDAUKKUTb808WAzmH9ZdoDOtg41rkpklPiksfAmkKn
X2tyf74C6RzTb46FGwzdaJ71OL5mNDlJx9mA1XFSmDsjd9Y6p58fKnQO6td+msDzlbv/vwZBKY/h
PwNJcRj0JcM9LIpdaKgU95nxAhAKU9W6a/DSs2fJwpAIF6KtiXuGdyoUUcx+V1fpL2hWrByYC0gJ
Ose1o8vCiJcKFwrNdZTQDnCn5E7LNEqHexRtmN6BRflY85U70NKczS4CykzMYZpS92zoN+zlSWfn
rAXLxkngQV+vbObFj5ql/QMzUTGH8+WZNsE3LPh2c13e1BrPEIG/EGJBZcXutzTpDkMN/vLtk2kB
g4nSz987vAgmy/RHhclqdgO6hVghxHjFEMKb0ui+VXYXNyAOjNn7ygOvZ9D/nk24GP39QPRQkrHG
Njh7FfBHYJj6CBpmVCRD5IhvwhuerSo/D3WfA/p5QMGO+v8GH6L/A2gfYQ1lNNw7D0LuZGp3Ueon
axO4EI3nOPYsSUttck7PVec85758Jhpoq0BsOmCfb4/d560+OtfMDgLuFrj+0rPo3P86H5dux653
t397cSHM7h6yDCrXtAJ6RpsS7UsxxB1/gDDBLqfBVnlI+XmGdq0NywIXwmkwsfBX+qhLIzePF4EJ
fVjXwmcVQWT1+uxbBkT37edVvd2F82MOGDfaCUIohkPPA0niqUZPpUyuphenpHJIlJvpd5OAgluu
5F8LAWMuld0rGaD0PrpnU/U/BwjtQB3lTeYDOHpFPLKVk2oBEQrZ+b930pRnZjV2HT0XjdjmFhK0
RJ+CJO7a7ZS/FwQt9ce6r55gx9gD7ifYUem3Oul2U0Uhae0RO0ZWuvLNC0F/Dha3Pd92+yDHEANH
UENzNvTLf1v2c5i4y9sSQqb4aWRWcGhnJQnlKpt4YWnMweDQ4ajLvMOyh2mtA3SUrUMNzRegI2Dm
YTd+Faq2LmMqwF1MtDpYrqeeLMM7EWapOmJNACgxfAnSuJFDs+mrcoxUkFoRN70CrZ/cWRmFpQNi
DiGl+TAlrbKmM3wcTn7iHdTQQt6VjN8rIr+gYrBzHQZsVHe3qpa5sJDnyFHDVha0jBNyHln5KFV2
bl3+zHBLa8rxACeblQN9YQ7cWeip8jIdCp4P5xo3+MmKhscpq+5G03ho9ASBb6jaroKWF4dxFm1S
q63qClw4KG+yM8ut44B6Bq6fKGQ0zyls+yDiUYZ9gaIqKaBHuhJeF4byD8Diw5XM6piCfPnkA+/j
bVhe7BTEt3j/A6LjGwgAihEUDkJC6mRRxThE1AHL7JuvnhdsOqf9TYLhomv76fbbLL3MdRN/eBlI
UTZGAl0WeGlIVDTHu8z0ttyyv+VN9mCvWbJdp++Tk96bTSvk+6zKBfvo3EnfiTMx5Hekc+jKolmo
k9I5qr+FMamyOfXPBEXRghVo4ktX7EDnJFE2QdMjc/qdtIot7q9TDI9nFBes/pBpDXqj2uQ25GkM
GN+A2mkde2J+ldCXpm31ZJeDvBs9YDoqCpgor9GPd3roTxqqO+MQ7Deu3dBjBg36h4r31SGdyC9V
Nw9FYxWPhmP0rwworLjFDfwpYDmLXOk9gWKbxi4x7ZV48Kct9cnwzuHKtBhc9H8hndQg89XT09DJ
jQVHTbLjDqqlXrYJkotpP/vywbZ/GOgpGUMS1lChLu4doMDrKYiuaHCrIkeArwpcQHCnSu09L6oY
irhhbfsxBJ+0uaZNtNDHpXOIs2fAot7p8coB/0HlC/zpQrM09sr8CvHGEZc6WPOAUP6EVpjJtmK4
7/uDYY9PkrwOwZtXoyHn3Uv+JeEZOpYOTIm2gYKJkXrrijYagmSDDxn9IUorslK6WWhl0jlKuk2G
OhuBVTrDqiHC4BbpnY/cNPGf/Gpf9m94cy8xw2aCD0XLQoLeCPx4Q7POIsd3t6Dli2q4ExLOa9Cz
xv8Go7HJy2Hl/Zbi2Vz4iFmggtWW7Z3TJsPvMwaBYbppHPqlSqaD5kYKJab0KS9+riIuljb27ELk
A7TkSuXbZ7QDaGhISIs0qRvfjk0L2eCc5yKEVTb12DpnCvfEXFcvhSrP2WgesjUBg6Xj5vr3D9GP
UKGUMs0RJlAB1Hya5NWhMOotpyF2Ud/IGP/dYqIrA+XJ29+0UIKlcyJLXddScL+azl0x8pe08w5F
7bKDSKf/8r4ClmEQ/OqbDX8tmJhtW8et4pYYsGeC0dDtd1gY1znbxYJU3ei1ExBowmE7DpkbVbj5
zmwgVNUFzuqFcmFxzGH8V9NE05hMKLrlz7UnI0arENzMKCvZDlWaqzZrtpXS3LHrbRY1iLoJx+Dx
9kcudFDoHObvZ+YE7x9Yp5ZVE7oWmkhmZGbfcZ+9ljvqYl+3v3DccmeMRvrUwIYiyWI1AoclI8QO
BJuIwp+3GdDoXJv8hZGfMwLo1JRmRhp29jl5r5DFHYYui1KP7q5VU9QWfiPXFFHFtbPNRB27vD86
hDyMUOGDaowjL7kDVGnDgzWc0tLVYS6Ir5XXJj2khs5T+QXD0ZV31zOjc/PNlRjUq2yDa0pPodeY
GCHpyi8TI1sQ0JAg87sUkRdjZQYr2cjS1XOul89TU4wjM4KzUQwn4am4Y485YNGO8wbh3a3tXkw+
xbTwQg+R9fZK+QNA++T4nHMLDLPiNpMOhPK6b+3EY1NCLdsXsYRpsU7ePKtDhectpWl0RWJk7s+y
HeMC2B0E/Jq+X1lAWMsjlJq6b4jqZvZ+PYMwKKhAgTCLT8ANDEt96vzdFeN9PSfkFNrjAETp/fqH
LESzOVkhBwFv8BRh587qXkApg0xkj+1GhHwwtLmBTHC4Km/4Bx7x2aBZf4fOjjral1Sz8wCLwKJ6
qsd31oGSjK1sdAaoEUZ0TTymLt8MIGYVuRdhkLDtC+A+6vFCkm+YzY5Pp9SCB69/adskbtyrTguK
1mnxc2Vyr8n8Z+85O6EAS3PqBOiIM3KdtBtC7tzRlIRV/euKPVVahaZ3l/b9fQWPwTEFMrG84B1S
W6GRWm+uuHTkHNdtAUFMzPaVZYYYwj3v4KLFgSkexyeCIz6HjCMWgAMRFDiCnbEtbn/BUhSd3e1l
CrvIlmlc9Iawn6T4VeeMrIzOwlV9TqTwkiDBUg3qU2GUb4UlHmvmwJF9DX628OpzEoUNNZnCQl/n
1Ar09TSnhyqz1uraCxM7p1AkzbVAX9HyxJnZRJlRh1YGHWMo/jgEtVhb3Ceut3GGQ1ImBxCvvA01
ftJ8jeP7eWsH2Pe/1z8f2wTtzBouZ1n/MqHR7NgthB2Ng2G55kb4o3f18ry9BJbC4pwvkfPBIUZh
kiOOaZeRjcmrk1fclSDGu2xLTXsvkxTOUXK/Soldyibn5Ik84NnISVuebGjfI72Gk1vnVNXGGkDW
6I6Vbn40VR9s2hRU+dvfuXAZ/R8WRabdFGpK5jFQZmw41TktzZ3MylMpZWQCE337MUs52JwoIcep
A/zf6k5ZLrydU3qRMov9gBy9mtJdW7qA0KVfk/RbZjcZ/FSEcaoyb1hj4l9DzychyZmFJLe2XbDr
O/MIoeRwcpNwKOhO9G1Y+V1o5825upaO4UlqrIuSLC3XWRQZhXA5fKGqE81oFvV5Qk66F+mp0kBK
K6hfPgxOC8JnP635US3kOnMugJflRdtjoE9orI7995TrfZo3ry6rvt+exoVPmiPnC5kw+GjX3SmA
G0Sl6pPjwa/ZE/doR5/cqoXkyEqsWXrSdb1+uCZM3EttsxRw28xfnSouUBqZLOfNp/3FH9tXWAet
bIAFV1o6x8iL0u2lbAxyDHz/yQhOgWgOWQo9DBBEvD5DqcLZQHPv4vkM9mk/VJHuxkRve9089KX6
rfvEiijPYXDWkDoO2KPA9VJNXjQ6EJXkT21vIXnLI0OUCSKWawCwOWShl1tbu9EPpUxebk/Owsky
R+Iz0x5yOV63cuHlkCbpo8ZTb6uZ9MLJMofX27gRKeYF5Ji043PgGC9em61M9tK6vZ43Hybbbogs
J4+RI/KGsCPNESCqq7RKGqzZ0i3AZukcMJ/BDi9xGAZnKlgED6KwR9nReRKpfbZ/NLBP4bFN9WYi
O8eCp857CqpLo2x4T4KoYMrYRQfQBUzPoj/lpvMAsHjxuBNBo5YVRUzXsvGFcDzH2hutqq184tnJ
8NwfKa13zCy/2LD5iSisTuOerBWwlvbXLDjleS/bxgcIOBnvHA+mz6C8dw1yNTbATNXary6bhbmd
47olXP40on916uB7oKtgr4dHMman1l/zw1t6wvUTP6yeFAeID4Z3d/J7cwNRu2OHwkIFMKxT/RtK
jM5B1z1FBUEGVXei1IBPrvcdgiYAe6y0uJfO/TkeOrOGoZGj7k6FruMkY5GwnoE0zyM51e9qcjY4
oR8SfB1Ulm7HioV1Zl1jyMcxM4aRur1PjoQCvjFBRBnRrdJ6DyPwu7EGrP32cxaQhHSOlha9hSpV
7ZBjQ/eWgEvh1fQSiPttJ958CAxBzDK0NMZyX5pvLmLW9G+8azrHTqP0GxR+RpHANXzLkuKLk5kX
Yun3bM1BdmkQZ/exsnY6pBP4NgLajQF33DJ9t4Tx5uXBYRXPtBDV55L5A890QDUSsjRV32pb/fRF
8jO32MraW4gDc8l8EECsLjdtcsSNi7Jtm8A3oj1b9s86F9tuTbZ2aYXPhfFraNamFcNkANZ9n0kD
cgg8at2N1NsREtv9tq/eTNwEb6+6pULUHDuKyNZKaWF5g2PgmXEGE3h7jJPqABmbPmQ2hzX6wwhp
WQ354kGVd+jnh0H2qujXevAih/+wKdmwIY/gCw4945VcY6FaMAebpsJymcEL81jzJ8+7b7p2R+w8
bsv+jmbDN1Bu4BKTZit7b2F5zpGnoulAE+NAOdmFPNTe9ULh9u9SDvf+8HR7oBfndRZHMs+wcuZb
ySk3k0hn4AZVZcy0vB+IB/9y2z9ko/27CgDqtOvh8fZTFwL+HEkqy9rMenglHc2+flUTfdPmBMUY
Alz0mkH60iNmGYmf5HU92cw9Gl7pbD34oKJLAzOfftIigpbhmiDZ0nNmIaThPbQzoGF7LORr39SH
oMgim49v2BT/Nlaziw8DLzutNBaBW/wKxiRkXbFtCr5ZtUdfWmWzRMJDI7OVSpcnC5HwkbPiKyuB
SwcD7kGO6lu/hutcSD/n2rRwbAa1cPLEqQiaH8yoXybTWYHALITYuTKt6qA9ZAghTljN8I8naORI
9la5K5empZ+/jtyHs7ZIRemg/yxOUNUrw3QaD+p6A4Xkz0oMXxqa6+L68ADeFMbIp8Y42qN4s3h5
cvJ2f3v5LBwPZLa/4dxatInsjaMafSi32hp1R/2zzaFblYgilAOMgVG8v/2whaU0F3cHqQ7ms2Vq
HXHPOPDUg/TgCNqZvwdKJLi3mmblOQubjsw2tzYgKpD4XXLqjf/j7MyW40TWrn1FRJAznAI1a7Rs
2fIJIU+QCZlAMnP1/9L+T/aur2VF9Fnb0XKpqiB5h7We1d8V4YzFcPcI2fC96duPJtzvfSdXNzbQ
2IIr3hYXR4F0HlsH2UyxfTTOeO9rubqro3gYGzro5TJocRj6uf4qwCcfKn9fRD/W+UQKv6QW1INy
wiDJd2cmRZv1bG0eYK1haVsE6A7zOuGOL0k7fJjA8/YR/sOc5Vp9DekuRcwCJhDI9X2au/WFKyRS
62nP39BEC3+cS9sh7rzcjXR+suF8KDUiUj/a9vzzrcavRdlNJciai6C6dIt/0lF0twlkRSG75N9c
oPxakI1hO7byxNeXPBDf+dishwFOw3Spg7s2Kndh/u3vr/Pe27g6McI+ipoGjoWz1TP8dc1Apkx4
owBJMBP7V3cBv9Za10Fua7u47QzMiESqzIjcINcnEOCk9qNl73tv5O3v/+tkirCm5hH4E5dtXr/X
xt7qdTiF5Y+/f0z/XE7xa5l1FVA4WS2bLsVSZFPdXWjZ7rnq0jcEy5jLXQzvw8fT2X8+nnh8dWyU
1iPZDW7+S0n9r9HU4Jd53ITZOvPnuA2f18AEryXoPzukhrbHAai2FFDoOZlXY9OhaO3eqeGmVUuY
hoFEf7oiuD35+2fx3i93dd6w3ARdKWl4RihG0tYj8gnRWJklgXHzoZvnD55l/3x08mt+OF2xs/Ma
LU9p3W54y+56cbCFa1Z/8MB5Z+7OryHiG1dyHis8BCpafK5L9WQBb0vWlSAw2jI4OtZ9Tt1Patbf
Ko+RrBB90DS889autdgxFlbbGszmAkx01m9sJwQCTh3E3uFHMs1/Prb5tfp6ZXoVfEYxFo1ATptb
FOUr0NjYjXn3Y/4IBvafYNT/ewjza6W1GoRZlrl2l1qPNpOTrVNE93xlDUdKbI1cAZ6vXRIW+kfR
NSFAtBwrDnB8jgVFjDEzzY2n7l4PbZ1xgNjgWAXaeA5m+I/V+joC35AGTHZ7OtMwz8yE+CWmI59W
UylfFz9gQ0J86bB5dEPqsYdqkzYqvsyhclDR0/ZLH859RkOBcWlDL2wF6WrrxUfd3zvHQnR1n1q6
KNfWbX15c7DtiI6OVAZYt60HPJBlyi0261UUwMaLCJAPLp53Drpr/Tkrx2CIcdSdsTaEy+rtHgyU
RxLnp7/f3v9ZKP/Td3p1kiK6bB0g1W4uOqjCPqWivi3eAMqm/xkUzYigdgKkTDoEKhIpSLhYhfnu
eYoDuhN6q5KiVLd2WSFLs5365nPsO0hZ7Alx92Eknn3lqjQ2RXfrETIV2qr+1DrxKYjw1dRT8UUM
JshoHRGTgA8gPs9lcIs4g/AC7bjNKjLdl8UUZpVh8lAQ2Ati3TxFMeRaRSkfwuCN+OgBgPHMrxn8
0bgwyFT7nWOcPLNihHcJWDYYLoS/9TQ2O6sBCFY15h5lOZ1BMfj59w/ynVvwWgvU+7WkIF1G57AG
+4ds/j4P2HegDqa01m5fzmuYkDJ8+PurvXMpXst+XBQvSgGPc67YdGwRdtc6i3Wo7eDmFhRQHLMC
LSS7I9GT+6AbeO9SfKtI/+uZy6JQxHkZ64s06k6GYSoH9evDAfU7izyk2f/vP+8nFijIYsJzVabN
eFNWr5Z9ndwj6Bl5ebNFYbIalXF+W38E93/nQ7wW9I9RNy9swogKMgFsYKfhKRiCtMy/YlxS6p+8
Uoe/f1vvjI34taYfdVzoSaHcRYM/8wZWa/1nRPceFAKs4k69Il33bOZzlU9gndFESwAfWvYFdNN0
7cDTblb9WkAJC8DpReTxnkF9VfmP2ATvfLHXIn9nllxHU2DQaSck/0b6ZOlfPnjnb936Pxwv1yr/
uQ/7qgOk+2Jy/zmHzyUFM00eh6r/Ftb9AYSH87bQMRlQBEHBAV14M0BzkUcIKKV/DB7MDQ/ujcGj
GulXWQjqWZIXQWZW+YGG+x3QGb/2CgDLLgtXYEnk47Psfq15vwvkPQQuuCwaQJDG+XPjbqYIun+4
PosLlnRJS84VzHVWwCCQ44/LM+3BxlvWc0fqZ5hvz3QsT3//DP+540OZ8r83RlnSmYVe03M85i9m
il+iavn693/6nTvgmiMPzkaYk2V06KoMSuiwRgRhtBuqej5QgsUUbNVfjWo+NfFHtvX33szVIRKE
AXVBLsWZz/m3LmieEMH+wbTlnTrrWjm+FqonSq7Rec7JPVumB8PV97ivfNJV5F8tFPm1LHcb2mhb
MNQ547xtoQ52VSYa/7KKnBytp+bftVDqqg13DMDHAJflBYL3OgkQdZo0NI+SatwepuWD6+q9z+tq
wGbLlXcG3oWz5wsygI1AEazlvdnUlvr634Es+f/ByTeQVY8lic7Dxrtbi+3gMbTxR574d+ge/No+
wxxoMnjAkzc1TdxOEMgDoDJ3fcrDUzioPvEtkk3h2avyGHwJk77994fuwPce+lfFUzSQuovCVZ0p
96eRRIe8YfMOMVNL1oC50O2bjxred+7U/2OmaUlQLWUozwbKw4TbdctIR9fPqjN/kGKGVt6IFDwN
sOkq/f3vp8N/Fvz/cHhfg9nZtnUMqbDq3AhRiOcNkPA9J0o9zXUcJthi3LsADLJ6aGxaquIELPAJ
tM0hmbq8euDOw4vZk/Upqmd+Zwty9MaTo1lA5jMefJWWVv2j7MychZvnCRgV+ZpwAVZjXtdsLwAN
+6RoHsLYEKk9BM7hF2Lj6gBmTZyOQaNPcRkCjrLo6VnELPv7236n470WG/cVqAUNzHTnGZHG2ahL
dpyADEqX3MJWNLTfHUr+D6rGd6z4UKT/7+E+jisp9Ej4Od+mi9fGPqtwWEDFnOQd4HdFQvX6SJj8
xHEO75BQ3uznNlrPfclUwmn+aVVdnnQu/OiOeudUuNZtFR1kUlZV6zki3f22xdjcB/wST7f6o9Xt
O5/vtWJrjOFCRRTkeo5RAASQQyecvN01Kv/m3rgUa/Dj71/kO3XNtZWGBFivvFWt55E4f0KBvNui
DlEw8kP1x3uvcHVOD1ToRS+jOBNEJO2jHttmBPcGO1WX/Qcj2fde4uqUhjEcqRFdJc6C2fYOrEd2
W7VvqCYQdx///jm9Axbh1+L+kGzVYGYnz1vRbGTPupWSrOGR8WnrHQYktbdpA9tcsjLRPBVodHk2
LALc9po045bS3nuZWKrghUKzh3ASwU8Szc9XLZbic1XBCtAErgf0F+mSIP41n+ZwfAobJ2/qrYQ5
DnbNRGk27j0yIDKkJtAHbZRJpS/HoxlAIzJ1P3+uwXY5AdyFEiwsnLyoxX7ZDEdaa9lUBzsVq0e+
M5vIAeyr9dCxwH2pWRMAgiOCoy7BQ4xUx4/wneGRWuv+a0EN+eCp/c7Skl/r75sQdgAH7/1ZMxt/
ahfz3JVzlwLXfQFpaSlS3zYTvBkL9IEhrGV1IjltP3r1d66Ua70985PXvazkWVIdpXScyswHEz5W
Wn+nGxwnOL/1Tmx4WJRNnApH82Md9/4IbWuMLzjGZuG21+tHEWXvdXTXWnyJTI95qxQ553W3C7XO
NK/NrgEVKesavaV67rEGh0+EzAjAbuJg1zDfveb6g+v6HW0W/8/M47861hJxa52LWyxbA/CeTkVX
fVoayHtLH0/psEmOMI78ydnwq+4LeWsnPWe5mx58SG85deFTgWFOr7cTQC/yJ07cr8WIH6po+Zuv
VgC+ON12iCvGZkCm+ezPfuSXOTRoJcqPcp7fOy2vjpgSSYRIsh3ns5ynC1AEh5FXd+DRwulnxN4U
+l/OR8VV/+1A8a51l29nCVs7clfRmdrxsZ8brPjb5/w5ZCBnttaNhzforBAfZYO+8wbF1RskZbeW
22DRMbXPRbe4dK4i4MDgJUpsTMfdjGyY/d8POvb/02z/oaQRV8fpBpNAramGgCOUJXR2Jdam2qdN
yAJOk7iEmefTNk+y/6XRtYKBZzazIMKPmjkIEecTUYHoXcCFIoOYGDDzjHwoYhQ6dep7gnsO4HEZ
oZHecJ2TKsXWo+bPMFavlsN/BBX2n2Ls4mJBUYph7Z2RlSh+wspaYTi8FFMHmna7WUBkqZ7rnV9j
eihWLoJdHzbhHdqaUR8Ra6+iXcli8m3IO3/A6Bz6jhUK8sKt6NowYQsxjixFNgtVnyGhwCkTD3Y2
xy6IxE1t2PhIdJhDSbFpLBJGJCLvdUz+gBy4/coRkJbU42CSLoyHr7la8rsGKXYvNl7G+w7Q1n2p
JNIs3oi0f9Z+9U1SL8i2ufcI/fxmowjE7bIRNQwxY+81SXo8wexZcW2CpGIoLGJd+ay3oUnsFsRp
sVZTlPlR2J0aWHejkTLxSzfAy1ayfmqrjd/EeA8obmG+Teue5JkMKoOg19E+Kihr4Hf1ndq3+Dof
Qh1K5PnU+dLApubEfQ2m8H2QK32sR4vk7FETCm1anffHrVpATA+aAID90sbfAuOxRVSFpBmz9AtI
leHPnNM/ckXaUWu0R50ZIcYPJ1mo02DDSCJeapHZFm2F58O4Bwasr3aRDnJ9VKqBP2bq2+e2rxE2
ROty0Rdf4rI+zuVGw/sYit38UE5zNx+Nzxf2pWvaTu2CxuHnx1UsSwobH2aok5L22GlJTvgCGvyW
zsDRfmrnIoKhcCYqGBINHIZ5zotophfVV5Bl7AiIfmZIAwd2yQ2J8KMYqTcTIggLpALbIsQqSTq6
z4vmLZV3nPkYZFj8Nqjmoagv790y+r3G9X5Tr37ej6ztAVUAyzJzvcZgtafKZa62vn1UVVSHe9F3
Ktwjf4fJvRFL7POstRu65gSj3qa9R300Rreiy7vy2XWdDO+biLwlqeZ4RoapK10FPtw0dnVwwKSR
brDwubniZ8ndWO8pAsr8ngbweb1Ow6S3hwAxv/qgpQ3ab3Raq5ncsAaecMDmMTifYG6bJndDaViz
m2VtW/1TbwXRN0QD/39j8ZmIR7AK4Mtc8WWIfamFk8B6g653nF3uoxQISQi/kjasG5FO/RpHt7lT
cfGieMH8Pt8Ec/dRgx/INtsEQIFhIz3kj/kkFdvDbSDnfdm1XP+usAmFlbjk01TctwwX4iEap0me
m6Y1YHG1VmOx3hbwLNwOoBNND1U0Fjvjg3xGmV8gBTfp43mWX2uGGKKXbhVV+4gFltA7HUa4PflI
WnbcHFfLH0PLYHqEtV13N9jHB8WJ2R6XLCmNKU+DLNvhN4u9YbdRiDS/l8rHC0QRTCC1rLC8HWYg
QNUS7ZbWMGiS1dzmz/gpNz60nUCOLDjdQYS0aBX248EMqxx33PbgVtSKLyMUcriuL2q0gdp1VK7t
V4lpk0D/Vpe4jkcbxoe2GuPudmPFAHaLMbb7Fm4Rtbcrb/uCpJPvwrFIOjkweVJmGNwvn5uZurQh
Mz0YUovmWC/w315aaL3JUZYxilnYL5Z6Oy2xnTBDrfC00tkQLvztdB0BAvmKqOZm2Ldj17IbitNo
FbtGN7k5w6pZ518nTBqqL1a6WFLkXsxIQUugn+7yuxpnhT0teE/m0cO41OzyOO/hcnO5qF+QKdqr
cwl8y177EjPEesb/n7lta3JEfrmoe8xp04dogElF0S2QCRndmXBTWB/D2OjF7bc46t3NWuOLuQsk
18MARs9o5QEPIhhXSKxhJJibcXa/FQA78kibloaJnmxVJL2XHkj4vqrJr81PwXiwiNxYTOK9mtZE
liLICnj/A4tlTNONrw3F2vjB1a56A2NzGJoDFPVhV5x7IjFA6+vYhFuykQYPqFhYnf8opJ6DT6oj
ZDy7TpbLgcMSGN0QrGuin6ahhHwZKhq4vQFSIf/GiAed0SpEE6GNxUX6Z0J9oU4lFvddiIUWJfwH
D+ngjwwxQ3CzuGlxicB2u/utpmmCvIxNQLrAvql7sm80HAm31YAYxJu5QwYAAienIqpex2HM47uI
1H35AgsMmeCLUHOff4lWJIrsTT5TuadqXYobzRobpB3C0EWZWcrZpR4QDYTY5bETlxkza/0KqR7F
soHMEzF9liPob3ag8GFU/BPMFnTceCFbwWiMm6Nf05xDJDInFPk6odrBOSaqG03hXAbluCjk9GuD
xKl6NU6Y4XUAXFUlAgDJ9UvUQLfymTXTXP0eaw0xDVTTgRzFXmqGIc9uGFoCxEiJU/aRmiDsyyOo
ImU0pxDrDN1xLLuFFcc2BsTlt4UCH48HLRjPd+vWoN1Oolq2YknkZrWQmSp1KFCN0DaYbmj0lgvn
EDCt8LTN8x4DdukHL2B8i1c457OSOdFwoPanYXzpdTgv4jBvndZTsnIMpr+bUXTgUMhx6sadXRGX
MCbR6opJwtlAAhihBqKXA4Jnm76CQVzKgmQaNVvgzpBLjeyRTlbOc8qWWHavBjVm2yasIqWGGmxg
YO9wTWqLHJEIPtSzWCYI3bJoGpwq0xgyQVhyXVC1VRJYZsRpi4K1OqrAkemPCFupDjPk0+2hRPsM
BuUmPZTiyhoUTIsG9FDvSaPyok5Wi7TPnTTTth5qOVf0JchL1++WMeJ/MBh15LeyE6sApyUVPkBO
03qAJZcGiwgTWRHDD0AaFdElLmi4HPtARAsSGzbCzlFbOij05tlW+xyNWfjFsarYdjIOcmEOBQVS
/Wbtg4n8jCwNj5wTbg6RwPN7VzjdiymNpw0BSAAWE3rbLOvS12m+9RSb+G7OHwpbuOiJ2GnqXvuF
rafgjSRdzKNM63Z8sy/oYjgAgGz9dygroRbGW2Z9dPJVPHeIUHAAX+8i5InGQ4J9W+xOMypLnBoI
7UVIzwKDRSRIjHBtVFUzd4e1Gij9RJB6XwR7psJuOVvZaPMYkF6QCxeUolzDrYu4t1QxF5c/ioB1
/hhpdSYRb04lRdwOTti4eZnbOBjhYdsqnRm10ugkSI9Npot7B394gEGO/lGtOXwk21QG5RmVtWTf
Bo8n171pKks/5e0WViekGOEClEv1NjHHWHSwB6D1OvwmUcU3pByxaqkeNyn6M++t/rU4jYehybdj
0Yj5j1J9OfbJPLmpfWAyd+ONasvV3DPocMT9uiw+flrZ2q7HdlyshrGoLgW7qJqt6x6ch775HRNg
M5FDNITRCx/VOD8JjL2ipxwxxPlPg98V9U6l1FZ+zwcVyDBd7FbK+83GpmkwmKiHEO8MAYZJCQD4
RbOew2EufT8tbyqLELCmJoS95hRBTrw3S9MhlSSfYOOg1aR6nBVLZe5zORYBKkqgIDsZtKmOLUQU
O4Q3UP8ZTJRuInCUWx88jU2n23lHYhRA7bGuDabpKsKjelB5FJepj13AUJxtQv3K3RyxLpVTC9au
nGahTxSJF01C52k5bJabJ2UsHI94h25bACtvuI6AtEIW4i2PvGtLRABEtrujeVUjpHyUII/g+Qzu
e48vLijMdmt7Uo5Natp1TfD3AdRptSjRj+IBgeMPm9sc+8+i1y5jK0Bsv0S+Bo9y4/ne21D1F4cy
fdhwolG/YXjFg+IzrlqCkEvTyvkEw3vjwUCwa3hHhi4SLsljERc3EpHJHCXD1ETjDv9wfQSpPFo+
l6qN5+W2i0nbwZ+XryqrIVcNH1EoaKRWrNUKO0gA3o76NMaoVvbOyzF69HFbzod+VPkNj4YeKmNR
HFByFRWyM8IqBj9Xoyy531AG2l1LcV01Ox+KqkceuGhE26GifhtolWQKkJBqugnWQDOoHzMx9HmW
NPqN5hSH2T5eLXJNJpovY9ZCF/lrlZhzaGxI9kMf0jVPYcYBESLF4cOmdWdm+CC7Ax+xye1OBYgs
3Q7teFxFGR+ZnT+XSNach6xDnk5XwMS7RUzv+ejp+CDiHiM6UMSCF93NUY6xKjqDKGWr01X0jM44
Gi4juBKuSaFjW6EbMQFAzdAoYNrIRVZyN7hkGeLhtlxY+NpD+FO26WICQ/OMTi2A+Yk1sPh86wjg
SxlSrt1YIVVkzjF1WWYDFtSQo5IdEcMZ1kifXoq8/R7pNpp3Fe4I8SnCmwAVEClxon4T1w+Z6dp1
TIA7wLjRBnLa0hakGELR7rb19NowQchhjWgOTbBaAh8845C10qN3Dap1t5XEIAkh9nThIoFPtRgP
sipFebsunrHjPMbRCIajKxDFNRQWS4x+w7ZTPPXCVP7GOg4Y44mivn/p85AlylfIVBswI8ACq65S
dEAt2UXzKDLHCobQrSpcXiDWDA4gV/F7N65BkAUL/oxpI/vdWSQp7wfTmVtcK/LCoyomGRnWIB2m
lp0sW6fPiARonkYFJwgy2TDTyByt+JAQLGhWpIoQ1cSfJefLuQP/5zczPZsz5LNXACuACLkUsXyM
JrRYKEmA9iRoCw8aJ20ObgZ4Ef1cPfTM44Rf8o2ddWP9BXdXT1Kgd4DY6uLtVEWhhVxkG1B9z9NR
hAMKlMWDMrRGNoV1xR9MO4HWIbb+2DORH1SRg/mucUBFb9nTrW3ELSEY2JCyNSjYIByLeO4vIMOE
O9VDPNDVpkojymaYZvvmME28femnHodWU9PM5AoevhzHbmCdSlg0f/VDXKEt4yicBrTcW92Hu9Lg
zBiRTpFWA6iEUcNjzLwx8AAJ6ZmV04BLDhZ5HBT5DmtZTvEZBPl+qEKPjqkZTgBh/xygBkPVWKBh
swq/j26qBUCYPsfnX1DSpxZxCBeAPpH7QkCB6zpJvrQ1jg+ug+mlbmBk67iXD9K35othJkcGlM/P
JuoczhMwO1nQydQCRL1bNdtQiEo4L6DjQNlUxl1wnPUwZmtnUNJJ6Ybv42qipM1jA7MXUZ8Rqodp
vWTFPsopYsdbFIGJsQt0pSKw+QVdNWo7+G8O3TTIC1Vx0yYCR8OhwF4K+BjGhnK35DyyFzeK5Qfv
PApgNLf8oasajfZfLe3vSnThsefB+onD3n2AlgKAHOk2fGiFFlkBnBdM0F37001zdBml7J+KpaW4
8ilC/1B/iaTExbDvRLFc0B5jbG8Ku9tihgvdQ4Jba78ipy8e5r0NOkRmhBDL/C5qq+9NzIpvzVzJ
hE6BtTtWkua5djlUnhW0bfKsw6baazvIMSO8dk+iKNrHltfiNSet/jMVS/DgZ4nCDPbtLxuCttkt
k1F5P3mXn5BUFQfJAmxFVvMSNcBajc1BYyPyOuAc7I5yw5grg782PxiRL/NbJHeIOECdr8c8JkW5
A5kecA4VVoZkbdPAVhr10+oxOkIySVbh8bVDqOhKXnq74Lmc6HoNL4SrbXimYpjVJRZToMEcswid
RLcOzmW/xeUd21Rxy4is3kanqsYQya4/w3C1L3LpwIcOkM6H7w4tItrKCfMEPCeD3aAi/wRgfMMS
P7K+/pNrU7Up+MTRXWHoIrMC2+U3EvjWPxQEJeawmRGxA7R+g0FHXXGH1VBb3W0of4tdNfDintPY
xdlWgMyI3x71RRrhUf8qJSJzYB9r9pBP+j853O0bZp4zQKYRK1UC0l8sUlwdWCTViEoyKaWa3zN4
5pcUYMWwzRQRtUtqH8wCzH0BQaRXcRylY69am3XMsO5UKzz9dtayDsBvCp5cEFnxWNKul8gGHKJf
odKuTGXlUdASoCpfwpYrXMXw44c7ijCet3c7osGvo3X4jhqv/5pvcf676TwTCYmCgqZy5iiNy9FN
9Dwu6DLTdYqnETdLH37TzTze4VAgrx57oN8ee6iHORrXGJGECBHdBfM23M5zLM9zWZQ/ZT2IHyjZ
1FcXWoD68BCZgss6l82fMkf9ltCWryYrUCfdTVtfgqS0sPhCip7iMB96+qkaUL0hueatKAWsp7hQ
VCBl2hlH+32+9Jvbg0Y1NSdJGgul0tsIROHFsOSggxtQd1oMNequrFNG60Z91VHB66wQI6S3FGbR
/2grwM8ZRFgVNgGgqNoe+kXhZIs4zr+HbRvz4NuCqu4sPMCp1Vj2MtvCBRNXmEuqGCueeXiirUH8
S8iXSMA0mRfx44b14xETD/RmOBTDHIOhqG5uuiEMu1S5NTiqvMN5UTadpF/Loo3vN7o0nxui0YFv
ash9ylWJ2cfQ5f0G/ka99N1TjSDPn8NgxuMSRj3fBat1nxig89+DxqpD46NBX8aOofxDmGbVH9dZ
62fk+QKQHaKffQRit/httqqujtyQbUz9gtHeXlpYgJOV1valhir3Pu4nd9cq6Oh2uWhKv8PMQk6p
Qw9SnAtM5ccjfiI+U4hu3IEpIk3GpQe4YQt1B6dHFPp2h/D6GpH0oSrRc0B3MWSD5+wxnld8ofi3
yw7kLrfdhxaaXDC9gynfL2zBI6vhTeQuc2HmVy36HpKntcY+Q3Y8OoTcQz2H5gRFOO9n6GInDVwp
hrNFmZV0DbadZkvRnPVW406tsG6mJ3xuhdwJEABPGtzb8+wGEp4oPrrXYES2RVqjMLmNGcCI+zxs
+/WkqqrhJxdzqIDHZqoelNTUJWO1OdwQeLLJ7oThQVntvMKA7AhYxQTR9GijS14uUMfSTuEx5OQ0
kXvUXuuALmEayjSallCjhTMTtnMde3v+0ryJ42OBbNWvXIdl+xgPpAwe1UooMtbarlkOQd8Ww75a
FXkYJ2deq2FDIy30inGmQ5mE3Qrh5CeMAKhAWCT6Amb4tnNp6D0bkTLMxYCedkKkme60um9NMP3w
w6jZUVQNMqtIgMFKOE9tneALq1/FZFimttGAMBqtWL46icrAozFr9lGMqAEPi4NCHB/QRRt01LeY
SETygLjS9YQdiDU/WevDT5MvLHohn9ubNkQy9oMqWXjCCPKhrGd2T4pwOxO03UhnWhss6TzNFYaN
zpbs4PoFHkOnx+KljevVJOCSTick5hqeUo1sko3OJVrmzYpd2PUeBX4z37TccHTp8+IASl1EER4C
RdqvXdvTOEPV6xuoqZuxPQBLXeGRPKIxQwwwjXYNBpUIDmqIUZ8mXra3gM6bIelRWb4xlOzwqXTA
uuB0mSGeJPX2q2RjDGhaGUMQ1NLJD7s4ho//LDoc/ZjyRqguhHZIDyZzgGINkSTw3SQDQM1ltsit
mZBXEsfmWMkwkimmowwkWF7aGUl0EmGRcxGKTPazxM5jlWuTSI2JDShHb+hTxl18J6JgSQMe6Z8L
q6oJPYYOp71BkCOoUn5BzYM4l72kLjZJEDOGSXPbFiGE7o0dTptr1y5zzVpGSV1PIH/bDjKwXY3p
0wlplPIec2uRmZoVd8g0xHVCtXqWA8W8CnwZmQBwk9vnIhh6ZNIscY1Sz8TEp0vDDcSEWDe+vRUk
ISVzPBZdMhMg/JlzW5hYhP/tFiHghAWEFi6JEU1/2VvsWabYfwLQ+v9xdGZLcetaGH4iV3mSZd+2
e4RmDBsSblwEguR5tiU//fk4d6nKTm3otqW1/tG+C3cWYi9rCIR0HRi5D3OecxL4MUnjj1qZ6KXa
tpIEr6wrn51yseF9H1fGsqyvinIWqAl7EJljQEdr0XSIXkFxU1482ezGLsudHVSafW5Vb+c9mD73
gD+D/+2mzu0wYalKfqhEl833FnSk7rFegha4XcuHhKxJ3VLRTJA27Z7Nsisy7WyPfaSy8jS0Dg1J
oZpIDGTBfcxmlelD1GC32+dIwfCAy6REm5j16hkFEcp6S7jLC8za8K/zpI0PzFLFWZD8fuKe52ZS
fX1Tg4uZY8DW+MMsLPohX3mmdoOylbjV/arHG5vLiLa5ApzhPKukNoeqsNUH/XTZQbVZ/nsNo+VP
UHv2y7LY3ADA89SR+fdiKs8PGFVj5BVl1ocPM6vNhVcLJYENwp6kjQGrGttNJYObSgfO+OK14RSd
orqtOpTtSW5TyIH1vgmLqL6FwGqSd2s2SmaWgembA2Oo/yEYt5/Dpn11XN3FeykU7JjKe/JTuUtu
Z6Imv1h4xHgyW5YzoUPG/JuigadAxcZrDzWhaRDDEX1iddbaq4gA/hZc3C8xeXl+JkIK48OSpKox
xEvsW81M0U9fSWvG5U5lcISHJiLhrwwj/xL3wXCdVqKutBvTrAosp2krtJKFqEf9eGn5ogFIW48V
VI5ccExzOR5fEw7ADsClmCKwT55kbfwvTVS4s1scyJkpL5ZvesA90gd74tpblWevtuoNXbTdKNu9
coaFg2ftpzvhmPy7DhOGYFIApdhBZsKySJWvd3SO9yR/THH5yzgakhO74H+Gq43LeCTVTzQmhAju
4+aGqkPv2TpB+9Voxz0snd+SFAhXVnDGcNAFTIYBweyHwHfVzdbNDf2x/O89d9LHMW/B/JKSS6aG
5CHlONZHYGGq4le55MS9gqw9l2XCJqa2HOp9cLO7Lm8ZeZfSTB9LUfb7bBCCW8WpCDGM/e2Y5UQE
wlmpLG2XhMwc2Syv0swzteYDZwheVHm31rI7B5awS7gddLtsYPDdkGZpU4kBECBTwZ+xwiKLLV89
oRyI9xNVnXvTifVtdmgW8qGcn3vpVA+1KPMUmLM9a5lRFNIHiDDdGHMxaJh3mrPBpYsIAIG7UJ2q
YC55g/KMtSRWkpb0GjnPQBc0I5zFHBKt+sPz+uYW/JtCOeDj+6GO4SEy5t7Ug9o6+yMYgDuo/G4O
Gn8HJPqToDnR1GuGcCBjkt4snJmUGdR0HbhW7P0Ac48wUpzrNjPn0IOMbRprrywbFmF+5TwuwsnP
RVSJS1W18XFy6u2EuL+6UmSfHIiQ/WxwVKX8U2xC3ZDlu7ktqYC3bU7PUmKSx7IQ7uuat/4eYtJ9
ANSt7mlk9j552IP9Fuo2DYIly/amdWE5FJlObaARwzZbdsjKpfgIFJhhULvqPOae3ku1jZzijvOB
FikD0Mw/6JCoT9GaxcclNnSmb3n4JRHiz/qwBcCD+yKS1ZOW+XQEkYYWzYzZB4OcT3Ky0qHyYfk7
Lw7QTDFvl74Nvxi4/5FZHj3juLV7Ypzde1PAWa3g9C+ucuUJ2tff57R0XeJkcO7Htf+IurY7lL2G
XVF4SsIRao8VhB457vPwBWSB6MxyKInyyfQRlV3PRW6Lf344tWdwyOipGqaXUVb5a+VGYZXOzACn
Xo/ZbsvKEgv5FD97pPLRzQEecXSipN6VaK98UnlsvbOTdJFbeZ8SVQ6f5yL2Gzo09CvakvZIRFE5
pChZiOJcxbKmGvWE5rJHGL/vyyHf94b0IuPkf/wC98iHXpvAlDeedJsoPCjZOumsN13TzzXNXIRl
5MDHPPa2cNW1nkc/cI42oj4NVGqa1CZ4AWqxvC2IXpszY5s1v4BSixayyg5h8p8el/BTlLbVD642
sj+0dOwM37kNNqIFzVpihdej7v27Ldni6SPOe7e94eMuqk/hoySA5h46/eD3ZRRct6Eu96Faav/N
Bt7W3/ilV0M3BtOq++cEs/nAtbd43JJu1Xvrf8k86P5f7KxRb3dNl3vDn3jmL5g2SMpcdxPqHJ3O
IWa7U2i95H2eKmboUMbqHvqz9A7D0mT/98cVB19O04teZ7IWkJcNziFb+sKmgLqS0TKcppVNspnw
ie8EndP6w/ZlCOeV0RxR3ecq619ZKKnE2FUcNzX1cpt9dQ0+p6ckj1d9JDPOc9Ok6rs7QBUfOUOZ
ld334mRT89IVwjbPHjbiIU1yLn6zH+RKEHzOy1pc27Hr0SN65K+yd0JjhVTpJU3z0EwTlkOjNtDa
XWkBrNNq9QaoBoIt2+YmSYLQXpGXZur35LQ2fmDacvNXu9L/vdvmsFtf86bnYfJxpDK2BXb1/0C8
xt5jCciivnU8Nd+zxEd3CFrEtvl+EW7MNtuCMFzaYfaCFKRpcx4ZfSZ1GGPtvCQrTwk+xLDUJNSz
ksoy26le4NJSzoz7L56mHNx4EosJ6zTW8Wx+TRpyZp+PqJ6cnWxRtnoH0U7kRx4jN3Pnb2/tKC08
wOe1Px03lVbzbozwKJMe7U3UHGSeM/8uhdOs/xIgpdjfWWcwQ8M8RhisSXuudTBlrqcc8m80nXoL
CgdGHM94EDuXutNjXO8Lkgebm8pHcvTjLk2mjDB7UXtn9D6DvYyDM9btXo51XN2PZjDJSeoi7vrL
Kj3FWKTiaHsPl7lWKTFydYsIbYZp2td1Itf/NNBW8GRm13b93oxyjrLdtIiB8TfyNnHv5My5kNY+
Cg035BNadphphrXbOY4y19ELZFDfspOy7e4anxzCL2GFEARIL1G+If/RLZAFOUxStcMRKwAY2Oyq
qLrr4cOqTwisZnsbObDEd+FNLsRklFdrTsBI7IiwZlaQaOXgtkp+d4Im6zz2DpsXNQ27k56cCXXq
5jmgDaeaL1NVF84TFrhz07T+9ttVC9nWwTjFefkMWWDX9j52fVm7+3jL++1v5KnIfFRkcxPBY2xU
/TUgAjPtIEGg9LGLc9N36eiLrb9TGwQ2pu0Iz6sBHqhPm1qS4LnbAkZT9E4TVZtjg4zZ3fgVdlNc
IHHfrUjKvsH7S3ng7aviZR9PdqDWFZjszhOsZu2Ru1SSLJDNgv3EBpwTfNJ11f3lZS7CO3fyc9Lt
1mClEge7HW9/2Qc6Xbwxxg84Jd9Ku/nHwvxjJnguLfDylQHyAnXqQrVVz1k0cl1vbj08cphExQVy
qxa/yjifs4fVrZbpzuncxd4QODYdPRKzqE1qEN4UPG7MJksff+mkKPFPB0XPK6oYKxgZ+8l5rTmz
qZSclmo+5HXjVXtkScHBi1w6o6mOD50Pobaoe0fx5X/1gdloyJwhUIG115jWAUhqdg6ojeCURQOC
K69Nque4yxOn3pmIDiKCHlx/uANqrH5rRDbzA3Xi4IEQo7K/020e50cb8P4eugQSeBfMZusoE9G+
FK9rO63BIfFcMyKbNduDbdt1a3cLNt0tLQrw10cH1Ys4QjGTVV0EVlgGEtPf9n4/mzSjUESfCavE
m+Rq65R0YpCOE7a+ee4JVQnf3DVyzYfbxGjz7cxCDji62Ffje8vAcEyS4J/FS9rTRL81UU+RvCTE
gB5BBLcy9ctKTLvYd3mVADKIAutyCYKd+JFIE+4xqlRoxobZ37Sczg0PgP+SlTS+s7k4FeU1RfU4
hnEfPYxMuwwtepoNbGFR35RlLrdLhOv6MrZb9CkS+rgOCDbc39QqLb8U3+yYIoS3V1DuCDWodIfn
AY2A/IrA5v9mGW/LmZKQtdn7IgQZlC6j4EXCvoc3iBKWpzAPSa6q6ybOdrNwl/u1dIrytih1y7QR
1PNH2CWBuXdN0r3D5ZmvOpNEXiVdplF5z2EIq6fKPctA46Zrki1xiudREzAQCnkGZuSPM5MwVBNf
FrVam0OVQhWTJKfq5UTrnCn2fb4CQ7g/L3LrJ7Ahthve9Tpt2Jyg07krlg7DaBz65Y8ftP1XQRR+
tSuuil9bKPp366BJfyqqss9uh6F0hlvXOgvF3jDkwwHh5Nbtk2asGUzWQDc02ZJzmDY5IMoRy1Xh
PEfoO4j038rhL5Tcj874B67HsWvaGUSfAnEoOwqWhwwmRhVBuuY/LmJhg6TdxV4clFyows0eAHBx
UOHD6svx25u08g4aKQvDlpvMdKg2wtbeyekGx//ttlnbv/JWyXXn1RaAa+3dsnpIgLGHHV9cLf+N
SVf+zb2293iGtlkf5bZ20S0aMq7qfMS7EiVlL9PN8fwzAqVi3M0aYGEa2+5pifwecHNAqpA/Kr8N
1TNAVfQMBFsqOibZKdy5WOgfnZwnTJioxL2I8wHD+zxy9jtz5Twrzq6nMDNKplIuIj5ERpfITmXv
hPntiqG6eivDruG4VNoR55UFTJ7JYVXuUVJl7B5ReOXzXrkrEpXaxnhYhOrR+MiqcO2vnr81A6Er
bci5JMMmtuMhXwbSJgKlev+FGISwMafKr7dgX2Kee1RT6yaHEFUSzxWV49jkbGKBZ1c/QbiyE0sr
2wdtS529VzSjiCuA0JLFadRlcbgDRNr6Q9BHUtzFitH4oS7X4VK3eRBCQg8959JcJOPNFNv1Bfc0
vT+O8EeNqbyGdWihOE+1ndVF1pz058XO47oDNo1yCA7OodvOjpt/+5NcUf5quZUQtTdYGxCSdwCV
v8U2t+FhTbqQH2NZl4GcupzfIsrr5BLNWfMLd4J8cZMoefN7nuR08lbX+bamo51gEk32z5+C4T12
F9keDQwWsdRZZ9Sh2oCOU0rAuujT5+wjDWVOCLt4jtdIbIel1mP/Sqs9eeUVaR/ZV8OYId+2TixU
gPrVrcOo8zxStYEGpRz4vqpMWDiGeZY71wmLEeBY2pGnfq6aXj+GfVO5D4uHDvVaZZNDhwCKFm7O
xt53DmMV6uyiLO/7ScOpoPzEYVTrqjoI6eifVOVpo8fF9VTw0qCbu7TeFKnHph50urIl7DqWaeyn
IkrOQ4O+c2mc/neAxz3ZVcSfPHQeIQCPglORrsJiav+wmSgEAH3I1NUC4jR3ZV0N1aFpV0vpe1EW
OnXj0HCINX6S7dA8+pxRsd7+RNZrU2TL1A8jl/cfq3F01VO9FAPZGLLVxWXQFU0psPyd2W02AF6y
SyCeTTTlaK99BH4nzfSPVVNmdkP7Alb5i40kaQ/94C/3uF/Eneqy/pIwLyC0IO8jeEbRYsI9y9Y4
vm6Vj7xSrlFdveRd5jaHXBkUO6hnTfEWNdpOaLe6ReRX5HoFUPDST9k35EEx/WHtiXyPtnnXhkem
/c1JOWfq305Tx9RUJ+20rCSdxgU3UsW9zOHsB0mE7BEuqzstaJ+WFpy5biEcnZmnllL5aerSOXe8
9Uxhof/RNEXCT5D7iA2HuENPlOYbrbMHy/FW0Z1opuBhJXbLJS5nXaJHU0dlde4HWr5+G1p211dI
qqkH++QTrMudFjLZ1M4FxoXUxW00nezSeNm5TbYNOjwup/yNG4R803xFwXpqfnAQ4iwKFQOvKhIt
b9kDaL+uUQJ7n/2KVPAsw6L5XtFac5N4xjMXr9EaZEEgHLrquY+C2yBaR+bhrGTr/OTlD+1B02YY
H0i6Z4cNq9pfjnVWNNFrmDQDeQQMAmuUNhHWVd6mFcSoyLr6FMQRm16ygkbdJwhJEz57P994qdUQ
/MVOAEYQ+9NSkp+vE4LXR6XBWLzSDQ+iC43/H/7dyQtPK5YU//cwFPlKdABS29us9+v6ZXMKNFKE
+UTrLQQb+vHSFUP5VU1zjG135Mr97Y8dID9Rbn34FlXoEYBIg3A52LJiDNghfGVKzScptiNIeTbd
9OVkv8a8JhlqxxnA+y1RFyMQKDKlL4hSKucFdh8xpAVoW59k3DntOSxFERx9JfkJvXAF4kKLthap
RbR14QMb17+4nXjHGsBXqOiOq/2/ttQyTHkqx+CBpDfLL+CjQenmVFVR+eHF/E6pamfXvLKgr4dx
atxVwWHIzdmHa971Zq/ngbHZmTP1X02iEf59b5CB2oNjJ3kaVG0nUckTcTH9AsSZazDOtqtw3yhh
H0pvqN+s41XPLnqBC3F64hSsbX07LJgYdi05OLfN4PrHPN+SKCW3YnnmKTN3jXSdxwwcdrlkRVZQ
mlwQprJrdJJQRoQw9FAgRGKcb6Uye/5c3dti6d5GjHG4LUqvkegsXNIjszKyZ06fZTsliGb+y3u6
SMu8Dz5Z4oL8aeNlJuqiWqw77YeZTeaOcwGPCLPZ1ZCsnn+zUIYFN2CvSXTsSwfRXTgl4l9dh1H/
n/Tt4l8rXW3Q/D2Jw/9wgIIsL6LZvsAlTHAeojjhVxgF28w+jNr2kzPAdR8yaDJ0ho0vUbok4Yw/
WkTBWn02UyvDH6giGKIDNFtsI/rmAc59dyUhh8m19hQ5svSNXwo+uv51NEtSoiNsvAahE9hE6R9C
38GLFVQ10kDfjTOx7QY3ydw/QQAPpZh05jgGt+K0owJeVcheUqLu3CYdlZsB//Klop9LbYC88ZrM
/SCQLQIf0sYdUiB8MSHjEZ9ifK2Hts3uvCGossPaGPUazI3+wJADwBhqscr9MFgBYJaEYTy/wn+F
zW2fOPpLlTr6b2Op48HylCi4H12kwc0GzkaR6LirtmWTiJHj5ByvufhXIk5mVx/H/3w8E92xHiUx
NJhSl39Kd8lRR9vYnW2ehCikGl3ezf083/ftNNfUHNl4eG62uXRQG+RKJ7tMd4M+LElTfjqwp+N9
o1U8HsIwsadIOis5z21Fv1TxI+9mUKnV0WZ5jmrfdZo0MlH8hcAnfO6zLr/qVkI9xdpnpeCHheXf
tskeh9lH64E9we1eIMwY9xwlXeBPUqWLnaqWIDvPbVdn94GzuT82u6kJUPK6rePchWQCNn/adcwf
mqaRdjfbSLwIWowCliM3Lq6EXJnobh1Bhf+pUmKw2RoC4YYf/QzMCOTdTQiUWB/9QmzwAI7Z7hw0
DIwwdD6dx1Fkj9WGpu1Xzab0GIbLCnmLoWmfidFsV7/IS3mM4RffufsmL/Ubo22+Q2C6vbmTSH4q
bQYkr7ENFjDWOf8xlWKEn5mz/4xJ3/BiZcO/SLnkqSUJcLmzrPpNr2PzAlkCYyQy/zxDr332udh+
GSOiq9+M21+bF9WRVNDiKl0ZfUQUaP7Avii78qH4JB+qa9LKF/ZmUcJcHRRRYzoPHFuQasPvGiU5
O0E3y/saS941ayO587iVsYSVYJPSn7o/SR458BjV9op6zDxs0D6XypGYtuqMYmyC9MStY9r83qsW
VpItczjQyakIqWbZfIm0V83H3vNxQmtnekfQ4zysOofaRAJ3i6OvTw44iZovNCluilUBmHRcnZdY
r8NzazvzQRwhPhhcAo9GGlKTkD1Pgel/uUsPr+LKYT6h+lU38TIMl9bxkbU6JdMBMbnuwRPLJwsh
NohRF1fkONhvfONdFfXOf1BsdoRnmYTFxNSoIbJsai+bEu7ZXxt7J2dRfIilbt9ahZrR4Rv51Eve
fjdVhIvATM6LQa7xnOhsvZaLmS8h7Ps1CAo6qmzgXEBZmGxWXrNdSU3CXRyVyVUtP1KqMfMqJFwe
/joac5l7umEvxUiZXOI1ChbCtQfIKi5zlLCcnLlB7JAUkEKYrAUE9Rx1z0SrmAXtTeyQTkQO55Pv
oywTq0OL6JSvv+ulBusCVdDJ3i6DPo/aTOwjRM6nQ8G0vQRhvu9k7Zfp7KL22xl/dJl9gBa5BBN4
6akbZsRXsld3o0M1SzRkbZW6pfcxltK5ULCS3WSxkX+ME9JzUcfiDvB5+msLZ4Ytd4vX1ZPA3fPq
X0G26QJdtvkWB0KzzxLihxQxbTfd7OR7p1DmFT6quRaxa3YTA9WP7cs7BWwNxH+aI86UD4mw8Txt
yXJmiwg+4r6bbsdNtE+gNcBewYjMkozn1OkkBWbZ4obnKcidE6LEEk24mxwN7ref9qXtc/Ow+BS4
cN+iqRn+qsX3nuAkcZquMESdUy0n6rWmKO15jJB9DvOe4dQfU9vI7ZXnF7VA38b/ZRAL5d5fXPVt
SaU/gMCyLEAW3nu8c7Bmc+ZOuyJxm7vRlsJLRRB62M1Fb+BE3frGog9ngymMf8c44t50ME3cOcaB
bOM82pNCT04XAKd41XagM6ufVb5rgJ3wKK8AHf5G5o0/o75gnbW/JmfuYhrsbPUWRyHwF9jHIZEj
IiXJXPaIGId1mg3Nudguqc9tAPkS0yzzlxsJ5r9WUbnH7DR/RtTx/kYYP4I2k6Qs4rC86xSBhMlo
o/apJpRkr3VX/x6bFUtpYsmM2OkpjO9thSEVK1OFlMOfyvuuDNDOoOg5VaIobuY6Y3DKqKKHfCFJ
K+9CYgCXdTg5gN71oYZVejFLQCyoxV6ECt6poHbWmHS/LnhjF3hviLzD8DnNXI5zhA/fF14DIxQF
fuqtqFrPhR1QR+rZh/rDLrtfuTz3Ecscuo25PoWFFR8+aqj7ERH/3o8beG2+1ohbZB2qvQYUTjEL
k1jRTebVRd1Ddhm91jOuoXC6CNeg4u1HViPtNPlxhYbGUAzQK28wogVP7RoNT2rb7Ln3anILg0HP
yEl677sstprcgMRFSF07CL6SkOEfNUyf/OuBtNTO/niuUi/Ip1s/nMs7VYtJ3sKqEf1TjQDXZ7TB
FlkJoo5ih7GtyXYrc/Y5WOb4rtdDdgCFg8cfOqJ46Tv7i6EIBg8JznRwx376L8P85r3hIU+ejGdh
yFWfz1WxY8bCfIULYD7KevIu9YBGAq/dfLSLwmyj+zqb04XApZu+UuRSt0nbmBsPU7hlXvIasqSN
NwCtdNujiHz2AsKalr2Mqu2NsTRLa00646mMjfOu2mj8x1AhzjYK2+MmKveAb6F98bfYe9mCxfvX
tdgGxBxn3EsbXMsaVOpdD4uv0VX44ZVVYTp4QYG+k0Va0PuFZQrkYyUZMmFFvIHqXgGAJud9SnBB
gezJ8r9+rcNLPeXOR0mnT3O2WE9vcfW0t9DW+WV1++FOKKdBXZe0/bV0Fp4NepHuteV3S4QZr7xR
YAEEWGrMI+Oa7IAdzHcY5eOBLUTwM7lkXNIBl2P1FRAiyCZ/EWmUUSAS+vd4KJoTO06HEaS3x8lP
KOV01NLpAyla7a+l7bN1V1Qzb1QRtPc2b9q/Te40j04SOWch++2lR3aD8Q4UYEunZO4KTAYFEFEU
JUd/LqunbVuDo7du4lEgo/sXYQzBOb65PyrYsjxP5KUcZgD/R7Lg8muZ2fX1R4twzy7V/idluPyu
NNMHRpbta/BGVLrT0s7oa7emugG7sGlAiMuNg/D66cfdhd/A4aFIf8oa7sxY42KY/O1Tu0HwLNG4
XrIgrh8Lf5v/BkOwBqjmo7LltAfjRWIJvBWsTQn6SpHuuJOBx0EYyjk7hiZb7pFQEbtGShR12eFY
gCLCSkdIUlTc/hcvmBUP3DT2QU2UwR7GrvF+RS7XRImx8K+ZQzQdJoEBvHcxwRQfeeYB8HsWeW7S
t843Lan1IRzmavuXO5V3HKdwjh/ixUPQMTnVfB0UgvcbOqzc13HMtumghdujvZo6WVy0gtxvQePU
VNJeUSB+yAtdcaKhlKt/maZJvMNodXuHRNP5z+9A/45JQ4/3kT3NmanXtYSp4uIQX53OovZkeywK
Ox1zf++oU6rd19KLIu80LDUQlq34EkgyWJaNPahqGuywZnaym9EuhkWw4xooMOQIL7MpQeBrf0Xe
ZBvwnQEfy46guUVgttCUomLPkBa3jxMUG3fjj5NrmCZxcaTt/fcaJjSdqsxbnrkE5fSyrjHb+Nb6
a/gkqcM1u7J3eHMbNw5upf2/rpd4rwc0N3F1rTOnIoWJQboY78XYF2aimNzbjkQkoMU1Qx7Ge6fr
F6c9BoLaZNS/fgFCLN2u4z9VrZ3dvdXSXf+giv7haXJVOCzzXRuTJ0E6x5WW6SV4bQDykxdIsbLl
ZKxK+9ZpoK/8rovGADK56ak/cmvS1exp3Cw7M3xYKe6IqfDXdNjWHlFaghp6eTZUcTu4HFAd1Jkb
dhSSi3Ac7uAv4hiZfy0GhYBHInvaCdUM2203J0HzvA1Inh7cyEV1m+Lz2obHICb5EnmpEMmL27iU
JZslnM21dzr7IYhb/Ilkb8v52GoIpmQ3ZOiIGKiliBaAIFwDuMWnYQ+L3T5lKB/wa3SueY9MjDD+
BxEIUoiL/Jl+u+E3BE1/w1c4/kpESZag44So5KUI//YQje8Kt8DN3IfIo70V73wLCsfFDVXxl9cF
RHIgIqQc9PCgvYmWEoG0S8QD3P86RcjYwQL+NMHUsCcm1Z3VXfzCrZCcALW4mPKSu9enhnVDMMiO
APi4Z3EO/0SVG4DYrQQ5getsXloMM3IEIK86rWIWrX0uHeq9ypZ+mQoN8TgWldgV1AuEe6Qf/mNZ
KXE7DUt7g6SofUbD/Nfrkhy/VDH+YWwsjqMfFQereDWSsPZ+uXE3PSZlWb2YmSrfEce2SJFvunfR
IDE+u+O4UCvgBgnpts6iln2/Odw0EEbt0ZstTvOtV+XvMMn69XXNctmdkkK7Jm1cTvuD8AbFtRd6
4YI8LsR2H68IS/fcGvRxm9Y0+qQFJzETeT50x6gwXKxLhlAM6zjYguOBn1M546/eGfozfuL7KMgt
M7GXUBEaByQiTOip92UV6/ZLk7KQHXMiM6J7xBq1TUk4H+o72Zi8OPp66/uTgDHkZDDSuauwDSCK
wTP4HtEZflcTw/Qx+uiPKDn1gkc36w3zZdTyPYGqBckf8m2gA32UDd2xB/0Ibk1CPMolyvChXCIR
9xQWDs34saJwzi94WioHZ5FpycfGyJiQM1IgEpNomaqbJurWj36VCzw3HHUIEkF64i4YXOxG4LND
eV7qhmMBbnv0HzfyTufHKFbFdBqEb+WLRGZ09Sfb5QdrSWA49yMe/3M7zuWUoimY6oMSyt8OlfXz
+tkHVWDpBt1FuQ6b3v4uazokrn2Dx3e/6GJmjhatR9AQ6iuWHGaB7mox4vdn6cJGHEpQhNSstVke
G1fyU5ZF5zT7Lms3ceykWDr0C+W47XDu+Cw3xRx9Ax9xpXDFyNfZ78bzZPLyPUbNIxA7mYVTO0ou
LneLyHYILqMZ518psju5oGn/07sJtgmENOP8PArXL64DJXTgpTPmjBQWehkfrYZazevc+zWGOIf2
2EftacK7MqAMbOJu52eICXZuieHn0BqnlqlvVOOj3QTxOALSODGFDxJt/aJcODhkO6Z4QP7fvUdj
59HP1YUzoxBpama34qyHslADJ824kGHMMLBsL81WqPeiHFeOR9mEuUJ6ERE/4uUdll8sFeaqi0r+
tqsORVp20s0vM51Bh8I3jXMNu7IcT9NP9MMJaRs5yMTJKXPyzOA7/5w+WIp0zNXwI4wgUe6z4mVb
x120AB6m1iOV8sMRSYdokByUpny2SVbzKs1Tic97zkIdfi150dffUy2hVlVEms3F4hhnRMkMqSR6
qPSyT/yhQfUUxwNS+k1XufqJ91XtO5bR/3F2Zs1ta9kV/iup+44O5iGV7gfOBChqliy/oGRLxjzP
+PX5qO4kMiKQKVfdqluWbIIADjbO2WetbxnA1lMj1fI7KxV91V+qLJ9aO1a7zthioWwqnCNZRYM2
6Ixyh887vYOEYt2VudQ+1F3ey+uSm5KseB/3yZVQJ03n0DMJb1PSyp7HVh/iJd3uLiAMPencTcy+
wC7L1dwJ0gg9PMt+jzY+zAu7Z9wt/agwn4K6ROqvMmH9Gcju4NpKxuziJYTEoiNJlzWgBt4wvA7o
74qlVnbVKypb2FVtwxTTYV/BNbZiwJBbF2gEr7xICl57XCD3ijCozzVzH3Ym0RlQlDQ/UO0GN/uw
KPMG3gtMq9K8j0WvK+5DNyOq+dRuSniP5qbluJi612bYYCsy0cP3a+BWyKjZ16/vsl6UNnI9iscB
N/hVVWcaW/CCV+fbCpQMwClaLY/sHIcoAyPP3ZzULAhvQjQTrM+0YJk0WrMPXUlrFl0no+8Q4/S7
F7PLvBhbs3ttVC2895s+fu/7qGKLngFCy5BJ0IoCluxo3bgbwkyjFGOrmz81cKC2reHrTuLi3Fct
WThaHq+dJse6BG2+69A0CmK2Sfjko1WbhryNx7o6VgCB8MZVrnHodeQKoSVX4dp3mV0uIzGKHqxG
kL6lVqIALZUbac9KNmSx7oX9ulO8TFx57qjlSw0tNa8Idk2QS9Bg26quoq0sU2IjMx8M0sot1P+L
MU8kXChJLbgL8hYC2njEZS+iCld4CWzpoKnjsNdwfLFdUajj1mXpsQCj2r4WRk5IfR7VVrdvrIGs
NqafG60M02uEKBBQ0BcQuRT26aEo4+4YJ9FppuD6xzQLXZQMtfJoJIIU2SFd8W3b5KJwNOvC2iqh
JaxKzbodRFWyVeAnVy7UV8tmLZy/1UMQ74ywr/SbtHCt6gpO2aPH8mUdGnK2KoYeqA/dbCqTxp4a
bcfxlm+hXQ0yC4KcaIdNmnQ1jCZ2jGFgJDaGQZX5aartKxZ69XUM3QO3EIxPD0+4iQDTDfzkXSiN
ysn6IrJx+hD6qLvYqqLK+4lmr/5mBmmJ4Ap3ND7uCpaDDn5w1CChLaSWpvTaG0vMhIriRwfGe72N
wSis47ipWC9g1DutDGp1rXZNic9OR166clWFJAvuOsiXwX8GD6AtdSV/S+RcOtYpRDMqDA5Pv022
qTVqD00gVj+T3ixvOtzv+zKIlHu2fDO4pCwqPR4FCXGDabB/bkr5VhFoitGYQVlGdkHBVAObmb7A
Tj44StV3zDmYuS14xiSVdqGq1ijZ2ASkKZjQXMqziOarPvpXiPhMO2mLnj/DphuXmOjSp76Q8rUL
OOPg56r5SgB69YMELvEw6CcYiD4gP8FIvMNHJaG0yeBuVDpMBkNWvSPbavodb9Z2lUh0VmEQaPes
UoSDHpP1WEh+XK9U7n5qo7ySbF2Ftc/DD8shwxeIJy1rrKcUYbO07HknBwc1jvPXogQSnPsml1UL
G3ntqXW4S3zXcyK3IY1qDOpu13pBuneLvFm5Xi3/YHowPIiu7DNaSAosaVV5BSBzS9903YARLgyt
nRwiORBzN2bK5YfZS6UViKXZ+0H2hIRzS9eUx9EVjXxgD0lsvZ2ZRcWDWUrdU4Jmb4F/SAA9lmtr
rZcZmOwtcwPRKOSLtmqZ/lS4NEemgncg6rSDKRWA6bxOLphzCRRVUrTlfJHUYnpkKlcj+NFoBLgj
Et7YL4vdEFfpleZb7rpW3drpQwBryCpdWy0E8ZGoWPalBlFAM56dIFyLqhDf8oLlXRcjwpd0yb/j
pR5d67pfrDxZz5/EqIl3pozlVelKIjHlnhqQ0+fdhkVtreilRTaFje0a3Q/SFwWNQ7uuk1EHF8is
w0XWxIT89KwqUfsiSoP23FWNsBF6Nbxi1YRLVWritaGge/Mys4WSBZ7mLcJr+2M81dvBkKNr1mrS
sDKDpL+SmgwTXDPW4RqHvoTpIGOdBsIIWGI3LEEDo/naxzLsn2FjAT0PcbcHoJ5/hGEm54eQl5qP
DaTTiuqod2ib4wW0JmbMi1IwNPco+kza6J7XltHcoW4L1JBJcZ7Q9wxBkIC/U3zLTBDZgWlCdIIU
I7nRWaezk0a8RU1hTfR8rI60vVlfsHSpk+ia9zC20kWmx4jbrkYWvqGwGWE7eO9DQqzyxhyRGd0J
aHuy9/OwyhlS/ges9xO8dMh0BdeDotisvJFllRnMa68z5cfzH/8RavkFCVM9Mc0/fX6JeFBvo0K1
/Z6CHMj63qqOStotrOaVZ6ZeMdp8VlvSrRCKvySrcTQSAGPFf2OefCF7Ye4cJ/TroFIlI45Tyba6
ELohttZNFdeXUtWkE7r0q1M8Ma4/naIieBFmENyrYWo9Zr54hfyLSfpg46e+c4vRSfTmZ52lt/HQ
r8huSZds944XeLxzIO0TpvfTwaMo0QPoi7ItCJGyFPzalpCHU57u+O/8PZwh/qqTMAVACInRDbls
M8hfcr2+08V2zV784vzHz92dCSvVyMHAyZXQ21liKtfsyRZ7WAvN6vynzxDtldPPP10fZBUY99gV
t1luh9eqeluPxkEJSexNIB/0w3vpCfGKvN1ue/6AM1dLmQx4UwHNVEtVa7tEkqzZkNfWnTF+FxHy
XODLztzyj9ysT6eEQ0aKvMCXbHSwbxWyDxoKA2yDNnq9GDkwc1OUyZgWig+UbCnbaqN/D/Rqm2Xx
n6HGP2IAPn39weVti3BPBhSGjCAMMBpwaxbZpVjruRswGa56JyahLGOmyBL3R+O698BEdwa1+cJ4
nSEJK8rvI0qQkjqLWGfbp0gWtWIHKVLf6BM8jYH4DXBce+E4c7dA/v04nuDSJy0j2faq5prWyDPT
5AsU5tNY/KJiKRMYcsk0ymdlntvpIJrNKusbmUAH2XhMG6Pd6IopqwvdGn9Vfdpe/9ljMXnKVZix
mpqVua1L0a9W85Fqi9pWlIMLdXDmrsiT57wvmpJNu4BkHEghbou+EHUDyALmHmtox+vzZzEXBCJP
nu6TNIc5ZprbZNQ5ZlKv9LBaSgH7+u24MOsQN0y4zV3kFimNiDjaYF3A0FxJr+e/wMzglievMkXB
4Suzj2cjIQGqLCGEbI2VwMb6heIyUy/lyYOPGcMMNfEE1hCja+i++yD3riDQrLsssyvRJ+oLEL+q
3Zw/n5mRKJ/O81MxSIoc9Eeg5Xw061DplktJy9jbd2m1ixrpvkjUC2VnDpv/Ecz06VBsZ6ulpRiN
XYftjRneo3BaKpm0V7qr3BK2grJhi5xe8589vvKkTBRKPRa851s7les1IbovlVFfiAeaGwSTyiB3
mLhCWSydhC02Qa3tXjNv2IZ8OX9P5j5+Uh0wOVtYcr3GSbzMuO4wRMWVkd4iBDj/+TPvL3lSCqzI
imgFBoTsKr2d5/6eDXz6HhaS0QsZcnNTMmlSDTAXJHQ7h8bR8bYt3UyK1gFz6rXFfo9L605LzI1u
soVYme6StOzuLraEZ93P1+dP8SOk/osKK03qBDvogaixTnTAguoHTHg0SlgPSu6+N2t30/WNscEc
na0GOHQL5J3sl4dYl6O6O6D7v/V0UEJYxW5xuj1f+E6n6/vVd5rUDhxHuUzqS+vUOGXXvdL9pBnB
iNf74xjeShImZhIxFoGU4/g2wj+9FJOKkoXo1vB8EHOb/QxBuDwURd8wMTJ2iFG2fcGKutv3hfwE
hjteIYJgPhDvs6j24Kq70anZ+VaxmL0wIZwr4R8ZOZ/qQA83thUsqXHQ8UmbKNW8WxJV1kmUV0s3
LbA608zcd2OLu6INvjXefV7t80p/AIInXHgEZh6xj9XSp+8AKrnqBSmDNzbQ2EMLW9koCqSNaWDA
O3+75w4xqT+kTOR607vokuGw2HFZ+atKwaFpqGwR/NkhJnXIKsUMQp7QOVorWryRhnYna2noSJV7
aa47V7WlSTFKoOyjNkGPnBvZdwws6doyB+hsikhj0wx+oHRBHbE2R5L7igvvwJkC9fFdPt0dpdDY
C1C5dBiDslVllOybBU3pkNSA5kSs2z+bs4iTKmXwXKAo0TpGARChGGnPUxQk74YAu06ExLpRhqa8
MBxm3uvipCBJlpqToc11JMEsaculDn3MMJmviHeAQVEpbslnOT8s5p4wcVJoqs4IVLxYg+Mb+0aq
MAGN92IVHctOfCtSDS6rXK6FRnbqwnj2lWoXxEzaysC78HR9TPq+qHTipOSANBP7gm6t0ybl26iH
+NkOwCq2edg4OBJ2NVxKrdhVrvDulr9OmAexAHbuIYONkvohjvsXMZHuxFrYozO98spwJWaQopLB
AsMy4sVBcibwQDXsHPT4avojjZQLAYNzQ148PdGfhp9lMTOGntc5o4zlEoVyKuiOJ4poJC20OcY3
Mc+uQzlgh71R3y/cs9Mz+9Ulm6yaYqEVqgIIhxMK/i9mFz7Z3+M1iRGbYaQjt28VnEq9AtJSOTHT
1RWw6UvhU3NvS3FSq1pZ9Usl4OBI18T+Z0rojaLeEeUG7TzboA8haToTBwQXcGXEJ2PQNlV21UTu
7cWo94+C8tUFmBSzEFYUmxpK69BSP5j47OuHwFKeiW/YeWIF2dNduab8GjaYZoVKvXSz557LSX2D
+5rXJoIcBy9C4VhJBHTKRcGle8AcA2Dk2H9fAvqWy8jQCU4eopsevHAcsmc5mq4j6uVaGmGlu0bq
2UJcfQfXmFz5fnVhhj5TDMXJbK0axC5KcYqD68RMX0P4IKso21sebvTywuLwVIT+77VXrEkhTCUv
1KFVkDyUwbTMEwLmiSCyOuVJ9ro7uQtst9Zv/2ikK9akEtKHxMQPUtfJPEVddVZyPUAEHwXBUXqk
w2IuSc+FXw43JkZk2wAmaiJmqclLuVQfv17ZK9akPjLtAPLU8YBnXcyOP0ppBKRPaoJROZbxo7Sv
hlC+CoOy8H2yl9jdwFubZ7T2KErnr8LXww5T2+81BjUtTWtR7hxg7SvsDE/ZmK0zQ9wVLuEzouRw
BWzN1X6dP9zXgwi6zO+HQ/2uxpk41k6GFwV5VbwbEvMO0jbg45fzh/h6vqNYkwLmu5aFvkCrHDCL
70oX2YbvPUqFfGGuI51uzldjdFKjrAJWJ6oSyZHTYyJFO9bDy1LHmyi1K7SASy+R1yBjIrfblnT3
B/dHZSrIGsg5GMAq1s/NpZXl3JlOKhVRGFBT0qB3IKQvm6z6MYjiW+1feN5n1k6kO/1+rxQSEhUE
lZ1j+fG2UTdjZjj8D8rbQkhHW+43Az/RvKsm2+NWP3/35h6JSZWpE3ggNVvzjqAO2VHO03YX1Vjm
z3/6zL0zJ/UlJyTKgADSOgFJX6kZ3iFd2bdNsct1/Wj6F85h5pkyJ4WlQcsNA5q+0DgS7qyP5RVq
O2QGSSHYHuTMXaGiOkAlly5HwbxwajPvLcWcFBMpgvdQWNwuE4TROMYjbYzsvU3UK1UY78wi2eSQ
JhcoUHTWOO59GWgX6tjMODQnNWQ4RWZEpcr0X2vvhFB4HRKFpK94cf6mzZ7ZpGiIdYnfJwOkEjUK
fnEpOnpmUK787rSTlBsOWMFHsTave8JSMAW1oT3KrGUvHP30XH/xvJunkfppFlb2XQ/rO2scYEXS
tSur8K5PeSZRHf0SCRtYyZJxo9ddsAygIiCG4u3cIKS9HeQwPIKWuZSP+9Ez+OqbTCqPwb4mWJyu
c4ieGu5zCWPTIiwAQ+blEs4wpdv7FhOEs5LBJLODp6BGU102U6vuPSfZGX2Z8guxJVJizDCPA15I
exS9SynScwXDnNQjBlRulXXXO4JZJgevFzFNhiJmGu9R1nJ/1yoWTD5oz2CramMVKddGvWmL4dIG
3MzLxZwULEnFU+E2Jn0NdOJoPP0faAXJO6hu/3BPgTTX3wcD03Gx74eidfpOv/FLFRUGWsu1npfF
8vx4OxWJL26yMSlRXaMA222jjinwRhOQDEK13/uRIC1ii2Y87lApb/bnjzXz4BqTQoV6w+e1j78j
5Ew3IXTytd8L34IYUdf5I8yUwmnYfcbDWNfgi5xEjI9hHXx3owB9efBUC8qxB3+6UAzX+dP54zS7
nldHg3SfCVUHO3IBj/2RnKwbqGBvfa2uWjXaYeqrL5T5ufFuTOsSjsw6NvLe6aGm0UKuxBtJM64r
5OPgUo3kZSCRb1no2oCyz0cuLgeluvRk80LdnXmbGZPKhGTE5EnLCXIu02dk6FBrjgk6SeZV1jfB
ejt/C+fK7zTonv4XBdgQeweOB4YN5LCYzoB/kUS4OL1rBnJ2e1OzNhFOhL3eY8nYa5p5YYzOneSk
qEQYJL3ARMnTquGm7MtrzwV16AdbIDFXZltcmO3MDdRJ7UgyH6Z2J4u2THXyxVVThY/sPttNbL2K
onQfV9qudY0/HTqTOhIDcu4isYpZ6KDUVlPlofBHu3Kfax/3g+Djuu8O+LQ3g2h867LirZPSSyvN
mTKpny7BpxdareLfDMA3OKooET+g3nKDb4wGGXCSs8sz3MH1AKCNSp7A7FLBKb5IStigqPzXlcAK
iLGwyFE6XqgRM1VIn1QhE2wZeUpj5JBryssM2BCyQ1wxXX9hCM2d8GRmxD5ZAtNSCJ0ux9wz8kjG
xhYUzBIj7/lnZGb06Kcjf7qk2CRZq0tW6LQEKRJB+YTIaEmvopRctFjBU5We/Ah/9tjrk7IzFlkr
h0Yy2omSs0pFzqeXO7jI95Z/L8R3f3ZGk9qC0VAsaemmDizaxRBUN0lS20hCedyH+sr14yssyE+I
sc8fbuYp1ydTm45UC13WWslu637hGtH30T10Wr2jlVtXxYW7NNOPVPRJLdFMPXHNohntUU0gMoT7
PqktUvkUvMbFjjTZBcCutUaGUFvChjdJrUy16C4fxPvzpzn3ytAnZUaT3bwXCokGR1ivfBzQyyyM
d2yrLeWTZzRMvrUIxEWxxXY3ZnuhH57IB7k0lT3dvC/mFvqk6qBg7nRDQY1eZfGVpoE6ztyDXseO
pQBBg/FIFAjGZKN89LpqJ3Pn5dw6kK4TQJa78DDOPO3apPoItTC4GvJzZyQfoAFKhCvhlCWGHfj8
NZ4ZStqknLRMAMFWFY1jqEhIE7fa8+6HjSJiGtchHOKfuPCMzB3p9PNPT31y8kiIZNg6mDUg4gCI
WFT5aUpTSfFeykhBiC3rwkM/d9kmFQb7jN+1wKQdsBJHgBa/8mjYkbX5fP6izb3kp2nuidZEQpee
VHdNUSxr0is1K1vWBruPYjySnyUMS0PXX3LhJ7AmdNyhfuF+zUx4p7HtpwYGQUlh62hJZgOaS+im
SFv4Qjvdld4a1Xr50+aCNqkypI2SSS0qtRMEPYwdsUyXRXrhBs106xVtUlx6wxNr9u/QHSvf/ET9
ZSkjkEkyRZCumnrDm41sI8GXdkJ/acU189rRJtVE1xMBu9pYOrqO9S1Nm3AtaNoxQoPqUj7sGD/d
xleSeCkTrx1dWKF8bJB+UUamoeZCJqTNaHowl8xx10B3Qq4L/JDwthV6euGqk5sQL4eCCdnInwh6
DZd60oOJTX8aiRdv87yQX1wG84URNPMcTqWrKtCKLknEymlP7nyx0J/h2a4avyPWqArIeLswa5s7
zqSywESScZrykpKNo6ZAa5C+EyKHoBoLaQ1R5vyjOHeU088/VZVIR9GXQ+N0akKVF61VqYukxVOO
buoVO/Swg+J3YSo48+ipk6KiDFabSUAcnMqQy+s6z/s1GYDHzmUuOAIiU2OIAegLz5/Y3OtXnUxc
3FQHrqL6lWNKezFJNzl7c1BDjh4vASPSNiXdba9KtnEV4Db2VCdvfXNpSvKFLzBTQ6f6VaPJ0lxX
JXAGYb0riSopyux6MPzb8+d3umpfPBbqpLoU6GMrMsl6xw2I1la0UACLa5pronYy0svJpT1/nLkB
Mik0EmwyUHTF4MBRuidABFLgjhzlblElxc8meDh/lLmLNaktdZiGMs6MHtFyFzrMzkhLpguGo75T
LxSSuQs2mY5gIaxj4qYUh3DhY9O1Nha2VeYWV9alWzJzqaai3zyk+ME7G+yoFAhZ9eLcW2XYxb83
EZPyIehXReg/nr9gM2cz1fv6UCGVNDV7GzIG28UA01dFF9QHMSPpxVz/2UEmxUEcDDfHzdzboV6b
uyBtzWsV/+Aqrof0vtLi+g+PM6kMFXkVIrjDzh4srb6J+1C89zLWrGTIhASd6NgdLozmuct2Gn+f
yp3ZVbnSVH5nwzRjF6rXsJsIaLSxXhAapQWt1l040ky1UyZLGllWStrjnFNWbXqywNaNFyKmxcLo
FPhx7wpZCH4AF7rwtpg7sUk5gGBZwy4eiGEx2WlAVktwzihD2SejVCYXcui6C/P6uRObFITQAh3V
laSjywh2F+LQgaIVNxCShUWtm1sog3sAVucH4OlifVHkporhOoNzoamRateZWkTLUC40cFcV1vo/
HHmTohCR6FRoStXg+yI8RkTxMOQ6LTxzaf1h23MqEY6zyGpK4LB2GrR145C8BIqR/LSI6BBPfjp/
oWbmZlOBsOBVZtR6ZWEnluN33VtqJiynwLEvMBE998SSwn+WAM39PH+80/PyxY2ZCoItKVKVEPGx
7TWQ5vaKAKeGvVBZYQ0HVPLCoJ47q0ldCFxllLWoyW1XkvQFiURdQahALt7WzfgEqAhAsPGSgje8
8MzOPERTWbAhlTxFugg/zu/CA9PJpgcngUpClY0WyJxAx+789ftQnX51ASflISWpMETdldvkMy+y
4dWXDkr7InjZYYwhSrobL/9BEsAV1SMbRixMsIWruwgMJLY1rFqPlZfvit5z9Pz5/FeaeXtNlcMN
86CkaZHK16651rAmCkqzaV3pTjL6nzRIzh9l7hJPqgeZXW0S5houEkUeh5s0gvcAEEOFteoCJycN
ze0Ta/dnB5vMKkIfwjfBKordMypT6K/0GZpKgPxY91K9Vkw2088fST59/6/u56SQlEKSu4k81jZa
Iq+6K9PN6R6i9Y4VksBvEBPBYyUUUsbSCT7LU5ZjAjc3ArQAKbqGZgQMm6tcsI3m1wjxwJyd/2oz
NXQqSjatyo9cLPj2aBrQuL1DqWav5z965mZO5cbqSccMQma0YxH8E4RkUBx+0jzKetTvB3/sLsx1
Z6rNhzji01vbiGH5NfIpXMEK4S94NU89aOjdGGni3Z+dyqTUeAb3APu/iNglrFLIg1F/SrIc3lk/
C0chrC7NdebO5fTzT+cSkeGiQDxS7K7BWLoUQzQPgI8M+XoUZOwV509nrsMylfqqXq+5LaQpO/aq
Jdhh9os9jwgtFRYgIWEHw5PtWhlofWj1rVGKm5GMrPPHnpkgfCzIPp0h8Vqdp3Y4rfAJG8tGJh9w
UaYsShTv1hND8zASQ0a/PyWU9fwR567ppKhgalaUVsc2NpowPfIEWsvKzYzkux9HZbs5f5C5wT4p
JlDqmkzTPMUuIyt8BhTrrZrOUnYVrvoVlK9LqrS540wqiSmBuxwNbC+Zot6A7LuOekBgDbluoZBc
2vfVlNPHfVGwpipgUxZFZQi1zPaII3qQhXCbqc0T3DDY07koEoUuZIfGU419box2n5XLoUrHg2Za
ybghus97Ijsm2odaWC4Nt7JwN5fZ8mRtBsxWvWk92zZAW5to2RolmkHp1i3xtxOHBz+Sxr5cDt5K
b8ALa4Os2ezLr/Ku/Wn02vVAUAxtzd68oUcYXcdiTGqYNvZHwPeBbZDbi0JN2MeNeh+U1jVK/1vW
c8/94PfrfozAYmDsHlMOmxup0D0w0qJNrYveGpAmG4eldeKo5bcRJP917DXS1Sj47V4CCQxwmfET
DE5Phw0NktZUjzDfd0pcdtkC/rnw1smBAStAa2EeKlBYVRK/pE7Z5lD1DoT+ZKd25XXIavbaKlz3
2kvytehV7Us4yITJ1PqKZZWy1qrakczy2wigba828bWQtuCG/EJ4MMqsf+0tdZ3popOk0baAyGHs
JCFoPOJryH8zA43sbjRgZOj1LeRloeoXkpKCnCQWKSULgTaO7x4Cr4HUnDlSHu8bUUpZwLvuVhMq
aaNrRXskJZoUkQGob0v4uirftJpy05pat8H2nZDPY/QEZ5C9tUxdgRdm2DVLPbTi5xCp9Sqoha0E
FPImIkuYuOsjeKp0lWTh4xgn5hLvXTpsxlzY8Qp+yFmCAEIgrQbj1YoZdjSsRlO4UQk8WEKDJle2
7IcdEW3y1ox886AyXuAKDgeBWBtiRjRI3667NLn7haBoxgrpZr916QPudEXaGkAWNmKMMAWuCADC
FoacPKbwSYxEt3TU1XCLsZCBZCdDkgVLJ8hgtMfA6Ba0GxxTqYye4FC1sAnOSRa1Umn7vBjqg2vV
x4zBKPejtjYtVAxbE93wQGRppy2Tdtg1tX7ovPSxq4etFOHqXWctORIo3+O7CjbfYdDEq9BzYarr
GhZEA/63IKEGb0fVdQiSqJd1IT5KMCA3Ygj/UIhDK8FokKAnHMGvGZoHS4dQJdXbFtrI7l51IrmZ
XNC8+WVF5rBKDKKvDHAT+waXwqpQyaLx9I9lwKiLy0Z8H9Xxtq7NuLyxPKOi516VxLhK/YGQ8WFr
0WdPAnRpMtxMUEv91ZBCQDhBmkeiaNh0IJmlbhXb62Ptm9o0BM6UJgv1sdIPWpc1MVkMUfLcEazJ
RVC7ZdxI1nBPTuiVxiJEfnSz5sVQs32k6OIhiHLvW1VU4qaRrZtCCPPdyJyb9OQVibF7ne7P0urb
TXWiy9GDlNaFVi4aFWKJCXV1awYeUaREwxFNx5heimQtCLrX30aErm4StLt1pDhERv8wvNY8Ii0n
KLcuebKHMR+/jSft/yoIAm0bYtVeZh2UlLbw7URUoFwl1YBkzlMJZSN6nShezQjGTdEGykGTjdBD
88Sat439Ky2wZHPVNgooWoKP13AUXWGVDkzsh/C77xvpikDJeKmFevYuuSk72nAJnoIAyJ1UpeXa
J1rn0I5s4gb6KYqD+fG1CuxhI7NBAXWPZ8OCgN6cqBWZCidYkMgjL8hcCVx1F5XGK1k00pMl4Ga0
oPniZ4xACgowTdhcA5jNn1vxWiNTcN13g7AQs/yEMzVKQVibQk7yX5xna7PiLWbytuQreCX3wifH
ZAjE9FAN8TUoTffKNLprgRKepzA/FEUgBgRq5o7cINKcKQfSWMkvkp7v0qjcMcCEa68Iy41r+A/k
buZLs4fMmpUJPECtILCYTBUeZ0gFb3mK3j6qlOgeZCueYEJ9vkmC1d2Hoqp/K9NGuBIz+p3Lrqkt
6zs4vOanoFZmuciVtHhwy+YdVK3g0PuEjjxwK2FaN7YnkP49cEdXRW2MdxEuq02d+Pm4AvpNcwku
1s9WLaON2urSyhQSJ0Zjs3YHNf4OCmdYZ3LLDF7M5bU14sbxrTLd5X15U3dknkR1ouMXqJnOiyUd
noWa6dbSjKzvQES8nVgXwTMQwDqzW0Fth2UNc/cQdq1lLBWrfikryM9KpI52m3QAdKOKHI0Cuesr
WwnpMrXqERCjqj1YZKAvypqsF1crkhVJksmCLGzvmJBVzWsaP2GV5+XOanNzO0aZdwCVtG+h9dlE
LvnEWBXqDVDFZKUAGNsLlghkSM7XilY1xnJIvBtII7iFR7XpOlJTFR+IWv8LYJuO2FGMg+K7wabD
MupLb6vlxrJIrPKh9WPpWeSWIvpLfuHySZaZmmv5IzG5Y7MyaXYrKzOUjW9xa8HWKkTRPBbJuMsF
adipGrTPXg+6bRGO5AkJavR6Qv8n7KNUdLNj5ZcvE7CZlfgN6jh4U2ANSHB0pexbM6QivXrL+9ae
mHgFUUqrmIIs7ciuNMIFc5p46QdNzW5bQMRgGEvttdAQXdW4CUHARm0q+z6SH9jmkPYefGASfQz/
0Sjy4VoIE3V7AhvBAFd7aW3JGrcrqeFKkat+TTjEeKOKWHHYw7YpaCfdVyyZ6iavYiO00wKM49KA
3FYs0aCVvLIyBZe2JbHbn+Rp5cAPJhl4BKZ325Ev85CFbXUwjTZ9JH+lWdea4j0Bos6ZIDR5V2+Q
PQ07eH99ZkdSFi0IPSe1xCc9Yhk2fkoNCuNs0eWALIRRJblB9YUVqPp14BYC5LVBWXWZetV5gbYg
nYqq1sWPauV2G3Ikbwuo7RLZo2W8lXmTMq8jFlRpOEKk+TT3guLRZSK2hB6b3gxeyJ1LDOHCftBM
w2HqDYPcV4pVxYYPfFna5UpvFls4329JYcCGlypsSCSjXrL0zSyDp+6wVtPrXK2UznbZTLwPW6UZ
1lEUacmFZfbcjuzU/RUXilqC7u5tCONX5FqXdK+ZQhXQo1eyAOiefedkUbRuQwJplN5Hrv7+sTL5
95/9f3jv2c0/Z+3VP/6TP//M8gFnml9P/viPhyzhv/88/Zv/+Tu//4t/bN+z42vyXk3/0m//hs/9
13FXr/Xrb39Yp4g0h9vmvRzu3qsmrj8+n294+pv/31/+2/vHpzwM+fvf//qZNWl9+jQvyNK//vWr
/dvf/5JO69l///z5//rl6QT+/tc+fcvS9yqgXfHPj/uff/P+WtX8c1X6myhZigKiViOe+9T76N5P
v7E0fiGJoMZIwBMV6dTqS0kM8//+l/Y36pEsWxYLIF2UxJPQscqa068AlP5NZDHJL1Xs6Kx1zL/+
+8v9dnv+93b9W9okN1mQ1hUH/W3pZZiGynIMCp5oipIqEsb0eytAK03V1RpL26B2qs0VUZoNTdvR
6mK0Y1KebCrSvftjB9wdfpAPkQqca+xdYvhMRuw/vwf5mNjTRYXcDHHyPeAMhz1zApV4BDAP2xNj
Kj2KdKj7hQWU7deQwmZbFG4d/xwViy9Ecl+2Yq7t33+6e/+6QJ8vyO9LXr6IoSkaJDrZsOA/qVNJ
dw9xrCr6St3IRfZTEGXxZ6xF3YuQEmbb0Pq50KD4P9efwxncT0vUTd6TU0UtYGOhxuiobvzakI8R
udCOLxcstDsAp0dsPUS+AUUefxippO101TVvz5/v77Xon+cL0ttAK65qIDdP1+NTp6SS/VgvVDJJ
1Sq2NlbcxHfqaUv6D47yX6Sd6Y7bSLatn4gApwiSfzVRmempbFfZVX8Il93NeZ759PeLrIN7UpQg
QnWMRqPRBrwVwR0Re1h7LVvYwrVs3TPWwF3HKnp3Hg12NWuQ9pCI8oRZl2ywXF3WXl7XAmZON13L
ZDcZFb1cS4nzhuFYWydYZdvnkfeanCOT+2nq+o0yz/W2ScOWkrUIAaWOsyr3tF4yL6Vnm6exy9IX
0bTyJU70x1rRakHslSsM05Yu/MDeqg5TjOAihkYbTqOTdEdZ6s5zRyCHxmya/fngF/Isw+ZSoUwl
+c8aKVeHYaplgpQsnaGzhRo73+tTtdXzvPpCHp8G+mXE5Gwb0VdVr3vjbdaCEq0oKUvTitbKI3rb
1AKX1i2j/QxD8q9H1yQMTrBlSAQcoRdVH/GNtTBBEYywOjiB8oNedqjp6O6tset+f9yO4DY2sQWC
eE1LNUB9LPu+gVLVi/LfXD0z0eNK9W//NyurvWscUYd21QawZ9Q9LBFiZpSEsar7VtZfiHfAUbsm
uYwY6lk39WG/t8g4ihEdior57yEd9j1B3R9h1DxGU+W4mKKSSJzturbDC6R+ypvPk8CfDpl2N55a
2hZw6moIIDV6r393mLTeOrCvyIf/LTL+Y82mFMSymElw5coZcoJuYO4dkjaLFVunNlL8qxGMhi8p
8h3FH7Zs9AStHT2xnxMKV6h2tpUYgGlkIPRQNDFIJtpl1HcontOUS9ql+oYyVT9QjoIs8o8YLo36
C01Qj9HIDtWrHcOSKMnbYqwQO3ey6rcS3RH30Nhe1T3BABD/aVCeHH3klXXmGRuInCBnWwC+x1Xl
BU8gvKS/RMLr/coZjfxplBqDTOiP6IrM0kyLP2DJbN5Jo6GOnXWWNm3ExdfeYKISge6i5PIRwl7d
qH0PmXKY6ygDBwm6EZNlQS0fu6cpQfn+vuOpf+ry+2DKcbi9ef8FBi+9YdbcqAhNezyltaEBbGPp
qFwvp6JotE965ZYMSFre5/tGb6yPCIzXwjItyQleOYVlGfVURu18kqmmI7DZl8NOtwPj7PSINGys
8JYxm/eJPx4WdfNyhW3YInZjO0yR5oAxISiZntQ+IHSduIeH12W6QvdMddOqB3dlKjUZo6/D+TRr
XuQnVZ7+KccpP49Za/1139Rli0WdKxMJZ4zwZlCxXz8cehAO1lBN00kTyXjw5sx7rqD9A6qTm+/g
q5++eb0LLag5J9rTfdM3NtTipkIBiVl2YuVV0Ii8Yua4eYFuBvLl6cEq0dLeu20N9+4A8GU4PmqO
o6AeZNZretz0l5taux4U7f2gn4qOcowVyd+aJbJgwkU76b4l5XaXZwFRed5HIjLSAy7IS0vSjeNU
Bh5qHb341XYiOAEiTx8+2xhhIVzBUmUBK3ckCAfUNJc6woFV9Fr2OXuqnBPqvfNgkOlyibw1tTrb
0PZWYUwV7FQNMDigfVr5k2fIh90BK0QX0uAzuWCzL3eNdzl3mYpdTguDx8ARu97PInQsg0hu4Udv
fCBbh3eb/MywlA9emmorLVmMOtZPhiesY9EjXwVKbYtdaJ2LsG22IT3d5CXmUX7tm715IL1G6/SW
+xKZxATVmUGOlonkrw5oy0Aa25oXNNzue971kcIkgoe8k6apc7IuF8ZrInVEDPWT25q/hxqTkk4W
/WU6bfP4xyLtJApEggWN8jUIXuRzG6ZFTxOkiOevwxz2zxReIx906rxxmm6siQBDxzU4s4a7no+w
rTFBLNyEgT5MULILI4pj/iQ66ENLy6Kzdn8Lb/gGeZwpoYNm6E9fg8Xz3tXKvERdt9doWtVN/Wc3
lnIjb7zhGhdGVncRcn1mbLkLN4QRjSmCzjXgy2hCFndevlpNuskZdntVsMSRWFl8tNWVVKAhXTeO
uZwaq22yXVBk43gMxLBMO3jIZU+FskBwYM56k7NXCensYzuq0r3j1NkX0Ibpix335XikCCuDv2a7
qR7MYFydKEkSgasMU3jrVHq2mJqsCLZUvyby47b6Li1Ueh79uPzrqjLg6I5hct9cno9GC6syEel0
sl29/isPnOAr/9cWbOH663K1EA4Jlz/YW1lBwpBYMtJG2L0zuku0nZO5+hXky3+dSN94v18JbS8f
G4wRdxhsnrTlmvDWmIE16rQwT03hhsOxhCkCESZ0gJcPk9nbissdXCwzDBDcn5EHleW7CZr7942O
pPinsEyr7AN1VE92iDlYDWx3aVk3MGZATL9HhoA2lmyEnR97XXAOPMbxp6cEb5nPFtTb4kBbPDaZ
uxQVykB291GnNGAoOcnI+5rWKUHHLhoz5O4Yp16Kw6Kn8fDLbGSFygpyCs1PEozK2sXcpMOOoCf5
jDQDasP3v/z1LWIbBnAbhIA8V9hretCwVQoxTCOcZtfOjlYIlApZWY92rr5l6vqsEfeR9PO0GB75
2Oplhm9H43GpR/jZi8mfUXM+1ILi+f0FXdXcXII1VO8cbkXHQ8Nm9SqbpZ2EVW/R4HSSvxF3mX4B
TstPMvSQraBF+S7s5/IdQiLLXjMn82NBq3PrR1zvqjRIyGx21OBXrAvwo2P1KeiPAZFlhLzDxOu/
RYNjAeMN4g2w8PWuUuakxCkouqrlroopqfTqPG8LWH7pHNOCJOheQm8+3N/VGwvi3eTZtx1sULq5
vCBsq0EWq2ZBZE4onYrF/Lws5E6Iqz021aEibxYkBAG+Q5TgrSfYdA267bBqMZUM2ecwA5+pMtk/
dW3cGgC6uSppmtwQkqd0DeVyHWPUqrgaTnUbw4gt5/x7ZTJ4JUNENjf88joRZFlSSM+Fbtn21qh1
lJLcwBM9tjxaSIgl9an7BZKcj7SDyp2T2cGGwVuLUxef45IVkciov38TZi2O08+eVAZLPTxw9aLI
ptvTuSCZe9g7qK9RLaTAzBPimKtnu47tei5QZj51EcxaLoKIu1xEzjGvpuV03xE9fvXlte6a1CeJ
iCmtOJyty1WhytVHFXJjJ71dHG03iqauoT4VYH11Jh416JvM0tol5hx/mI3FNfewxS/zgyVZlzgS
Oi0OOagUUorVr1g629ZMl19h1YsR7gINEXd37rqnyBm3INrXB9w1Kaejm8IBJ31Qf//mO8opC7ux
0K0T7VVU1hAJBU0fpcf7+3rtLa7JWgQVK14DZw3QLtosa7W4Mk/e3KBDlDXnqOCRdoQX+vct3VqP
Z6ubhGKc4NxdrmcWHUrwU2eeJiPrP2WSfiuybvGGn9yw4kKyxmk1bdpB65E4o7BcTcSNdrJNq9iH
lTB9VSl+OAOkG01GAamWQba+HkSNndJatLENfRo9KPqavP/mLtTKsdzYtOvP41mS6BuXM1XfbXXC
RF55aSTCyG8LZENlYyfHnv96kQuiPve/z/VFhSlyGBpnyGgQrV1+HxvGcGCES+hbdWHa+2ruiQ60
NqN2SffS+KMfjT72Z5sRnI1FXn8z1fxTrzbIHtodq6dMm9LAQ/M29hNitmQXFWiVkxjO5aO+QRRK
/IkD8smokq1WmEY8cemSm6cSlYrjvOiCsQB3iwT2ajU8yFRkTYNbkVx3Te8wmOgzOi3VjgK5qH1n
j9N+JL/fKHdc3Yc0cskPHMuxVKtt3RwipPSiBHbUU9um8NhqRme4O6lDrwynaTKkTxQ3Pe0/nWkX
cl9lqIqhmOctUfKo1/A7rNfowDIdi6bwpdcMVdcEQ5rxO+z8HW1eJLKFfJ95BkjTDLF3D3KZ+356
Y39triy0Gz2XIba1EM1AdaGbJcWKV3jDMLvjqZuscAPmfWUFySwD1iRKgepIrKmVZDEYjLsW0u/z
Wj8UTs2JGMetYfOr440VnIRTx0IEQMDL3YtL9i9H5cuvergFm9h19qPZ/CpAxR7u79otS2huqYIS
1STi8UtLY45+eIG6ku/k5i9JTPKtdNpynyyhu+GZKpu7eKlZE/e7QetZGmSvKht8827VmpLmbjPL
j0pb32VTGR8m4dB/Q0nnS64J+WKBgHw3VeXDlZFXy6yNljeX/zpGqOD8GaaytHyzlRmJTegC282L
A6JNwcZ2qkVcLdKRDvGcWqJYLXJyzcXqdUxFo5G+n71R35f0lH6PtDp7lsuQ/rz/+W64IwUBYbCl
PDtyzRTQLWNhJ6K2fNfS0KoY2vxoTQCj71tZcWISg5NbUmmXIDsIw7013VcbAqUyLepJXYAA2V5W
oNyOM5QrzW4ocnhM57FA/GvMKi876WEtPqAAVn9DEbbMQQXnprvjhl3ivQEU4Gc51nm4n20maHeT
mYr+o8jaYQtzcMOzVQjDdUi+z91uXvqbsILBpg1r+lqODCNybRHSinr4IlrbffTqYXss0hROq2oq
r5Pm2Utw/WU0/UDrM9AFc3eWzLo+3f8KtxZEqZJ6OZeCDYzlckEooLXIfdc2RR+j2PVh7u0KQZEK
KYLk/C9MqeuNDN00zPUt15IRowtb2b43MM2VWWm1K2JL85HnfTRdZes4JhiyCaCpNV0uKhqaZgpM
oIBZKZfnGqqzfZoZ+UZcdmvrACBRBSAAJG5eWUnSPOKW1dA7nUfUd9F72wk9Cg4woG5h7FYsCP+c
FYJzQnPyYl2sO0Vz27ej1ya2n5SyQzZQegxDzMbRDhVTujEV8Fpa5TvZLsnXpGzmj1U0lgdH49oD
bI8GcIku9f3PeeNWolHAQ8weE+LYq6Pgah7a1YRZflm08UdbTPLPTKunM89MiMyj1m08krftSTZa
mly3a0rpwsyMGgUrATodBexmKT4wE3tAJ7U8JHH86/7ibl2BjkMREYAoSqfrF8zrUUkdtFD4Ef03
muyR9blLvK0pylse5KnYjZxI5zpZ1SrjdCyWkCKiH4sm/zAsoj1UVIjPqHsbG7t3Y0GeaRJlGAY4
OvBxl0ci9Iqhmpkr8R2YZfxcy/CdwpIbwfVVWA/fOC1NSkW69AROcWnFrhBB1yZukyIFBFo6kMAx
b5F/XWBWeCoju3oBR7/VW7wRA6iei6r2EgBfUQ+LxHH1skmlP6VLUh2Svq/+7vkpUM+PU9M8JQyr
DLtpNoMfupMsf973lBvfkJTM48GEIorEYrWxpZjcZMptYjezo6pfRdWXXGq2HzlRfbxvSv1TqzjA
A+4IVkZwBYAGutxdhrgW0A8slK/pChQ6l1zu047W/0sJVMfceWkAkL1JzB4a8rGd/Bp5t/B0/1fc
3G4XbyXjIL9ZExZHZVF25WxIX87oZO+SLOgzJN9RcdWNgCmrxqn7zwTp1YGZHmvD+K3d5nNaODBd
cypcl1sAiLFONKdy/KEzW79tqvHM1L88adayJT1z68S8NbXy5XYYOmp1reP3RSORfZ/MnQEh8+H+
bt6y4lLWsqgeEEauE+FYKcYUNIF8J1DwbCPznszE9Pb/wgoxBH+E8pzVWmIPZSw345t5uT0/tVby
XZWtNg7/zaW8MaK+3ZtYfLQWp5mrSfqwOdknXUxfdLDaG2fg1g3jIrhF+5geqHRW6bs1gzG1FbYn
RYGZ+ztAkLt+R1VMidnGP+w+7Tdc7tayPNJfl8cXFOb61JkILDUNWgY+OOD4G7X99N1It+wxQsvX
F57eMSgJ0M5U4tYl9kKLYiuJM8zEzvQsyaJ39RJopwi5nI0VXR8iXk/Q0arM4+loQF9+qLBAmnPW
8bkiJphQiN5DTt0KHvD8132/u2mJeIVmDOEYRaVLS1PUTVOeasKPzbE+ykLTDrNRO4euLraaB5J/
6vJyZFE2YCSVVwDMUI7zxvsyy0BUhZfcn0fZ/j5x1vbRYgSHvjfMUyC7+OlfLA1LXIQGtbI1+jsr
G3fhKeUyTvXus+oQHgCyjx8GEMEbPn/tga+dLMBCHnAGe90XcUgrcxTOcY0ki856XWl7D2GEw/0F
3bTimZSrQJLpVyfLWSq9aRcWlISwBfZ6PryvUZnfYMy4fsOocZgWlxBpMxHC6vwmMOq1qmLrG4tl
7dzI0ffdGA5+AYPPKRuR3x6nttm3zWieR2NTNOmWl9CK+QelQQVObcIbL3E6jUotgzu+yEZjXwAn
3OltX78PmLfx3TkNHq5PeBwydEOlzlvirikWGJcrS5Ih4Qu3AS40lXqZgcoP01/NQN3qALTC/Q1E
YPChpeuwdadcX5bKOoA5IA2CWH0VXxpMTLheN3L8PLSzn1AcbxBNG2s794MmEuim9Z785cwtqdjD
zqRa/A6BEe1e/tflPqdZKy2bzMM3zcI9eLIKDvq0SVFw43oxOO8O97IKRtZVfjtJ1UBsJPyWpeI4
YEZMKP/3ZtcVGy/oLVMWLSFmTTga5pqwcYjKRs+EyYKSEQ5DlMGLJ2/xli/RXGUbD+lNWyrEo4Kp
0BKrzCpOcxLBJpd+BIPOPtPS7F088uRV8bQ1PHLTFOBDID6gifHQy+9UwLACNrqSft3oqJQJk0S2
JrxyqG9suMR13OgZloR0kLK7adpr/ZrGSbwWVi0inc6Z3yPRYx7MACKVYXTt3227gA8nt5ZdXG3e
OTduNqqrLtEA9UhyoNV+MlAawD5C3LzYsTg2ZZ37iYSr5nGXJxoGSkm5WGDvciuzyoF4gE6HbwzL
eKzH1j2MI7xK/8KKR2HIow4FQGr1opJV9HAwCOFnTRIj8Gvn7zVjsL48bkVweKmd0NoCSnO5ltGN
bJur2vZDZMpfhD7GB5kiHXrfyg3nk6SjuAOtY4K61SVR9JXllTpUCGbqRHsymHjvgPLFBZaHt40n
jfADJgHiX8BsKxegjRrTXW4TH7GVYOeNUXKyimmrUHvlaFixbR44g2CHq3dlhRDf5EFzIp9LqT6P
zpwcvMVNN6pbV9uGFRWIqlYqeLL1mFXYmnrROHPkE3gN2W7Kgu7nWIfuIYv19uHGsDLGpBxJJ4/2
VdUF4vmWMStAYXUQlz/zXlXZh2ja6uxcF7hARrBr9ANNojhi+0uPKwM5eIikxP6kqsK/127iGBVc
4vWc/KFZXtgccq1L6v9WVeiInTGXEyw/orPqY13KaTqLJdDhRJgGGX+chVfV3+/76oqJh/icKh/h
JfcH7wy9oJWz6iPyDVqLs9ZTXhxzKxmL/1iz01gHz5kGo4EaRQz67wtHqjlV0GUkX5h0jq3PXTEN
434wZNFFG4/Sa7hyEfQ6CqdAuAT0DOdaq5LWCTwTnpvEPjBd+Cn7rs4GBtmDYP5MwdCVn2O3HX42
QS6Mb5mWDPX3SjiVkpWInfgd8NEkPMIyHMjnJSYufDGcstoCuV9FfPxGfpmlQAyUadaJjVa7fVQK
PfbDpktLBptDY9i7YqhgJQG6UXwyUO4T0CqE8cAYAbt1cKJR9w4bH1BFlpd7hQMrUAzVdMD962DI
ZOSjbvIhheKw7JpDEePVO9cKggx64X5yvhqTWY7WTkMjMYKIpbBE9qMs9frvugAVuiUGfhWJkutT
zeU6kGBhCF8uHT6Ndc1K3TL1TTHn9KE9A4GnJTA+GnE4v+86GBfub8D15UTzVr28RBS0vteFKkAf
vVuh7OTDNRF+zDsj+4mnP1zPUC1iJtRAV3FK6I6tlqVH9J+jLKdwanY708uLPbxwW1PgK1UjdRot
B5STrQZvKfq5KzNlsthOV+iJTwxIVTGTsQP9Qj/k84IaRWOGZzE7CJ2JLDDEC6UwGHRsDsrPvqiW
4uOUm9ZyLt3Bq/ah42iMJJlRnx/MzhrqYwK5C58e9u/c3g1W5zRbscL1maDbyx4B6KD8S4Z9uUuz
0wdSVE3uxzIsvb1nhDO8XnkgkJ12K+ZaKKI6w1Ezs7A+gmiF6sawJlvbcInrl4S8FWQRnR9KeTT4
L3+GR+nZnolr/V7MzXls2p+1FyKINSLUct/5bng7YKbXXi21bvoGl5Y6fVgS5glSPxtk/jvTntGh
0vP099Sc5WHpC+10394NZ1eAJohdOF1EMOrv3+R5S4pGfAMJkp/oUfSpQ0VgOcrEWLLjfTs31kVt
SHXtGf1kBmq1LvrPSTgmIvcFOJLjrEu0/ZIknd9NSbf8NWTw3dw3eP3J+FSC00XkpNLn1cK0zirM
wF5Kv+6N7MNkzdpRwP9wLry2e9g76AkyV87sGg12egaXeziaHk66JKXfwzJ+lLOL0BPEWQz6DejB
PL4s0BVUH5CCtRjZvbRVh80Qunlc+otbtLtZ9jFcGkw2diSSh/+bKXU237hGDqvMLJqUHYRjbF+Y
47RzRrPiyOliYwevvYMdZEaDE07A7r2yh74xNU2kC+itlH4qsnrfiwwSkKFhwhGBrjR15g1z106v
zEGVwLgLMdRantNuc2o4dVX6SZdA+tQyTUCG2m6En9fYZ1Akb82sbg3Y/OmrQwXBHFKDmvGYBD/c
aR4Oix1CzEZTbm8RsY3QVyXzszcU3V9jDiPv41+RPgjJMVUGcojVwZtTo9foOeIwS9x/zGZQ8LOm
D+fGNrbIhW8dOQB8sFHQdAB8al06zByVADWDVCWNyScGXhvfaIBZD5O7pddxy18ALZpQ8zCPQbZy
aanWyYopmmUQhMl6V7lBus+W9lmDXXsPh9yvx7cQtDUZBO1rLK620OtoIskKjhNtEDCWxrNx1qHD
OHeDGW3cWrc8862plcukXegEskRPJeZkR4cZGGp+GNoh25K/vrWDwFgFeFueG7kunUAB7Jm5G+Y+
s77hVwoNzX876DlOJgx7L0YyyNP9PVT30mVQaZMegbwDlkx7db2HiwYHdK+xh1WmlwcNmPyTUwTN
p9bTw/8Q4i0frX6Aqz7uxEYh9eaW0pEAuIH7AbO69JXJipMJVencb7zeeWdNMYQj04ihf/HpFMsK
I6pgrum7X9pZCk1EAmYRf45aa287ATjULpk39lE5wHofic0plZL6qTGmSyuIHlCAzR2sEDQfrFbI
rzMn/7NhNAalh9Z4ySu33xIavLWHQI+IUomB6FuvzpslZsHUMtr2sJUxnUUj8win0fD1vo/cuj9o
SNDoJ2cnWF2tLUNhxaLCkVHjHtofYsym7EcUAlT6RLU93uIJvtxJYC9gI9Tn4mmhQyvWeWrT10Fk
aLrqg0TVf+JcFu+SRlZHEO3ZO2ZujSN50GNRyf8YdZjlxDbX1lqsI/GiWatKmuBW7wbnUZYQ06bw
eA1zsRVJXn6z/zFF1EplmZLRFQ0Ghamhs8OFvosRDe8K5BOerUHXN7z+8pv9Y4UKrOIQAQ3NfMOl
P1LTjeoYiiewSmF+GiaZHXOvj09FOw+f77vHrQUp+BBzj3Tj5Dr0mdKuNarCpS6atNkH2HfhS6eA
8RD+gwXRAgCsStuL6JFG0irqqfUm64GMa/6QZeZJi7Xg4IhqK6m92jaXxxisr22D+gSNsQoZIxfN
Am80HL9zS+eb23vBIa4Re5zsOvDvb9stU7gB2HGqUlBxrk6VPrQWL07pUlYYg7/NIJ+T/TIZ8XPa
LcHWRXFtDOC9GllQLQDa9atL0K2WfJjgA/ABxi/+IDX3Z25q5T7qSmuLReTKH9RIPvwDzNPQx3TX
wNJGhppsGcjz8f6q201tlnwpay/Z2L/bZmj+Em2o2GZVSK4qNwkzTpmf52O+yyXMky2UpMdHvxKL
oTRFi4FqgFjjNWLNK4rMCDx/tF/R4lM/HxJ0FA4Vw4dbGjc3lqTCJqp0EHyRzq6eRI8ZR70NXJYU
1dXOqGGKKM1064K9aYUgDQAjhFsE9pdXQ2SloEPLMPCH0g7SQ1gW4U9H1stj6Zc6sXyaV5SLKp5d
kUNkk6x7KkNQeSSxTX2iDQ6F3aFyqKf2Q5NGr6boTqpRBft1+Ge1JD2rRhtyRQ9ATTIeac/OeyMO
mDfVweLed4jr3ZNsmnrmKfqblG8ud29wxpaB9dbzq7aj9zowBRoapbORHVzWV9SCUIfC5RyK8Wpk
bOUJteP2TU0g5rutGwbfk7Z09Y+VbYX6LghGxhNiSMzzQ6fF6S9Q1H1wWBw4tDfWen1rMEqjSgP4
I4OintqLN+mfmEvNMpLJ8/WJ67aKe3sfwFS175Oq2Yifbm0rFXTVErApBa/rYYUoklQDP+obeat3
R+ba9ZypjNLaen5vrImGDYboTNKzWVecg0aEjaOXsFD3eauUHwo/r1Bwr+Q8He67yg1TaiCNchGb
CKfc6jFpudht+g2ab5YLlD3IwEFLVu9Q5duqDd+wBDEJ7xUQFYYL16iAFJp5UVQ1UsHQJcJLUTnH
OoWPeky0LSzHLVM2BV81nskFsh48HeDlgdSa+mRqt3+mbjpywVPD4TKzH77gGTpiWYal6stX90cE
e3cFzXV4Du2m3Tdi6fe2N27hsdQz+7+B++tJo/9OYAEFHqO062c4Ie8Yw9EIz1VZnjRqcjsvkr/K
bnjXIqC24RE3vJySOcVlsCOWcozVgbKKjhn6PjpHKLfv7DGUn91+8jZqUSupQrUmiiegZNX4IA3D
9ZiiZkat0MpG80EwMIGGrN4Upx8p7pXDp8W0A23XJ80g99q4JDViLomOCrKH8jG9sg6e1rErMh+N
oKra66iMVz/6rHCMp9aI3ODzg2eEB4KIRIX8tNSv5tCNMdSKKgzzs+WO36oiaRGMyv8scrk1+HC1
9Ww8dyqD9fTAHDjALrc+KAeN9k1VnCdmBA8OtDRHr7O2ugdX3qSsAFCm7IjnQhN4aaUBlVhA/1Gc
LSaTYOSwqrLbLQPcYzstWIbseeFH2o9e03SDQAQB3+OQgIpbZYG9wtpJI3bJmBKENiTzNdaBnhhj
xTH80FtX9aqTiHthj/oOSGzqBdeob29imq6Qi+PTvF/eww0cPjeBkf9XnwfHPdrwnPU7rxu84pyU
ReScPS9W3HuaFrWMAtvl1lzG1WPJ40TKxs1HGMidsUoN8iB2hww8gz/HwY9uXnxkOZ9FGP4ZTum7
uJHfrNp5l1vNxv20qiOqfbDIsF557Axb0Y5cfmy3tQqvDEOPfagMA3BtASAshhW/b3XjDD2292J4
bfySleb0G+U+83tg5+Lr/QPkYOTi/lI/ggIYNQA107MuckflYNtTyBvtthVjfmZtus3Ry3NLnPMs
IIx0o7L9lEb5KB8q4PyzfNWdgKeCp4BexeXyF82sHXOePT81asSAReXQA4Kpe/g3drgsSZhVoXQ9
vBmVsjQTiNd9xdrzd5gu/W9g8PKNEPL6frBgIaTDSrcX1NIaU1pocWy0+JZfVo6DzIhZPrlZvAXy
vGmFOVTmQBVaek03QKCauWZIbrQQs1nHsUiN8VAa05g9fCeQ6QErY1qJRIIGz+XHmUSIQvNEkE/W
HCOLolcvntPXhySrt8rLt9ZEngemH1IDoo9VRGx7qdbHWRr4jEzE32Xepr5INzG/N61QoqREA1AA
yOrlgoq2CQohosC3hnQ+AjXWz72WPEat9I9P0yj6/1ZW28bIfY3AJHH36MSIL6Cm8oyuinnq0F57
z2yDc3z89HqUGxRxGZCYqxkk6FLR6+YKAfrTP8nF/ZHWzPwxkXTQavSmyv4xYOPrCnmfbOD6/5RR
VpcWfFiyhIc98MNobn1Xb5JDNHnLb/fXdRUl8pSbRNl4OfgbotLLr5XVARDEpAp8LWDun/vPO495
pB/xDrHRzrlpSqgOAFwXcJauYqqxGwkbrD7wEdX9fS4mHdWYhAlMr8jO9xd1wwWBkylMmQEOwXFW
LmhrqYBLeQr8qdXRAmFy7qjbvTg9bIUZBxUeWhRP5LqmmzVSwnRfaD58zLXcBzIM3tnWAubkvp0b
+0ZlQwGJuVnhxVmthicedaMiAmiQ2rkSHhhfEuQ49nPfFn/dN3UdFcEapppuBPOwl6+JQKysgmLE
7KJzX5j6SxfM7hNI+vazm8nuL+E0zVatUB3T1aOoYuDX9ZF4rYuFDe+kvmhpdEZbBYmIsbbc6GA2
zG/tJqk1P4lmAxemaBEVv1sp+IjdrLdt86t3+qY4MvqjQ85SBW3+0YUlbvzU08WrdxLZSbErGujJ
94XjdOFucavB/nuQffAj0BgWOPLYTtTXwrmrDm1ihslOTxfp/i0RHEEnIzXQ/g1GkwvGqNq+80Mw
WT+9XGtcHjZEyk5G20XeMUlbvd5DWdfbf4t2ALOWjqOW7q1u4heMFgof+3AMk+9F00wF7Sg9znxX
y2x743664fL0oJh1ZeSOdHndrW+WarInaUVnEIflZ70ukhOTZP/iVVShOcRJZIkEzStX7AenDPp5
jsjBInGkupLv64VSx30vvLmWN1ZWd3vuhBJqYSM6B0bCnE0/HSrqGIf7Rm6cKvpMiuIVsBhd7FVQ
lAOoiyju4+rpMB5dd6l2csqNY1QuW6zGN01hCcgBySuV98s7tilAv+RZFp+NKs3OiSDHGKrE8AFQ
WRtbd20KNlIiPfVfVM/WCWVBCxF5IDM+J1EYH50ULa4AsPrJWia5ccneMkVoRJkfPgRqJqv3CTkR
WkOZF5/jhHYdKCJxRC5K/NbZ9hbT3rVDwD/9SuoKgEnVty43MAkgxK1FmJyjBvUoXuh6Z/TwTj3q
EViRzBkqolWI3NWC3xTR6i4ZCiuuknOAbDku5/V7aJe+IbC5Neh1vXVUWQAUEFgSy0KNd2mJrnJq
kQOU59oZjWRPK2/u9lFhQLak556+lVGvzfF91PtuKbpQ0p81jBeRxbSQmRf4uTsv3c41MzM9x2EW
mtymfbRspFvrREeZQ/KCFNcBgwnVyOXqRGXWutNQTav1XN+3eVy9gBvPDm0Z934D2fuh1TN9I45Z
v1yvRjnMr/sKV+nqjGnU6kDBMeOP/E/0RXOG9gj2xn6qrHl4T5TbbVwfahFvHy7sqZYguDrqoCx1
dRMGUTovIbJ0NAdjSF+r9j+FafyRtc2n0c2+5IFRnfJkfLIRZnvMS5Vh5jVUk1dV0dccTQH6h3ZY
LuE5Mq3MQysozD/Pss7b47jIausqvrGtWCNZden/E4yuKhZ1j7ie0Vnh2QB85o9uQUQft91zGcKu
OQ7evDW7sT7qr8sj7VL02/SX1zmkdBBsbBAAPYe1i6qIi6xTmeVbTHm3rTA7gY/Sc13HOa5bF/nk
2eHZnqNwz7R1c7B1hAPvf6obm6c4IZju5zJRzImXB8GwyOtEEcVnCd7S3SV20bw0EbpbkRRIgoUp
YOT7Fm+sCxo34lEAIpSa1iGpPgta7naLxa7LP3ZG2j+nseF8vW/lxn2iWh5U/wVoEKKBy3VlsTe5
c1LFZy0DZg0rqfgwa6bpm7BEHu+bunGX0KAkleSupLuxHifWGmN001TnPaur+nMUVe654oKE17sJ
st3cMp7Si1p8vG/1+nBTZ0aLgraoCoTXh1vMi2eW+pKcZ1B1gx+DUxpe7FBAczi2/HkeZZ/97IJ4
qY6p0fTOYeoyGWy4z/XHxGUQ/AKnpeoD7sp9xliTRhflKVKXcflljNz5S9931ef7a73+mK/7StNZ
0S9Tvb/8mLVWByI27JhpzxbR+TFZ9kFZmB/ioHA2IoYbCyICgtSL/jZ1mXWM2ka93pWmE5+nYvql
8O6HkvKQf389t4xwIVN9IgDicKu/f/OKw6KVaE3IelyIOz5pjmbuKlksP+5buT7aNBS5htVNTFFc
ro4ABZbapoqanPNKxJ/QnXX+QFcR7sQwMownzwyXDZe8ZZDiqWLAVHntGhdgNyhlW+OcEjKI5B1o
beMZFRD7OWuC7lQ4c/10f4E3tpHrUYlwkKmDJ1q5RTgzBxlqXXYWVdGczLGPnszYGDe28aYVmh/Q
NauJ43WbJdEnw4InID1X7lDt4yRP0Egcm/T7xmKuKuGv018Ms9EQpvxO/nfpFb05IS9qUUxJJ6Qq
oHfKhuDkwRA5fK0MvfiPRtlMe+nqMnn6f5ydWXOcyNqtfxERzMMtVKmqNNmyZHm4IWy3DSSQzCTJ
rz8P3jvO1yorXKF90RE9RDsLyOHN9a5hSTH6OnY893oSq9Hl3LbHzNkjCirWWzW4QfdQT5qMpJiS
teFn+37v7/Myy6PDNky710iMKwrvOfoxM89ntKKt6uJo6kius4e+dxNo6tATmzLr5GczHRHGZ366
+o+ppzj3MnvetOtrFehT5tikh1hrvnRECq15/gHFnF9+z2TaijibXMuo47k27OEGqUGQP8O4gRIj
6jnUB7Fpqh49j27wzuvMdopF2o3m19TOtN73tsKhPq+LoLqlwVovSSlk+zCTi6sSYRuT0yaLVlzM
Rdq4QU7Diej22PbazNIxaYCqOMom6MKfeBQ7827JIdHdRktGCuTQ+rPcqdrJhzuN9b55KKumNh/y
sHTQxESLqW5yaUJBLdljg91M6tqwQzFSO0+4ADdR7DO/sVNqJcGZapz1MsWDmOrsHizVMW8Jv67m
pI1sXSYKf5vvUT3W07tybkM7VovZeMko+/bnEtDoubZWQ9cPfRiS5kcT0aivjdZUWCiJxVsgpeAu
uFvKZQ32I+IN9lw3HeRdZ9TBdGUYvmEfuUep+pHIadmc0j71q1NPrLzaKQ0Z+nHB3My+7XIbz8Bq
KEvrS7OOgSJfGHKXvmeUXl/hxR31Pwx6jv43p6lTSo85k3KPD3YhYwKNMbXFgMnI8zha2KyzeA6s
Sd2HHi2+PbbpVv6eQh7ys+w5bHOYJx5MYWvUjqlixx8bGQ9aD8TMVKsz7tRgDcGd0H0V7Kcua+0d
cEup3ldek0U/7dXIooeuI0HuIXJmBH5mMDslidi1MdTHEm+Z4MeQ+yOOtKEz9v/0htc4Ok5rVHlW
0joEfz+OAfEUZRK2o1qum3FyhutKjNq67WUpm0NlIEHHq2YSaX7CMyazn/Gut+1/1OKI4N4fMtM5
tpjtTh8XG3z6qjeQqF/l1WKpzzrsxXiq6F0XrDXifMR+4+K2J5E5S56sTVcJiPtZzmLC/1wQJGrZ
RGL/AkZD89tRJw2PjZGGZI0R8J0/GBsyflUPxCXuc9gFIski5XDNU9oSV80yzs99a/XNfiRjAyHM
asChN9OIXSldW77KPDRDSfbN5Miv6QJ4FbfuEhgn26jGh9WXU1DGbrWGqYptuOvRu7UZZPhBTraX
vTc7ZVsijqQyizXu19AH/OxLRdFezNK7N2fav8fGz5X9XOMaoHd2M0dRTOb39ieN+BLtrELk4/WC
3K+4at3RM2OYx0N4mJ0iiPYAhKl8bCk37XgYnOJrS1yh0yWEk4/OFUTm/DvIgSz2qzWU6XG11qnd
Y6K1qM8GPrYkJpuV68Fu6yd3JER1VvXemmycaSJuwe1VDrdKvHPJ43XyGO1i1u3mvPMFOazhqL4T
HWcvJ7suq42+i+VBkcjZhlZLfDK5zCrNUnlVeGXdP89TZFXfQm0WSzKveZSuMWyF4KdV9xP5y0sd
qgLTkNFKZmc4ebaClxR2OtwTRtu9dwRVRiJHv8t2jY+ecyfKPBsSXaqhe8C1trgBB1Tl3i7zab6u
K18Ut6nuSexbjaAUEMOiaXzA884ApKvlbNyNRpp93YDcnDDkXvVrwsGYDr+EIdKnyeqL5ZqM8LSa
oCqFs6x2QVHnbgK4OZMunNExH/Hj1ws1fjzNxYjhNnuZMO+sosIIB5lXNtz72i7Mj33aLkyAtK7m
defL0iDkPjJEN8vYIpDMf8+btddTE2mneQyzxlPfl27yx52cw4b49nHIuykOZx+nmD6qfSeRE5bK
RTz4KwFWSd851ZazUwziVqzp0hLl3Pbb9m1L3xAJ9NzyfVH1BQlYnay+N6qcszKWWY9YsQjGVpxW
r+W3DXPdziIels63brrUyKfT6lY+b7EdeiRxTNt0DOPAQAR4ba52Y11HZd08RZC75uuc9BMZF5iz
XtfdYhpHwVv1rtpl6vxYCYbZldKxPg+RWxK01FY9zWg3nwpUWox4B5XfMe6LjBlBeoW5RMZd6Pae
fd1145wdZIBr4XdRpmK914s9D5xYnd0Px0XoLWhgmSl2H1I/Svt3Y5TaH6KmBDySqzt+CmfX+pHK
tMxiyclEuHS1qNshm+rP1BD5+3ae3Dru8RjrjkZh+p/h5c/PnZTLghTYW93bvCba4pru4VzEBULi
X6JbvZ+ERVESumLqyqPUM+8wbvPBBCCIvMUZ78vAXfRzb80iOECuy8KrsF4zVpGTr37Aa/LT6UPl
aae4CUer0GRpch7X7xTyVf8OxuFc/lPNAz2JuBmcvn62FuJ0yFToddAQQy59XBVYcSsqAcid9Yfc
zMMxLsd0dTGXwlVifd9t//BcNYLwb+LjW3fKmbcU61eR7IlJM8Mp+yH91CPlffbyngg1MRp3RueM
760BlP7aCIoOMe9IwkYsOlQJVBZSmjtnnbzvxjIW6KpEIbwfbtrUZTJH5Pt8MFKvrWLPhy95N6V5
Mdg7rxD+L0sJ64n1ZKTPcu5rlG0WqthfJRcwVLvQvd/ab6US3Ij4GyEQKBtzmJeVIBWEyYGo5dHm
VNy1nuEndJIgzVXEQ18oO/mjXmJEL4c6q6Etp7A0AKA81ry8uyWv5FczVJeQ/z+vyNzAA64hm6kT
OpqzBzKaRbSIoupjgWXAqfYmGiLW6n3QoSQ+3h/NnVhK9+Gtj0bvlYs5rUP6yXSnXr7FdjL7ORBS
HntrEUiz7CndSj7zUqLNa7dTmOo0+nEM4eJzNk43Fybx9m5+xPiuQuWY9UPcmkto7vC5Nv6Hq/Bm
30GlRjKNfy4dtZ2xc1ad5sewnqFeFb6TPTXU1DppoV9dYl//8WgbLRW6MlkNgNp/MEfl2lL2Wm1z
XAK2wswIq++sSieeinp9/PvX+uPyyOwAu0NT5m/X/PMpUrYu/ZomG49TyinpGmaZYNT23DvERLjO
mzUaPrxNRAbIpTerDf56OTn8tugXFdkMR1hkki/rcHRt5ceVBx/270/2x0sEEmJabFbdEKX/MBA2
9SAy/isUg1IHe24n/hOpyMV1o6vx55uHojyEpYeMDenB+ZSPOj7XtDLUGDEjyiks4qnCRoI8O3UB
+XnlqTbMEIo5Fja05c9uq8bSzHivjNbRclMzJlig3CG6kvHsFZeEgOH5HoWtKkoeYHrKbpCMs1aE
ZS1BhuGpfZy0a/UneMT2N2kOGA/ZWSaendxOH/KMB91Xa1O8LUJvy/pi9N8hwICwsA/OlndtZWPh
5Iyecfu94goecCT5l2hnf6AMjLI5mNBoBu5FMfJyPnIHaQlTdeyjWdEMMPtm2pll2F/YEs8XGXgo
SIkHlEHrDQMT++UobIlt568W5tzSCk8NURqnyp1+TlUVXLnTxfTB8zmC/mVrszAZGQyL6LOHGj3h
43pZp0doMM1Vs4Z6Zzp9f8ijvLwwHc/f3ya1QVO8tZbJoMZj7+WTFcsEX0gDvVIbeEkFI/U09f0l
i5E/3x+MAz4ROC/7BjyRl6NEfSMiY/HD45L7X8bcuh1qv4m5Oj4of83e+khIbLedl41qU9qeGzUV
cjbxbV6dI8yCVu1G3VODNkUlvr1t02CzhclDL4NXB3fovNrIeRa07ZY49brPKItEUycb5+Epn3Pv
8a1jAUWyN7GkoPlBHHr5Ar1wqv26dauTziPneuDgui9UZ9woiNMXXt+2Lv9d2QAVb1Rg9luwFsDI
M2gaLwVVysioTt2I0fZ+Lgvb/150KYjGaqfBe9xSS/MdkRGluMXQrPpgju08H9/8vIxNe2DbRUjH
OpuW68Yvy6y1PjlDm+8LP5+erRF2DHlO+dvCvjZOPAmI+KjwMektctN++W65okE0zzN5atc5u1oG
39sFS3FJ42uf13LbMFsuCtoMghN4upfDpPwE367t+tQoLqo72bAz74jknEUC0BI+jZG00hOQRdHF
jeoXfRvOmbe+SystXJCHbDWPqw79j5bKx4zvgm/QbkTcVexSOxXL9dgPYfecGkKZSLGyMioxEQ+q
5UkGbdDtvW7RzbFdzHF5Wt2pU09WG3rzLdr+KN27fRN8+fs3/A/y+nIq0RLYuvq04oiaPj8CbJLZ
/S4Ks1NlS0qfK+5+yhQn06tJV41X3YXzJ89tp/UJF+LF/by0trSKmH9TOPewHUpv53upk94XFfSY
u3SSBCx66cK3ck18Od/XuajK4wRMBI4VtdG0b4RruLGC+Sl/zBXEngQBgDm8K3r+X8yjadzurUB0
RTLbHTbrAEy58TTabVhjJKSbcq9TxyCEj4uG8OOoMtWvic6Ju2sqm0Biu+xC7zireVHEJziWwg6O
EIe7dalkcdu0nSMODeL7LgnL1cnJpIERh1i2bLP7IGtDd+9NqerjojIdfeNVSH9IzC3o1L8LBrJ0
3+VD7fjvWWhdfbtmmC4lltIZeoCQm/9NXsvO+IC8uXCv2VOD5gaHtayOV8fR37i9t+ae9Da53FtY
s4YneACQr2Krz6lFPSMt+1/lugBjAIm6ZHvJIO2TtCzL+ionoV3sVq5l1j6TyinBgMPgF2uUp1Zp
b04ngoO66WqtSRhOZpmm3/OqIquCHN5CxJoQoypW2tfzVTHZKjwMqW1940iQNZO9kP3RXL2p3bHe
DS6/QzWaH1Sj/SdDzbp6P1apZ+DrVDbfUBWav4rRzj5oYfY6njDEB5lGF29ek/yohtiZxuJjAZYa
7ZCcdx9EsC7v+8aYEHJ6i3E76pEYStnlGPoWBeVdjHVf1yZBLUWWVF6GU1xt4515W1aB98OsQbj3
NCgq6xMojatvM9K/v5d2JdKd1bjFmESEiq957JfBGibl7A1P0m9JAlcq7/vE7Ouo21mWUuC6SDKL
+bC0adQefDM326fcjLS8CfxUZbuMOMb5oDoUrjd56jpfVe+u1Xc/y8P6CCzXGkfP1U71YY44+GNY
cLYRD10Qve8J6cDJcbbw2vqIONp+qmvtiqvKWsDR44ayIf0atpie/QSNxR+nyMV0MJtSee9Id/W6
nem2sDbkKvgkel2b4IPsxZAlRJzkTTIXi4Vzom82azwZLX67k12N4Z3MZTndN8Iwv9aYM+dHO29C
MSeVkwXT+2jpg/aHiqR4dku/zN7Ni+weVagt61EqqHE0+ksNTCWW1T+FfYfnMRwSVT17Uam9nR4i
K71OwXB/LbSk51jbE/lDmTE7ZhyZhrncNniSdLdlMBdPjrGaBcQPZn7sCJ36T4uqo/FXYafwqhdd
mWTSzKl8Vm7RjvfZiGPalW9OpnkIu9L3rpsOPvYt1FvpPogm7e8ct8WOzfF7Ud01aT4UO2tAnQmY
1IHdOXQg1vctuuDyieYAq7ECmbZiplceUClxJbvzsrB952UrjREvHWc83JzUimLLHKp6j+9mZx1T
pZt1B5TdnFQ2dfXeTkFy94GJqpWUVlmTt+iYotuBv4Pw50ER/jANby1vAPVy70pTfOYJuTv2g9J5
5e3WHCM5bD1swuQAj0fAKJXheOuojUcJZBO+W9yK7ocfaH9OYKm1aCMmp5mTwh7oLbmTMcyxN9Zg
TG3mY0AXQoo3CIsNS3FSdleHmwTJEXHn++MxCNOiSorcsIn3KAuvPYyBLfKkp2Xyj616qyIKqNO0
zEHrROKJbH0sqO3yveP05rvMohG4d6yiu0faz9udy7E/LaXR/fAHuLZ71ync92ZLlmlcmGtdJXox
1x/dmtOo99Y2PNnOnNb7fIxCoCcKg9jQS6v3gWjbfZOu66dsyir7xsGf38FaImcNGH3dJ9nczB57
sZP6OyNfgk8LPP8u0RxLVlw15XjHNaj+MrV2oK5yW8xAuHb3YNFK+6cv5vX7KOf8sz3SG0j6KO+c
ZAhGnzdnlVW9UzbHAyANMQVFYXo/yr7IvogyVFEyjkj18dW3ZxUbKzrlHa3rML9RnOc/2TydNobV
pay4cReL7hu6zmlXzGb7ycMbJ7oqh3VFLyPzT2FgpPWuWBT3DDGFAvbrXBUqHqKa9nTudg9uV0ff
lNM3drJ4bX0z0G0k5a/Iu+sisidrt1R4+iVOZa9DbEWpKvaR6O3vVsWxlQAS8D7zyMjwExJRpGOv
BzSFsAvR5KDoDqRcGANH7W3inqKEEmWF4WL7c7urkFDcpFqgZFfrDExViDnmraLu0u3Y/IOZZO2e
St+aymT0G9i6DVeMd16JwGDvVEgxk6IIwn8Cu7U/Bq42DQzYx4AmnA3WNa310MNpm2c24K4w4NtG
qeftilTNQ4xbu/JiJKrt13SCqAPkbJY/cSq2v6TK02JfDeP0aZ57GrBzG0Qfq0wHj4Gcqvwqn9fq
Nl0nyIBEBU3Y/lIULNf50NAVwnE4+DIYgc3fqgZ3onVw8mzXZdZyh6B6rHYT5enRaCLeDApPzt8w
6PmN0u1lsZsyjwMDCGuwOM+aJYyZIeZD5/rtP0PG2Q07SNh1kkoOn30XGvqBL6c+jYP0jNgSffto
r13ZxX0Ahhv3febciWwJln3UDULuTEhbU9zAHddXNVrMT43jZnMsFBrkbWulpUvTpWNjmEVb7WGS
5ve9GrOFXaPPP5iuIOWbe4N3sjncHUTaQefFg0r9/MqvJ/lYtT3hVxzKdA4I2cndGMSFjWYR4GUf
+rqu9xBm0mpXhdJ7JCt3qGOKT6dKFqW9D8VgKLkLlBrCq9VwmyCmt+J8NlZWCI8+EdYcDmbzXGl/
LPehkVr/NLoJ+wRR/kzzI10R5VgTHdybftD1N4ObjsdisSLWbRoWxDsFg8MbNhb9zanJi4gxrmzS
PRzp0jzQxsQuZFlsenplkfdlXOWaY7lrXXIPXbJ8ysTqZHtNl0GXca+qXCbpDIKbVMDbH0bdaJrb
0NXvupx5C7DtdWGM25JZ7oa1C4uknQJvOKwT72xfrq7ok8gtcFdajFH/ct3G+9hnyvhc0z5+L91o
HuiVzf0Y95G/NrFsZs1pO5cd3j7m9NMEP4vYswfnue0gF1ybpjTtQz7P7a0zrNDX0Q9yaq69SxvJ
T/2CHnAr60cKr/ZjXcrhi5diNBk7VjU/pKns5BVoVvBYdcr6hIVjEcSzAiaMEdZQ5opaG48BdIMP
s1yCIY76EgsPazFJ2rNzZzH24KfO7Vq4wbCrvVWJuJlXSYaXXHlJfd/RvEg9P122fmh3XVIfT+8K
S0ZZzE2z/CDMMVQ7D3tE67g2lcKkSWFFyPLg7Euc2bf/sTVb4A5zPfXFj/r0aUthatjTqanicbWL
JnFdRGyxNVidfeCGogy8fRdMLo/CCcfiMBmS1QgHsJiO7eyV6sfktqG+owB3jZ1w8tl6SvUShAee
tk+PXVdOZLVLB1PJpc58PmjgcRCgDe/TL9A7cv2OwkE0n1zP6I29DBe3T6aoF8ttC19ueED77Hc7
35y5pXW2W7lN7GYDm3c8NWIM9w2B8HWS90OefVpa0dFM5zz54afRmj6jtVe0bGRqyP1omsQD53PZ
j4gkOUbuoPW53S6z+yB8TnOuo1dOa4/4w4ZjV15Pmc+dV2GrsV75aWmHty4NvvGbN4aDsTfD0o6I
h8Ta+weCuolXYBkaspJsMSKSDHJKBXKJL54M0+U+yjJjPa1aK/tkBZ7+RFL90H90g9Vqs7hE6tTe
1Yhn/XtYIe4TMJRt7HlJAkvCbEnllBj9LKLTlM7RcOMPHTcdxdecTr2yZHmjDKsK4wFZS3jbe5G0
k2AWnn9VlLR4Oa4byk3UH5lITDG1y5EiIlAAlG0rdxZXK/Xdtz3DeXbtUUOe4GIb3gYUoB+7Bp3K
1uWUHJaNxe1DuI3k0mbkQfc5o3bPniYjnVGpG1xfmgTP/KF59lBRWwkNlo4zLitWjifXxNZr3y6z
0XzT9YQk1Sp1G9243Fad+6qajerQajtf6Mq50rgXdtVSEluDazPl89DMov1SNEt1kmyX87211JR+
jtGp8AZPfhWtu7CGBP5ROUupd51VRBjBpl7j3cCnKforUUfeekRO5MmDBKOS/9R20eUPU2VNa5x5
c4r5PBrd+kpCWhe7UHGFfazcdtD40ujAvy/LNph26zI6amMyrPpn2y0w/eJF6rDGDEC6+R4GZBhe
y3kR3b7JzP5DPxiNc6Ab2XKTCcuhMq8J+CqMe6Bnix+6yj4iA0eLXMXmXEfttS+b6FJi3x/g5m8c
BCo+gItFy/UcC3QQ9eGDU5+KSU57maVpwsL9CBA6nP4OQLw2UrDlHpOpBDZ8TrJ0itCcwCPrk7Ka
/M4K1i9rUAB49PrT2wfCqgjhDFLkzXv6JbRTuGFjmWzRJ9qnKklTM9xL8IwkR1Z19feh/kSRQlI1
bA/2IyOCJr0callKqmTCNk+RjLw75CYRoXTDc9SOy4kdxdlD8vj19yH/gIhxVIOtCsAOAI4E8gx7
NCmoGi6q9QnTk2A3OdnEzjE7b/5Y3JXoO1L00i+gR/fywUrTwApEBPK0dlVRJFqN1XUOUqZ3DtYE
FzDOP9/iBuSj7tvAHywnzuZg5qE1ySS3sQ3LDHeG3+AE0VvTcMzWIePa13tWhQFQpOsLI7/yMmkm
4EuAGAUc8Fyv4fY8WLlMzYnsB8g1dQ8wHY9daC/7v3+1Pyb/1ulkjeFpta20PyTpluuvJgyZk061
jl3CLa9JdZeJAXB7Yag/0H1wUxRjnNEAtay1s+4Irr/AIr6pT3pp7F9k9fhJPTX+5ym0OnbEdn5T
N2azbaYR44DVbsxpsNQNwf4XDRh7RrMr8rA6KMCzj95gVMcy8vqrNG2GT3Yt7MPfX+WGzP4fjPl7
PMskMHDzu0aWcS7jtuoJbWAmqgNh42b92NW6aT8ZIhIYblcQMuJ6Nlb3NFAk5d/gvrSXxAYvJ81/
fwCyJZY+QKp77rCMWy/dej1hBxJq/9oUQ3vvgh9feMzXRrFQoFA0oeNF/fLytWalUboFV8EDldQ3
d9U41jnGm8POmR+bMQdqZIe+3LkvmVOifvEaG7vQliMycdLQvsYDPG0uzMmX0/8/r4xNCzXyZnQM
avHyYRrgAjtHmncogWGSxdb2DY2MKB6Krrywc7363jYJA6IddJfnhmE4sBtBPqj6wB2ZzFPRNFiG
dVnWZMe/z8NXB4KRgQDkdxP+7AMtWoIfCywgh6ZL90Yms7smNy6trtdGAbLHFpoGEN5kZ28Od+VK
k4aMJShZjwlISnslneBtatP/fB+bLcqCaEKX/1wcjIPLIB0Ty9NirvN7LyPIndxY7owXSAQv96b/
jgPJHSWoi5rLO9ubuq4zLJBLeSAWhtuM6XbzrsAqJE+ypaWm1S5hTm/a4/8zJl0PTGA4zHi4szfo
Dl0IoxJr48GwzWSZCrUvi9K9UAm89p344zc3YQRV9rnIdfHgpgd4rB/MGW6fQWspVnRPLjzLGbv+
vw9DGhqKGTqQ7PQvF9LqlI2aslEe+mC61UGtEwOLt0aqRzsbn4xxuJlmehE4nXCpACNzRHThE776
oCifmfmwhyF3vfwFYlgGpxarPDhOPe4BbjpmpdFeWFyvbRgcXVuz0fOwttz++78OlXoNJwjrlTyg
e1JX7dQO921H3BzGTG/jLPznlbK0Nq3Mb8/3s3Xs2YugLunlQajWj6feD+KF/uOFL/fqAyGzA9+B
/4HO7eUDAaBpofEJO3RDGXobKF2M902mp/TG0J78+fa9yaVDjTRno5uEZ2eyLs2SIBBY4WjHxrid
i/62lY6+cES9+kz/N8q5jTDd1XawQDIOGBjNV6tF1QTIjdvStFw6c1+WiP/9SBi34ryHIQ12eC9f
n1NLkincqjnYMLnu66Ibl7gJ0jQe2hREjwv9I8viUpLWa6OiCKPYjjZP0vO5XmmnXIvSkAcY+HW5
H5dRDE/NXK3P/lpHXzUd+z5eJtPqLtRUry0ynCI9tHhQhigyXj4uw5QGH43vJ+BBF2T4zfTdgLr/
h8WMvQ/+E4xCGObZrITAso5LoJpD3+HrU5XZsK/sabow91/dtdguHFwbN4Wdebaaib8ujcCZmwOW
Gtb7CZH0Pq1hy3fRQMOxznSyFMo8Va2hvrg5RvrNOmv8Zsfgwi959YP+64ecT6Pc7Aj4Jmmh1vPn
LFM0LiLjA72JTyPqgHgplue3L0QfHizSc6osHKFefkg2gxkTRxai23Y5KhGTXsXQXYrtfm26oFbD
7JNYwq32eTlKSmvBB2fi8HGDJYF0/sXELuB/WO3/HuRsTm4cKF/IrDl4dpHulauHxMLj+9gHVndB
ef3q82xeijwTXNtzpSSh8kXhQ9ikEWhEH8kmKGn9peLCJvlKPhXeaP8aZpst/zpkMgyMW6tilc2T
+matfiJD+xHfkK+BOew7I7sdh+ldvoxxao/3laN20vjV0LX8+xR5bRfl+rkd5lRfFHovf4VvaNs3
rIb6RIOxi2huTtZcttfTPF6yJ9um9/nVCXCN+Qg9lev22VFnTo1nQDurD5Uz/jKd2YiFOZ8suTwL
JI4X1tqrg2HajxMxvCxcIl8+l+UvoaTDIfEeolGCzKoxupMyglUmsyjs+ShK6rL/oW7YRJTUxdxG
oce+HJS+Tzj2rd5CCVaEJeFiJ0Ots31G4+zCenhtkm6nOSpwE7rZucdXPlZ260KkP9RLOxixWhsa
V14gVX719gmCfcVWbSFuCc6fSdNNcSpPyMNCzfAwuApYaWyaRDu6v/DNXn0mOFgYe2xh4OcbdYp7
XQ5HVR7ol2axIzPjylsr74IZ52sznrMNg0CssIihObsF9DlOiIs9yEM5UzDPCwqzYp76/VAb64UD
7vWhCLsDsASb8M4OONHosWrWVpIN20k3zjrC1OlCdwru0OIS0/T3T/XK++OlbbkAENe20OKX088s
uzx3wkke3DJlz9e2TpAhrBeuuK88FDdC6Hho9WE7nm+PllpVEJIVSRAS5JbYm1TTnoapcWyoL0t5
aSFvP/ps10DLiw0xPgeABH+AnPAna7yVxWEtswpp0DCHWZzjzdQmfpc61X3TRn517ECd+qOT5uFw
YaW99rygFGwiwIObJe3Lt5rRRsmFDZXLrPX0fuz1ciqMIDzaVF5vP6+5CPxGKja29HlGAF0swzZQ
Ix06z6rzUye95hN7R37JbeGVRwIMdEByoTKjoT07sZUHrywoQTVHXVn7gFiYQ9ijLxMZXd43z8nf
uOO21GxEm2f7cGVpv0IZVx0W2+OJwPqPDbYSF77RKzMflHhLIdjsVlH9vPxGte3DnOgZRVQt3erS
8RKyjy95wbw+ChUrbh+ss3OfdndaoA942yhkAv+Qq1EnXpkGv/7+xl77OLRjOEAibk8cJC+fRUw+
9gkGESJpHYlHeqWhE1d2P50qWnkXKv3t7Z8tLoo2akPGIdXsXAmjqecmpbAqg8TW3uay547b8CWv
umhO96PF1RC5iXybUdbv+5S/2epQi+N7AdD/8hFVsGVQFiWpRJVQySBakUgHD7fWWdTu72/zzBP2
v2Mx0gZmmqTqbIXCv8qszpFymHGW4pJhfTcs+vtr63+bZf85VHUQrwRM3VuJe+GQeWWqAM+GAZjM
5h1hn31EHAAKMekFeE7OwdWKrnzvO31woXjbfvsfn4+CYxNM4dd8jgVH+QRWPffVoQjWMjZXZOF0
HE+FAkDDBOF/WMukgmKDj8SCWXMOCgdTQLs+sssDdNLmfVD7CH9roLZL7YrXXh5z8nfqY4Se6ewc
U8R2hu7QEN1jZFNMAm5zIrVwfPueQQrL/41yhlIYJi69EU7NB7NtnGOYpuWN45fqkvPhK59ow8p+
J96iRTjb/6DwtThs4t49ttyly0G3ceFNw4VZ/sqese3k/3+Uszc2+ws/3arYM+jFJ37R+ImADLnH
n+SSt/WfH4etAgzE5ejfoOezs4P8ncIMKt85iGYBuc+64Fk6S/jj78v2tVEiqlvCTClpkDu+XLXt
POaZVoN9yGqmgFidYV8IXKz/PsormwPCPCJfLKY0ItFzaQFCWBwljMI6ZHiAS0PjuiCv9Ag9pzDb
Q2mLu8Atj4MPT2S+ZPvz5+KlGwfs7buY6XNpOJ9/Wd6Q6204eCeEmE+Uo1M+O1h14xlSu/I6rcvM
uzBNXnmrW+AyoCZnpA+88/Kt2u7E9StjSHJ0xmNdl8u+XvPxQoH4+xx8uS2BWeEPzYOhxvpjzoeR
yKYIFsMh6gTRxdFWlSVVNuFDnGe1zHewqKr+sKD4EIdRQLn7f6SdV4/cRhOufxEB5nDLybOrlbSS
bEk3hGx9Zs6Zv/48vQbOWXKIIcYH1p0h1TQ7VVe9Ya/FrYf2Q68lkdsXvjS6cgBQ8Zoniiadgy6P
ZZBPalyddUCv/gH3+tpxQyvuqqcolMtfIbCxfzqgrSkUy4G/n+qKV7vkv9UIECcDAJZSuoh3aCYk
NRzoqIoPda7FfxdGbUsbKj5vkl+LT8BD12BuSUeQd1zcOi2pW0v5jlIP3Tqo+Ehm+xepNJr+MjSN
7+9jXIv7XTn14cdGaNLv+n6avoLoMZU9aYGPZbHSJygYaFnc7GtwiZpLCdJXnrwutxCQTrVG33g/
3J4iyFAJKjPZgKxBcZsvDx1ESOh7DhXVUbaeauAgoEu74CgLxOb9nXe7EgnF8iADEGy9ZenPaHDX
zlD7P1laCXK0xUqi6tJq435cj0KvAjiGUIVfrPcEd6piqKT8ZCZNcYKe0rwE3qZ23moU+Do88+AE
cqPMP5vTdTzmQhsRFD91nkc0VY/Y6HkbcuirkyP0c+E1ksksx6JFhexUE2PJYiqWOTr+CGpkk5tS
49vfn5zbrJDJAUPJAc9zh/bDfEAJqnllO+UFgmhJ9aEbZOULSg/twTf68VQpngZOt842UlHxj97s
GOoYdK+4V2ATz4MWaTmq2PUVp64f1C8ml/O5rnP/BZVYQLIAaI9tTg/SsSTjfH+4KwVinsziCLZs
A1jLstBeOlaNeAyVONVLkuIc18g17Wh/U0vpm7L+rhue8SMN2DHnvpMbACmJF5mHYZJLa1fTgjAP
93/R7dXAD0KVC4gBiR318fm3aNDwGCCw5yelGqDspI6HCbuSNd8olCXHvkiGn/9/ARfpqqwEnorC
dX6Srfhzi0jNRx9Y9atsxOMLoKyN9bU6POHLiyKY4OMuL3fwb1XVMrwgzppXIGLtZ13OzK+d3B68
pG835ndtf6rkkejfCSzRDWRj0oMsCzjW7C73/gQH3qMjFXYbGcva/iQpoqaLxBnX62L9Ijah2R70
x5NCl/AQwmf4gpIbmliD5H9/fLYEhZuED7HwG58HLyx0DH9tQlVF/9up7OwsBbLj8sHtkz346UOC
7uIJJQQ6oataFDW5zcQHfveEAm0Pytcv81ORmsmHwrPUHagzcNlyZGzkDmtLQ2BrKJ6SlCEEOQ8l
hV4nGTa194CuBqhGfXKGU5tazuAWTmf5VzmXnGjjtl5bINSjSVdsTgBUyudBA09S4yalvZdqXV27
VWpVxVMvy2P29fGJI8ngSEV+iW292GZSOvZjG6cFyuCwh2LT978agZzsJZh/B8Cyj4kJ/jtxyGxx
ndtvTbbFxEXTVHqdykarqKXuUrpEAK8VM9+n+ORex7EbtwzKbueP25x1CTsZM01zaRgdjNMwOplY
mllTu14JgWTSw79bc/zWjpm8kUWsRcNli4NbqDMiKTufOCDsAajXujx1k5pFO6sajD1atdZvQ4rt
b0MkmZ/uT+DtJmd1iIYlKBUkBpZqiYWXw66Touqk1ZJ+0Gu5fq2LvtoHvd99ux9qbWw6qTokZNrO
iKLMx2ZqQIyjDHJVATrqi5cMTYzTnAzSXOVGvKBuVW0pldzuAzCrYNtw+qY7A4Z1HrKsJksOSybP
lOLwYAx6DKx4eky6XCxKorC/6a5R6icJnEchk5etIBoK2Jmm1p2kHuZGWkr2tPc0LdqYsLUhiVc+
LsOi1r/c2pmB+FZH9/ME3N7aeZgB7Cvsph7OM4F6vYuy2GeWGXRVJOXlSYOHhKdiqAktni1Fo9u0
jCg6qi4KxRcWhVgx747hQZ/CqhwGVjssrQtaTsqfrRLqh96o8s+jpFQwUDNvePhwJKrx1gtVgEAY
izMr6OG6SElWnpCfgEekdIbZ7gxUm9v9/QW/trfeB1oc/bnma7HepOUpbbzkmmOYdmjDvPvDaXR7
491/m2syJl4EZFiYNSFtNP+SVgv70+jM4mQgIp4ecjgvuwFM/z5TJHozut3axzbR45PVpdNGNrI6
i4L7L/pcwN0WwzQ7rK41PypRvTMuqSb/zy+wiRzG5lRW0TH0H5Ne/Xe7gY79v/EWl1vbWs4UlsQz
kdjY63Y4urHqbYl6rO4zIZ2AZh145uXNhqgn/1lMHtwmvDgqhOtaGPHHx5cIKAYmDKyU8JhdzFs4
oYWOyNEpy1r/TLeQo8pXui8V1bcv90OtDeh9qMUp1UpaPqYmSwQh0ghGB8iNdpeWuvf1P8RB9Yps
mAwLdOp8SIpRWeCY2vKU8DD/AcAyFi6AsIUO9+OsXSekHkgoAbqlNbi4KqUWxbpU54iS83L8W2rH
hNpdYlNnMUvrJFWwzDc22dp+JqOgy4QeCmyjxXHlK2afdCpLwm7D4KxllXHWc394UmvVeH14cHTc
ETDmnBdV48XgrNDTZMQWq1OuF9glKlg5PxetMkV7+szN32XuQY24H3JlfQgDZxXEqoWA/RLX2eLv
Qo8I3F6aDuavDNFa37V1CULS/TgrJUrSKRB7ImfkKbR8jFtyy0mkD9lJilvnVSnM8FDZYfmky6X3
DNbA/iOuy+ioD6Z9Anbn/GGMEiS/+79iZS4FMwIpbAG2v9HE8lGUAN8K7NJMgHQG+H4fx85HQlPy
rOHh1wYD/n+xlkpVmWdGVg6D8JT2mrQbHdRBkDLOESs1po1NsTqst86JQB3zyJlvPi1LayuG53tC
xaI5V0ZTX1Q/9L55QRFtjGptvQh8lHjbCPT+4hrVcJtJpmjMT22olqRwXv46FE7wcLcBIaJ3UdT5
gMLWGNErbangtZGJ4Fw+fM+kzt7YbqtjEcwtSEDAVpeOvYgnx5oeMxbDgtBeQuI/tNam9tDayjfw
wKBGLp4TLP75YLDUoHmisuhgAn8dYWJ+Vmnu0nsI3Nbsr2XVH3tFGtDYkHaTVjUbF/XKKAkPVok0
H2T68rKp6rQam5p1KCVdWLuQpJ29nrRFuXGSrJzMZHSQLcSbAmGcxTnZCwNaG3GvE/iv4OTYUwlZ
XYY3SeMX7nvSbCz6tXEhxEOB1+abku7PP2sP54fc3M7AbSvxryFy5Fd5nKz9/RNjK8pi8pA6t6rK
9DKoy15xaPuiQ7Ki+ufxILDEkKakskOfdbGp2mRAqdq3spNaeupzJnfmgcWQPJ7dk3JYHPaA6zGD
XUQp076LkoyjXgGJ8oSQUPBstIO5kXCs5KRAzZkSHl8Uk5f6SMhWmCEFRbD1ECX+iqOo+66oifOz
a/yyerVyTap20RTbT2S2vXO6/yHX1iDUMCBedCx4dS7WhKd3ltFHKSVsR3vKJuS9CnSDVLX9ntdk
CveDrS0NKIsQ3oiEXNrikLJwFgeaByo1TOPiCf61fs1qJcofv7OoXpNakRdQSV02u2BOdUXQRRRR
s2D82VeSvitlFBYDOXQefyNRNmLqwMehYboEXjlO1+IPx2LHryf9Cf1HQZ8VJff7323ltuIwJIBG
34TqijbfuBJa4WmUaKzDRpWeEY4ykN3vtJe0tbc4kWtTRMnIocQBjQ8wyjwUUvGUETVC6WWe7tM+
nfZTvJkhihLGvORPtY36L17TArijL0ocgYdvXwAPEZIZGgGDgw6XZrlF7X00rep/vKrhRPr0vZwx
eRzKIEKbjE/wPLSlu73T+JYSFMxYgcvgDqVm9afU+unGnl79jO+iLD6jP0nBlFQMMBkMtOXLUA/R
6Er9jer96nckPQSmKY6npaJiVo4AA4qYoin2E8AL5BFRr6Twj2HQDp90pLFeTDo218TpyBt1s7U3
VubK2SXK+VTX+aLoE4uV+64y0ZitMgYBBK4hDp0Pua9Ehw61ps9j1ZsfsjAJDraVWyf+MrIQD28K
MCkUthG+xf55WQIMsLQIagl4auNY1YsKaex7qgzGzzw028fPLU5HEMygwuntLqFsuCKgSC6FYEYd
Uz6ga5a/yJFqfrs/oJU1M4sivvW7b1n7caChJwRwuajiJ18ufeNsOkXlH/9DHA5fziukkEFxzeM4
bdjVcclo0t5oXA3SR+XGYzBu1VpWTi2eZhioyUyRUBadxykKObcHGj2ntskPyVjoB7uP/izK/HHU
kBBt5NACMQRsxFl8OEWdEK9JCBQGmfMU1OVHlLesjQR7bTQIHgsneUxaOe7no7FJA8J2grKqyWyl
pmg/mnhL7tM2Gn/fnx+RIC0ORzjNaPaKIjCPv8X8oAvTqXmtEKnsdmgaIY2g5bJ2iNumaXeJYqNr
Y6MXf7kfdm35UZsVOEZssQBizAeIZGnLWRKmp8gcTNfGyXKvq6m9ezwKlCnOK0Gyo5U1j5JM+AdI
Fuh1AyugXamp/TFED2TjbFgbC+Uo8LSqDg5laWqXtGBTNJRLT7Zvea5VtvmnXvPjX/fHsnL6Cn9A
h4yGFUE1dD6WxkyKAkwHUZyke5bGRjYOBuTg78gb5TvUKO1vkuHHOyNAqd+1SyxV7v+AlTVJYRvR
SyBgQNqXp69UoQeHghsnxgTXIG3hwMVaNzyNJZqE90OtfNFZqEWeiJhlpGFMkp3g/ll7u7J+IUrm
/acgYJRUrjNx3s4/aJvqRdLQLTqFalKCZa9/dbJvnv/DSCzKUiCVVIqWy2NJqdW097kzMzkAqITR
20khyz/cj7I2NYqoVgLrZjTLJo6WaqntR3yvGokJ3CFCzEM6I2mew0rqv92PtTY3//LO2VSQ9hbP
lBCRmLpXeC4jz0VfERMjV0KI5Mt/iEIT3RDwkFsb+1IaqwIwBoutj2zLVfQSY6dRnv66H2ZlUwH8
4/UNBBDyjrYYjNzoyCbhlsOkNOOnaQzMFg20uIewimoX5gApehbj3mnrsjzEQdA+dUipYjJz/2es
fVNOQroeSKyALF+ukhp1nLz30tM0+H/h9qW82EqYbrwv18ZKx1S42IEWZjnO13tay+AbNS4up8Vu
Jxs6e+db3R+G0XwOVO1Zi7oPXaNi76FMGyjlteUpxDoElpfMcal23EOi7pQ0ZTsXhrXnOSYf/CYH
A17GycZOWB3kG+Cbngu46MUgIfhPhWLCx/KM5neZDPu8Rg/HcrzvkzUdpXD4qLXaD8wfNnbFSmr6
1pOgYcD7llL0/OM2OCGUGEumJy+rS1ys0eb8oZVq/cWupMr6EjRyhCAVJJ3qQDFh3PIPXP3CXKOg
oKm3gDKah0cMRAqD2ElPsEvQSUQeAucVpNmwcAo71b2/WsVYFikDHxaEp+htkZwsDs5Qz+PS0siF
FdT1UCfLNByLyk7DtoinPdrDxlZ1em1/iO0hCgc8tZdwDSxq1SlBIvw05EKuYZSMbp96stZsjGw1
Do813E7Fhb78jFDQWmmU7PTUKU72JTW7aWeDVXy8RmuBAeMFxCtbCKzPJ0tvC43hAPbNQ+h7+DwW
z340KBs7YW0sYs+RDHNfk60uokx1kKsNSyLHn2OfhIV/svXYer2/FtYW3vso4le8e0bEZk2bvdPS
k1M70e+8QHzCQe/tZ+L18uPvIhyKKR9BI0Fby1qEMlKpLajjMjlt7ez7svD3E4Ddx98r6N2zjTWa
INDPxIDfDUj27CTPDD4bHd34t1mknmvmtva/+59tbQvRyYDpzx+qcYvJoeoRTFyu6QngzE8Ilq9K
Vzu7pJLQ1By2kBArKT5DohRmiKTqRrUDRoBs43iensaufgnswvsgpeb4mQvR/AJTAJCH1m1caGvL
groH2icK80WKNf+KaV9YkmlRMaWjhYJmmxg4VynTTiCON/bs2uioSICGw2OHDGtxhQdK3JU+GsEn
FM3bL6FSZYhb4Y93QJHW+7PBw+aAmsjDu4slCF7B4WlBZPg+8wGi6TcEvVVnqBTXxUctTi18pa3q
cH+Z3OxhovBqxr2C+qXAyM6jUFKq5BHvsHNra0PyohZ9M31C0zt5TCCPs45AIGaEZB06V6Bz5oGk
Dgx4HSbJGRJdBU9VD9wmRB0ziuut22NlTEKGDDIEWFiyncXSr0NJ7SPTTs6R1zq2K5OWHKtBUx/d
YRRJ39jmyIShHbokxNBNAu9eBvGZpRNcs97wfgxRU+9w0DaqXayYxf7+XN0sefpttFcIRULJObT4
hEFbDwZedGhHB0H16khy/7dX9u0F9oOzgdG+RRLTfAbWhMMOb1tqi+K3vDukMmPEPSKqorMywPTV
BqN/6iJ1/NiNcvujyjX7gLSd8+R0ff2UFU18xjYy/OQDU9oY9O1kclQidiiUcpjL5WOgS43aM9KU
Qfdpc5WbOD+GUaRsRLnZ4lTweQUISgmMPeAL8+F2wWB0TWGH50oI07fGYL/2Tjfu0NZs/6oGefyE
v4X8cO1WRKWPClacgiHbcB4VbxqL2sGIk3U7Vl9aTR5eK6rMn+4vm7UvSByFShLm4Df1F6mPuHEM
/KVLxNB2cdm0bknRYuML3tw3jEXkT0jJscFh2S/GgpGL4vdGeI57K/1UaYHtuZkT6AmQ97L/n6ED
Eb0/rjcr9VmWSEiDdzWCW5gKsVDnIcO0aw3dLKLzpMZK+IcjVXHnmkqlaR8lKsfT2Z4KLd1pkZFO
u9bq7F+Dblbenn6K7B3kAhXZJ5W+v3TSmGJ9V6UNwsiT1w2J23Iqqtg7jvjffJTRJ5dLVyjCSl88
3Wm8F6V3+v4pQZzPvCpNLIWHyAu76nJ/iLc7ngyOFon4npQClycZz/FqkrVAOkl4rOY71GXiX06Z
+UBuraj+cT/YzQND5D1sMPEWRoNz+cQPeiQpedpEKJEUxdGamuJpyuzqIxaeHeK8nvwbnxaTmrHT
ne5Hvl2hBtATW0HPCSwZyJf5RJq9UkQ1osdnRUrsg4kB7QlQaPboNU6jRJhBCYMyITG2WKEGWr2m
Upvscd+ZmiceiWp8hN1Uly7gfgVnZctpsSs3E5B0Dw6QNxNtDfYg+0/s+fkAU83n3/Yk/+xIJv5o
cSep+6Tnsn00KcK9DoytyMAQeoa5No8TDlJoGpjGnnEasj9RLkJguwlt9dh0DRii+4O62fEEo5Ig
qB0Qd+EkzIOh7ilbBcY+Z2lQ/p6kBlrXqLz0jvRxkqqNtXmzEYQtHxcAojz0ZYg2j1U5U5tLGA2f
c9WrDriqmGeO5vIJ3fzueH9YN1cBpU+AQUgK0Mgj91osEw/RWxkbCg6yMVKiD3UfGsZrj0D1r8zq
AswhWsmf3Kyx0o3e68oYqV/AveJpCGB4GRjEspoOehCeu7pTdmbFOd01drwb7GFLiuJmwzFGrh1y
Zwf8PkSPxecc+oDWA1vBRjZ9V8dF5XoKsu/3v+TagFj3vOBp84oK2DwKanO6PeEKcIabGhwSX2Is
mhwdpjjfQuvfDoiPBk+dtxuJH43YeahewvfFGXX/XKRDd5hGW3lNhAL7owMi+7eATnBMUZdcdoBS
3Junyg7UU9LE8V+Jzbvd0Yrom1/R8b0f6nYVEgrpBCHXQUv5jZb5Pv8izytwlFK5moyvaeVfcY96
zTLlZzlmL3VVPLy/dAHoEqc/x+MN808Oqe7CalBORdDYZ68dpl1kqMU1QXx249i4XRWEElqEJAos
86XwcgXwLwD+r5zkzPo64Sd1AWseu4qEf8P9b7gSCb4BbRnxCuBYXCyKFmYWvGRFOSUjhhCjXrQ7
szDxzLHAWd0PdXsW8uBgBaKly5RBBZuvv6wak960Ea/NfRwzWkgwWGD+bUfSHnfwLXbrymLnuBX0
BnJiFI8XwTB5VeUaQNmpxv3zoxx20XMj5+Ph/pBWo/BAh/LL6/PG0lMBR1vA6VFOTW2OLyEaOQe8
FLZeuatzBAKa1FGo0iwBJwX87Y5SsnJyMvhDLpxdSn2l44V/l6VZb3VW16MJQTQgVtwniy8X2FhX
54WloLTYW1iQKdVxMpzimBSPa8nxBCVnI7FB2JZKsfi87zZwrSGyHwJLOdlBZTyFZRZhsF09rG4s
ooiHEYKpsFGWAhN1iA2VExl8vk7pLwjkt0dvKquNF8TtYcQyAx8MqRWwAK/P+VgCrxxsP4hV2ElC
5FBO5bQ+TpaRPuMdkClul8I6cz285caNfXU7YQadLeDQICKEfvPihYQGkhRGlY6IYeQ7TykiDW4z
OPY1mIqHxf+4o4CcCByXsIdeEt2lYfCsFrfzU1XR31fsxtgp9tg9vKsEvIUFAYeHYtIS5QHkU6aO
7Yyn1E961wqbwk3ScdzIYW73riEANGKqMA0FGjmfsCJIp9HAfQ8aT9DjE6Go+6Kxt2pHNw8GCODA
LRB8VWCL8/SbR8FMzXbqZBigSujak+1l5j96qxS4jOThj2qa7H0dONn3JG+2OAC3y4ITA546UFPy
Jd5H88iy3ENihvdyqv2hOqedP5GW4QaZFtHDiCBxOHFXcUKhE8ILaR4q8SqrD6DCn2obSizcXMN2
6Y/jWVrX5Q6DK+sofky6a4ZI+f7oEQxCjiydZJT/+DOPrav5hPZbaHKBKd7vEN7Uzscb7ffDUQQx
Vuijo9+B+Mo8iiVHFt5yrYHkVGCiSIaX+LcmKvSt1sfKpAFuAlglSkug1RY5fOJgRVimvnbK6kA+
wH7t9tU44gEGtuexXcbtKNB4IK3F6SFulvmQpDYffVkP0Em0Am9yR63DbCGTx60i9GKf/RsH4wpF
ZUTw5hYTFFccvTlgqouGUeROCQL9EMCi2DgEF8fvv1FwbgOSAR+JFHc+GmxapiGIiFJlUfs3vC4r
PkWe31V7OVXHf7oUI7hLONrGY7YOSCeIz/gu8GKD+1wvYILM4lKg5vYloRTytaGJ7D60/t6i6Kxj
0XoRCvqL4eUN7OvByMpLZvGYy/ADPAeVNP76/4uyGItklUVep2l5MfR2+oDXo/MpQkKj3BiM+Gfe
1aT+HQycPPIlsQCXwuJq7+VTM8blJQq6Z7Ppv2SMbGe0WOAMBXp/jw+Km5E2NBkukJnFoGw/8aao
SZsL4mT6gKUO1miuOk5Y5d4PtLYEyW45CYlFFWOxd8FvNZqFAx4ipzVAqkxCN4K2Xz6Mn4O27LIP
shf4xUHLVH083w+98kUNIFyACmi/AH9aHMC53sU6Vbj2UjfAk3adDDTkaA0p8spV42nGX3Ga9CC8
7kddGTCLEc4E6kK0oZdK/rmplJPBlXJJIqzKYnzBThYZQuiSKco7TymjJ1vS62Ij7MqBAgRL0xR6
t8ISYfEwn4YKqyXsx/AWlnrVbXInfEqDSX29P7rVMGAMRXuJKZUXYZw2K2IHF7mL4dVe6041Ocm3
IBz9LS2U1UCASCngI1lNuWF+dCH8lOldaLK3Oyt0Bx9pPKkbHrRdEJuOVpnoMQltDO7reZRqLFSK
MnF10dT8eZCs9mwok3e6/80W2Q5BoOeLc4pdQLl+ubPj1lK9cqzLy2A08ZNV1H+1ZUm92bfTJxsP
yuKT53tGsE8yNd/S1r/dA4DyeKBT2YAjwj09H2DuqHVD1am4REVfvxZFktWupPQ41iWWhT+B4WPx
uLEUb3cAL2ZuUAH5ILtbvtMNM5WtXmO8ek4isisp5r8WKdSXQ5H040W3umZP77P56/5nXhsq7n2k
yIDZIC8vUrtKakIoJWp1UWhcVyd5GEGOpjppGIIPSai6bZbr48Z+WBkr6RUS1hwwvN+XY4U4qtg+
2t+XMRqqFxy3W+VzhjBB8kFy0LdyYYlJ4ZmL2Kn+vD/c2w0iSrZgHcXypXK12CDgUcyh7tL84jde
+uRJaUoHo3iQKSXWLrVaMEO0sXl9LG2ooAdW5tj3+aUth/gkqWX5qW/KrVbdytQJeizXg4XgmW0u
pg6csZ1FCS5eMnphT2aaOf+k8N73PCuxtJOVtNhIjFY/HvAGmVocz/llxdTWE3D5qppfMKaM0UZr
w1MQ+tX+/hQt8tZ/Px7JCQfLm3jMIpmEmGLoTYyceG7icJn7ZovvHZA9Lfe2ykirA4KuIhDmnDLL
c7mSPUWDGMMX7I32aLd9dtGSYStrWB0QrRp4xiCKb1Y7F2qgAJ7IsVAkH/LDatp3ete/9lVYH+9/
u9UlwfwImjuluGWpqowMq4YSk19UXM96N8UB99gVA8ILymhYz4pXqI9V0f+dLaraFDLRpAerPz8q
VT8nT8WM6TJosfXTQITbzWUrfE0dK95YGGuzxfnIuoBSxwW3SIpwecC4Sh5ZGKrSHVC6MvcBgK6N
c3httmADQOEn+xIOCPMB1YIsMuh+cUE3tf0WJZX52vlOffVLeYt9vhYKXDwbiq0KhHNRHuukxiyr
hFABT+6dX8ftYWwy3MzbLDjfXxhr3+59KPH/35XHeJtNJS0/HP+0qMz3VLrNaF+QCG5cJ2txQICw
pbhBKYYs5kjJlEkZFD+/mKk2HOPAME+Vjtrr/dGsfTjQEkCN6KmIYuZ8NHkJkLksIxwHsqLwnuEU
Z/pOgeDgPWEZipPyfwiHEDCNdha5tZRvjuS+sTMLo798bIu97jvBOcLbHJP5ONnYwGvfjxzxX/ah
6C3ORwZzAzGPmjOdrzbtcy2d3Kpoyv3DAxJdUa5BUdZBq3kepckbhzglm7aRegMXk7b5A/FetftA
RUfxN6Kt3PZAkEiwqZ2ipWOLQ+vd2osiw8/UzOFs9Sz5jG+pG/rq6I6+7caJVO9i3Y83lvvNOUhD
Fva1AJEJ1uOykhNKMCYQhssuVirJn8zopSh2hTw1+x6h9MP9j7kai/YU9wiNKkqZ8+F1ulpIlc2S
t3HGtnZS0lbFMc8qZq32I+1TJVn9xqF7s0p4RPAwJD2lXSDwCvOQRWIEukcD5yKP4fghoTK8SzD9
+Hx/YDe7jERBtHNoJ1IIIc48iuQNemI3CVFyw9+pVaO/5LhanyOnHDeOjbVQgsoOrwqMCeyKeaiw
z+XMzlCuHwY/dyl+V8dCHO1NFPqPQddZFlTVuewxKWI/c0fOQ8kZZuQJ/pyXMk2MsyfJzovaWslz
1Zjyo8mmCMWtL3o6tH2XH1Ar5CC3RsO/+JGFlb1U/pHF45YX4s3yE04epLJA8UG3UrubjyfJEs8K
6846q8b0kirKFV9728W65GsneQ/2BzjTaQ7RoOKtjNA6nZB5MA+8B+bXTX6JSO8PZuMFCVbrkbcv
+WsPcobeglESEDn0v7ijeTBdaXzhLZNdIiNS91kwOe6kZVtAybfi/KyExAsTiD3tKW5g3nqLywQe
c5874Fsvttp4nZtkbV3sgjZM9XNi2HV+bdAvGZ4A+Cb7quB2c7M+DF6wdW+MDRz5zVyKxy4HlgqQ
GNDMkqhtTMKPxrb5vGOGT33rOfIZ3J/xw46q4UONcMy4cbXdRuRQpmorMkahZLq4CQrZ8pqsbJJL
2JjV99pSvGf4v2l8tdvYSvG09UJlI+TN4YVYEbxOUX50kItbsmGdprGNqtCTSwWD2k3DVNlhk75F
FLw5UZBPhoMOmgu8LUinxUoNahbx4BndpR/pxpCptC6iHNUun4wtSeK322S+gnizoyvFK0w8i5Yj
shN2g1+XzSVo/eGDroz4+JRB7RNRjp6dBANAWzFaV8NN9FSoWfbMu8361fuG5YaeHj5IrmDjUEtD
QRuhK/CVNwxdyBwASMu0umRZU/0AR6i6ldPEG4v1dh55QwPOeEsjVABQ8+0p14o3DY5fX9pOb4PD
YGoS5k/IGTya7IlnNG8zIWhL/32ZUk5eiDFqUDcXW1Kaj9jKJ8dRq+MfmOaq+/s33u2QaOGBr6Ia
yMDoJs+HBC2gT3qpyy55hFiya06S8Vqr8vD1fpjbtUnmCp6AFrKFicoSWDwmpUaiNxGmMfUdGQwa
9S0vXIzlHxQEpqQE+Ju3NEA48MU83OcjGie7hAeZT5fS70s3KDrfjSMt3tOsrK54dv14cGSgxUDz
cu/ROQGptsiFar0ExOVo7SWe8DVOikZB4RLZHS73LQjxzUdke4tl/nZqIwi+WH5l68v2aIzdJW/9
cW8x0pc2xSo6L7yHi0YCDU3/mEo8uuM8ducfMagzEzG8SL20KYoEyLsVsLDMdCMxET94dorQ14II
RQ/NBLl4A82YzMIpSiVReQ02/jHoPQsz1Dj81elYjxlZoT6nJSfqxu4SM3ITlUIcTWUhy7R822iD
5kijM6gXudO8QxVU1WFq7PDolEn/okxN92RlevpSmYn3G12PrYLFzY6jkwIyTqiT09GTl+1ePS8i
SBfOeJEqU94j6D8gMlg//IAjCu8P4XVP4YAG5XwCQWTaSaywC+psyPZjZ/5j1KW6701lqya3HA/p
EQ9FIYNPnilAtvNIHsT+JB5q+QozR/rYs8+vhaZvtfCWS+UtCpVFZIWEstDywhlIa1MntKerJ9uF
gLd+rfT+swq8wW0C4yco5uP9fb1ME0RAsnOKtSTN3KeLzYYlQzRaSO9fk9QcXN8KzP04BJara8kf
dRZ8uR9t5SMK0oXK+w0HrxvJwao0CtOKy+HaQu3f65Xk7ZqwKQ/3o4ipeL/ySXeQ96ERT4GWw3jZ
H5dERg38rr/6cZb/NnJF3+fD1J2G0kvOXllr35Moyo5Nvpmyr0XGQItKkmhxsPrni6TRvDI1rKi/
6kpU7od6qvdqWdd7fs54tFMr/1QP6Nl4ZeV8uz/m5aEpxkxeROMGrShBLJ9HrpKhmLS+765xk8kH
oPjSDuMG2c286dHzGU8t2mpYXnF/8VxdZpZDCAxFbbPm2haT+RWpA5jfpRJ8Laxhi+H39m/Np5KS
EwVwIcEvHpCLA9ppEjkIO6W9DpoZyfihTmlwjaTa7L5xOSbhPtD7NPpq95Xvn8dOCya3HtLIflE6
J1B2jgxK6EpS5UuHMZEHf2/oeBRtnLS3316jyiwQalxatxSfXtf7Xh2G9gqPCtwH1oHFxy6y86PT
JltQobVYvAuBSbCI6eMuPojR5WFU44h7DVMz37WU0p77tA/YS8Xw7f6Sut2sLGQg6djJc/ffSGjG
fqBkMM5ZUnFRf3HsRv02JtGDPm3wn4GvYi+COosgoCxBC7KX5rXtm/W1ax1vFyZmsvNNvdmYopu3
4FsYEE48+ohCXXa+P9RM9QAYYx8z6Vr+S8bP9J/BR0KzaaLmEBfm+BTgCHKkHy0fysYOLkbQ2+f7
H3Rl7qC5vSkF0RqD3T//DalnTENky/U1juTsxfCK6EOlNgOlrHTYEBBYCSWMVMhpGDFCZ4s6Umim
UWHno3NNuim+qhFQmtKQ2pPZPIxtgSPB0qcBImyF+cBiGb0rAqpT2tSdl9pXOSkU16/q6Oj7hbdx
Ty2zGRGF650TTjSoOeQWUSwdYBBp/DWwWv+IT7MNJCnKz4hqe8e67uJvOgnP1UnT8FiMZny6P3W3
BzslVYht4i3IO33Z15zSrMP6zrOuJXjAD2NrPpdk3BfeNtORbKE8Tp2ifNTgOezvB769n5k8Qe8V
MlOQcxdrRvWa2jCmyL7qVvI9KNFIR8M2RtwyGd3al7fyj9s9z2ZHXp5TTLT/l1cnAj9VzOvTukph
jISn3/bXmgvncH9Qb15382Od6gCrRijjUTJYVgWp7ZcAeST1qmq404E2DIzuSp4qt3sLFDMHtzME
/6tNLVeQPi7t/GNmN1p1SdMqD0FJcvPQMm9U5WOcVlZ4AaHu/dmHdA/c0R5a6VxXufdhSnK0oF1Y
EobvJuACfBfCS70ldH27NkANk8sgw85VxZt2vjSpSI68ggzlSscHlsnoNbKGYdeQ9B8VKi79MZNq
A4BBKVFyss2xUDY4prdrhDc6zQvWJ1Az3rjzH9B7U4Pcta9eEwWbahcL1sb+5mf2+Kc9WNa0C/gu
7cYBc7NQiCV8oWCCmQLNuThPJRIDWK1NdK2mZDjFThAea0AQ5/sLZS0Kr1uBqeSJeyPYOOpebtAB
iq96IQXeRffKttghlTAmG/fDSiAYwXBrWPwMZ4nAhQDWKPHUx9fELmDPyVlzKP0q+PrwcITwDyAo
Votg+c8nqgqrRhqCMLmCy4ASa4zlLgrRObwf5ebsp+YHGYmSMf8MuBMx1ncHclGFhj70XnjNexSZ
zKhQP+Qq8hiamjxoZUgOIkJRGBP4LohJi6ZWncS4kJtRdAVNNO2lcvB2mNBYD9YV36IIXAd4CwqL
Sxm3OquCnC5NeCVYydNESfJyFw9BvnX6/R/OzmvHcaNr11dEgDmckgot9URPsMcnhMOYmSzmcPX7
qfYPbIsUROgDBgMDA3d1BVat8IZN9sV0eKElgpcqB/t0u3KlO+SlV5TJdRgb93OXLeYxT2vrPJlq
9H50lPpMa1R7sjogZ0dbGmiXFPslYbkdlAp4PaWYvl1jPF7/gMYx/5G7Q/wudob0S23Y46fURmzz
8RmRZ+DmAib9ktUjNk1CPtZFVNUaZlPLzPRa6EpxCutEBdXL7fn8KND/IACCAASDZNxOzVtcirJm
kl2dNDGOZoTWZaiZe+DaO+edc04YCb6bPu76iYzjOOvnwsmutT6O6RmLMHM5GVkbR0HhFbvwtXvD
Ud2jto6hDW/X6vNykANxDWUU17qJwus48eS7rRafABuVO5fs5mWhzMslyy4BgSU5X12y1TyItqtF
fQ09YxQHDyBG/hFChF0EYJd1rGoTT+iEW0s/nCNDIAD4eAO3c8VYBOAaNSsZ5a0bvIPQrd6FB3M1
Bms5sNJ/qzzdQTwse9/49tNjJBb0TXySzsXqaoyipkS/sKuviKuE74WimJixO85nYnHjkE2W92I5
S/KcdKNModDS4N2GWokaxLpEFg8gma2kq0jclukM4bEN6gks4FBn5c4Hd2clQQ6jcAyDk46ZufrK
w0wNPS20q2utYR5OjUVf0mDUx7Y9ap0aKjvx6p3lpONKqAwxiu9ufUhBCOBe5xFv2EY8nrSwm98B
sJk/ObAeP9lLrn3C82nP72wTo5ORcptJZwICdRpAt5871rlDVoZtenVICT6g1mYcnWGqLlDstMgv
RdynX5ai9qIPIles9twVhbOzzNt7jSQSzxE427KRuf4VZijvxji4ygXNtATzcsf1eTz2Oot3RuHJ
46r2pN89xbrbidazTtMlacLLUkfxJ9h13+Gxpl8ef3v3BpGdJ1kL55FVV4Nk+tJZtZWHlzIp8lM5
511gZIizPh5ley4NmBBARCXigMRmtWcZV0qsm2V0nTU0LRZUK69VAasztpQ9baPtUFyalI1kuk/C
uIa+e7BiSssYq2sBJWwKbHyLEHK2FCtBj2dEhvvxzLankRSGo4+dFErt4GFuN0nJ62G2Gze/iizX
D0VuGNc8W4DWR9P0PsE47qQ5sXMQbTQex2h8UpqbD4FslScC9jcXMpWU2+GLXL67Sr9c8cvKlUNl
GsBGTKodg4/xxLwnprc9LQxHsQZ+pLSsXOfHOfz2pHOq5Vrks/kSC889YD2SHB+v6XYLoQDRBgIq
Sk2IIPZ2Uh0xw5jP8XKNQpt+SWM4re91BX2gEI2vverf3dEcSlisIDWvTXG/m3D8Vpz5qql1e7bs
AZefmlPa4tH0/fHEtsvHG4e/GQbI4GLo1N9OzEvKESH9aaAMbtQRdfA0hR9kggh/PM52SvItNT3C
Zp4bdKJW45Rg9MjUhqsRDqqPiWL1kqNPcOp6dc9V6t6USNHITN/q+2slHq/F42kBP3J1lL54Ub2y
P0UKorePJyQX5jaQlD+fBNCULiabd01MymTAXtGujgqYHuUwo8SkK8aZG23zcRpOBOvqk+xjvi0J
iiZWBtlBMrXuEDplrE2hK7RrBlLjkGKWHURN4gS9lz3pbf42FD1dKSAt8aFr9nFTFIu6FIl2NSb6
uPOQF6cYW+6d72q7V/I+JHR9mxMQ89tjYeliRgvYUK8DldJjE2loeol5z07t7ihAENHDlsHcurgT
JxpSPZGrXp0s7E9zbS2+0TV7Wkzb4o5cKqmxI3Ea9B1Xk5mXBQ2YYVKvi9NE04nzbSb/THmhl6/l
pHfG2aEiY37qlHmog6ax0MgZFCR/jlw98fgxV/s6fhGl6N2XKLPAZcZWGCuKrxZ1a8HbLHL3uzaX
WXFUkV3nfxhKvErSNiYytVrh7blW3Vs2SZvWsOJCT3ktqpNOetMQGs6U3NPpuw7P/lXi8/e+pO3V
AIOI6htALB4Nqre3ZyAiSM27uZ+vTqiUJ7X0ZNsocwMjqp8UeeVQS7ISgQsgaEja6+yPbQkTzDi5
WM0KLLkYIZ+hOuUbddN+enw/3Fk86tCcNdnGAc+7ulhNoSdO0abzVSUIDOa51n1ncKPD41HurB1o
AeqJ+LXC31t/P0k+R2i9zNO1q5r6ZW4QLElEEQfV3O0ZOGyHQiWA9aO7SOS0kda2TMXrqzSsr1wN
+oc8V7XfU28yXuHaKDs4nHtDUWomfkFB507ANCeT50xGc20J219wY6mCbrBQpRbuDiB0my4g9wL7
kbFo9xBC3J49rC9iPe2b+qrrQKv8LCoU21eaQal9UIhVcRomLa5OQI5T7+kXUTp+khvRSARbvtaE
rLrKtXo++WtdzdoFfGJ3bBXNORUJ7aDHp2T7VuExCt5IViKg6q05gRFmbGYs7ObalErx0jq599Jp
ZRkUfTEEQ6/aO+n79uzTZ+K9J/qjKkvX9HZVqfRaY1+ZxTUeveIC9ts8Rsrw9fGktoeEQdgzeou0
SnmFbwcZs6Iw63IpruWsxj+8aHQOM0yVC/WE8fj8UCQksnWP/OQGYAv+OVHJrYorTas+iPPa8vMm
jA5lFcf/w1BgvGE7ksVS8VvNKpM6cmM4Ftfetn4aS6O/wCqLDpHozJ0EaHsoCMYAedPKpne+Ed/y
Zr3K8SOuryOd0D8LxyyrKxYe/XxStTaN6VBQKdy5ru6NyYEnd5SICxC+t3sG8M0UKZ4K12iJ+68o
rbWHtDCSU5SK5HfcmL2d8e6cEZkZcOzpDyBCsyrTRlalqotSiuvkmbniF7pwFt+s1Toj81LFP4+P
yZ3ZodFO2Yg/9MTXMe4wjXTLaQ5cyfJRuTb13K9d7Xs4KZdpmcTp8Wh35gY6X95eTGyLg7OT0RQG
omb0qbDKOom+1JojdgFN9AIMs9vzG73zTQMhpB1HtkylYd1Ydft28USegC1x8+mrGpHCjqIpvzye
1J0lpCGOuMmbf+UmHRlnE5mWLuzpdlbeSbOTmCBIWOcODPMlw3/06VcaMI4UrQKLiU/9uptjlgnV
oT4aroALXD8yrPlqiajdec/urJ2UyAU+BXED+OLq2DtjWRk6JM3rlA7g4AqvvaQ0q14er932LYNq
wE/ngpJx1BqDk9Io0BMlG64KKNbv6jIPB3PJ7HMXOtUBM/f2vTIb2rNXPWdCUppZRq4QNKVuv+hS
TVI7Qd7xOjaa8SXRjfhTUzs/Hs9ss34MAvVbmrIRh7Jft4NEs5t0ZawM12gGmzCnaRGUWbwnjntv
FPJg4l0qCUSJqyZIoRuzpxCbX92syg9dYQ6+6S17JbTNZys/InTS6OWjI0nL7XYuqOk4fYWqGB37
2fmIbyg2AE6dfhzLInp+b6iHgDCmHCpf/9VQaaz0dZE141UZlVa/ql7RTYcYX6NnaQ1cP+Q7lHfZ
f4ox67JgZyojO1+OVz4z84ujDLVv4LL77elT8EbdIVoiV7hDYS+wuG84atYUzR0F676/dLZtJTuZ
/eYcSI9N2q7gmGmFIX1+u0N9Hw4dT8l0TTjbB5LH6V0Ri+bZ65tRuOXeUMy0Xd3VnQCX2Rvo7KtX
bc6TYBnb2K8GLz+KblfacHPk5FB8pATtYPr5gG4nlEZGP89arl5t5MMKv3DDgSCXDSLgjSnCHB/v
06b+aMGloR3F34S31D1vh5sW3K+thJmBckxPatsrvw9jb37tiiQ+xQQlwDq16WAY4c8GKdzL49Hv
TJb4gjq4dOwjmZS7+98m8KSUE7gU9ZrEmvlqV46HcViZBImR1DuPx+bCZaIW3UspTgGWa828T20r
7R3YAVeVymAwl/3H0TWPip6NR8cp3i1FtSeRvD2akmzIBy15vEDTVqlyYlSFMYOGuDZNP9W+rWh/
QdPzngUXS/tQD0iaITUPITquz+ZspCmfgXpVDAHScHD4sit1OGrCaXcere12IU0liTqAtWQLc5WA
pSglZLg6a1e1LMOfYzeNx1I4VWCIXt3pN98ZiiRZKpKzehIjcHsyvHJYlMJtwms4VUntJ+pkHVUI
634YefOzMiwsoczIacRIdAw1u9vBMHPk+vfSkMRcSf6xS6O4Gnr9pA0f3V/ee75poEvgxKir3o7S
5BAaizBzrlkylsde6FJ8uql2MoXtOYcmAKBCYvg45Wv3chfUaRyqmX1V6qQ6ZUmUdb49Zu4RRkly
CftxCigYPF3GxUuABj0MNsJN/nt11sso6jKeHedqCGP0OT3VWTHFvDO3TcDJO0IXSA5ATZUFvV3B
wdTAS4e6cTVqQz/aRh1/TmN6J5GhOO/cyKiefZNlpR2QtgRDkiys5Wxi2YckKmhfjRrjcriTFaIk
Yf7rk5cg76NEKoOa542BwHU7qzAsRwWXTUbJovD3bjZL3yua8d3UL+POAt5eSXxPXH0glMixpNrs
BjhHuzFET0nrT8KdCoYBSWf4kzYqe6zQ28/334EIod98DSUnZ7VTYxmSHSzjcGo8rTxF0wAWYKiT
dxgW7TVT7w9FFkKrQqL1Vx+vEaUxvYx5OI2dcZwMo/1Yad3wS7/sAajvLR4vJAhvCaOmNXK7T1EL
xyNrXebUUcUfvbTzi9nYEzmR7/v/b1X8u3KkBvAwiQV5llfTibHywXaJUdrOjF6jybROSmK0AaAw
O8iBHXy2K2V67dR+J5u7jQTeBiYf5qHieAAPXB/DGu+gVMeD5BRphnIGUR0TGHZCPav21BzStFZf
wAxqJwxovYOdm3smRnf2UQbAsoPGg7bpLtQYe6bLwvhdqZS+OmZZ0CblfC1Kke6EHSvA/v/Nla4r
rU/ZtF7rqArFbIwkF+NpLlEoCUPdOytlM5wNM2oPNnrxfq8t86v0GJdmlc4x0XBQmN3O8S1tql76
AumUcsmcr4+vgjtHDM4oBUbZ55Z54e0Ri7MGesSQsgZdqR2XyK38YSjDw+NR3looqzPGMJQ+KO0g
brXeai3O7Mwt+/FkNqCBSmAfH0y44th0t+EhG43Mj/LWPk9W2wVKi8NY5OnpMXWa7pfHv8nthf7v
PnA7UNEC2iLRELfznTKla6OiHE9OGNt+7rnKaw1TCoxe2J0GoTzHH/93PBtBd3IF1G3tNUYvQmcw
GylYn+wkBakU0YjrtUrQkiv3ZBm2x1lSywj+KMG7gDBW33G7LBpC+QZTs8blo5Fn3reiyrNjirhX
v5ME3R+LRiNcFyrj6yYqopRzGk/ueErNmlyrRfHBB4WBC5jTDd8eb9mKbSzXkIlJL2GkT6nEr3sl
I01gLcphCtntEorXfGii/sMMHXc8xbHTGb/OmWt/UpfQS3xrBGpslZpVB5HiLSIw4gi5NF/PKuKU
nVXYfjyAyQgMEKB3ea3XyA0TRIgwZmc8hVaefXZzzOpiz3tO++Lf6YMAA18AJpEm/Gpfc7NQms5j
lKUs+qthl7ovVK/b+UTvzoUigHwFgPWu9QgzJxpsAPXTaZm9f5B5zgPPnNKdaOANyXt7D/BmInEg
eYmSJ7X6/BreFKFo9XzyxrQXKFaGcR2Y6J51/mS0nhIgewffrmpHVxxNNcyKcy6MqDmHaIq1r9o8
68WhV+PM/EQsWs9Bhs10c2ltSvD+rA3tXm3pzkFH2keyDN7Ieeswc1gWPW4Eyj7F5P46L+ium/H4
A9jmnrPGnfUnaEGmDXIjIeC6X2GM4ARMN5wIXSrFF0WbBUU47Y2yvf6koxQlb4Rp4EqtkZOjVk92
mzXzaZTfSbMA8VOLVyNCw9bqjB38vQxPVptN+Ac8k4BWQl1XhYUIswkxQyE6FUpeBE7v6qXfusZy
tKw5fc0wODtl7ZD8eHxdvOXVt8OSV5GPIB1B6wJ28e0VP6Re1vV08U91V4X/hJCL27NppkPqV16t
eT94fMbvCObkzmuVjH3kI0+caSev1RLvmNiR+bcCDN0M+nwupXdFboQf0sZxUxypzLY7au1iR74m
nYR/ur2+vKPBlH/vljrrrmaVRuhFWyVeF7VauK96geO6LxrFqM5JqNvflzRUWn8ax1j/WAixtLT3
F1gC0oZIvOj9bOPaGIrRvvaTmCPtaExZ8VNFPi08h4UhBF+HlczNzpe5PX4uiDBKFW8NVQKq20VL
9WWwoUQasHaW8iUGjhiQDD8Hr5ZXGYkATCHsbkh67XUvPzazdHL02TlphZp9qOAOXStV7LEjtgEt
QTOkK52uH5AiU871PzWerm603Okc51QpovhkFpNyGpVo/hBj2n5omiH+EcLiOZjwZXaqdndGhtNO
GZJsW+ZVq8pIhchF5Q62ezK14cWezMSfhfEnBmMXBLs+TKEt/DB8siKJlTsMFwkkl6481PbX3hBa
6epTaTfWacwb/bCM03xKak3deezWNyGjSMKjpM9Rv4Owf7uqEVdXRJ/TOmnIofpKlLh/dn3h0ZC2
4qey4LcJYeFhm4wm/7JXec8smiodqL+c1AxLDQQKh9/m1F1+f3xRrO9CJkSxhxI7IQzKM+t4Keox
fZUchFPaNpYd9MvSfA2rMRv9up28P1xLqHty3nfWUFr/ICJCrYSi1upqGnPYnrOd2wQMiBX2SZOe
Rq6ZIwCXPejUvaGgq0EepbALGmxVHxnsstGcmaEGx+j9dNGHIFVhesXpsocovbeQ8ughiSgJ+uuY
Gp9g0DtLZ5/iacoDN8r03yPRYqRgT+Gncamc4OmNowfODSItYanKyN/nP9/3UuaW0CQWIjPHKIhq
hORtLZvPyLm2B4Ns8X8Yj8CLpjRhNUXI1Xg6XIY8BDp2qtPEecco5WkuFnG2nX4+FppSfn08vztb
RzqOLIsUFpHg1dv5malNyC7HI28tf63qHGlqrZx/NC5WdI+H2uSlfARS5UMq4YIKxg39diwNSc6h
q/Pw5ExD8xuOSmFVovnbF91vvSty95fOdBsLyauw0l9irUUMSsCfHS+WFs2vFU/GgM5cHqsHvUzN
RtZNm2rnl1y/TdTByFA5QzTGPKrAq/vcpHAkalNxTom15Aezn7tDMbY/H6/EvUFoT0F8IEAijVo9
gGjq0SJDcPNkpvgGwJBU/Nnu9mot8qf8NzaRU5G1FhousmC6HmWORJ6i9+qd8nlsL2Pe4pcY9+px
svrh01yF0cVcHPXo9Hr0xRm09vjsJHkTqU29OSNJfPvtbmepEEPep9E5HclBs8jQTrbI/nw8yJ0z
xemULy/ND+6f9fsrltytKm+KzglO1MQ6kJDgmdLtTA5Nv3h/aGGjmudh7Dztl9Bc1DAlHba6+QAJ
HN3pqHIV6hFj6nXvplrvfzq9MT5nUCafGAwVJIYaHCZUkPWdhdV4mPZmFJ/babTPRlpY574pxFOy
hf83CisBhY1vlbLk7XrXoVkZyZLH57hL6kBt85hSeFw9vavMBfoMEQdkTcrDt6PQwJ+duaris+FW
hm9PaRmM1A13bsHtBwKimHBeikWhZ7YGFxcA3AVSMPG5oCDOX7UbTEZX7nRhNqNQK4GZY0M1ZF82
8k3D5IWRWTWMonnJsQX/G6R4/zw7F34yeFLMncGIyTbW7Yq5RhiLNFXis5LbIcpvnvJ73c3VH48/
hJV/KNv/NgytMirtZF3q6uFYFMOe+hYjA3Uo7H8Wb7KWb7oTC8sn4Ig+1aGXN1dlUBb1XSpM96c6
Z609EolgO+3nXTImh24CSfnnUGGGeIo8LfsiUhOa21A4w/sompbuasTlmPqLtVjxeQCDnQSzSKPW
V40SJTtVjfrPrdvDgn48uc0jxdxQQ5OcXejdG+FlWZm0Q1Im5lYjEGia1WtWpstVqbI9uuS9oWi5
S0NivKqB2d3ulpqlWLpBhzlbuY0/QoGlUUIbxU+9ZI+HsE5ZpdoadgXy6ZW6P+unpkwdexxbDy59
Xbx00q3GGqw/uY5/mUv7U48ZxNOr+FZ7laL72EOtEyIFTUXhmm16tlK79he8sRE9DDEAom17ejzU
nS+LgFMCf4g9iUJXq5h6aIymWZ2eRabnZ09txoOVGc/5MbwdeRl10kfAAFIKJ93uVWOaZMR6l54V
aLQBuvDlwdHacOfw3Z0L+Q5lDDht1N5uRzGmbh6UlPJUQvZ3HEdtDFIbHdXHK7bO5jgMsjVBJEbG
SllsFRtZSArWSaKl58HhGqrN0nxt8kKD2mMqbefrVjv8nDUrv5jI3/94PPa9GTIulSdqNQgsrq6O
qhijzGkYm+ynPnijPh8UVKCfQp79u1tkQCQkZHYMJlfgP5F0VY9VrSoOTisIVx+qGG7gsuA69T/M
RSpTgrahybBO5/LciJahUNNzVlhq4CwOnIVF9Z59BYliaSNBBKFYTJC1utOzpu8GLc6zs74o8YtX
9GTgbf7t8VTkst/Eb1B6aKbzB9w+DYTVIGNiGvOw1Pm5q3s0YBeqMZ1hFbMPKig5OaLR/n484Pbu
oyqDtDN+cfRO6Fbd7pBTDCGEEIpHVtwNH5d+Ng5CSeu/7SzfuYo2UyMIomACiI5WI4gteSL/cxZG
1IVGtdGzszYprfpqjr2W+mWE6PyLqdMvfjeVAzyTx9O7NygNBOIjWjJIV6+mF/UqjLyYS8mto+kw
q+N4drGDhN4MFdLv2IW/Hg+4WU9mCRpRejSjZ0DKejtLo8qdMIRwe84nXXjHMHZAHlWx4547szT2
XGPvTY/4l/PI28UFspoegWyUOOrMaAid+Yj4d99EG7p/ckUb70PFftIhgw+a6b11irl8iW3XvYLO
hr0SIbJ2Lpqpfq+EmvZZAYb+h2hIyrWo2LMUvjdBaBFk4TQNpNLX7XJ2VJCzBTzQuZzntIa7qgzG
oeui9KUYnfDzVI/55dkNpDREbkEkygcBmvB2xCjMc0VDV+kclgtdYcR8r5mbJB+Vea5Oj4faTo6h
PIiqCKxQKl83xtsIGlc+GeXZYaOgYKjiu+UktC2yIQrLF20W4tkyLLQIyUyk20XpC9bHenZUnhKz
6AB99nNE7cT7Blyu3clKtt8AZXnQQK58PpmX/Pf/fOmZ2+hTQh/pPGkk1L4iwuTTwGP3dTGj5Z/H
a7h5x5gQGB34R1yaW5MfSEF1PidFdaaxYwZNxuV9aGpP2dMReBOtvrmZ5UASpg1Om9O4XjlTiQed
0yfOkZenX0Y7adsgXNxkeiEcRgxuHr3Mr9ykbq+lm7TRB6666JtwEncG/FLXH3s7M/o/BzulPhvm
kYXbuAqVya9yywo/irSEp5XHzfQdVI5VBZA4o+UKJW8xrjPIbhuN/6Gxjn2tab9Xbt/HpU8BYPKE
75hj9WwlXR4Ukj58c4nppDng7R565bLMeesWZ2WiazZkofZepMny7fHubSKg1SjyC/nPSQHqpOtl
ZhTsnpciOWu5QVX0OKwURXZ00y5nXWPxtaxFfn48srw41tvJRQ1qCJacLCPcjiyAUrRRLtHPuNy+
wBGfjqHe14E2CfsXdEXml1qLkq8unOH30aBxjP+H8SHMEQDiJLkRPhJmNCpo05bSS7JAa6tIf4+V
bAoKoeQfRKvHgYVr3PtOGbzvCc/+s2kwBQp4NTwckNYpTa8ejh4Eib2UGZ9omLkX2xiWj31GmPF4
kitKqnwuAOBIGj7gIolsX+1v6+U04LADwrHaE91FXfLO8pNkbo0LjVYx+3amK8NfcW8oka9WzlJc
yEpr7Sr01lb9ShtdGKaKHQtUmzIlxdlCn4pAlBBh/dZxJnTl81pNgjE3YT63XjnbF/T2yvS1N7LG
3jmu8tDfHhr5yvKuc7uR1697qKwQlgqgbKgED5U/57kT5Er/FVma5fh45bZPgyx2y/uMC0dH8uv2
eDbZ2JiIuldntIotzfeSWXlXlWZ5rkUofKPX8udcet62ijICSE6+BWqg6/AMgQF3mZBJOM9VlB+X
NPnqNYoXeHq8h7fYXtmEuLyw1J6hQxvOKlGcoEz1JG/VOYKUfxxGUz2pYtjDKm+vFopIxEYAwFxO
37qdpC/CXfrYEOfOC3/w0g+BOWhH7lE1QNhKD/RK+TTX5k70cGff5FFHCgISHZXk1b5lbSTEiCbs
eTHn5GymyI019VAF5lJEx2ExxPfH5+TOWt6Mt7rGcEmOAQ+P4pw5rXpZjAEva/La4PEod849cuDE
RNARCKLXp7F3CYDScZYyELWXHNomd2asHVXjgF6Ds3Mz31lCOrhcSsguSnVS+cv8502o4rLqjKIS
56oyQK1N4z+TEX1PyvLn0oV/Pp7YneXj8qd5xVUI3W8dP6MKqoRZSZRVCrUJIvxAD4Xp7cUO21Eg
ylEbkTA4l9O9yvMxrjFd/Cf6c+45rdTJ7RQ/tIfqWbgQ6yUdSwCMApsiWlll20NaZK4jGGfQW82v
7UV7saPcODxes+1hoCLyBuyVom0bBcI2Dm3Mm5bunOizHgXhxLN5HCw9Nc/2Urh7ZIDtcaDxK6tX
nD3aVWtESdc3ad+aU392YjhKvtu4bflCzJAnHzC/zapPotWa5xi38jKUzX1aYMwTmcV1H0NRndxu
NRWTc80uD26TKEG+GBq1737vjdwup8R2Se1POtEUIFcZDv0zodaaop7DbhiDOEySgyjc9tJByNqR
3dqcQ4I5Kt5kcCZ6QBu2ecZhLyeq4ueoqadDF9X1SWImdx79N8jSzSvJjyedASHxJiC51nRptLDP
cEnAu30sm181mwv+rJVR0gZxNkbmsS/N5rc5NPUuCcK0Ged3lVa184uRgV+Ndn6b7ZxpjBDfkPTQ
uNjYU5pFPSpGH5lnr0f0P+wc9Ty62DU8/ibemMO3cwZ0xuHkjJpc+2vtDWeOK1sFvnUeCitbjm3n
RM2H1FyS8kCPSnH9xI7zzu/HdFJewYN6JuG80LJ3LUW3hYxv0nrtm5o0pa2el9mpB7gh3az82vUq
dHmXoq35pbQBKRwRlxm911hUEGTyGny9qKt2Ihmoom45ZI5e6797yeJ8b0CL5onf9LlwgnjRivmV
AjoCyAUuJt8LN4UgPNijEL4o7dY5CiFq7aVWQTK+9mqqZcdhEHb/ofAEyPq6GtIIMWMzGw5LHevi
76pou+9G3pqtP0RW3JzrtNUG360VGONCaGACAo9G4BVLra49RJTvSphJpnBfXGcO889LFHc2YX44
28dQa8LuW48yj3Mgk0rG9y3IA+8EoQaHiMVyuuZYlnnqHSZnVBZKOdM8vgymjsZOmMf6N8NbFpWv
Rsr117hD/iMqIN2/FSpSsH+ERpir73K3SfNjE/Zl+Pfj/d+eMsltI5on0AAXtkZfT0Kb2pQ24Ln1
WnGwOy0KMKkRL49HWV+FXLcUlUAm0Kimi7XGuw1spKb2S3ZZ4lr/qi+T+T1pdfGnqyDwBg54j/Kw
nhXjyR4rUSh+WBzv1UsskMs3MEXLL2OrGIEtHPeLKMvyj8ezWl+Ab6Ng5EmWQBOGwurte2+XGI5P
qoJhkhp22aGdgSlKmH48+QV5/F7JbDspirgywOXGxa1vba851ZNXKWGe4J2HiiN42r753eXZ2hMw
2k5LYqUAxxAIcqjXNwLIxNo1miLlSJJAR3GLXKUOWrposj3zxu25oKIDto5wl0MB6Oh2BUUYdp1G
P/uiFFV9yEyv/6ppdXsY7MT4Hnrunp7HnanJCpKcG08Weiy343U2NPkl6tOL3fTjMV/GsSSeKdV3
XVEqPx6fjs12yeamlAiWShEE56vTERkNBSbk3C69mYxH1LSUg2MWzxJhgFiDs+ZgkLCSKqxjTqxh
bESalOUygKf8S4TZ/Jtuhv1zYpuSOSkTH8rsoGHAn63BvtZUJvpYWeoFhQ3bTzuvvvT5ZHLQy2zx
0zjNI39MouXns2sosxGJlEVoAMzPKknwMqt2qVc1l7nzmpMEGAY4cCefnx4FJhYrSIRLuLZeQ/bQ
6PN0bLidyJDbCcRZq2TPeZ3JJeQ9p1/GFShzkTW7t0wQB4bp0V5MU+nxde2cQDPD9vB4LvJU/fc5
fxvlrS2H4xm6DKtIusjrDIxn3V7UZnKCtOHVGLPXKMpeXW80grwxo50Ua/MNg9WhSwGxWwJHNlri
NsokMNj09qKk/fxL0dTd2Yum5lQ5oXHpsmrcSVS33xVy+kRE0FRo/2yoBd48ddqiasMlbb0ocIAP
+1mf7ymfbdeRS4K3CkkNqkB4/97eFCyeUbS83RS3negfJzGK0QdoH+HEN4CtfWnhKX3W8EPfC0Ll
D77dQDDa8rqgpYUM37qaMbRhXw0owQN3quZ/VGMQxy4ul1cVM/aXGWAFoUyWWt+1MdmTgN2urBz6
jZmNITuQt9s5d1WRwjpKxovqoQmEcMh80VNjj+C7uYMBvVOOlsA63jLAJrejxDDn9a4YxkvSaDYu
jqb3zqiFekR+cO/FvDcU0AFE5VAuA58jJ/yfhFxzKdSNtTJedIyXfHWamiOKGE7QhK59evzdyWRn
vW3EHBxIHhjp93A7VB2qVaaKdLroWp7+yBDXF8citZUp6G1BQyGsl/Cj5vTWH0M8DXmgRl21Uxnd
fogkt2jOQShleTecyK4BDgKhar6McRFPJ30gZ/kjV+fiD6cAQ/ZxVNSpfhJuQIGKXPrtqgHrspGW
MLpE73rdGC6uWWdXtW+TF2qYztOfPKOQQlNXlBot60BrnvBi6XNGUUQ0HauqEQc977483sG3fHy9
hbw1oJ55CSDkrj55J/MwjK4YJXZiWDd4MHCLhdY8Lh/00jB7vzA67ZOVilnjYlXzEBikXYpDjldQ
e9LGoYWMkzdp7MeVGLHfmpo4g+uA3veT6bBcdfgChDD0dCwuitvDtigJTn5yPTjI4y+xZrc/82pI
dlb9zpHmKyWEATdP0LRuNIB2yOwYIMTFza3S/siRjuwgU6ciOZCU2MlLbS7zX6MeaumJii9mj5Xl
hu3Ob3HnUoISgYMlzBVujDUOCFesyemSabzAzXZPma3WryTbeyZJ2+tegmjfRGMBtNDTvF3RCMAU
FeRkuhBvFC0bqyZaMDW57vnYpYvpfRwqSvreIdzZ40HemyCfLchTjIYA98lt+M8llcF4XeYww9TH
a7rXMss/e2nRPP+dEt0QaOMhQXdzfROWhh6hdM/88namdhJrxbHGkWPnXG7vW+AYEmtJ24Qx1l2G
cJqNPKrm5ZJ2BIMHNxyd1AerE1pHB3T/nkXTZjiZDUnVZF1KYJAb3a6cCVx4ykjSsH4fSuG7eZgd
k1k3ryFe0TuMrbcS5M3twGDUJklkcROSgJDbwZApB1kYGc4lrV3xT1IjgX3uu9ZVXmB+ROIQLkJx
fukqLftuFNAngphCRB4UFKvEoaYH9CNWLEGSM0dx8ZHnwBGfZkylvik6zN8AvaH4F9pl3uTPYWnW
iz90g+he9S7LyiDpjejHgOWDe9AtpfgbEEheXHIvz381YisX/kiRSjl4E1ZuB8uYR0zjKfZbRx35
ieSraSkmRUdlLMtTY2PU+tuSWNlPc+ly/S/AFkV+6cv/x9l5LMdttG37iLoKOWyBCcSQkigq+t2g
JMtGzqmBo/8v8Nt4MFNE8bctL+ySmt3o8IQ7IIj5WUNiofYa0aoDoCqRGC8LwKTmcSDLyL1JI3w9
DksIFdlQJ116o8R8ZyeevDmKLDTND5rwa9Ma7tX1QhfDMMWwCM1A9Mo3nYyJ63Q8i6xGMjoHOQeU
aOeKubePuEkRcubz3kLPzcR0FqD+VgC6dlZPHWK3CbZUKZgvfYnGd4dZ8Lte6Ve0UMECbkkMiTG1
+SzVJcBSej4mdZL7fRH+/fZrdhMMMAhRJLX0Nd/l1bxeRR6GPh6BJQcCCI+PxF2HvHKt9U9GFjfP
SpFZO2f/5hpjQLiFVNhR5SQw31xj6AS6tROPZIgulTojnFwfPI+286nujrIqZVEGpqBkbEaZ4lWP
YXKVwBmz8VlWrvJtnqK9Fve9UVDnwLwLFMHa/7hevI7yXqVnmRrEutY8YL2GRyA1l52NfrvtVtzH
ml5oa7C9RXhpKG+y32IzKKtWO4owLv1cLQcP9O3e83Y7IUxBqPOtjDEHNO0m5rYLReXwa2bQysX0
dTmSs9e7Jge3E1rJKLQCMDFbde02y0ZOoUZavzi4Lskk/6q4GZ1tU03r7M+kpsbL2zv8dk5c/giO
cWAhgNM1uv5IIyKqk2wbJ5iJs3/g0Z58z7N5j9t3dxRqVCil4kBKcnQ9Sjk0XV2HkxMMqjN8b8Z4
eFRFIr+/PZfXM3/9urDViLKoW/LPDaAKFKFiZOHsBm47V9Ifo7JPTghWWY0fmjVGBLY+O//0Us3+
F4pmTM9xpPS/y8Ts05MdFTh2Whg/7ElX3vmgYF/5mquWNcCrzVU8FdiTNRj1BVamxtaznJaxg8Jb
ZMu3ueqjf95ehDtLDRqQBg/XIiWSrXICHeixbibJaFZi+pwX82RF05493r05IckNWoBmEgiWzQcd
4qFSsrBzgwmwo6cqqRJIeHkPRTz03tsTun3JYE9Sk6In9yrzs1m+NV4wckQDAtNIi7NDAOYttYvA
WquU0ERN5R892T2Ed1YRGRFyUDAKuNVsMQpVjXq+UzZhMET9KwGt8JVh16vi9nmhy7j21dGfX8Fy
m8MX96u7oR6GQTw79ccqSbK/YSUJbxiL6RG/FrnznN1ZSsJJoPMEya+KltfHsJ5kaJiJCIM+GlxP
KFV+VCIr/apQczy4aqs9VtPY7iFL7q0lGgfgi2GlwYfafEAFGHscTimGKjkvteNMytnVlvfSD7hd
CP55N1fULRqNm8t5drXZMGaY0PqS/z0M/XSMG+fdKTSDvLIbiAoQbHhlpv0nyyiU1s6IzUUwSgcm
tKGJU55b2U6UfOdwEUGtrEm6qBC7NgsWNwUFsTZGttfQEr/VzOJU4B30YC7l73efrauRNoummE1U
R4j8B26t5wd7sUrUCk2OMBqhxckeOiBhOXoCx7eHvTtBdrwB9hXPlG2Uo5UA+mKVZczHJPxNsUDt
/Glom8W3pqb99e7BUHWxqOpTgFzhjNebnigY9ADl+MAgBHnWaTV7kF1R+egUc6d2dGenI1i4imlR
y+EB2ny4JdEXqxjsMEhkG57yrlkOnbTeJxRLCZxIh+IYMQLITLh/m4+WuHQaO2mIAGVp85Ao6XJQ
rEE+vHvZXGYCCZrwai1nXi9bLzJMPOckuoR6l69gRPdYYDzzVNGweH57qNtrkM4fdywpC1627Pvr
oYYhGRvDWuZgkPH/DBn+46b6y6JUrh9Bt3h7rNutt8LkwXawEVbUz/oJ/3OCtRVqEY3THKAoovu1
YztHnf68L+EcH94e6nY3MBT2tZAdVvXCm3pbYiVOZmpUEnNId63RGYdk6d/n7rTuBrpWcNdWsAoF
2q3fUVRXRFbzZASFUPtDZcd/94tr+cYg9+hKt/NBKo6SqM1fVMu23DUxVbKmY8BLXyrLM9iG7JK5
3fsclF/ns3qpUqZEZgoUzua4ZnaYxPEstCDsY+MEzd8I8DOErqgue2C9OxMCBANUnQ9E49Re//9/
9oJqj6UNj0EPcNFI/HJEsUaV2Z6awO2OAynKNU5nZ1VO3TLgc2scgQ1ZVgCqjZ7s4PyKc+vDkhrj
zq16Ox1iX9Ig1LK0VzLU9XRcQLx6Zad20MXqv70ZJQ9GJo3T25v6NoRgkHUaoEQJ5beet2E01XlW
d3Ywt0s5enotykc7s5YfpMli8JyBzhmdzbk0vbcHvjM7nkOCQGrKKFxsIRZTD+GvbUc9kG3XPMT2
8KIgJrAzu9tBHJAOYBHokvLCbwcJnbww5ronVKnJGVopQ080yvtkU9ctvgpJrjBRjPvwQVx3zH/2
HTdTXFBeQrRlNsvDaFalH3X9HvKJMgV/znU6xLVKukVAhGoq2ddmHK2rm7hOwiDv0SQ+iHS01YcO
EtvvtJb996iRxp/SqBRx0uN+cBIP1CWez/hbu7PrZ2Yf1b6djVr+QUsoHL20eY2NxtqsF6cwDQf9
g0bHtzzijlnCxUlyPJQmJVT7U1S2hjg4uaIPH8AK1ObJoQcWnyuzoKimalUWelGZddPjkpbTfO5M
Y3D90S3c7LjUkW0clL41EVRKqqG79HqUq0/mbPZW7qVV3WWAo3DsOQ+5JpcHa0Q+4wgIyDC+GUKg
vTS1hempFsY0n+uaO+ah1EU8Hew2nGDJz3qRy8MgR2t5yBc1NwNdUnTxza5oaW3NcdO9zOB19UOI
89G/bSG79kNVpfQMtbaPvk2ij93DqIRL9KmfdJH4hZ027WHhJl682Cqt4mA3rfmVc19HD5YuNMr+
MS4ygLMs41jaRmV+Qqeo/NxpzPhDNGl6drLsyGoeBttYpqOb5DJ7KLUcferRSCs9PVRCxXq8KoXV
H9QU4VYPt8fh25iM8//Suu+kJ5YhN/0xhTH6gjlYHYHZ0qfYa6VlRZ2XD0VXBFJNKgluSuch4uUC
NGInS+EOwEVHJK1mlDKKz6YBrPhDbLrIalUmqn8fKV3G9p+5EUr+q6uljB/VvkaBwUB+S/mp2QsK
i70AnXGZ4Wc2HjICDuW/KUQGFi0wyCwPdHwxm6E++sPsKswqy8ZUiS71SBRgVgzpHJZ+Qsg1LQeW
d5pb/K1VY4gyr2honVxSEzDfxV6FAQ9mLTmf1SB78WAkYMwPMQii8pzmBHsXgXo6L6DBZ3ki9Z7/
GWZz0D7aUrULT4Bq+dUqZutQHzCt9mHBRqI/2mUXWdRm03r0yeOXz0kYWo5vdU2cfDRGCg5P5tKp
w4WYHHaflXbQZmOQMI5nT2DRoNyPqwDtXBulfRhnIesgC5use5SFzEJ/LoweA9dKWwof03ToDkOn
p/Ig4QN1Xm+KfvSWplN48iyggr6s8yG/dKEYpZfU+LI86C3oqUNmgaU78qbkM3sF6KhP0N6PZMLA
88YX25V83shwNOnPiePIR7e1Zv2EzV1kfEjnYeqPUzxG47nCnYR2LnZX2vgMV6wpHzCvVsQRAHht
/wyXWO+e3DFzfsZ9qnzpq9J1/SSs4/IpwsQRPVPISiHsVG1q/Wxp2U9CWKLwHWsUobdEEg7LWMVq
4wuytpAiMMoRPp6a0exb+ThmBCtGIr026lzU+SjKfCpnkX7RUPD7gv9tmj5Hqlur39ppKeSzyn6p
Hhpw7vPFajJpe2XWdMVfPRST4TACVRMHY8rdysewBnqUN0Cum1tfgqitvKTQgBDH+uT8NO1wQitN
Go3uqSkd79993OaDX1RW17bUDSfjJe/j/H+DWav1eWz1OT+rmTJ+l72eZi+zDQbuk10u+fTQUfRo
vxpy5vsnnVt9b8QYqQfEpNzYi9QJyGdTxtGntAeceHI1wekx5zz8gN6kHR9TzrH8PY/q1AAB4rg/
jhqfzlONruieBlzJVB+4jooeeTzm49lZI9pj35nq5HFKWEJRubH7F9dwmJ11vR1ar8/V0H2Y7dDo
H2Cfut3JzYHv+40NFvxfOhu14/eo0mnnLF/G8CQmVxWnlkLg8mT3YCY/J42VF4dqnlrtsyWmaDnj
UKJMWDtr3Y8ltPvpU6QYaXNMkBSsDyOfElR7M+P/Uoz1Ij8mqD5DLEeTDmBYFvWdgvzpIIzDMAmU
Zwd4LcYTT21YerKgLXmKzSmTF+CeBuqbsuunoLCFKz65Q42eaYtnhfaUDVMxeJ3uyi5wllCbnwi6
Tf3vUDOxgZX6qL9Ap3ftb1ntiPJHSE1T+aLm8ZAF+aAgsx4vyGOcccPrPqaLQk5tpWPufhPl3CHm
2TezKaB7jvPEmy9D3Xpmm8zqU5ZiT86rE/X1QdHKuMC01GnFS25i3HIqa6NLTkUTZpMvO9FrH+MZ
odSTA6wW17A6mtlYC7Dms1NDADxE+dxZP7mx+ur3oqy6pn6l5OX80tZhOZ7oivVfbTEbsz/UTmhf
OkG7gOsBw6KAA65+tharUo6DbHvtwUWBS/xqQUy2pzilBnmiq5CrOONkAn/cZDbZ+cpYmzmNJkMs
J2mSaR91Gm3RxwT36r9iMzXcztPmUGQHs+Xe9KKkrJpPLv3b7mJxE37SDVGXvxWJed2hqkISW0xc
1X9oX5E29ZmzVA8Awhrpiz4ZHC9fZGn+MRLc8zzohVV7QLxJ0DJFj9fsWOdFz//h9WnGD65whOvN
bdENvihSFT9aw+7FY5emFr95pr9yNKuUWxVF2z706P+ZFEU6JyLENMVi+241a19rs2ifk7yrTI+l
d+yPkdJZaTDbS5oel9wQ46ErlK5GXtHqlbPlopLkpzjbIwXEV5oCsWS66fObnPxZaNEynxxJSfNg
NbH7aVaWuOYkAdCGzzOJ722CsM+zPWcqiqDJov/skYpPPuOG2XAsFwHRzZOi0btfjVC1JMaA2SjH
L8sobPeLG6lL5NV0D/Wjk7c0K9RRH6nvW6lVnRf0k37ARzSKZxqJdchzH9u6h1aDAKs9z6LUPafM
5bcq6QDgcP8uTx0/jRLAQU3EoQ9hnv5B1qUCf9yO5S80bsIYyI6t/5a6FL8nvIAWyF0rSAgjGI37
OGpHNvyktdkpUSLzzzhHiTxqNZHdixlj0PpUREWjERyOtVZ5+ZQhpLQmf7VnlXOVfEcmI2u/lzJV
Y2pVY58cJMInrQdQbnqm1wjkupzlIr7Mlla5lRfzjn0zy6VqXiQJf3Mo6NGmvtO180dMkfv8OGRz
V32YxjEaPthCGeUDxufKk+UUVUrk36c5yyzal04ZDDrEqZijc9V1oe07IAsUP1pKaChEl/xEuSrL
z5EJ7PKzYjShdXYMaf4doeCb+EMXl/GnMK6kuJgC+8EnSmHj8kh0vLQPdagl8mPupG3pK0s62+dQ
GdTht10i+lgsval4WQN+/lwtajI+62Nf/Ot0UEeD1ujV7xA3jeFvNwwb7Vh2TO6Lw39qvKlNo/nH
XIhYYzHr5NwQnAYqPF7T1yCrTsRuKXdlPdSDPPXF4obHTqsoknhNX7dK69VObSDLU6st4IpmsWwf
tHTIY6uHFZJGitC/Rg71xZMEDA90YGmMtn2ySshBXiGMjMABPhJXtisqvK2dqI//wq3c0b84sdnX
37uezRC0cykVVCEmRxyiLlv02APjMhZPFhol9VMXpQW1STar+TkyBlv9WLHhGgiztTYcG1i1xhnV
cxsYhjUjlZoBJT+oWRmFj2VR265PFJyMj5nRZs5TwwJWD6rkpvwnt5owh0DhCIv9jL/3cbQLVLRz
JZH92cJxIvJLK5e51w2Qh08ge23tkyYaER5LVLe00YuKVhmeaihFSuZJJSqm8yKjRPybO2HWn7Ah
WmgOiZgtn1aDY/hTliycngga4uLRYsr4KlxplS9TGX4cEIf7EjWrNJ3ZJhIfqyQrrSASuEr7kSKK
HzW7p8CTz60UpNcNZJFGWEXVearDQX7K48guFi+kojd56Wh0+WfTlvpUvAoYcq7LeBifXKySls+z
afVsNyG18UehlA0o4bBsYj+M0sX1tKTIYMVWNhoBMU+h9UD7MfpVT1NY+sRtwIfDxY0Pk841hFxx
T9jF42bNh7dz8bUvcZ1YohYC9HDNLcmXt733sCxSswhdlwqkjgqbm9Un2Vv6h1l3ggjSz+eqiTs8
mIoZmajQaHeGv62oUPREGZvizYp437KKo74fq1rHBh7ISAHnXiQf56mvAsj35o6AzWvtcTNVdCBo
mNBhRrV2q1srnHSyG+GGQTuObop0vux/Q9xRvkD1V2wUROrsF+I2qG0WvDEvbhYprr9kItlp3dxZ
cmpiGJKC4FsbbmsN9T81g7zGgARgoAjMrKg8aWfNiY/en+RctSeR10PgxkVEMtTFh2xYXt7+4LcV
WjSCGJpGOzwnejnXo0MUb3hY8+jCCVuaE7IcKO5FhDQ/lnocUpAXbunuFHxuxiSdARNNrWTljt9g
8hUxSYN7Nwy6CFldovbmtDi98dGYq9HvFXXPiuUGMsx4VNZX/Ra6tWAvrueokv5z2tlVZUJnQjVr
4+8+50JNpcRBAc7IBwL08a/U6t8rrL/SXiyUIZHmgPhKBfx65NQtBJRkgzpNWmXoNYr5EzI6KdXv
efzr7Q95U75bh6JHAZr3/2yIr4fq6BlPmLOEAYjM+WeW21jMtlZzKuaI9KgnfQMghlnF26PeW1q+
II1Uyu40EzabtyVU6h1JmylSsx+5S38Jcf9HdRj+1iuS2ZSWTGZVe4bYN9fE6qKmUxF3HJg4NO42
c4U5J8isRNDYvXrsw5o4MLelF2rGXq3t7lD0kKiLMj8q8ddDTanWr6azIrDr0Dlm5F7ePIbEWFr0
XjIxm4XONOAG+PMrzXczK0vYWImKQQRaM9aneEQiVl+UcqdNclM6ZBSKyVTGDUrJFEWvJyQqpYCJ
qPDFKIkcSkhgPlikvY7Cnd2I1CNNCwr+0G6UzbLJqUul5sjokpQi/dYnNcEPK6lfWqNBAnqaHEoy
ZTtoO72tO/txpanQNEFxFwbzZlx1qRdAfFF6UUa8vrK8yS/pILVHZIgSbyj79BhJdXrJ4r7ZOX+3
G4Xa8orrgSdKiXnbIQS3YLUzdZCLbucSuZpYfhvIvX0KRnsgr1s0DGecjtAqwcH252q7/oahwIQ7
kVmJt5TbZec2LDP5K5JdlHzMFMil567vVfMSg3M3H1RqxV9nEp7u1Dghgpihpc+Zx0ZU+u9v3wZ3
1kDDph4wABhX6Iybx8TS106VHNNLq6QG/gDmGHndKpbo9YSNp7cHu91iXHSgHehYrbiHm+PSTbpC
Pz27LJOu/Va7sXXRFLD6RwkhUWC5qsTFxzotwnlnj92eIOQDiU1o/L3qSW32WEy63LaTyC5oCwt/
wTklaIladm7W27VkFHwW6DARfXP9XH9jPUvbSnPS/GLkrfiWlUl41OdlOAKE2Lt4bg/NiuPj0Bus
5gruvx6qQ6y5jiKKkmZVK5cUNeZznXc9N8TSYJMBb51o3fUpYbz7LmJgSoTQuOk6sZM3A+daFypO
kV+0VAy4I8STV+fznuTjvZVEtgOYCqfGVbYoLXs0hWzKMb/M82T9QYCCSqa+ND9DZ+jfC/JEgQNy
Cwh5oA9EsNr1hBTyFg4uQ4UuXk0LNm8Hx8n+vL3x11W5ClwZhD9fceALo7i3hdw58ZK2rbPwubLc
eZ4kspkHgAuUhbMMSG7tVOYe5fXelicZgMgLboWLdf3//4lRu061unnK80shl+KvaciXRzud9vbh
vYmB41h7kLTwEZ+/HoWGltpUZZJf6lGxTzW5mO/OM//qiLyNMVMO715I9gRoTKpYgIu2j9SMKrqD
dWiBH6sika/Mv3f0Or0+GwNXTf99e7A7hwzAmcJe51GEQ7HZGuZgDb3izmwN51DYsjpXRv5Fi0lz
cFELj6ODZpKrNTu3yJ0PB2gbYCvtJ9QStk6isxv1Jdrd+SXDofJnPXIZsivRFHh7cneOGDkb3CDY
MKsq1OZBavB1zxJlwYoygwM7Uss/xaWePXb2vrPd+ohstj8xMjGFs2JYnC2JYlko6yhzWF+aEUEG
r5Cx1XuKmcqMCr9ttd5Em+Gr0ubdMxjM9tfU1KMMlDBqB4+bO+0OUEDmL2UWTomXTJGrP8yDq+eP
bdbp2oNjLiJHAlmjzVnS9RiOdtJn0wGPvga9NtquNHskRwwPAcJGx1OQeVjOvEZC++COQ9//jh23
T4Om54P4GViR+UhdIde8TG+q6FKVfWT7tAeL9DwlajwfQ0Mnz15lrSuPanqYPQiQJ6pvwux1wHgu
BBSq27TVI0TgaicPvrND8EIAAM+pg0e0vYNDpzPYI2mJ+bGa/TQjR37WZbwnsfqaTW++Gv19+u4r
4sggcL8+2+guzk4+ILk4NbpeP4oxdNwfqUjpzmYLpXZP0QZahzQEadP1cTP1T1qiR8UBvvucHCpr
1P9RWqwmz07Y1g312VmiHhHVxW8Bk9YMmhRI/1/9qMS9P1CAjYJ3b/FVTBdtAV4RAG6b81uMdhlS
eysvQmTiZ84eHMG0KepxRmBaHt8/GGkV6BR+oYO/eZFTTVizSrZ6aeNqeOhlGh0TW69PdMTEzrxu
vz/XETKc5G6UQ0DRXX8Yu0tcmHJ2wQ2xWPqx0vJB9xZUhOPT23O6vd2pLFHdYTAS1BuYh526qeok
XEULcXHv13muHOZE170sbIVJ7XPXs+D2VuJ6Jx4nsHl9KjfhaJX3TZthmnKpOGe+iOjTawWNtKHU
9ow+bm/3FZoN/AzgB9i97Spqk1NgOT0XF7Up2oM2fyjr0ndGh+LgWk6eUJfzZm0Id+7de2vqrrw4
BZATMem6Av95l/MOfG+uW8UlSrLUi0fnkCCN4quN8WPknt95L+9sFQ34PaZmCJsCxt+MVq6I4jJx
iguhQnwoOj1+NGI8xt/eJ3e+GtDEdQiibAg6m4O2tOAchiqtLwXdIp5Eqq3AWxTP5XPuDHVnQiiD
gal6NaAh+75evmGMqlwTQ30ZCymfE9uNHsJMWDuj3PlI4B/XigXgfe6O9af4z0dysOKCXlbUl64+
9erIopXp5BmSto4udjbEnRnxyqMqyOKtMLtNCCVjQrUKcZ9LRDXo1IC3OMVzPn95+xOtf8r1Zb5S
p0i5Vr8T7LI2d8ak866GqcW6zWS4hPYZrSw1h/tmVrGP5suERUiYRcvOSt7ZGq8CcoSgK6Nlqz/V
2c1Qon1WX9q8VU4SWLBnFsI9dO/XvCd95TpESpOABuGQbYqtp7gfOF1YXeJ0Wg612fSHtBn31Enu
TIhzS8BLMkkRdlt9XWLgFkur1ZdlFRYqosb5UgCgP+tDau0wXO8MBWwZdN/rzCCIXe/CEblazHLr
5iJMPhQRjesXTWr4M86Ix7e3x51NiPY9RQBEcjDT29bMVgz1kGI8cdFFqRog3F3hHme9GfaqTPcG
4nE0abms6urbZ1LKZEx1CoEXNcHmxabXeRRC7GXi90ZxQTHzbsErB4p7vXJ5Phuj27v1JUlH5VMs
Fs3xxAykbWfZbu8J+IGQLMEnrnfSlt9TdYXTUKsaLm6YRvaDLmfVonPbR9NxFq5ZnhPUw/bCmtvJ
EfTxggA0RsqItOt6cpMj6a7O1XDpkHS9jMQKNHqqKsl2wozb7YelAwUNmOrQVxEEux6ndfq2K6Qy
XEx3bE4U6QcPTlnnQx7fqw7fmxLxMTp4/A0uYrPTO80aqIRbAyCHOD2NuibRWhF73Je7E7LW9x6y
CA/VZuFgo9nAH6PxkqtT8UHYIA28bjJ1pLAF3O63T9TthUsOh2QsJRKCKMAZ16s36mbatYCJLqPV
ldlhiibXPumdIHkw7XxILpTf8YWe8yJ6fv/IZAYw7+kGQl7ffLfFsJR8bhbxkDV6aflllsTl2ahc
cCzzDNbpqe0bKzxolhzL09tD38ZUaxmFDUdzAaWXrYqDavQx8qRZGyA80Xp2qS/f1NjUj6jbRA8L
Dfrn1tJbH7zfnun07Q7i5USXnoNhQIPbslhavekaWWRdMIjGOKd1x8umJXu459vzzppyc61P2pqj
b+4VKdW6B9nZBZmSfEHis/b49dOJq38sfB8f3l7M2+0Ko2QFoUJ2xqZmSy1REwM4k2KhCtQmBWyF
aD5l5BWoeKh7OP9XIZDr8GAda8XFU0+EsbXZM1GilZjexUj0NFFnH5oYTMihQctOOcg6MbIV6glm
YIX0LIdFq5QnGhDj8CVWYqfxTSCEau8ZsdTDZ4CUfe9FE9C6U4KWNh7jkR51PrI1aGrK1I5+vb1O
rxfe9ocHP0BBmRSFWvbmXE+Rlk5qU9dBl6dLDNa0LfRnQ0dA4ZjnpVMjuxiWuHFNEkOISwjzM8Xq
Xh+7Q9LIDFh1OhJ4L/XcjadpiKPomPVUTXJPRoXqPNZKqxv150KmuvbDiEE6nEXrpL9Nvs7iZTG3
pwdAWcaHNI9V1QPplJofAUIsxtNENTv/rDVdPh4iuL1IioF3SxPgrnn98+11uLdfCPJXpWWFHtvW
CrcbSwVwiZHBVAPmosz5D6IF07Pr+v0xkL3W35AFJuqnSLUJJtOhTvQJgHMwrsWbfjLGc6YlkyfH
aE97+/Zc24hxIZeG5jFz29bUm851edvCMqh4iD+ADioOuWbnO5f1nVEQgSM2RtiOfGlLvCZZ6Wrb
KStIT0p+6BGAedDqQj2/+wNBYaVrT/mS9GUrylYIwFVmPDRBY8b5z1bVlvQwZnN2NrWqyncC7ztT
oiO5dlnWhgTqYpv3Z1FLfVbjJlga5+cKoQxGXvnj2zO6vQ9hPK1vDCkFvd1tnR4UeWWCOmkDlO2n
hwX0+uJVY9cngRJlxp/QEkOzQ+u73eVr05W+PDV7kortrQhD0hiMmicmztP4q2yNCYFKnCcMPyOy
nHY+2Z0Jrq8Kmh1IBZIRbna6PjUNseOqBAeqZPQy02pacIPWUp2i2YhRWU5nWtlvr+q9KaJAvOpQ
ERSBDrj+dJqY3abv8j6oy7p+hrgxvuSV0zylc7XsxAq3uwRSHW8MvBcq3Fwb10NhN4/BENJQgdFF
iuq1iFZDkWvbOTu9PafbgTBag1gNsAI1qhuYkFATORRC9nAeetWTOo6FfaTX796Pq50bp3jtRVD3
2LwEThFRYDaNPijj8ldkNme1kB+nuodvMyjvL9SvcTFBOBUPQtftpdEodMLMWPRwyfr85wC2+gg2
eNpJ3G83A6PQpKYhj4wjMovXXwh9JyCpSjMEUynLR/TQbPziLLlCEvdy9TvfiEIpc1qV3on61x/l
P1UPW4nHmjrBFEx1JnzgGZqHuvzw7osJHQRe6RW9RD1iC56SoqT3YVDfR++sPlZCyT4JdVl2gqeb
uaztvPVyQiBk/USbZUuhMtkYJE5Blajlx17JYk/tKmfnMrq5HiCmcmiACdGmWAmm1ytm5ImbaMM0
BZluUz8ZVOVYDiAOM5En58mI9swR747H8pFS0AHD1ed6PEVB1EtHLSYIZeS+UGGfjtUk6z+jFmeY
8IWwZt4+tjcBPRPEM24lrK0B4vYqagUq+eDOcQBuZuOYRPGDXJKfclLPpKCf1FB7WgpjL7y4Pygn
C/Fu6gTmugr/2YdlqTdKvVh8O0X56dqLT4Ox9branb04TkrP7rtPUzHthJHqeq1ehZHrXCkakD2A
HiISuB620dO009pKBm0EeH9UlcMygu3sCi17xJdNvKRtPX6VZZmA7Cxa48VqDOOPDM1vb6/5TebI
z0HW+H8V/lXq+frnyNO5AZttySAqDQuB3aEpPgvay5Hfh9i/Q3EqxWdouWQfbw98b3ch7vFKzKdI
uFW/V+VAeUhzZTAM4+yPifW7AXzbWljD9VX0v7cHu7nXmCWuCLw8q3Ymidv1LKm5W9OQIO0YU4b/
NExRCK5fWD/D0Pzz7pHIRQFQwVjl3tnqx05hj3vlgvKnLC2aWVULlQ3PlkCOmnV8e6jbW4eRUEjh
7VntW7b04gW52LzGIy1wAbb/sAc7+5W1zZ6P3p2lo4tKSY4relUQ3ixdrGppM5epEijOkD6XdW4/
FoUIn7WxK3big9uhNDJPsLZQZOmjbaudJJ65XnaKDJzUno5piI+o1GAYxUn1bsY0xdtXARvyCR7w
bRZHeVq1JfyhoBqb8Yudh+MPQr1kJ6C7PVw8pnwjajPoElJwv9529aQkSZNFc6AuzexrjZN+i5JV
9m3UxUkdElDcQKB2HqN7qwjWk4sULCvgr01YAp/PmaVRzEESAX50YSJ9H1l1T1TRnonX7Q6kI4j2
ytrRB++0Lf5E2dx2Khy4IKEF/pD3YGYRCJeHt/f53Qk5BAurljoSGJtVVIdXsR51DpB//joj/3cE
1QbptcT1++2R7s0HsscKTyPO5ma+/l6Jltt2POtzkMl28SPXDT29hxX29ii3Nx+fBnQeFkjE+Deg
3yVGSMPCZi2g5f2l6uugp/PplXPzb42W4f/PYBzdFfXLtLa89jZXKyeEmBa4gzMjdoFH6lcDCDB8
J7iiF5dgb8+/+e78eErXWAXd8+2NsbIprXKclkA6UPz82mql3yhQXRpX64Byle81UiFxUWlmARnn
ozHe5rMhgu/MM2iPwAnLNlDRCT8NGI4jQejOOwCu273IUGDEAFahZkmx/3qHTF0R48Qxm8FK4z+T
ufxrtbo8ckO1Ox/udi+uI+nA3zDrWJsY1yN11RyGToOMo2aL5JSUg4F2ExXWt/finfms8IG1TkCr
Dm2j61GSuRzVwagcElxNHMeiFb+MAt6RHtnmj7eHut0WLBrZH3gjZ/Ua2ySaWT50+I+gblcbJli0
oYA4nut6dFTDWPucVq749vaAd1YQ0QhUbCgYoAi3bdG1+uJi02BYwSJS+0O0gGHoF2Pa6ZvdG8Xh
0uB2xx+S73W9gmYLtTCrBjvQ8UbilnXL8n9KluU7t/qdYSiWrptuXTv6qtfDJK2TEY0aTjDnSXQU
Q154Bb3o92+69aJdRdeoGIGOuB4lLd3eWuL/x9l57caNbGv4iQgwh1uyg5pKTrJs3xBOw2JmMZNP
vz/q4sDNFtTQwWxsDzCAq6tYYYU/ZNFJSxTHzwrp7XtCuCub7pW5cL9SPV8L6IyzSZeqUhMZVT2X
1G8Wf6xicR/VLM6uHNXXR2Fz69x7PBubAyRT0WidhcdhJebu3skrbxejg33l879ygNYQAvwIiTNl
ts1rG09p58DJdE8qAmrI4UncMpPcQLw6uybs+vLQnecMlNd4Bik7qASXW1khu0xrJcal7KSRCcXt
HeKXficdICTgtXtX+5o7kKILXy1jf0irHesSoPeARUeKAOf8WTgtnkRfZ/eLOrdBIfCYhP9hF1+E
8hzJ9MbxxmInjelHo/x5+yhenv3Vtp3zTwWB9HX7CvVOnPY4K0R8C5CURl4n4VhjIWbUJlrg0XDN
U+Hy2zMee+ulmsbx3xxK0lRlmFMYRJXhTqd6LKsdnalroJ51n55/D0D2FAapK1BBo2R8flqweemg
7yxIBbb1cCIio+OQwGv3YTp7H8CeZaHRNfLOjrzymSxrvKIW98qqMjKHldLrys7a7HBgr5WNFUAc
0l0QJ/Q1xI3u0WggXkt4ktJrOr+XlDiq1hb7D8bG2rjZCkarbaI7aMLF+CKLefpPc+fIvotLULGB
NUm3P2YrYuFm4aVRdjNMzT+WVazAFmHm7v7dWwpY+FoHJnvk7d9MPulTONZVLkK1qNXdYI56qOEX
6o8ozX5BCXT39nDrjtl8a65EOo3032k8b6EEDQp5dG5Ec4Jzn+w7rTFP0zTqt55M5Q3A0PTGtZfx
69uDXn5g9Myh3pGs0AChLHy+wfS5dNLO9rpTUxQNxz5BjBgiopM4J7OZUbLLqqW91rjmJr6YKzkY
LowoSINYuzBKisSqjUwX9RS3vasECWLZQ9A07djuX8gId3igLk+uZkgnKEZVpt8Wr+vtvQ1P8LEb
qFujBqWq2a4UGC1k3EciygpuIGAuFK9quMdZgkp1ANWusJ6SpY4qv48JeB40fTAa3+7hDZ1k25vZ
x2bOK+VbqdC6oJc9Wf0Hb2oqZ9cXZdrsRivpq9/51McOzQDRxmR0dV9UOxHBqv0864ol9pOtUI91
8nYo9uroin7vSZS4DxbsqSdl7Nzmm5WILNvjROB4e1v2qnu0p1XJAzmB5k8DfTc5yBjC4m2GAWzK
z3RgkqmD50D3wgfxWwzO5Bk6SIRmC4j7T0k29n2gLau7HfosuZYF4HuW6qgnnap+V0xtVG60ella
JE2Veviqm2SKmR/FuafucXLPtOd09NzpQUjyiD/VimWO6fzNU/bfaESNuNNblGJu4wVnOSTS8mYM
9MRGpiMZ8vhrmqVCO2bFUojAzSXwJCo5dqbeCrVy6ZhO6ZxOjJ2h4OTsJ9zijIOTOU596gdnEp8z
tYpj4XuEHXgWmE7bQCYnePLB3mnjo+flOkfBmzIZTEMCg7ChmqsfvbR2nBumnfWB0alJ/SFaukxf
ZUbL9hnDbsVDikJf6hv8gqK/UumW4hnKfvzXRpNE7BMU3OP7utbcqA6MMoLrPbY5xP68r9CyaClU
IQ3VV630h6S31H1EM7jYjfiGmiiitKr61BLkdl+Ak8Ta55nacvIJtHA3nAxrbhFWQuw6Qg6+QgJG
pIXT7xOwofLDkGfDj8VAQ/qeN2zwAoEqULxLseBbaOiOaF0JpK6aXZ8jxrFvrTJNjl2Z99PtjDaB
he5DOdcHPjV7zNC5+26MpWpwJM8mW4SZk2bjQWXtHT+BN+78oJXtxX/lpPXpThstT0JvyRs4oKVa
VI+yTUS1W9xRFjeydtrsThWq/j0RqZ1hL26I+FR1k4Q90gqHHyUQR36QQsLbRy4m74IqUrRPgzm7
zV2SojwS5KM+WA86n502YIcaw52jp/Y9+lB96sskztq7mN6ndkBCcHA+zdDwxFNSRUX+mHiAXHZg
g2T3TcZz8YACO2IlBQvVHStHi5VQDClcb1RVbO1riVHnjwy5ETSVCyTOHhQVmMRB0BiZjzgzz2iq
6G6kq36ZGsW4N0xeT+3UF/1gPDV9I5Ivo6XM2qMV1YiQZrAAyz6oEepLFB9PpFnf88piLTJ5Ey1x
ylIyCicH0ahgSdDKvq+UUT4n1Kgiw4+MIr2vM629m8ZqQCC8mAr96DSdYSm+C9XvG638aKrgkOTe
kPtIlnHl7dBXEvEnErA42dk4T9XezowVpz20Vle2lR9bg8KslTiLDgYoM/Vhzrmd/Sgq+ug0Uxt/
Bi3vJshSedZXAm1U/gE8jugOiUG3A3jGCnVOIV1cDalXyt2kIKWFFkrRzBzHrJ+wRfEqFNmcGZcw
zW2BQOMLXSa7To7OyfWa1LsdVVH/NQTb/DZDfaz6KSnhuSfFcAug+nOW/tGFmaTf4P1EzW2rTcNv
GHGu4RsIR3n+qNaqGyhuPJi7xYpn9zjw6CthMmFj9KB6U2ychOTbfrIG/A6OSmo4hV9qsRTP8WRR
mSuXqZl2DZoYEqEcozNPauZGBlA7pyzuVR7MGS+Q0VogsXQJmqii6sZgrON62Tn95JqPAk/L32Ao
h+dh7Fr1YSjczEWKDYlGv0zKefjv7Sf1lRgG9fu1tMymBTS0BR/KlG0uqsWANZ+qe/hY005ZzPIe
byBxMlBXPaIhZeIvNDT3gymRfsE09PD2j3hBQp9HE9ApsF+HWYHP4oUhDyi6RlbCNE5ZFxd2MC1x
VuyJZ+BOjUMuYWoJ276VfQv9ZyzIoL4YmnTqr1qhzB+4jEq5K5OlR+LDWJrR8pVIy7QikLpTpmJv
uF1uOD4Hs+xD1217ZCRAwrR/9IyzOk6l2x+ith2UPUiayfMl5C3zwA7wvs7SaHjUnRQwlz/1bVcF
dY9026GB1aCXKFvRR2t8fTLHufDteHB+F6MWLY8mrflrXrwX4c+qxwjHcVWbhD2+LbYoiOYly1Am
YYnkuBEoPP+Nz/kV7nHuapTPenvK1dPb3+YidWDQlaAHJJtEmPbMecwVA69bUGFKwjbWhv2iyBnD
JG6u/8cooObg6EHnpkp8Poqs53JZHCMJnVyMd25DKTOzWuvKXC6CVtAYZItrbwCoFanC+SjjgNmg
6VQmgZxuEQHAgQkUtAzurFRpQ4JW78Rev+Z7dLmC66grIBALAZqum5R48KhLoNVlniRCcBXqQXit
+BAtpitlhNdmB8ORMjctSjog63//p3OXGZSM8GSxTgBB+mHPe9onn4ZRq4xAr6sZfI2Rd8PtIA2l
u5INXO7MVbKBXeKRd3H8NlO0JCpl7EakYJbkd1+Md00z/PIy5z8homu+h6+PtZZlYHghAbL+93+m
KcvZqnuaz6cG3hoiSlHUHpNF9XCgMFAAoFL97b17k8khoLZyK2j9bgFXiMLNlq4wubHo6sCT3EdI
D8rDlVFe2SbgNylyUjh7IZidz2tsEieqSt07VTbM3j2EL1P3Sx1gWWBZiNUFM7qMza2F2ma+c6t2
4U3PZyh5mGoptzJJdHHTJlZs7kQurAT6nGcocm8tchp2kdOU861pywSJq9QZ3JO1eqDZgR4VCKop
eesmXzuOpn3Qkap8QvxthParxu0SEK0Y7ZOGrFb35CVTHB1rWsT9KUqHuD1ZVZZ0yBvaTrYrwJYS
MZP4oUODAw7SiE3sqngli6Lj9+TKHNbaAuk2n6RS31hRki57tPOi59pW8sH3em9K3lvDA++1AkUA
CwCAAbl0vq6pEGYqchX5UESPksBGHw42P5KbV+AIl9+Pcag9rOVCwKlbNE88aXovddTVNbtNT15n
5bcorlXXtgm/9uylXGcDGICyJ3EQqvHnszFIASAgIDiEROt0kws3CUyjv3aeL6p46yhIDK91XAps
W2tg2TSCnJ+9CCKpfJaI9O7NJOo+VoYnrtzJl8u2xh0rN5Vq7gokPZ/QxJp1qLeJsDbK/EnXBzkd
nAQV3iv1kfUzny8cFFSc5WmZgWrgoJ2PM5tjr1ejkoYLXRr8EjXIFjvCRmjEbWMus9/AdcMly1F6
28+zorvCG10/zPn4L5T9FYDI5qBNeD6+YVW5XTaU/HAFnAKUc9E7dpIb1+if3Hy49p5efkDcj6mQ
qHxFKiXb8jik0LbsSyR8Iil/amo+HkoD7u1igUa/cm9dzGt1iSQkoe2+ilFtXm47xiKYTi5Rfp5Q
aiuKv1Y5vhu2xN8M45ZiP/0JgGyb98Wxq0RvEkWhqJeQ1gwTAbQc3k1vY5SXajIuKzaFtM1N0aeO
K518jsO4nPJfwAmqcLLyaxpHlxueYj/FIMdDh5oSyGaUFJwFCbsTh2qWU6cuq8g7ida+5qT5yg5Y
9cm5jmgvEVJvhonnpm+zuRChUgrzo7UYxgmzrSl0h0Tfvb0FXhsKJS4qr1QDV2DE+dZOu7xfytYV
IfKiY6DSYj8gZJs+IDlTX9ltLxv3/Bi5K3PeXA8yxKgXHNE/r39jtOg4arBix7Qyh13vmfXgN2XN
lZtbPcVt4MpN/rMptVSzfU1DkdGf8g7ioCVm1HwXyxX5XQfqIL+VS5xoB3sp4ZqXeMDoJ2PMBnGl
Kv3K9+bnchpXryzym01YBtC46rpaS8PepIZ4o1GXNm76pSHtfPszXA60RikAHHRgNrxEmy9um8XS
NFmch43bVuQIRfbB8pJrBlaX99i6/HTcSENovGzzgSwzcd1AiyHsczV+QDBy9UtuB4RtNZi1aJhG
8srN/dq8QBMipQFOlmbJ5vCbmKimWKhC2u0XZLmQ4E32SZSa779kPLCXK86YTQzafbN+TYr3rJE4
MPupz4dU/07QCuSVZ+DyrNAXgb6yhpQ6wlWb97vxpKNVZl+F+kRyHTTulCL51ev9RxX87DWftvXk
nZ+WVVWFO4bQ1aG9pZ+fzMxZ5j7p4Aa71Ww+1LARFirlvVKgFtJEua+Bps5/ibEoJ9B9E6Uo7nO0
Dd69MdeEC7E17KRXSNP5r3CUqCVnoGDvtHbsW0uu3KGxqXx59yi8RKADwEutUfS68v/cDFOVyCKy
regk40y7h3TS+TgLFFe+33pa/13RtdeIJA3EdR4k2tubFY3cWi2iEQY5wha9PHrwquabuFCHzEdx
dhlvhIssql9ZEV69b09wXabN0OvOoVBDdgeVYbN1VDt2sE1zoNg6qYtM7KRRc9f0sUON3xGNL3is
NH9MepUgm37rleG3x5CZW5CxoQhSCoDAt7nHJncc5qIoqrArKiXo9HEKdHWOr3SpX1lfbjB1vVhe
cHzrr/jnK5Icx1ipLFWYz1r9HYXksgzKrh32k0Uag76zFsxpYn9/79KCel6xg8RmXDVbsYppRmha
08omhGr+N23m+pNWFNNeXbvA0eKkR8BBY9C1tvv57YEvFxUNSVCEbCk0PuhtnU93VDF0QD2jCRPD
w/UH4uCD7Cr9yqbd3tnrtGjSYW64liHImc9HqZVpcUqzbkOc3LqTcGnM9Z02HlI9H4PZNNLje2dl
0C7ziOdBgCDgs5lVnyNfBjK8DFuV8rrVDSDmKcdemdXleYCACxdqDT+Z2RacgUa16wrVlWHcdlHn
6xZF3EDa9lTtnFwLBvUmWeamOTW9es1J6+WVOz+LK/+cZiApJdCprahOXVtpjwBIE0b9osd3/Nsv
J87jg7kKyu80cNmIgLVyLe42pd76dubN9U3axZMdpkvdZQGJsab7QDHwpWCGJECpB8Fvr8zukh48
e+7z+2WtQsc+/M1BHIoelZsHLann/5ZuNn8T/Q8VBXw3Rec3jqb01Bi55QSqpVDIRQC2afcNtqM5
VHItiY7RJHusG+JOfeqokVNcrwu0lcBqdpOPaHU1BorqRrE/YU3sBGNUGPbtHOVedL+MnV0euFFn
K2itcc59Lqm0venTztJQgS91lJ3hfTdfJtS4vQcvwnzHT3qdzl7XJP8ZxuSIv5WxdMtXQzFFegNu
rJY06/CiRDFNDJ/rwmjKcFIQhd8Vce2Zt2M1qdHOkPEUnVRzwEDAxWt6uKMVYTxNkce6VQUVih3S
CwadDCVHCVapbesbSNeyDae2HL6ZrVH/0aWaWLsG+eoiyNp5nm9F7oLlTi3S3LAESvdeWUVeIPya
CE9x6AHitX2L7Kr1Yi2SVJtzbw6zDEteu+20J7l06gmvgeqDbIBQ+JS8rxn3bAMMajSr5SVjrgcD
TO/5Wc+ciuu7n5uQsDZ1WbNm/qnXdi15Grx5WK4RcS7vFiIlROKo3NKYJy48H69z6ezakWxDiRaZ
faxHxWrujKWwsyCR0v4syqx/r1E3c0RYADFBHsHV3nMzxxisFE52C+R4jacI2cbGVwyytcxY3qux
9jIUadpqH7SymzaPrh5VMw865Pjc4n1Y+2HyRiKl9FzVXo0Lg5f1h7cvz1cWFJVlC7gOwpArcv58
QQvorctCrT0UKkBEkKJQ7gJLNKWxj2Kz9Xh6K+uaBsAru+ZFqYb1RBwHQtr5oDONVF20zhCmLjbu
fqKp0V7tOiSUMkh2VzKiyxnaL48R22V1Kt4KvFilcEnjpjEk7s0/kgZjSA7z4QgXbvzQZ+m1yOWV
8VatJoifiLiytpv4M8omRNB0fQkHU5exnxQY+fi9CmfdX0Qx0DRqi+gaXvVyRfHFhNfHP8SksLrO
V5QuooLzz6CGo2VXD/lU5sfSjsXPhlv6SuL32lAkZWg3AcaBdbV53vVW70zMGfQQPfnkR6W0E4Lq
NPDDxir7KwHL5VjOyp5dVUroFoJ1P5+WkNrQU6MxwsUY+xNhjXYrBqycRgepsfceBMIVgh8KPkRH
KL6cD2XKGYWRRNjIouQRaUM/35WNnn1a9E7skbHr3j0eSFJuslXAYNVs3OSZ1SzQMTcVO8TWJPUV
gdBGkemHWtc/gWNpr3RrXrQtz0OINXYgJ6JIt5LYNplEb41CU4CohOmA9l6ArsCQB3lU58qnaMij
CUxQ1KrUqzMK45MWoxM9mWYVHxUVF72vYlKr6UDt1/n19rKvy7r5XTrKOtAXKFbTrtpsXEpwmdaX
qA5MHbYEBQ41B11x4ivVcto1l+NQlqcpRn0SJtJW4BGFhZa3qhPsWgG6qVrFCG9sbBCMz71MW1qb
TWfj3FHiAN4d5wjQ1a6FajfT5bBl/XN0jHzZZ3XdOzvEEwz1Y9e5GCWK0h2/VEvu6k+Zm+XGjr0l
cX9Rtck6jHbu0ualQ6EE9I/s+rbuywhKw5SU8kc3tmp9nxsiig/cUVm1i/XO/YAncOrto9Uo6cmm
E31HV5i7Q0etXMW3AXHyO/orFVZtCPSNt5lnyvyWAKUKK6Bc9JMJ/JUAPyr3qXDG6RfJGViauaad
v8t0dzR9mqKJHYDNiA0fMxJcPJrJsP60eSTdG5CzBdipchlxhogb6KeNmyvLTmDXmf/JTQwm/mTx
sPSnQRhZtKMxbphhEQEGPCy94A5X+7RY/lY1fkaPMBiBFgvkGouDAZZC/mpzUSTHXi0K3pmIyxlt
+whzro6CfMKTBzlnOOVwvWNc3vU6HWMfQbK8uyGpN+tdqhXmo1Olffc4Jp79bDhlM69e4zTyM0QJ
lIM1eQivCLAcLlIFdUQP0naiaNcYhfiIDV7p3YLewZVHNmhg42wUT+Rfi/OVClReBzmhTrsn+XSK
kxNlrYkT4VjJfdSPmnrX5Wpk7eE3Az0TKFDA7HBkgU2m0xoOWpFSdNGh9NT2ARs/5AeBrinaYYCt
9RuNU2UMJBGtekfH3Yqhjnq4d5XtjFOO6irLslcEfbLd6gzyyxqlJo+qnsuvM3Y7XlhQh/zmicyU
5P6pLo5G4eXa3saCqnlaJmhHVw7NS0qzOZvA99cqK6QLCOrrS/dPdhxrU6VrCylPmhgoyhR6Uv1M
tNV93EL++M/korC8j3H++K2LdLg1Ej6vxKXF3s0x3Z7AsLLKPQy96n0yMyNOaQwTFgdmbmpfnV6h
HF1H6KGc3HLksCBV00VHr9Xm90o+UAMCS0DIiCoaBbdtEdGZuyW2rKoKjaQoACuVzaONCdWVBPGV
G4ZmqrXSBKhZgBU/Xy2tjYbMbuI67ExQwPbSiH1Uy+ZolFdpRa8NxYTWJH6tjWwz7LxwBFTduQ6t
eSyxpnKmD0umaX88xXavVEheuZ+dF70rAsS1tLe5n2XaEG/YngwbbzTv0STRDu1YOTfvfQVoTyDC
hy4eZFwe2vO14x4bMAPMZWg6UXk3uVVxTIhV3x25rKPweYh315rauqz/7Gc8eKx2NlIZ1lMyP8Zx
owCrzMEQohW7e/+EDCpLaw2Le8nYLFsRd4qlC9GEda8Ve7ew2x0h4bVQ7PLj0MEk5TMgmFHr3Hr2
egpKQZk2yXCZKodXm17LEJniSuxwGdAyiusSiRmIngObOV82hQKk2bQJVSMal3coFs/HWYM4OTf6
cCuo6R7fv3acU2r+dBX4czNeZIGqAELXhKmN71Zexca+VofmyqxeWzsToWLDUlcS6nZjd3Ne9qAG
1i+UpHvZF6A8a+caBujypK6GA2jEs+1UkoH1V/yz5XhKgK4XacPb3Ns71em9m9LThqBfqujKhC4L
VAxFxZRrgeIpd9D5UEZnEP0kI58JvFZQDOLZHdLjMmqGry7qREhSGtivaZ/e/lqvzRAJRupTK4Uf
DbnzYbvczsrI1hvqYmkaIHKq4lCJNyth7bWN+NpQNLZIVxluJfaeD6X0y4CPAG6mlmLhiIaIM+2h
nVNM4+7tOb2249d7dc2oYMFbm4vC9oRiTmPRhHhf3ztoWQHGS3pENIuCGyO6lg5ftBlJFnk60PiF
t76qCm+uv6JLlaRVGW+Ms/ROS7r8MXad/kbx8Ag259Lb5T1hpkLW/DwCy38YRYXfJg6136K4Kw49
uIYgNiDAeTLrfSuKlSsX9Itn8XksQLsKcco1TgcxtAWzTe2k50qKN2FUdNVy8KyMmNTLVC8JSBNL
wOpqk0YHS4Jm913ZCGXXNJb3JNpx/ukumT36QnEay09Hsxr3lL/tyXdij4sx0S3EskomYvuttoyT
P0GJ73wb38iPSUcGu3PG1EpR/ekqceVTr3tmOy9vLf8DA6R4vPVqJjyMOhUwbSjRcwpcMfb7rsCU
8d0bagVboWKEcCl7alMTSISrOJVVteEc6d3OKEXySSLFg2lDU31H5pQU+v0DcuFAzaU8h1S1cX5U
APMuVju5bRjj4AC8GOPJtJ7Mjzpu3n+1NIquxIoXR1OjX4OlCHkN86QWeD6eJKsEkjQPoeVCfPcN
vebqXhrsKAN7cIzPb8/uRdTz7Ksxylr/Q5vvhYG1OaBV1Ua2xCkXBW6tUR8k7ecRLoEsPPBdZllr
vhhn3Q0S+OTOvrOlVfzC+rFCoz2abe3Eozo5t3PnptpeijSzvw0VIm7+XMkCLePWbnBFkpoTLbuq
iwYvXESEMR2pgJ3ooChA8svboc0nuLodutn3WqOM5DPxqGGa2IveO9ZFofUn4uJO7No59qisz8CE
1Q/TVEftb6GQMv4pMZX0nkqjIhkyVXSI73RhZ/3HsemcP5YWlz8oya/9L2DyqM0ledZ/T3k38bOX
Rub5OVa70T61c+dhAqGSfzYSM/0FBcD9Yq6koA/evFjWXb90+XRXT5Qd33v7w7UBu0LDla/POVqP
1z/v2wR/BdzPoIUSrMDe87rBzxOwfOjxX+OAXW4xhkLzF8GUF53NzZaGNOViMGxrYZHm6RdZKu2O
Eh4sg95I8ytR78UDsJbSiRBRe4K/SPZzPq14mjGnLjstVCbT+s8bOwHFs3PNz2gcimOp1ea1Hc1f
eL6heWwApCN9t2rzbsU3FLNTQNctRphwfcj9NC9tsl+WNv3QikJ7r4A9tx2hCDRCkjo69dvaU5mw
NWTVWmGWxOoOtVDXb9RB+IY6/Xr7pIKtu5wZC4l/jcsLhwrw5upzxeR5CEIvIRGkIn7q3eQNH211
Hpc9RTE4GdE8GCJotU62nxvoNs8LAp9DWCTwg4KRDQ7/gaoWRqV94t21pTlQLSjdtm4edJBanuu3
SjksHzT4LIsfIwlSfsTcMqmCcpL2naR+n4HGR3twt2hjavuKo80QNpcMqkQ2dhgExQmyCX5txvUE
LSWP0wPAlznbtSxKeeCKmfVPy1wJZ+dqs+t+7E1Zo96QdZYBX6FwgekPOcawHSesvePfyvwwKfY0
feTOj5Zg6C24Qaps2ui7MFzxA2VC2lexWKz0EHnDqB51BNTtH4WaeAZgEK9SPuF76Fp7BbPX+GBZ
C9BVrCgzL5B07PEOXvCTv6ty1/5ZDH0RBeM4eZmfLhO0BItE+z+1o63HPVF29hGXoHLceYmVaCfN
iIcOKMGcEkMUUAC0XeoUeYpzWreCVZNaV6K/kBw0008qa7J3bYnG1aEw0iTB/noWXzBGx0wZfpv3
nxwXZbnPqzp/qFEV/UQUgx9wscy52Oe94vwYqP5B/4uQK/FHayA76bu1Q5WIxP2dLepM7aRPl8Rf
ZrXWDy1bH+veSBG/0cWKCl+CPcLNukoS7XusjEO110Xe28e06Rc38LpEFUHl5jlkbGxHYFtPtvpM
+NF5j7mO6Of9OPdZdXDztE9PLvpA+UEV6LxjGU+iOPr6oLX2oyV00e1NpfTwbE5IqWB6zim0kLeP
wxYhsx48Gnz8A6CMftm2RgDBvIaCaJN01N7CQ+J2GAwbwlXBAOSlTaOH3GfGtaLTk+Nk4MIQDHJu
rmEPX/LPzX2DsIWF6eJaHOHVPr/gYL7RVYJSGWpWb7gfMVUX3k22EEsEZm+o9VEB/6HduvWQVASf
DRacVFCsAYHtOE73XVpOwyPO625xzK0yKo5SUTFVXiVpmh1NOEv4g17XSGp5pfK9iOrZoOg5ZN6h
xvR1CHK3K56TfhieeZxxPXP6tjB3Q+llU6AOiqp/lFUt9Y9dkRk/7Rh144Myi9IKqrweuxtOrZHc
mzXPD0b2czurfleWPajrSpPpldjm8qPRVFV1GhAQUvhz8/C4xYBKUZPjVVxlTubPVpk5nz2ajtFp
glyxYKtDx3uXFKqSYZreICjj931hdd/e3jwXoSrPK6xvgA7g7SB2bGKsGp5enJidF044FgQddS46
uuY1OZf1bznfGUT3L1xr9PSg4myevsnDla5qFS8cskGfD8BHcYpcVCxu3dbK7gyzNIp9PEStcyVk
vVxmUkgCVsK6lee9pYaVNP+nplSz20YOA1355NBpTgu5tjsx6IK5elvuKjU5WnX3/PbKvrRwzye9
jk3NjAjdXcFj58fBE5PbAy7MbtU+Gqj46oP8rbhq9slOYyQe4kRtn9JKSZ7BE9TDzeQKUQeKgtYE
1kWVdTfTNf0OvcArgQuXo75zgfO2e4Q2p/Fe9GqXHN7+xZd7gSbGqoGzQqMA3W72JODnHINikd+i
kttjsC6nY0Z9/sp1dbkXyFc8Wu3IywJy28JfqVmYS6zI4nZplWgKPXiMTxo1p+RgJypm09Xem6b5
w9tTu4y9qDmT4gN4gXpPm/H8W9h1p9ajXma3eAU4+2qy9W+OUSrcgzL9atp19V4tTKx86LsbEAJX
WqJxgXTLLCMZoSffakjV1L7JDY1Dq3KNT/fKJ3vRD1lF01da2CZUJhEW5eyO2W1tIbI29+D5qni6
Bla4/GRUuakgUEdAnYHg9Xz1vHx24wWMwlqNn2+0Op4fh9apP8xt337M8mT4Zand9PTeT8YC0gym
7gRYEFH280FpBJi9HsXFrZtnzTGpY+3ZRffqt6dIbVcNtXYlPL9cSkTqEKTWVkwwfIM1Vfgn6+iI
ntqeZvotiK/aTxaKn4SZRfD2rNa/5fxSOB9l3aj/jJJpJr0hQIi3amKKRxuMO9Lo+KK3YL4e3x7q
gpIK/BDTV/4P4ThqrNsKkBjTLlvsOb8di7b5z057jydVdLVFf23ps5sGu/joYNd0qPZLagq5t+02
UT5TWMrcICp1NlKZeBN+TXkBFL2IneHJsuv6R9J5+V+udAP5iJl2oNGabbMv1V7OgNiQDHigfjYC
pRk0pQnmXPax37VmkQdFGcUO4DZ6S7tKU1pjj8d29VOp+6X92A9jGv+OcVCP/EjJ+yeM0Kb0gaL9
VZe8i+9AYdFaJfyoo6M7faE1oo0mEDIhwoaQZGcJdC/avtH3dW2n7/3kL0O9OBzCZqHndf7J6f0W
+K3FImztxEFl1ST+jMTPgvj5+PYXv0iL1pF4zEFN0QqjOnw+UpZYqelVECZaHI58sLzi2XZi68ZM
dW03ybmHDDKOt+7sNVfu14vD8zIyZXyqNUQR9maOBZr17liznJPVuTecMPXYgfO98pq/NgoNA0Ss
cKZY24fn88MyD8rpUignN5bdQ+1Ow31Upc57n0HmQnEdAeD1NeR/56Ms4B8V0MfKCb3p5EFWU32b
d9Y1VNYrc7HoEHDPrK8ggLfzUaBQER5nPUo/2AY4x6SS9QcdPI998/aeuLi7AebCiadFpdFSg+N0
Pg7aGSOKHGkcKrY6/EB63/2Os0GHp0E/zc7nsSra4bhYWXTtnX/lhIGyYUwYl/yxxZeSka6knkiB
gNesMLNE1NjMFw0lgcbzkiuX3WvLqVOUJLbkMJOsbqaZkcdOoEzDtnO84UCrTK92VmVz5by9nq8N
RHEDuTYUitQLBnsdZaLIo4iBPMy0ET5pb2g1p0/vH4Xi8QtHZS2nbKYD3RPF4GKMw95R/npST/eZ
Hl1jIr1yXdCz/L9B3M1x4n6HgQc6l+vCnr8XXkuhzYr64Qbas/gpk84IpGZnXJEmmfz7J7iCrAgo
IE9edJtVOhND71ZAhuvWOzi8iL7EHfxKlvXa5ufCgE6BihGsmM2FGCPtMUjRiFBz5vZQDVW/k/Un
Sz6gW28ecgLhK9N6ZdPbKBCulFOMXmCsnG9D2ksYXlpqEuqRaf70jAbf1WmyF31Pg2O+Zgjxygck
nqVsveLUqceve/WfYKKZYohZnpuEc0Lla1yQ/sAHs94NuUf/Rk21m4iy7dc0FWl8ZaKvHAMuLXRi
8XoB/X/BzSsV2Wr/4+y8duXGmXZ9RQKUw6k6LtnL9nK2T4SZ8YxypESFq/8feQMbbrXQwvqMgTFH
ZpMii8WqN2RodUFyGK6oOPB0sapo51RvLCd2TiSc9LxhL6xb+A0yjF2aQDyDWKldVGv8xwA4dqrb
xH39fIDqIRELIYZSyhpo0cRaP/STkwaj1zfvsrpUf4JHSneC8e8ffJP+4eO80P6W5jegrfU9OXbE
yqlKU9hMjoIfBHyzIT4Ja+lsjK6DUhIxnMbXHBmKFR1kp0wjmROwd3qfozLicd4M4tjrNqW3OR6Q
3TRSl8KSjq6YemzN2tPeVHXcdcew7+gAqeB+vlauV/7XF42EcuMl5pcZcJT5nLZKYvozNsRze4hk
atmf4LKTBRaZtPSz7Vltd7ULI28+lNlsfIsjFVj/4zBw9y7jgoWDAASaBgOWAat0GFg/N3E0YLGK
HylaOWI6CnwG/UlR3yV9sccvvN9PpB6YL5E8UI+AG357YOqYjkmKrEogSrgCaoouDaaGuQ9nfw8X
cn9AGAq1NbqKODDx5rwdCiJj2LQ1LCuJVuu5tfLoUlflr8fLdx/faF54KDqAc2TvrgVYW7Oyw1xB
BXUq3ORkeoP4Mehu/rYqKu2IDuzwLovlnvLjbzOn203M/qW8tyADuAjXJOPOzKaGugZcB5Hltu1n
gxKJd/oCT3lSklKksZ+Zg+e900Y9Lj6gkFWbQA0tgYJCqaph/BmnUql+VVI9m3+UlVSe22wudX9k
9yYHyt3tZ9OU09tqhFsIWcpFsSsSZSn8oQ51lI3MErafWonse1Yhc+sLFInlJY6UYu/pex9iofUv
MgJUx0ASrQsHdTuQJNptG1jSqS0/dqvuzaTH6ksfddNXVdb9pevSeXhTxJMwdsLFPcCWTJSjgeEc
NQuN2HG7iTQ9m3IjlbR4TcTYjoNjCtpFxqzYH+vU67MvfZLX4m2TNW71kaWfoietz8p/AXTHxje7
EZN+UBNKsB8f77v7zb04fUExJ/+herlOTzwyVq9zRRH0BvUafRLzew1dh/8ej3J/WmGVeSCnaTjT
OVtblySOTMBvweV0JiD8fg1kNDmMEY/aK/TTec+r4j4WLdgMtKbh6C7MvdVio/eiG3PIYcI6uC5P
pqvQ7rGAz9aHObbHb1ZmWP88nuHmkHxWm81FVFpj7tw6b0cPDeigxdXr0A2qfWqEK89VWbunJs32
zI82x1skisAOcamuSYI2VgkFcmAEpXEI63M6xOFXPSuLFxq/XDFJSxtl52LdGJLaDd7tMOs5QOsk
s2pVjXdOUgcgpMVVidv2oBttfMVOvT1miO7s5OcbmwaGOpo65A2gX9daKQiZ1aJx4zowp6w9a1o+
PQ9Z67wRCNntHc/lJXgbCBcyK8Gdo0ByufYtpjNnjqrdgzDUIxAmaW9NDqwC1/4yIZ7aB6mo3Q+d
OVQfgOXT88gKtu3B6jqzOCeGgcai5YhuwvhODOXp8da6vxpYAzpDII4oB0Dzuw0dhRBZRqm1DNym
6JHlNU6iSJt/KXAVh7GlGHPsB1Hv5Ntbi//noEvc+CMhRRlWzF0IC07F2+os8sI7amWE8qaqVf/D
dyb5dH8rqVIiXH7KH0NNCOsbcGWgupuldi65LwJdLfoj9ul7uie/S9Lr70xOTzGXugp0h/W0aHaB
btHKIERdPfEdVUE2MjLC4R3nl8VtsdypfL33wv8mWbnjW32eoh/UL83WD/M8fa0WsrcoYtDpI4FZ
WjbrZFWJB6/RQmj+NVqRvtJRRZu7xDs/3kEbQR6U0CJoB1McrOYqg+kUY4iRCy+DWWQYjVqmAKzp
NJfHo2xsGVIIdVleEhii4O13tAdzVgalAUcdCeWKzvVM4CvnoA+Ju4+H2prQUjniSUEAJO28HYqu
8Cxj04b+TVsfmEKNJXedW6+UCuDjcOqWug46dwuC8XYUyFFCoGKBYMHQIMKv1Ma7fs7E8fFcYNHx
76w2JcVxWlogV2h3r+vjhSedEEjwEGBOlc8/EiDu808DuoN4axRRmVeHWeH6/p6LTCno+CZ1I06u
nHV5KCcsQT+ps4aBGqY2ozzZSdwqdFoxmnxqB2XS/yuy2vgKCKBKL1TbcJjX00zVDkZvNdFhTmPj
s2rmvFoESBL3mcd8ipqrPTaae2qtBjBRh6eCfY3LUWvftBZve5+CSSlQ5CJdeW8r7VwlvpVqiRP5
ogHumfqiTJX4Mjl6pB3zCW3VY+VKs4LIUuaz70irzcEBiq6TP9VKTs61t7qiDBIlV5ODjmJ2fTGt
QRJiQ9n1kPHipjhMMgIDEeZAVmupa/FHWRZOdepIJD3f0IQVvdO4m/pDmaZT/jGKgGiVvhwTPfFT
VR/lGW1ZW+IdEprltWxyx/6nrPWphzXmTvUTCpql+bFAbAy0NI1e55/UUiM7cNJKLU7wMJLwF7Nt
rYMh3NAGLxIaKhX4UiK0nfQekmEzUrnnmq/1bE6RiL67jV3/CIdZUJTOGkRIW8rmzQXb1OHnRGm3
Plpeb5v+OLT4kzuJqTTX2FT65MWZUHJF0hE/yNY3sOTLL8hB6t8iOcKy9u2kTqf+iHBup/+CRkzU
QpcNSVYhc+dz38+eheZuC4albNFHyZISPzq36B28MGJb4MCO/VtePM8db/ZLqIaF7mvVPDZnI1Qb
5Zj1YeJ8HQfudn+wDTG/gP1sHFYKAacDaM5J+9EYVHF9aVrJz9lISh1ykDTrExI8rvNt0sv+Y67m
6Mt0WSvmZ0+NRX7p0P4YT7ivclOC7GjhTvtj06XdUxpVSncdtVoi7ex4RCronmw6vwZOUPgGudxw
xupO/zUY9hx9fXwKNyLKIkZAWXVpUd118U22bVFmSs3FkKLQL2aJ0nNUNd5OErURJBkHLOmC9qau
v4opHkq6JfaUTZCPGYxo5LuRSJ56yEI+NZJ6D1m6MS26lryQYfUBKlk/eiCcDDo+iE0AVa05qnET
ftFh5OxwaO98d4mUVOUo65Ag4rC3RsubdWiPsY1sJXANL3wBH9P9AF6ufcwB1nZ/RXTk5vdkssV8
neoSx8cq9Rq2rCx713qqjdTKnqfJTZuDV9NQDlpuw+6gdI7+DRk/XbzrpmFKD1GLV+7RTsyi4TEU
hv8mkcxRJ28UI/1sdbMav2fHG91zOs92/9QmADb90ZIQUVWlQxMVoQA3OVZwFIqnx/tnKeOuYvhi
Bb3sIOQf7kQntU7zWtucAJ+btb4ohSMBlUYuLUELILqSqYjBFjb4IzU2oLFZiv3r8Q/4/SnXv4D6
AawIXj1gX1c7y4IYMS2uAwGyDrZ1HGevfh8KJS38vA1xXe7jzFMPk15bb11bSec3fTnX7dGQk675
VVbQHHRcpTV4fEdlerCVLuxPhZkK+4BKXRNf+rBNfvbNOL8vgJvvqQNtXIK2gc4ftzrCiABqbi/b
XMUZa5Bk+yOYI7+p5LFCUuwQifYt2a61k6ts5NQ0a9i2EFY0xl3lKhnqvBpiyyhTOXPrW+zqY42G
/UzrxpznNxyknbba8uRcfx0yPLDPQLwoWi3T/yPJ5XUQV0mfEV+ySX3Wjb6Eqyg6ZO7z5orbmBpM
2eyCjOvsnZ25EQKw9UFyBYME2sfrtpEi7QixurxmqtQbc9QUj03Y7fFlNuMaZBlabbRi7xFjpTGi
JB7WgVGV8qAIPCLnslWOrpqOOyF0a0J4XVCYx6yIwvxqKUVvRtT/GSpyw6HxjTTULmVmyp0vtrEh
eQsiXILSkEFBbtW4GaHiothm1UEfh88QNMrvven+a6Bp9mSOWXR8fHzvJwU5huKBzjfiib0uWbhp
naLA5wje823+lINVfR51Me3kzfdzWroMlMdBMdFgWzNXmsgEmIfqSlCOWfj3IlMOhMbO63daaIbq
wQi9/ufjed3HxeV0cczgPlL6Wtc1pYZK+JCNfaDKohlPvdn0w7VsZWGeZJZHkQ9ewGmuleMQIi3h
Gv0hU/ow/Pz4Z9yfd8r0zJlnCbAoa+3Q26r6pEZq2wWyTHETzVXzHehi/UAt7rc6XfIjDu1p5+Rt
rfYisMY1T+EYvYfbMx95ugyjXusgjwzpFDSp2oNT81Il8vFrHaIrCNJ6z/j4dwZxG2kWtvxCmcfz
CsT4qlzQAGPqM0g0ATdprHz0kr5VviBI0fcfIBLJ6HPlzfEEBK2kRgUjGXf7WesVtYPeAibzkGtm
P1NlKOqfAJ+99HuitwCWW9xdow9D39nuheek+VMNuyiBtUNR+EtiSsU7WkOdj++UcEranfrMxukA
fYccNueMdGYtQxI2ijdLfCsC18Lawh7y+UNJ9WLnDN7H6KXUBLoecBQ75Xe1/I8Y3UHRxjGo74OG
p9exJGNoDiGJj/RVYSTfrGLMzxFCT2/62Mle30ZlcB6BuL1RXUOK4XazSHvo+lERfTADhL+UFH18
20FD6vE52FhIuqdAIoCv8OZcX0NzotAqihnFzhUzMEat+KbWvbmTD95fBkspfVG2ReVrYVffzsUd
vagqY4uFLNPpq2HL8ZnXoX41Kvwh/ocJ2Ryv33AZHuy3Q8XEikEXZh9I+KbIGkA4a4xcP/8Po1CC
XEqf8GjXpUiBol1cGLEMSEPlMaqNAfXaaq8SsPlxwFKC4wX7Tb3mdi46m09P41oGyG9751SbxAWv
gfnH47lsfZylSedyswEwWgv3163WpnHnymAuWvHSST3hznYq0GOWslNAuR+KchOMNvqB4P9gZd5O
KOwrR8zpQPDvtfKpMN3sn1DoUCZo3+3c1ptDgQ7Ga2rpNK6Vf2GXRtIT4KJ4FvxyaAH7sdVQG5DK
nkPo/VeC80kp7feOA2K7+koAp6auMpNFMAhljkmpct9Do+T0+Cvd3x3/D/kFoJyE+E6UINLHMMVD
ZQj6Xu/nY0Fj5QLPolJfkohPyzupMdPj4zHvL0kyahjVSwd3gTqv7ivw9pAOcsZ0hbA/TLac/L5s
FuMUPQtsw07OilvtHa2NiYKaQjEIFXEyunUfHRcP1Dxg+Aeq0QFnjBHtzXH1eIldu3kbVvqev+HG
RuE5jC7tIpqJFPFqkrYzQeiQ7hAoPQyW3sZbyQur6Jy20nv1rcXLm5cxD37K90TE2+2foToC0aoY
A+Hq1RUOw/gEg3QP+7O1gFA1bLruaAWp6yqlZUr4D1k8Bk3V2RV+IRnuOVWvJ1OQ6E7/pZhz/fUY
i4X7RiUTuh3J5Lr7XkravXbaIOCcgbANYVMiWpPlZrZzXW19LMA3HGt0npjc6mONZpWiX9+NQWhU
bZBFtn4pDbTsUQxqdjb/xjKSNVEmMRfRKhpOtx/Lnmh4hLWnBqLWrGs8yewYC7c+JATHszTKfme8
jalRByI0gi8H8b1u4PVWpdotQp+Bis/CfxMuWEgIhlb5hgeAtXMfb80NiSzLXHhFlOaX3/JHYiMq
ETXsCi0Ym0o5uSXe3YWZF++rGQX9JtwVSb4PJDQAqHCBCIPVp6/BPnmcd41S0DbTM9d6p1LzPGrk
G9/LrKieQkCnH/MJ/aDH0es+Li/NUNwVeOuaizz77SSrEewbdlBDQNKtnrRUVfwID4vzq0fhAb/A
XsmjyRVXIEzoL+mcFRjVms3cTle6Q0hPIBjSyFe/ckGDoADGGABCKMbeTqezcdYoWo51a/RwwDQ7
/DArSvtaVRpQUqwajX8aiyrN1ttR8OUy0wKjtKB2yWl4wZvHEKFmv6rM1wqzc6cAYadMCK4YAuM6
h6ImpcXwjMegA77uw4os8Z3R8oNjx/X/sHZgPFzC76LUve7m5hUV6LFTx2CGXe73oZKhBeHsXZf3
J3ip4TIIiTsJ9RohWApVm8WEij3bXcHfctB8JZHjxcZB4vR4120NBVsfOju5BwXq1a4bXCs3nbqZ
g9px6fqSecS9D3ljyC4S/OOvV49mAtVAC3iRs4QqcrspPB37MJZLpVblITU22cVRDIN7xq7xtXLq
bApgVSjEEy7Ah6wJ4qLOGjFkgxq0beQddWwjD6hbVa9fPoDLnCHuSV5Wa/BNh1j0WGPLA8SxrA/0
2dHGLcL5YmTKnrzjXRSil8v7YKnk8FrQ10xt3YAUgneZE7iUqf8ex6Q71kOSfXz8he5HgQVCaAVV
zIXPtX/7haLBzOK6RSGzHUV7oe4/P7tdDfvw8TB3287AkY5QCp15AX+vk+qhz918UDJKCQuepUg8
vEGNBpMca9rbCHdXFEfJ4eVNI5z/AyV1O6PeKMZWWp4M+lSEn22Z9ccun7XLpObdWYhqD0x/PzWO
LvKiNN/BPaEZczse3H7kJ3JtCGgwK1dj0lN/6Ov4PGpi5zRtzYz3CM+SRVebc3U70tRAA8wsdQhS
zKhPtLRoEyZjda61qv5mxtXei/h3peCmALREJZKlRXqedvx6ak6vzpFDsTcIuzg6xLDB3zgFQnV9
FVZvXbBeP7J+st6gaefBqta9C53Q4TIDmQtSHQ/BySjNt4Y67Z3Cu6yAVcYpA0VLjW9tOavCVJw4
fdUbyhjkTjX5s2nMx7HqqndxXQyHFsW1T07W7bFz76lTVMK4QQ3wQ7iC0Ju5Xf6xtpoGMpge9NTm
vY9h2k/F59yAmvupqqBA/Yjc2czPIKtN/Zm6xYTCS9e44s0Qo/98EmFnhVjwtCTVXmtq7z3E6MwD
eCtzpptd4Ck76HUU/tNRbnV9qpy58q+tRFaeYSk6qlDpi7RoD/EgEu/aJZnbnHo8gsu3PcYs3rcp
rOr0SA5cCZ/nXq78XSNdHftJw2k7ovATRz6OE5Mhjw3VqfBQUSRtX1sSYHXAa4DPW07CHYWKGnsh
SWeMwEUCVAU8oPMeSrAOHo0yFTtB5X4bMBhIcAhbvNZ5ttx+kDB3hJHNzqJ17dl/GZ3bRB+bdjDL
ox5ZRnlpTSvMA7qW0x5R566+xzR5J4HkIAOh/LVK8Rur9KJ0wk4jbV3TN7xMXHHKBcrW9+2z6NHA
PFhNLU5VZocfH0fS+4DNRMHZ8rSG08XUbyeNEHAxumZtBBWSIQdYs/KpsKtph/h4H2oYBbUo3FDA
2TPa7Sh6PY+5HiZmEEf6lPpeZWftZyqetcdo8NSRrimGcSeF3PieeCAB+sXcg2LFuqRoKeiRTgOD
8hSc+sNso/lFs1EpzUOtj0p3yBGziUDtEX+eHq/q/XyJ3pidU1r67eWx+qA1YJbZGkwzAK9lG8e2
SquJDie+Aqe4jIvQN9uoaY+PB72/OYAELYxDisSL+8/qU3puDzADGji4Js99EpHJMHD6n9LC3VOm
vN+wS1ed9wwvbROU/uqSMqwxaRu6GShs4nps6OH7Jq+/DDMa/qaMvwgFJ+dKmju76H6vUmZf1B9I
AHnGrd3UFwmPITXAvUw2UI8Uj6Oj7BPxWoAhBRHwAosm5iIStObz42mmwlpDYmJwXHEYayO6dGZk
+TVSpTtf7J6/zyuKNAZbqN9J7RrmLkwd9FvdukGhRkXzXzfxPjhkQK6ArNDrdi6An8PwXERF4hzD
NjI0NM5pR6DJYhXWZUyjvn62jVDHi7ynynItjZBMlSguqhxplRoLsM5qy2yPerDspdurfKnsEC+p
IAFjXnfPxtSL86IpvQCclxiDTB0suBWwQ7NjPtha8qZ0a6094JiLl42rYDx1En0ZfXm84+83BBET
YVQUiBa+5vpTDQgcOVC6wiBVq/5rlNVo+MFI+fx4lHuI/IJMBARJD5ktz2V9G700dwgXiHYYICvL
oQI6huW2ZeU4ExWScugV/wgEcTNrgX8MJb6VH9zeQL1nAuEln5S+lU96myl7laGN6buUe7FjsgDn
wZW4/V1Vge/HjLxDUEwRiATezF7tD00xvBqss3AwFmkDkMhLuXx13LupSqIaW903SMJmB20U/UVp
EHp5vM53QZMzAG9pQVpQmqHCcDudaMgrrEpqCgu0gt97TSyuNQTmd5pTdG9wu+/2TBnuohgDok0C
sopOEO+J1bTIc5W5VChHmkPvPccdnj4XVKvqyp+SDrXryimz/8x2ntABYnPtxJm7r0dLHcg6Nz7f
b2H03U4XReEsVCrwFZi9k36XdGXRaPGyciet2VhWbiLy2kUKBqHa1d1blUVGdzWnntfFs3LOdTMU
vp7K6hm9udg4W0Y87t0P93BmJEoR6qLF/rubt67DoheKZfeErv84pKM8tGXaZKdSxt6Lq42O5rtu
H/2X47kHTA/M3RFYZO36WFCn32L68eHx8dbaWOuF+YXjr0v/Cpu527XORB07BZlmYNgCDoIl46cw
turr41GW/XITFJk0mqwL0pgYjL3c7SijIuFhilILRCiya1cj/tEmoRdobL+dzbOxdSmqL6wVULnc
IaujH5azKOjUa8EwqvKY2KmDmIqFJLUyFgezdIxjqKnT+9aO9gjyW5MEJQgbFHYHQ6+yjNQejMhr
WyTmkFV6BvY7vV9YaP+U9iBfe99DiOKxSDoD2GVRjLldz6KbBAhfTQtaMKxX8APOVc/LfIcAurE3
6KzTJaL8vBDZV0UlBcmUhmcM5yOt60vS6n9bIjR2NuDG92LXEWeW+gsNutX3SkTkVInCYy+ypX6K
hF6/AdkK9s3obOFPme58ynEMOpWRGHfC6ubQpMCLBsBiVLDa+9jOFEpoRPoC8Mo/1AWS7nZWaF/m
3pbfVNyRMDfyQpDD9p7y4Ubkwf9p0YwBeUUFfHUewtbqkiGctaAMTfkcJSI+y65LfiBAjbfr3LzW
NZDbmWc8SAuq4FAV135CgMA0bdGtR5nf0V4KpemP6tykOC9KsIKPz/rWrlmq4OwYOpLIRdzuzaaL
VEqvuIlEmJYc0yKLz1VM9vN4lN+KMKuQQr3OoL4KP5BbfnVFiSm0gTKbemCH1ZsREZW8Vp6MWHmr
qtGXQrFOqnT+bQzzQx97f2mt62OQceotA3prqTuH2N7DJ27NGxwYdUQ6lbyq1j9IG3FHK1Odjk1X
HuwuzN4UUHmvj+e9EWS4FpfCCC9xynyrVECp07if6wZZybQoPvVZlAVRmlinuZ334C1bm3Sh4oGa
Z6HvXNhUtemb1GEoFRb/31SoZGDEs/0ljMP0KQu97rVPQzp5wHhIJomfhJzVccxDRTVnNzMDUfTF
ewr02dFDgfBQKWp4Vu3GeX0QXYpblLXQGYV+vorXWtpqEdZ2eoBz84z7q6EfE9V8tQANswIgAkqJ
hiFv39UHa+1+TuA8UKhxFIGyqZYeZx1dZDSd9kSuN3Yg4vTg1FX+W8777cmrdSOEZoa3TizK5uPg
RNG1dodqJ2pqy+WyOnk0NUB0ETN5n911NmQzmHmkGkE0d96FfkQIebIM30/FJEsfuGDXIn9jxL5S
wd/IZB+eBh0fjscHYWN3cgDIJ7hxiV5rVbu5pWZaVWhr5iNPISqlIgwUWBzAfAYPZ1Iz3ZNj31pe
FHFNYg6a5XfdsHEyWq1CYhRUYDgdrdTVD2XdzefH81qS2/XqglVZity83e7U16XT1qmhR2ZgWcMv
u1Y+N5P1TE/ihev+k5tML4+H+/0eXY33G8XBQwawM4+5203jFIVuTFFtgUVArvKC4JRMnng/zcOx
o5gRH/M5RWveGbP6iZdbpF6GCN++Qza3dfmPFaeF/aS4fftSR9IyPwG4S9xjOMpEOWi1YrgXRxmc
9x2cpyWLTUbcJko714NOUXP9p8xThIpIlvvkWUxJ5uG5aHifLXue6kMd52ROAufX7imcdTW7TLGw
oAco0i2u8P5l50NdT+R3o5lM/G+EVBTifDhXx3gU5vd6yHP3NOpq5x6NVjGBTcJogg2L+Lh71Fue
Bn6qoBLrm06so7E1OuFXvnz3j1bkY3TMmiKNT0aYos5IYoua1lBTtzrnIG5yfwqz4pPrhPqviRr0
cJC6ORXHEYMang5qqHy3a+ip7y21jvTnKi5EoEdOXR76xmy/xlMY1gcjVnvXR7PXyK8N75QftaJS
kbC7woz9iTgJ/0lTsl+5KmV2GZJR/0eGcMYOMIZaj8A1oL5aFF72M8o9WJ6NXhTqEQu23tk5bhub
3wbjT7ICOBbE1up2o2eLtU2BnHEnQZaWtQPwZ7Dn4+PduDXKwklhjamJ3iWDVUl13xvY/JGiW746
QYtWzGlPJ2ZrFG5qMi/e7DxMViFZAp9wZqBEQSv6+GjI0TmNodzzNtgaBdwhjyqyy0VE5fZgDdws
nquEzMVS5edZzYbvhcyi0+MV+61Vuj6/C3sER0M+y128GCkvtngMUdssTeSVp6U59lzxSqFwjZCJ
fsTzDGCMsGNS2blHxfKY4nX4CwNNYRy11MnFF6fW+18qNZp079dt3BXwI4maSx9XBaRzuwjxVAGp
CsGt2mjTfiutVvs4pYrjoDZiGfiZpkL1F6Giv6d2yM705KaAVsPeQ3/rUyABB45+0RW7oxB3dkEu
g9htoLeF9g7yffwTrQFrp5ywfNDVl6A3iaIdWhEULtYo7tk1FUomJICEnX+mNIwukrN/yHvZ7yzr
xnwQUKHiBDdkQcWtMhdIBwBMmlAP4nGAkGaV7qFQHLFzE22N4nISOSeQezgst99OWlZWEnD1IOk1
cIQF3LehIlw93sAb9x2w1v8/yj24b0D5tx30oKgG+Vxnhf0JhpnuF0Myv9EaUX/OZbX36Nycmgn1
inzJI4NYvVH6KJuLWBRMrXJ7XxHeeG1Kx9pZwI0NARAUqNiSMVD0WMWZSIk7U69GI0hDSz8Okfdd
VSfjmFRZvLOIyzFabT3UJikIODYvdXbf7afCpS21W4BrsMUBYypNbk+nbnIzcZaizN7bjfKpjOf2
TdqG5rfH329jKRma2bHj2SPrXWK4PGZzuoBBywP6lBPCT9gl7BUk76lyS3GAySHUQQZGTfJ2ho0y
pWPl5WaQR+2H0NL+k4WrQJPrz65i/e0lyTFVvjmN8o5g+GmmHYqSjf7ighbxSbKONGArP+qHj4mY
XrrWng/avHf+t1aCCxI0BEoFC6vv9icatEIcfWIlaGfhTTzN7jlK8VN7vN5bBUTq+fxT1iKYxSxu
hyFnpP3k9WYQQqcHLGBWDfrFcjbfJwPG0GdkPaP+bWEPZf6szxm1U01HyOZs0mvUSIYyZ+/htjVx
nk8QIYj0QNSXVP0PrCLYemSSYXEGRY/xMy4exUlN3T0xoM1RFvlJqoj4A67hJiOVqI75mUFjjd25
0qV5TmTT/g/bmUI+YEhELnn3LuHqj7kk8zDFqEaYlGdzeWpUu7zYmLvvnNf7yACZY0HYA9VhPuun
7iAbekhVbQZmr0Zn6cKr9RKtO9dV9/plW4YCWkIplFbFmtE0IZOfG6LiBlYjC1J9mwzfnXiXC7M1
I9A5YLWobi8kzdt1kzLvE8Ug1hmWmaLSkVKRiTLLI38Nq503y9ZYEAlpEYCZ0aj93I4FyRT8uc1+
Q8k7ejs2hjiYg6sEU1t5O6ft/nYiTyR/c+lEmpTJV4et71HtHxXLCqoB/3UrMqv3pdmVFwBK7t8J
KGq/kZ26swd/Vx5uwzmjQsNADYmaAZ3k2wkmRVdqjlAtUkdeZu9nSvT/polX1vaximtcyBseDjHv
M71+0RFpmE9h3orvAzBheZiELltfxTnnJUQdIgXlPQwoAmDuAEtRLoxmHlF9fbbqqv8QenH1V9oi
HXHoTTOfDxksodk3Ci96aasqebFiS/tCEbVtfV2k4ee6x9vT1xWZKpedyLYs5nra+CjwXeGDLK3s
1bSRpkgs4dkBvO/Qp49rXFvi/iELiShmp/EgS+2PQqbGNQ+x88GzAmuMMUmKtxjnVcfHP+c+3vAr
yBCWyw3Y8DqdU/C+tPtytHGnaaMj/qQOzLLJ3XlXbW0wckYoBzTONW9dxtR7HEOyVrcDM1HGH+Og
iwPOGMU1FEkSzFCLfSlrb4fhuTE1ums0hqEEAP9YdyqkpveG1SfIJYnoh4YNyEsrS/v74/XbuLIJ
1hCLwTsuSeoaimgJabqzkGFQRpHV/lAdRYdm7yE/n/q5gy3APEoE7KIocfULV7YZBW2O4a2PKG4u
xKEp9CzxvYge82ds1KsPbtXo2ZOThvkAKd+20iBJ5jIK0r7MHR/5xcLY2ZIbkYYrgKoIPFSunDUK
YRyHkj+Rg2ThUB2RnsOTpIOjVKGj8forgeVarLaWdtxdS2CeyznjFDpk27l9bkJPHJWiUi5Z3Xc7
Q218fnDqTArgPXFqbX/RyFxihTAxK1BfqM+0NHcrZy9l2xqFitJSn2M+pAW3p7lTpadHY+kGymyB
hDHwfJH6HO4E6I1RqFxxW/Igolf1u1j5x32tFyKvu3jBT9GoOnd2Ml7Abe2x4rZGoWuiQ2CnU0Qj
83YuU+2ZSZqAWirdHl9bZEqvdTXuWUDcZ/EL3JKbms/CNbr2e5zMjOIuB5cye0EhVc2+mPF0dYwZ
MlmcHJPQPtGn/u/xMV2C6irogoyiTwOOEKGDNSS+dmzk5L3MChwiO8dTiV8yzvJ3ty01dCViPtvj
ATfWkvwAbA+8HWgSa8qklAX4pFQqAWrpyaE2jfSYCLvYObn3oyBZu6AHoM6DmVgrW0EoAdHdz05g
IFFy9qK+gDpL4ey1c4EeYVHdIAuhebH+Yq0lnI7k2gsiiqcvYTXq5wTSxOtHgY5J4rQw7qCnre5F
2cpRn0Lqfc5Sn+zBP/5lZzRHXz0XeLJ8GQAXgH3XoMAkRdNMgEAJgANEL2PvjOd8zrIv/8Mo2MIv
oMplRquoMLTWhN5TGgad6Ovr7GIrFPNQfXVrh64LkY3CMQ8yUvnb80pGENXIaIfBDLXaH2dwy0NU
7tmM3B8dMAbQpgGRwEKDt3I7ij11ndf0jgfRMjGTQB1a40MdRcbzBLpGO5uT53169eqBalge+FSZ
eAevXsFIZmClRiU2ALfmPoVqJo92Y+zt6vtbD4AKrTGYBKBE1TV6CouoXiZ5EQbxXCmkjFN6llOd
BYOe7rlMbhxTsiyeQDCoF9bguvvgGU3lmlkYhNi7/aLdmLyrq8bdwbtujkKTGJoaO5vH3e2H8kKv
mgenCREpbDqcL+LmqiJX9Pnxx9lcNmplS92aFve605e6Ma6gNaPgZBeeVD2Kz1Yy58/DUn99/VAA
CEDfLUeJsHA7oVj3isroupBP0oiDpkv3UIYO1spdvgdV2Fo7wgIPx99FwHVpyerE0NUqzbUSz/p3
7jwk51lP9rRUttaOnhelck4Sf6/2QdZoXTwo5Ipx6NTXqPK4e2Ibo7Kh7J8er93WhIgNABRItdC1
XW0GaekKJNkpDDLE+QCwJ9bZyWX/+piNWQ/X9UI3x4FhFYHUCEtGNzHoScZz9jUrxy+gm/WdFHsr
ACFftdw+LBuvldttIBWzSPImCYOmNpQLfbrsnVbFiZ9ItfjkqHN5ff3SUXjhBmN/0y9clvaPZCtG
dLAWgPOCzk6rT9KJjWfCxJ5Lz9YHgt8DshSO+QIsvR3FBssrU1xQA8oZ42nGsScwzdn7+HguWzvO
oTdDsxy1SABbt6Pg4U1fUgxhYEgtOUY4XD9HJiKYDcaz58dDbU4IGZSlafy7YX07lNlWKOF6DAUw
XP+rqtrpTQKuaW/dNmf0xzCroNBiU5UW3UxQqDr9WU2s90rlxZdawUr68YS29h0HaGkEkpewx/+P
s/NakttYuvUTIQLe3KLNGMwMjUiR1A1CpLbgXcHj6f+v5lwcNhrRiJak2PuCCmVXISsrK3PlWpcL
irQQ2qNWD5/7tvs6GE76ECnT6Itq6E6Qseb+bXNbC4MylENEUxAWjJVDzDMaKlZhcptnpvOl7bPm
W8WMT34MUcTaWZrcpMt0WMqowvDKawJWwfUkVgfhGmNmQxQsjiVOMxXNX63Vhz+LdCpNuUIeptPg
QMN5e40bPgIxFgOVhHTgKGtE3zAujB8NA8yVsA2eSoLXx25yjF93W6GKzp0BspaR6zXi1VK6ItdA
RD/H8YIuGgWJU9JV+v1rkcUyRm0lPzC1x0v3GBsRUplhLRo8VTIYja9RoyY7QM+NHQN84oAaRMqH
0qZxacWZotptkex5Dpd0QPZ0Uk+2cLr7zy7yOSAUiRHwJ6zJH625brKK2sAzTIhT4MbIYYQwm+6w
rmythS4RMEtGK/h7tWPJkkZJpzXOc7GYg1+NbnjqrF1U9/U5guyNdwQHlg1T128iD7pHW0MaG7T+
gh5jWXmv9GfdUx536t2XLP99ZqxBB5Gp8p0uPw4KL3muqDWyqM5kHNUWyg5u/2pn27YWxKQskRVG
C27BVTrc1rqVewZWUNl1/Rg2lIM3oBxaIVa949PXcYGlyKSOg/NOeHi5IGVSRl2P8em5d7/1mfI8
xM0/kdO/FjMnqZjbnRLd5tIk+RkdSuo0a+9WOoRIlomlxaWqHyZ3HP5wG916yY3OOd4OCnumpHP+
dqvXGrxiWSYPkqLOXyZ9RHi9cMuHNo+TnVVdXxw4N/IrjEwAuLtC9mtNsxRF5tiw/FufLEf8A+/0
96h1Wx8w0T+3l3V9pqQtEB5yCppLfhUfCjt3PCFrd4niNT6IInHq22Uvbm9sHn0imUWAxiF5Xblg
30+e4pmT81wxBL8c4Au2DsM4VfqRKqa7c6q2jBGTyRLIKNHbWuUsEAq7aRvZznMUTbmvAG7y83z5
hVK1cXfYo4+Mw/Od8HdqG5c+AZ+yJ8ZYd59nStIHNXeGs6B3vXOoNj4RKGG5cxSgeKWvooRokC5q
4sV9BrXvHWa43I6KqP53tx/QkOIykoQPPGpXfsBlPya5Ti1AE53id1VXPOaVvqd88D4Tfpk48OqT
jOB0bajirhP+EeVyZUSc7BmV6EU8l+OQfhZA2L+MiOTZfqPPMOF4Tp++KRkn65gt+RQfagj0GRM2
Glvn0BX8K1qOsPd3c1xq/SCccGl9e+x05xkPrD9pXr8sf0fE3fBXDtmd0vlqYihV6KPdGCff40po
7QFkOXRTt3dRutat5a1yMCiRJJGXyxOaXLx4noa2OiXGNDyNs718yorwKwN2E2X5JPvQtkn+87b5
Dc9nJIlCsqyMgklexSizdMPetFoUmz3G90RTp+cYQu4gyu1f91uSjTdwbgzv8ea99PzBDY05lg83
1UQl0x1U5UTV2qEyylj3bVMb7k8iRmMRqgFgKOs8KXTTzlSTUnlWoiI6hYiHPbAHd9O8Uo4AIQ+P
gdw/sHWXCwqFvih1mSjPRi3ms9vXzKk10Q+zU/fIGLfWw11FtdWms00me2lpMIoiL2Zbeaba6h4H
ODQsEEMM3+/s25Yz8GEkGyqDhxR4L+3QkYnrroqjwHGq6rgUbfmn40bV47I448PtT7SBtsDl6Eny
2CVhpvR/actolIWarIAsBkZEYu9nYVRf51pHTDVnXtt2YtW3y/KzUnYPMGp+jad5rzay/RtYJ40o
DgDPyMvfQMbRCA1sy7OR2+2/Vtg1P/pZXY4uzLDnPLQ9Xwvb8CErhHMcXV18cvtOO6RE8J33/3vP
cxUFaFbKmRWKDfJavfwlTmelKlT2TbBA/JEfTDgBvK+Mb6bxeZ7U1PxbzafwZ23OyvLUtRHcIDUZ
DtKTWloq4ZGkEOIqJIV1WDrnIVe+tMmsQCsbM4FzXBgd0Z4BZypfGYvxug8o1zbJH6PdK/3R7kxG
xLNGrZpD3hVOa/nO7DQ9AGChPtfADfQ3RuyJpWqYiJPlJV7+fTTr6WsqDJEeOhchBV/rprA5GmGC
NrTNM9Y4K5P63piyneVJ7cWkfGHalTqA3yiNWF4QVI2LL0lRl8PHelyiT+XQRdazVoR2fJiL0vsS
p/mkHUI9yrzAQHer/jOfZ7U8AGVSRj83Yq8u/JZHZ/bVYpqpfBjIGaojD5cYvZQwq7tDWMUeOFRt
Gvtz5Xal8mqMTp4/uHVrZ8+zY3WTP1mFpvmWovMqMN0exVzIFozZH+mdOI8MU3SR61MDFP+kqlZ4
Z1qHnUdapU0hv27SprQ8VG5BtzRXy3b+6Mx51nzSRVWWfyqTmAwIHTpn/pWZaZSfck0X2oeJwSfH
T0HS19pxTp2wPAHxiCvfjRJnemitAm3Ko11HlhnAv1Xkr27iJfUx0heLh+xi59oeF/9GiEEmncI+
iQnF/XUGFJUFohOhFj5LWeMA4ZkIqELU72Q/73688nOwpoxnUcGDcHNNGMBgq5LHba2AD9S1QM/N
7msaa+MhCSXEG7TE8ARNpfYpmRfvw1Kr/RfEILOPt2PP1lpR/AZCKC89uFkvD1s9GQ2igV747EDJ
dtAoi59SvRl3gumWFV7rYJEhw5cs05dWTK2xtcXjZrXT2P0jKsKYNm1T7TRkNkK2hCBRDwDeQYlc
v7Ri6CUkynoWBUUYMljgVfofsrv9GmuRuje3tLEiUBv0SOg5O8DFVuGy7ESxLKGiPIcqIfqgh8MX
dBrEnpzhew68chIA19B28J4GIrKmqEqdLptdAzvJsLzCS3NQ7Cj10zJ+ITo+tZP3mKrukRfPyzQm
b7MRPbUugpJtH33I7fwogLF02vwAoe+5LIq/urw5Izp2ygqGICKlOszqdLTaufITw9y51jZes8A1
5dQToAZ2aHVTQ1ObTRBqRwFwze89Id+niqwcjVa8Fgb/X9n3TwVyYGWjnioeteM1frNgsgs9cREF
hhV3vllo8xOZ1rBTENi6KjEgL2pLPpzXjT+vSewpnMooUF3UasIifYjznOExsIKW/WaHw4isjPtT
tCXKhvbHsXd2rsgt52NPuSApS4DOXu1sXkdGkcRzFDBjov2TaFmv+Y0AynV3bAADK5sYlEPB3K1O
LfVxpNYWPmAMR80xzYSGHkS0x+W5uRiOEQ8beKmuWiXzoIzaUoVRkI9mRF2qYuzE19G7Pd5ezbU7
UsHhL0hl5ejfGmpVQShvD6qZBGoz2PmJ+kuJEOqSwQQY6b2TfsxHL/5slJCb7OzjdVyCzYThfzj2
qYxR37mMSwBKcwbjqyzQLeOJFCF7gOLTIXfdo3+7rnzIKWoJIQKee13PQSmgU12AXUHC7T8calUT
hW82TvLR0aYZac6BMaOdU75lEy/hoIPJJV1eOckSqq21NFEZ1HzGT3OuieTQmx20VU3eWx/kS/PT
7Q957TB8wXfyLogIKf6tQq+Tugbw4hI6DFPrf4R2oz5lWpnv8TlffzXKBbznaYVzyuCHuvxq5HZa
NyR2CSHa6CG9PNg8m73poVLr+wshTDoyYywlcjhq69y7TDNDm2tMIZITVk+zloTTw9hlxc4R2FgS
kAuYeSlkqrLzdbmktBQZoAWdSyuaFd+w6uRUaXkP5kzfgy1cfyTaUGCYwOxTWoTH9tIU0xWKtkAp
HgzMyP2k6uI9uCAy9ugQrioGlI1AdRE5gLDSpF4drRp+XLCq8xhoyoI0oANtmPHaxPqY+aUVVT8Y
3IvT16UpiuGhH0WIEFBdij1thavFSvwmuROlH6kbs5adSy3k3xYmE4IcKWuNWblOg/KNyfy78XsS
XI0JTrgt2+Wrhq+DmkIdcbEGalaPx35K5z/afmmCeNGVb7dP2dW5BpEspfRoE0FOCErj8gOa3tLo
fW4MgVnY0TeRe0Pkg0NCgrq3empHMOLfLeAiQdCgGpjjgu3mKqdCUqHqykYfAqGn9RuitqWfqfV0
L+EEQic2wRh2TPrmfITLhYUuYma2MIdgoItYP6r5UnxOYAvb4x3e2EAHTC/xib65HDe8tNMgCKOp
izEGptHSA1GGznyIRd5Hftq53Qz92d7IofwkF7kiK+NjUeNBjADCh1UoHuuiVkQvLTZe/79ca8vH
YdCmh9yKoOoytPhHyTvukOjzkJxue8tVZJGmefo6dFC5w9d4u8apUAfmzg4sNDkeTV0kfwqEkx4s
0ewNI26bIvITk4lj62eTujidPcfDGPShjSZ9rVZGcVryXH3RkmWvULdxsuG7B3pFagI8bo2BiZKI
o920Y5BVtvG3XnZm0JPwH+/fPYZB0B2VKC9AD5euQonFpoyhIDFd6Ck6fLFe8p42R6d+qRTIg77f
bw7WQYo9TIx5MAZcmsv1qY4nM6SwGclZYqdrznU4fh+Xbo9ZcesMQPdNyVoOqVprnjImjqFOS7Mp
UJdp+QkarP57iGZtfITLN0/Oep2W2o4nbpoExChpxsHGrPnaaa0PY2nlUxBRpn/MDVXYfuml1l9d
PRc5AmIR6fl/2M93pXTJcuSsW565lqip7aRTYJdD8dPW5vlMLQYusDFq926A6wuPUiSAUx7T1Fpp
aVx+O6w4DSnVFHR6nx5ShRjtK6KMH3veu5+m0hne8q4UBzc1qoeqrvda1VsxhnYX6bPEA13VCzRr
KYaOcmsQjc2AlFdYPHRFlT2J+afZ07z0W5dmL+BCfdnZ5et6iZys5ZNCjCCrpOul12MBI9iM205N
M3XPCMfHzaEyYKA4lEMU/hup0ZD4ZiTKj1HbDp80xfRrCg7l4e7PzduS30BmA8TSW92McyN1O9Hl
4RJO63MzLMhtKsmvwQr7x9uWNjZbpp8o0emk1kAxLz92EuuMwTjJFKAyMz8piWn8iJu2Ohdi0t7K
cOiZ3VH0E7neHkp8I+5ByC6F38kCeMWv3KzyUtWgCjvxkqiH02R06bnPQrGjP7ARyslCYUchCsk+
yGp96LEXNZf+FDR1V59KrSo/dE4/nsjpkp1bf8N7JM+qC4pDFojMdadWSRE5U8oIeIWwp+mznreV
44N3S1+nIlPGQxvGovSNeGZ+0ZjQQTsoBiNS5zyis7vjQdfflegrh+kp6gDEX/+WGqkAzY0jPFkV
P0uv/7N37ad2nL4JJgB8ist+aPZfb/vS9Re9tCn//LcGPLq8hUcFbgiUgQNag0uEDKJJdjz2+ovy
tqbSQV8XfPfVdJXbRgmKwvJydgrnz7ppjb/MLG0SP3TD6X+3V7RpC8SolIHX8Z+Vj2qRIK+BJyZA
1mw8qOY4nahcK4cx9u6P8HJqhs6WQUuIW3qVMxqJk5eRzrLysFMe5yTNH221KM+T6+75xsZ3orMq
CxQQk1J4WZ0J8vp5KuKRF00SZ+eWOuNznlfRDq5J7s1lqsiC4GKhv0JguZpNd+e5NXJ1GoPOYXIh
LxkNjT/Uqpr5UxVXUNjtcmltr4u7i0OIntla+8NWmk5XO7awG7mZEggkXqqhSXdA2Js+AQyDmiO1
OQ7ZpZfjCGgFQCsTiB6+qkGJJmb8a4DLRnn3iAkMfJKCl94qxWbqEZemolB1Y5PaQND1ooc6EmhY
Q6f4dNvJr9MZqg/QtjNDx7bxkri0UvA8q8tKG4PGHMDOWJ2P6Hh2aNG89oueF9J/MEe92QXWIuES
8uf8FiW0cjR6m7HuIBlT95UO3/ixnXTn30HVlEfKS/OOvS2vgF+NO440lP/VL+05lQ3FWDZMQdjQ
3vdryF8yP3H79v5t5L/PCA1tY4L/OncwZgGEq1bmwIBI1XlxWwYWj7nbjC3WxiWBzUrLqqfbm7mx
OPksAgoJxz+j69JZf9tMGtQUV7JBDSiEgzEOm+8JJA7n20Y2PJ68yIXPjEIIN8qqJNCE7Uz1UqiB
WWtoC9ux/Unn+fVkNm69p/twnXwyTiWnlGW1j+feKjYtyUIHMhIDyGI7P092ioXMTZYTqjC2lJBN
RviOx/6QJkryYxbWnvjN1mJ//wGr05CXvRaWcT8EbcNkvpMqqW8MyvRR0arpP3y8302tPl41FGCg
sm4IyDrpeHux4RsZWqS3v95GJiBhwGTT8KTTBVzv6Ow6oybmIchcdzrUeIw/RqifFu2cH8pY+zvt
U89vO3vHa7Zc83e7q42kvb+EYhyHQLNS2oxGk70i/bwH5d+4ZSQgBHAD/gln+GoPDYVb34wp6JgI
cR9JcuNjaGsh80tV9D9FHUK/F417vH9LuT/fPZRi2bqYGkPtNQ8uhSuv6PLvc96XgZkO3ceUbvqZ
S749JHYbfaR5dzdSVOJfGEJGehiKDnKSy/OuuqgPi5zlKlSLn6Jo+O4OtXhM6IfuJJDvbBer+xt2
ewk9hDCLD7nym9Eu0tJMqLekZjE96Ek3AX8QOQy7hecei2jRDkNpIFaRm+1DUpXe2XRj7yGNKC8Y
U9udtMhzT4C7VNLuzjmHi9gbzX3PYq9+I6PZYG7JMehVXW5HPacM15jxCHl0V/uuVhSvtUmpwc2a
o9cZEVKziXWEP6o+5xUPdsTi9GdEN3S41zrltNhZ/eW2a2yFD0YPqQpQkwMGvcoOtLawNNGrQ5DW
VvSguGn8VV9gg1qEtzcnsen6sntG6KcKvqYymwvVLeB3HgNnoYR5TqaiqEA5RLnwXaszXlVbCcdD
OsV7LKxbJ5srjrcbPX05gXS568yMp6YzZ7xOR7ttTpZAdsi3Jmsxd7pam4YotMgCMZClddHKVlp1
0d1iDFwXQogUpT5fUCnbCcMb+Q/vfck8xlubJGHlRB0ztsnsmWNQJTaUXZO5kNG1XZX4xE1kp2yh
tntjVVtuIvVA+Gzs4hXHliWA2Liy6DePmvd1UIeZY5bMLxqJ0U4c3lyeiyfKOQkwT6sImZaFVvZ5
OASlV6pvRjpC0lLoduGrQ4wc/BTvtYA2vxrAXjkVKyUa5RX/W05SD7ai5VUqixdLEj4M85Jn/tBn
1R6H7NbKwKnSpGaYFL2o1YdjZgwK7LHjjQtyRfetTCMX7415+g71pFmfK6Wtd8oJmybJS0j8eatd
zXTlC2peSsLTyYu1+EGMffklaVQ3gPfc+NzSD9o5AZv25CAFWFEKxO/swb/tpRhEVsUTL4BCmEe1
SedzjZDEk2KX9sF0xz9uB69tawywAjiQ6KTV7aLXlhfZMXBUo4DHHS3j5WvTKi1jPDZ6g+2i7tjb
8hQaJfIRBRCKctelp0RLqdmJ6/EBof7X/HosqVHMqfmfzHBtUtljTn8t5Vn2Zbp4CR080XbZ50xr
pw8wbE7/5VOB0yGEAEECQn+5mDm2h6UeaY1oShf9pcR2erJdJ/mRj2P1fcyyvebx5uZJeCovXbDY
a4CvFgpzHIgjQTvOWXpWwg61inZU2z9vO8VWqJLBQ77j4Rhe910yvfLGOI+ngLvTPdllVp8hpu2e
EbayDrdNbfrf/ze1fu/GuW4tVkn5FV7A5EC3p/YjrX9RQ/Op6XYZjbfuT/aPVxMPeZxjFT4WD1GV
usH7oJazH8ey7k9eiyrpAEvGaWbKKfJbSuSn+9fIG4p+NTY508alm+hlz+RIyhlzEeo6jW0XHdtR
6C9LDK7Ch0hyTzZ060XFCZOEVjT+ITG5NFhbVagMC98PCI+OhEvJ4ferQcu/dWGT/zEy93PKs1n5
JGcThV8rpfu//7BkyQBFf4sraD1EFbuWMtU5zQtXjRHdGApPVQ7OSAlgBJfq+JWQsqm3bW55LegA
oosUGIX+6HLVSmkpPUMmU9CPkT4fwiyzP5EgpW9VzjW547dbR5ExX9BgHko53EeXxrKw8KZQpWOh
osLxRXBGlIOqOONexrdpR4otEzjILte3AW1JCvK2oJidawBaS9Qq+3gQO4Fs68HI8Cb9XVJqsA+r
WyAVsdHUA1acaB4+ustcnfsGoRuEZ9LlqHVG9TQuJfllYYc7JfSNr8Z4IhwuaHPSDl3z+9eZ6iwk
8XQjAEJwODzrgORO5C9KW9zvIAxMs4mAY7lc10AVRUS54dDlCdiG6JtjFHPh50rhnNJS7x7udkb6
aZJRAbgPcP9VpLHmDt0dLSHHC5cIUrlozKqzkqtL/Kxrg9grCm0ENtCQTIOjMyflg1YJWDS6M8Ao
prNDU2juISSD+kmyoOl+r5r9P1Jfanmw3dwxd0qjG/7J8QaxynWEEOS66aCqQ+1qEQcdzuDssYFn
7zUqq3wnX9+0QnGIqxbFOdg9Lk8bTSWhLB1OAraieMo6PTrMZbLHX77hinImF8gP8zM6ApqXVkqn
WMpS9FNQCcv+Nutl+9qCQfimtCUGb/vHxr3Hk5FaKE1HQvV6HCEz20gotofb9w6M5ElnWgcvtOD5
HpNU6Ee3sbT7Dzn2JCUYlV/6nSsfcb0pQQaTZwd9+jZE8zG3lxfdyJvi0AMb+THw9kn8sqjj4kA9
rNvj7traXjnBDauNJOB/VxL9LbHVGK9pFDHDIJDXxeexgh/0GDfIoB7stpuanbiycSKoob/DhCmp
Q2hx+TEpP6TuDOY/yIQ3QOgYt0p/QAp0qU5aps/NU12l9QcnqbXofPvTbjirfAkRsanjQ9m8OvqF
1C603Vllxscojp3qpB+c1rbuhaXD08pZ5wp6LwSsb9gUTVCa85YKXlHUQaGa3dmKJeOgOrg7pq6h
ydhCXZ1QxpejPLTay8FsBSKanRYkFgU+f4mpkIIjidBRBYv0AkvDPJ2KMS3MAwUgqODLsFTkmGAX
++mgtXusCls7TGCVeT2yMIxfXn7bdJ7tmIqUGgioAP0+VYeTrnR7elfXVuDekhPMoLmQrVwjzYWw
piJPezUY4dJ765XOfdQcWPpve8t1IAC7S4omi3u8Idbf0YsbcOdUaIPZA1kweVrxq6nm6a/aVjrE
7M3kn9v2NlbFzKqsP0Bpjqiz/PPfTmHVoNZJD9oM5rma/4V7d56Ps2fEe4n9dUrBtUd1hfIzU/RX
kI6k1RHV0MsySKrEeB3sPnqxSyV+ytOo+ZTmoXVKY0t/MIRV333+AE7qkjqLrybBHZcrHHpHa0qz
FEGRhunJsRY68JCweF/u3UiJz4THnGQTpZk1PiczrJkJWJQqe7tJz0BGx9fFcPaeYtKVL8udDHSi
SSQHXIAdradPNFsITx37JrAUuzsWuZP7Yrb+AIhlUv0oTw4Ma37blJ/4DL9uL3AD3IBtSdBPSkFD
XF291S2Rmn09q03gKiM471gOihSuI45MmfZ+WXX92cgr50gd3jtauVZ9MeDeuv9rgkslP6SfwaW8
RowaI4WgpVZaLuUlmXyRqH12sJc23RN6uz6IMnuSKRtva6rfq4OROKDH2kLp6KvpzjdGzLr5aEez
6yEXas79MY30Zvl4e4uvr0Re2ORP1NypIVyp2daZOSlmUzMORrPkI1iryvlbzGlWH6eC1u9OHL+2
RvrLDDJPJJI1prMuDwZdobIgKrx3LqoHo1v0jz2hGjaVcrdOv2FL1kUgn0VmXZJeX9qymsgzoySr
AndM40fbTpk6LYv8UVl0beemv45oZNqM58CPxosT6uFLUwnhbGSHq6BSm/Zo1VP3Zenz9vPtT3Xt
HliB2pfZADla563cQ9WbMoyY4QwyRxPHsrKVl8hyh8BdEuVzIVptB0uxYY9nM4GFmweJw7W4XBYv
4dzrSR0YojMh+k+MfPaVIULdG5BAlh4ii8nO892LxBjvB+BDMlFcnXiGx5vCyOyay8GB8LZb+ucO
eMUprPv2JavtcMf/rz/dO3UMa5RquQwrXH66PIt7SsV01RBe+54anXKO5mY63V7U9U1EK0ySjIGa
tiGcW/mHXcIL0hmgUtS01Q4xDAOfa7hWHspo/uFocR75tVO6JzrOf942fH0GyBx40fLSo47LLPvl
6srI1EPIV4AhFOWwvHk8jL6mjTYPH8DKGnefAgI0tx4zQRLDuT5wkzMmFSPn1OyaKAuMOYkPDaXy
nWft9Qf7f+RZ8m0LTnNNjJw3GSgtN16Ccpyi6chIjpseIDSfvLs9kWFZEA4g6gHe8LC83LskHDO0
kHo9SKepeCnceDi0Ttx8zJAgPQ7clTvvsetvBdoBPD1NZehJqA5e2lOsKLWRIDKCwlZ0DylVo6wP
Uyga79GsTPvTvZ6B1gLHDEgMxQgoUS6tWQIQdsq5DhzR6ocFSoBzZE3xW5erys5GbtzipEKkymA9
OdRXjNli7PTcm+MuKIcwf3RTnSGqLO5+dTrz6rAUJsOx6hzlKMFoH7K+TkpGTYzZON1e8obngDCG
hVgOUlKFWR0GxUtjhT/pQT5k1bHr8kx5teHBEjsh5fpDQnUFupSETFLNrF+ZiR6mZWNlQwDbkEkT
SqeNCApeeYq7Udu5E67XBH6KYgG1JMZneI9dfkYgFVrRwxQdGEvkHXW1Hk8Z6Yl/e+euX7Iwx8mZ
UHoZcjBt5SwIL6X6gAxt0EyV8tcYu9P8oaMc+JC1Y/QVyFuqQLJszXtyHfLXX6aezKhRD2G0kJcC
s3GXqzPsRnNEVU/BMjbaQ1v34wPTwdmprbLsgwKX4t1HEGI3AhfT6+A8ufsu7XVOJlpSPCJYPBfQ
MaTduWxb85gwR7OT2l59OIh7QNUzQMCp4GG7uueGcrJGpngMthQa8UEbnXM7JNm9Li+t8P5gjoy0
i0v8ckGxVdgCzJIR8E76V3Mb19eH+u7bDSMSMyhRpISudemWekoDW2diM+haxc3XunBEER1SJy6S
B22u7P8VfeVNb1HWZeVjVhu5u5OobOwllH7AgCkNyCfsKnI2VSqyIc/UwKNneO5UxT0Yeqzt1Bmv
nFFSpEuVPyoeBm+u1ReLOBqMGXpqMNAeek3MiVk4TWnbV1M0yWm2x2i81x1ZCmhWslcK7/RHV4c7
CYcaBQ1TC1BviH+g4eN+KtTMfSsqPfvr9gnf2ELeyPIT4jD2FeVcZ/EQqENXC3qBPGM4dyA/GdTZ
ubs3thBtL5pYzMIhJLbmuEnMIiRHcKwga+3pS5yo2mGqKuWIImBxckYjP99e1VUkphHDu580wSYp
5zF+6f5hF8/eOLdWACm37Z0yo9aourk1qH9tcYb06ba5603k+gbQQVGIpyLFjUtzntoYXZdqVuCR
MaCiKHTEx5lWan78BzvEQ3q+oDBhuLi0oyYTrJpMXAW9lg4fikSQRdZVu3ONXX8sCm1ADmhU8tYg
fFxaCRsmXes6twMO3pNQi+6oWHXQaK5yTNPm++0lbXwpbhib5Jh7WY7BXBpTQ7dJ3GqwpHx1cjQ8
JUfXUi+h7W/2Jo02TKHCQlmW+MvVskazRWHneoM9O0GuACj6VRhOif5FrcI4nfSUpXYSrY1tpBEI
1IfKCW3BNWyvH2Ins6CHD2zq2c80vxzha16XP9iRCjy9E8peq2JjgWwiWR0Rg3/WT5raI4Oy7doN
7Kofz52S9ucwR81sHMTdiCLZzZIjCtBwMSK2hnl2dm7V6jxiKunQ+IChzRhOcNogw1lVuboT57cW
BuxOwlIoX2P30kmghiiHube9QA9h0OmV5o/ESfLHVtd3DvKGIRYmKem4Mpn9X+UBiSYiOx2GMCgY
UQimxB2sUyda8afZRcqenN6mMZCO/AXAEtTj5aqYLcuLGL1C2Cjs2vST0O3/UtocNAf47Z93HzMw
dLJKwSXGo3C1sDGO1Jh0PAxS3ZqOU1VXj8IBIqsI+3jb0lXKyBOGkpkhR+mk2toqegDmb2qn0cLA
FlX6nbK+9QLvunYqm2k+tmm3PNSRFz/eNiq36iJflEYlVyHE+5RJ1k26pcxt5HYxWiiGfs4c+rdJ
6u7xx1+faOKH1BJRJTYKXOzqgyVEp2GwuMWW4q9qXL4Bp4ZAtRKOPyfNr9tLuvYOjLmyPk8lm0GC
lc+nkdsofUIUjrQmPGmNVT5REK4fjSWNd2Bm17snTUl0CMhH6spy3b/V5a3B6/p5VCzGrJNFPYX8
yykjYzLhvr2mLUOg7eF5ZPNky+HSUB2ZsQj73GGC3Jwf89iyHgkweyIm1x5IH5VCmazM8WpZx3lB
c2qa3MKRlYjcRwYTEv7656SrT1bnfWRo7NvtVb1rB156H3MeDAMDCwSmyjTV5bIKpbGTpBmdINGG
tz4Vx7SeYbBn8G148dT+nJgt/ESUp6vFe3PKMTo0jrE36CL94epHkKe+C6oQ/FcnnBExQhZjqoEN
5x3qHXmTH3Sqk4+FiKHDrCBiPmZxPfuhM/Sfb+/Ahq+CEZf5ghT94gV1uQFppphWF1aO9FXhg4FR
Hhmrh81NZHtyZ1um+KiSNUJie67OYCVilHAXJ0hBwz+7emZTQqMFWI6hthPJNryVE/U+1Qji7Spm
pnXpIBrDjlYiE/8UzPv8K5zmbvpH0jmiCTcOcCk2b7V3PI46u0LMK8imOPtYOWP8JtJe2UlGrteC
DSQNSQw4efBmXn6hPKyX3Mrm9AVqX4NpK1akHsy4GvdoFzcMkXDLOIkjAjleHXHQv80wCjN9AVKj
Qgmh5EcIAHX/XoejMs3AKUbA0yGDcrmcRJnJwiMrfemmdjrBqbAc+sHUHuhoiP9gSj4jANkDHL2a
gTDiaobJrspe4tzRsufJdsLhQFNhMR7LJiz2hsKv7xhCCGK0ZARyXm3N0tkXkNdyK2cvMFtUtr+0
Rn1QhGW8RW0OYq8gDbo7KEuLkmSJXIMgpl7uJUoFcZY1Y/bCNgtk5r35lPKA2rmhr8/tpZVVUTXM
dMZjtC57AQHhwetrJ0emJTu/bpJ8Z0F7plbhuFKaSiToh7yoVt29uIvQPxhN336cnbm/t/JNwwKB
bPRkLQntWut3lk7NI8zA1BTBWBalo+O34HF3AtGmT3CtyGQbh1+DOBWKrGnVqdnLkKqKj6Tlw9Q5
kIPYr73o6rtrDyyJZwt9C9laXkcKJO6stK2N7GUkxz54xTCfwrBPnt103PtQm+uyJZCCxOMaFFdN
1VQQsrKXxFje8jw9Mqb+3MeadRBDuDeGfH0/UvSWxQedqVMJQbh0836YC6ekfPhSLVb8zWnbxfB1
lEw0P9Xa0fCHUrJpeNPQT8cld3aJD7e8EiIbuVaiPdDmS/u1ysCAUeTZi2gUA7+3O3HIwMl1h4Eq
z84R2IjCso1GVoI6HQPR8s9/y+g6FDdykXKmOxhU30i4qweK6+HD7Si8aQUoM11r1JvBvV5asWPX
nnrUzl6ScfIQ6DaTx6kb9qqMGxsHOzKZPUMXDhXh1dVlzKpObUUjAFcweyWhs0AyHbow3Tm7U2hb
tiRiRGIYqGyqKyeJK7PIo3zOX4Zm9vSTVtTRTycM28WfB6+aDn1dcW+Wjs38WQP97r8l00jaQSsc
lS49lKCvlWIt//ai9N6q1PUUn7tdNe/O14FyQ3ZGKCDq0Ke63PelV7VeycPsJaPE9Teg5uY0jkr/
8/bX3Tid4JyoP1L5BDu5Lq6mk9IksD5mL7Nif82M5NEFz3lc0DyMMn3vI2+5EjUgmr9gA8AjrTa+
ieNiqUSZv8S6W52bvpK0ETNgj53bfNOOdFZyVTnJuXqd2jiqlrlN/tIoYX6MoVP2Yycxj7e3bsuN
4HOS2wbmAcDv5Qdq4rFOur7OX5LaeJtMRUHpRyz+MEf3v6h41INxkK1zUGfrabLK8oQyDmb+oizZ
eCw8Zz7PRTydb69na9ekTrnkbZFZwmo9/0faee04brRh+ooIMIdTUlIHafJ4gk+IscdmziyGuvp9
qvdgLUpoov8FDNiA7SlVscIX3lDWbTpS/ywvdTBUh2otJ8RZLfvX/zAKzwuXo+qObA86L6iVohtS
XgBKNqfZL/qjLcD9/H+NslVLo/irt2ailRcY3lk0TwNR6rju6WvcWzHV1FWeMbyh29qOlzDFtGWU
EYnYqJkKk5sA3e3X53Jnn5HeAi7gL1pX2ybg7NSaLZpifV6rpMf2DeeD6Z1eWNXXdUmsPX3nu6Op
S0e1p3QQKde72kuzzHZRaX0eZvjOoV/bbhQbhXUYMlv/+faZuQoIQkGTVG+rT5I6ZZzTBVmfzc4f
H0ANF2Vosp4/jTKddp4x9buvM2fVRyUfAX2tCiCbu6fV57WeWkc+pzlQbyAFYzFeJn/W22Phxpl9
LLSy0yMfv9e9oOR2myifFTdQCBQ6I9trT5aysUGxm882TunfnRkNxNyB8fD6Yt6OAssJGVX2SgAo
eFusLfqlZz0x2TATV57MeG2edGNq3wrxAnSsYgE8VpS0xzYW1oy6l4ktMHJE8+Jjg+X6k9Ba44RK
+t47ffvFVK6sBOxe0sAtcyvBT3FdPOXgV1ZeZLVu9ZepdfYHYSf+wVg14293st4M0mN+2PjRaaTB
Q31pE+2YkK3XpWB+9DEzGboiEAdz5fNFUwaC3pumKd0533fnCfuTUioTpb55feL8Noawq7zArWzW
w2TxUgiZmDf0GGaeqOmuYe66X9+8WYgt0L9FTceyb5q6lYgds5+xo8gWd75o8yg+8BC/2YaMMj5U
OMCOqswO0uZ6ZgF9Oa+qdEZJNfDbbmY+WrHePbw+l5dr4vpoo66GZwAPpKJXbPELgZ/VeqIhoF4O
9jB/KVKrrBHtbvrhawWELntS7bw5rLJmnMIYeqOYI5nbqL45nY4sOZF5FUeDsar/baDT/D7IwN6e
9bTz5tAK6r482lY59iG4/sBBdTCrRASwv9h7tm4vX2bCRlCtbljV2ydYIkTV2B4zGToL4zaMC+x/
8VHGx3QoZLOr0n7nylCZEiB0paiEfunm+8SiDlKnTs/SWVz9KBA16x4DPen8BzceDOMyzShnnyfD
FsE3lPPq5IlfWFGBkRnVfZRx6xpMsqN1kbViwFuFTrzKBIFEbf5qCk9okb9acf0uE705vh+LeM6j
ftAX/c/Mrar4ybW7ZkZaAJH/b/PYBNObW0pK8I/8iMKlQYt9c+k7ay87fdCLc9FW5NHjmp3qICnf
D5TRjq/vwttAmkcTohIFb5DUBDbXa4nPCZIueV+ex8BeYH3J8tj3vg6GgN0TN/LN1jWg9iFmgP6j
ngNxb3O2/DYo9NiU5XmK+746SCcu/cOIdcVn08wdfSeeejFUuD5jsD0RjQcgjScxMvLX04tpONKh
YLgKE4yxDqXoLPHDB6TnHURBobsO0bYOPAg3NhJg4ZAPThLNju63H7FsB+WQGyL7ZfUu4rV06gf3
VOSJYV3SpUM9BruMoP4WZLm5HNrEM//BhzauoFQ7NZz7xNLSoztSq/2jNEnGTpol4WUsKan9e6ee
gn+oN3V5aPJ7grMUqz48lCg4Tzvf+Oa8oKtAz0tBE3lo4b1eLwIk0zpfmzo/T8toh6un5YciKPeQ
greAOpBe7FfKMorNS//1epihHWVh2VDeevxRjmtvIJzs1M4p7+MqnJLUDDG7wQ+pdhDgobv4MKwy
24HD3E4Vai9+0C9QGEoMm9+QDk1NeAs0HzEG88mY4+GLkabDl9cPzc19R1kNiSmFUCS/gU58PVMR
IOuAWEWPLGjcHlZ/baO8is0HR0/3Oid3JgQzk5cdpKJyZt1kN01jDVhfuP25Lc1fo1PYSLjgEfP6
fNQfcnVKmA9ZJ6VomNiqwHY9n6JKWz+Rsj9zFAr72EqO6CG2M8c6aN0wO086lQP3OFPq+E2Lr1jD
YbC0vVdEfZvtr0DbhOHhpzHTza2HoNbQeS5y21XXNO+dbMoflryaH7BldADtCi95qBe//KeYXX0H
aHRzC5KlKl0+qAaAmmhEXC/ASg3V7jFmO8ep+D4VtvgQi+Gb0/nWs56n5c6tpM7bZqLK45sXkyxM
2c1fj4aeaWxrWTaetaZ3H2Pdgnbe5g2a+llTxUO0zvVEvtz7cu8+vJ0nNE7VZ0dLDwzxViIK7TwH
CyMEUKoehc6n2SuYbmca6WnqprZ87uOm63Zun9vPypiqHUJErHBw28NS4ew25vFyHuRE1FLWs6a/
q3s8rrLDoHf+8G6Kx7X50LZp8a1pBrmeXt/dt6eVOIGMnbgNUSyKZ9fLrRQ7jHlxlQ6R4XwvykB/
snUJ7Qp3u52H+/a0IqXOVYv2MlEqbd7robgZzTaJkQMqzWz+aot8/bACHdpJZu6sqCp2AAqF8gtl
bTMhelhar5fcou5aOFqEyJc+hpoHi+VYN9Pan7GO8uJPPUniFOpUWqudW/Z2GxF4gSRmB0MERNjm
eppCGPZQNjBW4ZJqqhBSuEPUJG6VvYNAhEhnD2loj4Nx+xlVkkFqg6gsWhXbIDNAORC87SDPSTE1
h0TMQRjowALhe3x764bh9qEIDusJK6Ab5/pELgIVFgMKaea4j4hCDEerM5IHo13snez39irAK5PW
HRuUE0m2fb2S4Nzsulg74+yVToxOlzAHyCyr+ZnQMPtsGVP9ftaMdOdI3llKziHSqlDwwVRs0V8O
GkirHAGNBvPgPyL+Ea/hknX9p7RBP/H1xbzdrKCVWE5l18pVt71yPCWCVnaOeZYVhXR8IoyUND9F
g/jUKXfxKEkLIT64RjX/TObG2Osg3pkrmYniyP9faOLmSHqxWUDe1ZOzrSy+7JVOPB5Cy1ONIeTO
uQTcy+e6vtlf6gzKbJLMmBjj+nMa07jWMlmqMxSkqf7QaFMuwmRwUmmE7ogC23PSTzI/JIYxDE9c
l7oXmUNqa3+UdZYnXzsBBfVsgx74Og0IErbR7EodLbPZrvPhMPqxzI5eoLRqsyCfym9u7NJ3ncpw
qElQU3bRN9LKPlLBbiSXxPZCYWvFCX2M6rngcfdPxdINX0BBaFHhIhVcTcmfvp1OYZEh/IC1t1ca
SLijCBHaUyeipnTKMRyKvmqiana9w+Cuv7vCad7RyvSKj4adGRamU1P+vh695TFwSvtpGJ04P8St
fvK0QA5HbPJyWOZyHAIgeMjhhm4fU63VW8vIO35873/sy3bqoyrokjkNLRC4fjRogffsYN4JZWdc
L5VlzmskxKr9248TcXoCOfmX8iaPoyUzgve1P56yGVQSUvBd6Auj/NKPFvmdLydpRR4PapjILn2w
kJkUEfms74bIm/2qY8MKRxNB3tidnaNPyLiEsq31FTgazhtrbEkQTk57yLyEY+KjZBTGsbtEM64g
Ihob92StJdqRdq0ffJ5RLYIEB9S8zvGp/VvwP/yy1w6jzqFfCzsUgVnUkZWnaX4sejGIZx8dqzlC
QLFtw6mQgfdYmiOkcreKnfEhS2TVH6wCOZIjrh2J8UiVKf5h60vaH/g4ghNcC7HwU1MpqzAdUISI
BlvXxidhJPV60tdKDju3183ZAmIJJ4gSKKqDEGE3D5EUztJi9ggzYfBTWk/gDr6Y+ZDb4ezpw9fX
L5Kbt5X3FJIVGFkbNRvukuuzFaStYc62sM8aVcujk4vvZV3tKbHfRMJQYyD4UUOmDYM20SYGTdw1
1/kmPvdxhm6jRWkmiaQtB6YkS/+TvvpNHPn21POtW62oP2p1q6c7AeLN+6p+BWar/AAgYjc8/sZv
LI3mpX9ebJ8Od6LT8wv64Z3T5riVB7hMvr60t9+RABfVSAM3JCprN1YmsxiRkBVotxkDCqFesmR/
p3UctAcK7d2n1we7/Y6AnFUVgH6zEpzZXMh6N3Z6SgXnPJl1EXnQyw5L3ezhqW9GAe6uFF6VQwv4
5i25kVqykyRcGOehyXG8tLtkSAHzx3Ww861u1g4RBDJBuLweI5InXG9LqymnOK4a56xhxuVGpV0k
36bJ6v8ZnSXbAb/fGQs8Mw+ZgmKhPKH+/X8656vTTOmU+RaWPUMnIwTRBvdpzUvTOODkuavF8vIp
rp4zIFKUOtD2I5olXNicBm1WdaNKUFJM2klQUpyCONSLSswfgjjF8nTNq+AzEJMsezQ7k5q3I/1q
enYqZxoPPZ4V7rsmIWZ7llhDZjsrfxM78evo92E0oLJWFuZ6Nfw+KXoefngUFIOPODWl7/peX0D2
aQ0Fn8Vr31U9bK2dZPnmcKq8nw2s8EggbLZaaQu9swQHL/e8Lqn3UPVBOf9Ilq70HkQbT82RXF6+
tacOpYK8jYIgsKvbzdwVWTzkImm4Z6ciPhW2h6nYIP155x64idXA1dBJZWehTQFxabOiwq5Tf4rz
9VzVRnzM4N6H+Tz9Dtoi+OpZK2IGTWx/Sup5r1d4e1qVbiulY/Y2v+CltPSfjW3lRQFPt9XO02i7
52Gc82eAq2+uPVKpgTYLmhhhIRB6m+hMOJnfG3EOUh+/F/axM37zRBe/l8GuFc/t3sTAEctsSAGK
fbNFggaVGMba6wISwaL8LITnP6T16J86fx4O3qjH/7jFni7F7cZ8cbfgw9FLU5ph1+dBjGPWrnSI
ADCn1nuypRJztNnwyoM/rNr6kGp9Fbx1x1BdpSkO1kMl9+yc6zFrmhW17czB2TGM9vsoF+/Ryvoq
An6DN7OblOVjV5TFX209GjvBx509w9C0gZTOPCKCm81adTOF2MkOznERm0e8oa1jUCzW/zIKHTWq
fawoxOvrCULIygZ9cIJzReE6nLXYDgd0aXaW8fZix06P14pek6qK+5te2qJPY4EKc3BezLiJEJzy
D3079xe3oUb+xueXL8YApCdUR/nHzS7x2iWYpAukd6hy4y9qi+27uq7Sf18f5eYmYRSUWrmaQaWC
TlZx1n8OtJc2zSgDtf+pgctfHk4eHyw51POvck39IdI84t+Tja4ImoeaUf16ffh7e4N7lmOgIimu
luvh17YReiOSgIcyzqKhwqxEl2LZeYBugkUmyZUCt4MxoCGrX/GfSZZrK2d0SvxziT6GfXBTbwA7
V8hUhKLUgzzMcMX6y2rHTtKrhOkISqCY91A2d34FqBSb0I2qO0ocmyNIDA5ZkTTrPIjJd46mWOoP
QperHqb2HFysQaRBWOamlAcUwlPzu12lWBG/ecGVNC/NUkpCeGtu+iyG1nA7iCE4B2tWH+04Rlks
qMedUe7ccFxtRFkUvaCkbevUWuzNrdn7HEZ/qkM8zH82sZGFhtX8NFbv7Q89PTjg71yZqs24DVTX
LDbzFTVROHKT/h46R/IISHd8b/WYqXl2vEfUvHMJqFI/sapqPkNuvN5ObZGklN3y+DxhfIcUAeSk
fM6C0OtduVPAe1mp68gOUDCBMcwQPCeBt16PlSw6qiK4dV6GxZfDoeDNVHI3+KGGSVFbnxaviMuT
i7Dtv1ODHMEHN0j9LNQGtFLL1JymKLXQ9T9MxtxO35u6GLpvuiyItFMUcquwbv3VO+hJkDgfWpZ3
+WA0ONU/SNtbfhHWOdVDNdUiP0yIf+gXUY1+cyjWmBbdgqe4OAgX04nHaurQsbbmAVMIc+Ish1PX
j+/nUUvsyPBkboRFIJL8oy1qD1yM07vZQ0s7Y4kMmBjjYQIz6R/KKrbs4zws9d+lh4b/g0x6a+KQ
2lMTBZrh/Jhwma7DORjt7qDDRAF5pzV597harmzCLnATgZK8upyNQi7r81x7yPJ6LZHZzh6/vTnJ
PgEwqfxIURQ2tdWp1wVQdKhVfqJfZm8yI3coLYo8BsrrOXozHxUw5x1N7D1D9zsxywtxknuT7ALo
w/WeINgFJNpyuqBcr0e0N+aa1qRevBMiE8fCt+RHIy78ZCeevnNXg2Og6QJtRtXMNtu+mBHHnNNR
O+t9kPXfdBxN2ISzqVU7UfTtygLZ4uIgr3dUQ3izslD/5tTop+SS+nH3ueqmODs487iWj2Mf+0Ua
mvQsx9Cp/c77NPmQBXdKoXdmStoLDQlZcdpbWyoWrpPe5HUJ7EMh8m/NqttHq5ncnSrkvVFgbCrp
cnWZbPlOS+Hit8pRPs+rnRyzdMki2x7e3FRBe4PcnXoMsRddiE3EEgQdCcsAqXGY+noOTa+Uj+js
LEmkdfWendztzuQJZz6InEIhA3N3vTNxYLTnrqmSy5As4jJh03SYFvZkWVnpEwWo5gfuWnuOsrfr
CFcMTUra5sRJN7IAvVyCspn85GKQT0bB2CcEZt2b0biKf42MIpUtpemzxfwWdBj6KXWTS9YnxpNd
+cMfAb2NMDVnyq6vP9J3lpGIjGYyBHOKFVvhRgrPCUgjK7nYhYwad/wbbRT8WZrxyaWKdfC1nQN3
+6AxN5o2gD+VdMlWoy/zSyON4yK9BLOvJ2FSZmVEl9D+FnSE0a/P7TY04Cmja6ysmahYbHd9UjSa
7LC/vTijRwtFLj9QlPodu/oUwsLac0Z6gZNev59UvrBWA0ZNXk5r43pHLh6ySG0fa+fZ74w8Eipt
PrvOlOg8Fpmm/4yLiZsTje+0iBLgSkhGAyprHiYkofRwSEvDfjAKxxmPIz2Xn8gT05gYZ7NBxakZ
fS1y7bVpf7++SHc+iBJx4vfSdSL/3Vy1LmrrnjV0LqLyKMvTYf+dA556zsxyJ/6+vWqpGMFV4DZH
o4rizPXyrAHP4xQU7nkEsgAJkr7SZ4KEZY5Szbc+YOUgzkvVuR87Ox3+fn2Sd84tcr5gJZB8filc
XY/t21XhLjNCA+S+2SkfXT2k6hfs7Lc7S4lgCBuOVg+omi2wSNLfnDoY0ucs89x31arTtICBPf+A
bhJ/f/uMWEWIiyQzCm95PaNuKU2CAtej4rTWx6Suh+fW8vdu9HvrhtAFQsgMQRVms6W7fKm7ekn9
cyvo1bSAEAg37L3w5s45pSRLIx5fOKXgt5nLYIH9GlC6x2Fm/lPr5KelVUKL5A6h1SGm+faVYx9y
MXDNkqdtnvw0b3NHJpN/xrjXfxRNbh1bzdlDONzbC4iEwJ6i74/OymaUdjIrtDE7mgaOt/yx0iXy
SXjDGVmIf1+fzy3GCoQVSlCgmF84FVsXzqCaE7fRTP9s43HRhoj/1OUh8MX4VDueSA5WX8w/mok8
MyTwzxtAaOOQRbqLPNbx9d9yb7/wM3D3U/kvmNzrXTk3fj2WQvrnVNMMsr1kjWy38R9fH+Xe2vLu
042h+hkgn3A9ytCnHnwblwlP+RRq7jw+lHEtQk/Oe/nXva0JNJwcVqkN0Pm/HiqPraVtLRoTYCL7
PypfH8/mZIvvCFuaod+YwafXp3bnOVZuqqQNNtENZ+56PGGus1OWbYCbyChnRcHoHhtpgKRIm/EL
zdkqSkX7ZgF+JddA7qxUCOiQbBFy2WA0xrIocRQ/R94oFtq7uamao+92yf9wb6kmOK0KEhq0h68n
OMPMjNOY0ycn2qWJMXrRINs9B7p7+5AeDIBZfERU6fN6lC5L0tnp2YfGMszPWl2kR2j4e9Hgvc2h
RO3UuYM3tW2FJOjeJm21cDtO7Pa5zqaPWdrU7xZPrx+TpG7/eX1z3Nv35MVK9CKgTrcVfWvNLiD3
5aDnBFePa2I4X1cdYUQ3ta3T60O9fIdNMEP1CETjSw+QKV6vYOojoRRLPThbzoJRHD+n/CiC0TJC
KWd7jCrPE9X7vm+MNPQ1C51Es+ukFiaNln9E3c/6Nk5ubTyvRVF+DZy8/JbYzvqjRYLlRx0360dY
K8nP3B5zPWoG7TulUPNUxTmggyGY24c57pzl0R7bsjq2eEGju1+U0jtyFowfdumP+mHw8xHHnayi
tmYUlb2D/3shvW2XQGF96Hkgxcj9er0EXgJzU8SkM2aZ+kEXluWiizDvLQC/iGU4VJloWS7JL98s
XevPFBt0/2A1jg2JMgPscNbRhK15wwBqfJ7L2e0ijMySR3gZLeZHfS3bUzwMefxU6+OQfrRLrfz3
9c94u2MUiwaaItAswvuttk0PV7kbaBJdWsvNvs6ZHYd+IeUFv6Vx51K+E96hPAGzS9XflfjA9WqZ
qVeDguZSXsxKAmYwEwNByXl57Ju1KcI2m/0nsazT0TCb+O31AovCMhc0mGZKjlv2lY4+lmypYp/9
BqZLkCM8QID99jiF+IT2DeAowliQdtdTLAoHYtIC03wpFkkNjlozWAxTjNUhr7OWwFWUb28lE0Mg
kIXEE3jUm6aR51W9rJcEJuNAcckd6uwhbzotXFoszl7fLLfXGQhtrjGADqC29S15R8ebvdJxb77k
NIsA+6/DEYymePKbxTo0RbnsHLDbSxrAK8BsnVExL9wCo5IktoNhVctZLtMxpax6wM5tLyS5Myt6
DQjQ0RWmzrP9aI2x6sXapOXFKbIVh077YS0p0C1VfNL8xdsJLu+NBoxOCZBybSBNdL1FZuLkJjAb
sBlGIQ6d3ucnszYQgDe6P93K6U+vf7IXuuz1HYUaNJQSKLuqWrBVtCwWkq0um6uLZY1m/kBpAmSV
BoFveIxtv8ov5dA07fNiw1sIFwn94DCvTmBHqZ7bv/Bg9v3jrDdDeXRlD7LI69f+/QwPA/Rxkc9/
NbrV9NRNq8yjElot1V8rgUJ/8Gcx/LJbqsWoEQjvq2PwMh2qpQmyP1JAMfIjQczaH+DEFPrRLJDz
OjZaIj6L3jW6sJtXsw+rhdspsrpF/k7Y6FMop9H/6IJaxWHS7KavwrbhOzukbvmD28ATPuwsH19j
s3pkaWQdROrKyHXzyC1aakobt+0LHYw0Miw5HaqmksfXR7l3CStgruouUxfYSpkZQFta4XT1JdEc
56upLf63eI6bH6OdvZmVToeApit/UecjJlFH7j/dJzNYuJQ6UV/0xHRC9A3yozPqe5IvdydESEB/
lZ7EjWxf5omgBKZZX1Zk8k9IdWbHGkThqRK7CcW9oSC4KhIC0jlkFdcT0jQ3Q/2pry9pFssHDU8R
BGK74qGFhLHzme5cRyShql+lsOnAaa6HSuug0lLNqi+ItIpT7/rxyaYIvLPl7k7oP6NsmqDUm5u8
qZb6oqF3/peYgdAMk2c8LOaa79yv94airqcAtlR3btxShqwedNS/2QzD+BnfSPz7xiSNlmXaM2i6
t3T/DTM2QX2xFDMQQ8KMJDGLMziELCoDLXh+/RzdHYV9Df+S1O+GqJBYqd5peMRfLIyyQ3JNPXK1
zH94+ygMAPiNNhjCRps4ppum3J1Mq7mUpRsfNfyJjv1Y77lT3vk2MFqYBrEKxf9t15KSQZp1tVFf
KlpNIQ3x+bHy+89drJVvbjAgIQNoFdwiHX5Sos22NqgPjcLnsNbLlNEgNZKnpBD+zse5P6H/N8xm
C8SpP/rOoNeXyS1/G7lnPpIEzCHaXXsOkfdGAg9B1QuWp4W47PWE0Dps+lVo9SUXmX+CotSOUW4l
zkcghrm/857fGQwCJEkeNx07fGtzBuwry8vebS+mX04PWYaMStN25c+28/YkwlRosHmM6NgjaqUe
I3af2v7/ubu9IQnyoEu7i5LiQG14MT6M4+qeu7UwIrPKnEvp9/ZeAHFnUKXtrbRRTcrsm3ilaTov
8aexu2ALrE2n0U1icUiHYPry+qm6BSTgo0alRsGnX0pi15MryYrMfnVrMo/l4zJ0iG3qv4q2gUqZ
P+eNlYXJun7Bsvvb6+PeuTNUdUyhkdBKgOxzPa4/aOuSx0NzoWpVfe9WkX3Ed6c+7oyiLoXrb0cc
AX4GGTmFkdtCHTJXzmXKib5kazaan81auknU2lz01Bbrtn/w9TgXn+bWSu13wgEeGI72lIxRwFuz
XPAwztP3pqSJ8TxW5hK8q6dk6j8lpsiadzJGiiyUi0wH1PnF9A04YPd3EOR58tzYMqnOLkVa78ES
eMhjH+q0hDEJn/wYdAAwgetBgTrrILGNSJ8H0qJZ6PGf6WxXbqj7a/KPNy14JRnt1HRfZq+Vn0yn
KqeTLG3tc0mpCrPZIc/+Dbo2nQ5unJs/jHac00Pvza7YySNvTxxLCQYJAyOFpdx2UTTkeekMl81l
LaGNe8IdI+HAbSgKu9k53Leb43qozYlLS9mPmZ01l9TyiiNG5+Oxg9775iPGKBS1FZqLV3hbSemW
BcHEoCMHjxPtwcgtK2pxh/kfRqGqzcsFpxlPS/d6owtbpBlGbx2XxCq9x8lKlxZlidXNdxZN/UHb
rc61px4VElKy4euBFrZa7PRs9bjojKj3l+HQLTNu8LbWiyfciaWxc7ru7QhuYMXcpbRMk+B6xMEv
s2kk6b3Y6ej/dry8+2Y1Y6OHDq2InWV86XfeTA+0KS47hII3rE8vSAtLG/sOvYDOwb7PKYb20+K3
6Xoifep/CCMW7Vd/RWmKipRr1IdhtNflwYn97HuXVa0ewkPW64Nfd3kAQcCVyBfLPv1ZQr8IIr/j
7Y0gZ5gWzdXAmaJilOX81bWn0gvHaXT8UyrhFYRirNfgMxd3sT7YyLWaUSKSEUIxNbE1tP3MsR/G
xO1F2HCJigMOzVKLktbw1hCrP7M51BiQJX7oU6EQT7q3yOJg1mlevPnph0AJ6xChJTBvtCGuvw+L
oByLJN8ny9ojRUrtWAR5EfLQ7Ykg3Nl8dP0VEIZkl0b8JkZv4OC4Y2t3l37F46McJlShB2uiMyX1
B1kmbwfXo7iAtDzKW8rydysp5iVmSu9w6S5OXhd/SYTFRNgmbU/jWsu0PSzynfuIqSllaISYVAfx
eiEzlIPcNmM0XZdDBHEsj7w0NnbKPLdxBnPyAMeCLVXYiU0VK6DQ0heE0peFZs1nNmnzrRDdfOCW
KsLZSuS7Pg3Kf15/Ie+cYZVnewA1Xoojm3fYmmVhZBmDOuVihpNeCs6A/9uuZnn4H0ZiGxLPsEmQ
a7lexDrolrgRfndJxhU4HjoWnfMhqzBIOtoZT8vO5r/3zQgw+F7ooVMs3wRQ1KvyXEfL5yL1OT5a
mCB9MAK5ZxB575vRgFJO3Yp/tu00BLmdx07V9peg06XztwM1bQ7LIcMtNG/9Jrhg9W37R40IbA9E
cRu5ATAkfmL3QwYiC79ez8KQOM7OXn+ZzKn+s+B9XpJQg2eohVrSGEWY1sOIsFGeFzK0Ek/rw6yw
Unfn2bm3gSA6EBHQnlKiBNc/ozeNJp2Gsr84RmOf2t5uPsWz3X1wZNY/vb6D7n1SGiykftQ3lJvQ
9VBjhtg8NjD9pSuCKX5InNR0T0uMAsHx9YHu3WYYNSpkgqIVb/uYvTAQF3ccvirkzeek1EZwId3U
PQfmKr+5wC13wDd3BkQHjfasOv2qoX89M1eTEnLM0F1ybwLkY2V/BWldhH5SZGCU90Bndz4ZlzSV
ZJrszG9bT3biZAZywbvQaFb3KS06ccyGwf8k7GUvaLzzydR7QLNPiW6CkLyeWJtjwmXOXC8gBwE2
F3oZLvVkv/17IY7I8wPqgiBr23+rysyY6Svy+vCKf6HWIekAZY353pkX9w9k2fbo7bc9FWpf/2/A
bfdZgolAscntLmNjlMQi6aemLL9IwNwgqt+B3fq3C5ydDvS9pSSVIZOh60AQvnnNRVazhJ7HJKVm
9NG6yqCKkFYy3l4C4TJRQDcQQVRCtjenYcVZPZL/XPoAWmrcjloYd0YdzWu3V+e9c30yFBhB+Fnw
KbbmUlq2an28VP1FtBa9dF+f10sQF9lT1a7F85qb47HS4z0IyL1RyTypVQCfgRq22ZRe7HhxvqTD
pV695FEUg3FK7Hk8CdMWF3saukd3rvYilvuD0sGh74ei57bcM1dFEthl3F9qOhxPfSen0BSxrZTt
+kNW8+6WzW7n6Nb0mnVF1xxADbcmVZLNI2GsVg7ErBkuk+y6/hRrRfvks9Sf0BsHues2Q40ARVkf
et0qwFT7bnGBkIQXW+bAN3/9Wr1z7wCeMGB5wE9UMM3ryyBP4I7wZPNjahegRrccRkDGUYJl7A6s
9s5io+mH2AUsNbjO27cxnmTZzwjeXeZhLn9llp78iRVj+wxLP/8YWFpPENIkD69P784BpW9GhxVx
Zs7OVhLH7iYiDbsZL5oti/eyrr1n+OT1zigvefZ1IkQZAclZVbFBtXc7NzOYMeK0WUW3a/tjtRgl
4vi9i1gDzqN4seaw1kt5KItsfKZBuR6qsVwPZlmL01gJ1MIQYa3e9mUhluOfoBrMqpVNOXMT/g/S
nd189MRZ96msWHFbP+UySM/OLN/IPlRDATwnW1dOw/xtM1TWZgBU+2w5IwuphWZgJCH/tXt607d8
GUWx5QkBWGdk3a63aomNteUt3XLWrVKPUkfvT4Q+607Ev0UyMIwSxoO1wkVEc3JbWoSiUIx9lsmz
NVAFvpRBm/YPc7963IW0CUC5G8PQPLZ2bVVHF7vSX5k2uBNmOJNAq4IW3m+3zGX9qbZSmVbhmI3u
zwI+r3W07Nq74NhqNMcCkkZ/HBLde6O1jPr9zAD2GH1wLEu2JRT6qb7Rrs56rheXyj9cjITfIEBl
VVa5s/FfrHf+s/HVYJxpoHs8S+z8rRJuQCXU1sfcOreuAV+MClmPfPCKDgn7gD6/i27cUOaPOUUz
MywN6sMnLMH0LjLMvBEHXISc3wOP0fjHXLVu9iHRi6k42F2dIpuqJfIhWNfJCwtDE99Gc+4K0q7S
7c2wGlvfOg7Z2BffJkNq3cF2xGicrBS5EsZe82ZnspurkjaXjn4OFkRK6wvU/qY50MYuJWbsqS7T
5CMlIcQYjt7yc5Cm2Imd7oykuirI7VHBoeWh/v1/qtvVCPXer8zhQumo4wXW/7S7nlZRoh1eP1Ie
f9Dm88GFVxUHam5wDTdPkQujN2/Lwj5bAeIu8Hny8SA1PYlKM3Y+TVZW/d04/RtdXtSmQdJawagt
pkcmeD29WaCRorWmdSYDM9zQBh35IGH9VaE97JJyNi/Ay2B0CCDaw+SgSKqW4D9r6VjDEBS5tM9I
hlncyqk8QKTudxpHm2SBUZTHBi8A545MaDsl+Ppm52WefV6RxnyypzT5YpW2/87JDPmI/e+8wz+7
Nx6ATkXm44izGa9nlZXBgsoHoglZFrshsKXm2XCz/MkSCXiDut8T7NsE1y/z82m44CBCzQpC3/V4
8RgMDTpRzplflP5E6W0+tbSrnhqIimGDOs97+vPyNKBcv/OMbcOl/zs09iwvtCOgl5sP+H84O6/l
uJG0Td/KRJ9jFt788fccoBxNFUmJ8icISS3Bm4TNxNXvA83stIhis1Y9EdNOEhNAus+8pqtNH5Ir
HoJCS9uQbZkc+kh+61Dqup7SpDy2hpNuG1KyQx4FFS6XAX4Piu/+8l4525SLVNjS7w5IPnGfX63a
voKG3VJDhC5duHsKD3ITwTvZak19qUW8KiP8eOVF6Q3Rp0Wsa51Uj12g17OInduWiC0si1rfpmVd
bcup1q/MdrgdBgZWfYn7X1LHF6o0z8w17U84O2BlYACs7TVLeC+F05v4UNazuxGpOR7YQnxYJ+sR
AmqSHTx2ZJfyQV0499bo7OXFnwy9WmZD03auJhL3thVi2vWGQnIk151722y8/QzCfhMx7TfjVA2b
TgzxwY5/EWj14xE44xfNLXjPZ0RcG7Zv3viZe5tmpbsXhjFskk5c1PpcLounJy/NL8jq3CaIJdDt
W20oAvoajVP9Vhiu9PZjG1Fk6AU2iLsxTfQ69BD4bEKzS417uxOj3I49nbNNG3hlv5ldjM4u5LLn
0w6Bip4ICuJks+aa0VqYSH/2haXfdklzO3O1yhur807Ez/h2e85dhl7GhVjr/GymEME6X74zwIv1
9QPGWiHOafMRSqfYaXpihBgZygsnyPlu4ogkQF3glvQo1nXpOS8Erb3IulWDM22GZhivO7C826qI
4n0NIBqd+7n5jE4VBflkvKRQ98xLLvfrgmeyCCvX+bRQM6WrtLRva6N20DwK0qMHoOHC1nl2FBrh
nDuk0P4aH1gZTtkW2mTfEnfrN3z1/E0W594FR6QfuJ7VsqVBRwTEPUeJel1ZbHATRlKv8W71OijG
W5HmRowEmgDWhidj01V3ptZ0zgnhxj4+qcwNZGgnVfzNn70seuiaZtA5uTI7h5zndWgcJBs0uOpv
lcJR7EqDRqg7YdlG3psEDLDaIAScfkh1H8074TgCDKmWl7r3IIyim8JUUXjaoJSRfdWtZDSvbW/o
ESzQalf+opAsBwPnPgcU3+9HerA6m5wEeJ2MM/tWCr+6E+ibw6X28o8v3zLnERk3GB0bGikofrAR
n54LlFLtBtkB+7aKI/lY5nP/GPs9dPlRWDsaz+O+1cpx+/Kgz2x9PB8WfCmZFcf7alDbjL3OnPHO
bYy+uTLdUsPM0LKuiCtsfOSCdNcGfrZJepFfkoB4Zt3SGeVCpSNGTXJ9u5tFnWLKg+Mf1mTjFuUw
Z5sP5SXB2OdH4T5DwJni/vqg0XvWKVh071aOqtjRmbJv8F+7VKL+wVlb7Q6KScS2lN0XptkqQ0iN
FkuEBAZYhsQgrjAaeMzJwJ1Jtt1euFn+cc5160FOevoYMLWfueuS7dh242cktNXDy7P6zFJaUmVq
8xTnqSuv82VRYP3WaRhXAlm9oSty6nK8hHxIpMkQybtAs7L9y0Oex0jUsxZWJ6wLKE3rwCWO48aB
oo0OWqVFp34I7F062d1VZUv9wql+PqXMJukRs0lFFMWlpxslHZxYEAtqtwWIBzdUg9eY29JzM/NC
aH/+TkynCx4GahMX5Fm5zo8kzbFOu9VaKT+W5Pp56InWfBtNwSVd0fONuCwdLoqlc0UhabUR6dHp
VTD7jBVllbfRi9GuwjL3a7EFCJV0oW63abdBtEdZCOpn5i+aT3HIOWDfSAT5O+j9dRAQ1PPcxUYV
H7Gb9sOGivpWSvHhV1cJg6DVShJNt4xC6NOpS9Ky720kJo9e17hhaXv9G+ig86YaEvdCE+e5yQN8
8QOcyOG9pqUYBnNW411wrOvSvGqxetiLvnRu6iQ2Lmy3Z4fCzZfoCSMH0sCnb2VBYCQl6qG7D9Wr
NrWbK0rJb2evEBcKqecrH7kakNGLawjApPUV0QR9lsRdEB/7TtdOvT6Wn43ErrYvT9L56cFdB/wM
raMfIj2rSRqiVOboiZZHr/QXm9mh+tD2nfjSBE53J7u4fxAoBF6YrvNXW25ZjqtFkgqFsVW7vVS4
hOVuClzRB8sEY4h/hGXnfXn53Z4ZBsol24sIn5dcd8AkPAdu7r7BdK6jr1HY6d3AlXz49VFAC3If
sI+I85cv/FPlISHEySIBOiYqhn7TAMXcFKVxiURxtuwIngmKwLEvaujANp+OgobsQujRuqOZj9Gm
cLk7Y6PIEeb4VeTyDxMI0NFL8Wvh7q8PB3BwbZMDyLvtx75/tGan+TQ21i8CO36MQrhuE6uzAs5o
1OS+oyLjR4UtTqfHakYZdk7d/kIke7YEAI+AzMJHA4UrwoLls/40OR0BDecQWi29NOrt2CTxNpgv
KiCdTw6JNHUn/kdvC7zq01EqBFECJaBaIRtlGbt0dvNDUAbWtDUb3EJeXm/PDUbnjF4OQoALhPnp
YK6Np0JnRcFtOs2Je135pqSSWpUqCk2YuRcO8bMK1OK0udwSFIW4L9b3b6PNTa0AM9w6tnBDt+jy
sHaSnSbLD4mqLgkrPjcahntkUOxZuq2rvSRHDcnteI5uQbKYn2QjMfPMG+26J7OLQyd2frF9zSpc
uPXUtql/0NJYJzr6MOiBBoTzaIFo2oqi7XeDU6kOPea+qQ7Ek78ox7eMuPh3AdSChUA1fVURSIvY
6Sd8tvHbHJ1vqH5oDy114MeXF8n5ul/2FLxlzlnIUD+qbT+t+wK2rUErShxRdDLfBE0k3kMvEld/
ZxRCM06KhU6xepcKEhKaV0AMAtj2O1ypKdCJ6ZJm2tkVRX2YyVnqJ4vg5roihz0YXghuPxyDavbu
cz0VuxEfgxsrw+gpdye1KxrjFwGWTBNZIM1xohcUJWA+PN1lhd06GjrRwxGxunJv1Hm21dsBwWiY
A9uXv+IS7T1JJ1ZDrY72waHl1dITPpqlPz9abmZvVbKgvw0r3aaFzB8ClRTXuZZPu5dHPs9k2GRL
T4eUkNyMGuTTt0Tqz0G72xyOcuyS6zwBXWe7Rb0d/Bx3nwjt77Gbw7qLvIPotBHBc/hAHXxfMJNh
4XflhQc6P9sIGOlm0W0yoDOsZTL5CM3cymE6Gj5uKmA3tXsv9audRML6Qrz/zKoC5wcEeennLp3x
p6+OiKqwejuRx7HLigNcSTcs+nEKDdkW+FzVajeKxLqwYZ4dFPf2hamOgfuaWkBvYSo0RHeOmGNW
NzEwsX3e2OORQr948JAu/5L52aU+zFlhzAT2gBwydwZ1vzMgEIlMXLZ1Ph7dRC+z+0xUToho2bdo
Mfma0TzfFOh5hwOAIeMwOt5FkddnZpXgcnFuQGZrqas//dROnY5d08cTunPRsJeeSrdijMlyhlhe
X1jRy75cbSaKmosalbdQktckojGgtiCVNWE8FXdVWMWt54TxkBavjHxRt7EyGX2ueMs5HAwz0bZF
byPnP4+CClPUZrFzYXc/9/JLR4E5gGtEu+/pyzcDTW4kR3DhK7H/85wx2PSTdgj0sj1cePclbF6/
O0sZQU+iav6+2s3uYmTiDqk8RqKRDh2S5lVWfDQL34Fs22Tyg8cHhy+RYjYcjhiXhA52XhdaVsZz
L2yhg0h4gv0IothPX1iHY1uXIxvLHDswdHkQDLvGTYKTY5bOMY2NT41lojSV1jL9kOXiOtH9N25s
J3mY+90+MEt708SoHBxSga7hhejpmc0A44VpQNyLvbBOSgcFH9/JdcnFOJjOjUOZ2NkI6uFeWDhq
NsPUad+YIjKTrY1MURpSn4/VhdbLcw/BnUmAswgQULd5+olSjPiCUevlkVuolVvXR86xdEV0bWS0
YvwgHzYi1r+3Xlt8mvwezdSXV8p5mEU0bNPI5MTnJFqnLAgst0IvOIbSoaGLWcg7EyPOTUm0eiUa
ceFtn7nfWAesBZI9GmtrM/qywezByzJ1bMuku9ZF1JC7CKgZoa3iO18vmxBh+O7YEPtdSpvWAmTL
PY7KA5xFTBApeq7hglGaJVGbVOpIXbTcd+gV0FXxsXHJtOZBixDAtHoHCw0hbOEjkNDWj4He4QSS
BUNnbmscDI/WPHWHuBimndm6n6t6rjdW1VyKOJZ9sdq9/8byEOn8YMo/XRS+NnUmjh+g8Jib/YCk
Rthntn3hkHhm6S2Sw8w++5PG/CqusZrRaOokVUeM7pI7zTQBalSxgbXAbO+GKVforDni9Tjk7ZfC
S4f3L6+8H7bmZ2+JtJ6Dow6UpnX4W3rIozfcOYBHBnmYJz/emXqiIRyBJm9bR8OjFQf5m5gjdeM7
QPP8WGvCpEjtfSo1b+spzwpV7BibLO/kzqeoemFzPHNHQxYHSGCi1oia4urA7lLk8rH9UUf8P+fb
alLzowzQ6AkTq21pRZpR96EojAuJ6hpb9mOhciYtukpAbChDPp3+VvRVP45KHSctaDbO0ObhmEzy
nud8zdrF/LGpq51XR8HW9ha/60Yf34jGkTcjdUYQ594l7Ytn9i08QezcwdPpIPpWcWk35ZqK0mQ+
0qygJaxPIxlgoA1IN/SZzA+i9bq9VdAgmXwtf/vyQnluFiio0NdxWSRnlDdKpENrosty7HRj/KYs
RKk9i3i/A4gbNkWQnIoiD/7OJFALQxUDwWooBavdgc5aYeEDpo6+N+hH5Rts9aETun7IK1NHQdnh
9gjNJNVxgitk8laDw1ld5yjoOYj+520XknT572rM4z+8/EGeObOJnBDR4OFAxZmr2UAzL/IQqFBH
sKyIdmQZlPXQSDz6HHMbn6Ql++7CXfnciURngZANTIRFE/vpksTZVa80B0OhucNLQ5OF+3oe5vJC
nfMc+cERDdx/OZyX9tQ66O9T3q2KhDrWJhX4beT7wc5QMbG4NtVddh14wnxVicb+7oIZ+K4hdBbv
W6hG4D8G07jkiPLsTgQs63JTQcxF1ebpa0vHRh9Za+dja2Wu3KWN7tphM6GpuulQXdrrOTPs4wD5
NbDLrEfiwdQ/TZ4sT+7QxkgCYm3yZUq9Vl36Us+EVsTxEKHIj/jrus7UB5OlRUk/H6PJst/V6Evo
wKqceTdWNnGEY6jyGAwBOiXoP33J7eYwo8J1nQYxJa8B7uL7GSmBEBUwL+wQFLiQUv3oWzw93CFQ
oSmDyQsq7cQ3T79cq8siMKpSP5rUWYebIYi0x5H6X3xlC5taDj36/K7iHDXCVAvSR0dW1R91oTkn
4WIk2/ZqeoMPcyB3C0WZ39/1EOdbw771NBRGgcgM0XAhOjlf5E+fefn1nyolqPy7blsnPLNC8aUr
AmuDCGJw/fLuPZ85RvEIt+i7PtP/VF284Egj/WiBs8iOOdfjtPOrxiru9bmxss3Lw50n9lzuCAEs
SF3gjGhAPX0rGHpBFnusYW32wFJafWs1XJspnjOzn+/7vj2NfTc9aJ6qCYaoKC44dG16LNCVqXEQ
k2iIv/xMy5BPFgcxNDkJNTZofJwqq8Uh7WLOItOaj4BBpjocq6rYTSBhsDWjqHCrefXobVqryvUt
MJF0eGPYSfP55Wc4T06Wh6D9zIWyQM3WxdNWupzYaDIc6wY90nDK8OwKY6vc54kjKW3a2njUHLMg
R/PlJkfM6hphK3/nJZRAs16jPqKp4q1UabNNJArpLz/f2WLk8fDMgWiLzqFPl241bRn6ntHY68eC
fVuGVpIVTojYiyW3Lw90drcvA/0QJYN+SMV6tT58XcvnFEHdYz0VBYFG+TWW8r3Wat+EU28BNu9d
vdq/POY57IsmFsNSVwM+SDy+usLcqMBOGi70URnA1Df9oA1vnbqNQIqMkcCgUw7tPTGvVgJ6y6ws
nEvLLUMF91K/8P7nlw7PYvOdOUrp+IL1ePqllZVUNGmUfmztPhD3WkIAdWNwi96JrIqDfUnel20H
15bRDgxZ46D6D76HUHAAd4gusP3+5a/zzNQTEZOr0PBb+jyr+C+uB7OBKWIcO6sXt1GgD68yRwWX
svNll612IYUn4m9WF0ttrQJpDN0ga+LQo5om9w+3r4DXJ5U2Ntsqj51yoyVKpDc63gbGVpCVR5sZ
Z4xPSR+oIJSDosERZpXZYNrRQVW6xGb4wcV58nyUXanfQK4kC2KRrOaFGphGFDDmp6w0CmfXTIbS
Hky0tiIbW8cJH3LDHKV6qPhviAoGGYZs+8gjFL2twRbnO93TlNgVQPsh4ee53l6JBM/H94OIldyW
TVlM71Irs6e96Uya9lhE/ii++aqeu1MQpZ7Th5mZivqrsDJaRSGyNI7TbWO8iMoZGt1kVdu46nC6
d9Wcyy8u+Ir4TuB1MRyrPi+1C8fm+VHOjU/piFCYaxUZlNXCSBtXmkLG6cnPlQmEEMmfP+zctT7K
OZvAZ46mMEBUOwGIZ1vLrA8qUzDcWyvOyq3ZG0n5CDVGWBeOqmUink7UUmIDPbk0vVhOq6MKRmWU
tWmBl5iXTPed0/ef6DKwlw1Xm4L7xJO6hX0NdoRXL2+Us6OL+hbiLCRMQCtBaqxWiK6oLcWVmZyG
BB7zlZia2D8UyLBhKWaLAiRj0J+gUMUCB3m0VC/Mx9k+pZAKGJv/05OAxLm6xoqpJnBy3eQkimAS
IUaj4xvTqy9xA84/L6ufcJhLfNFPXyPNvZprRjp6daoQKfc31hBM7Ss9R7r1q/KT6ntEpvIZtyns
GF7+vGeRClc0rQDYPZwOoAiX9/8pHlqEfcw6RWKlkal/3WqBdqixGz7YTq1dCIrOP+USDVDphzgK
LmytWhSMU+nTZKlPSrjqysQB9ZCgD759+YXOR3EWrftlGApedIKfvpCWFGYthq4+6W3hwCeS3ra2
2uZC7HuWnsFqXN4BmQy2xVmdqR/nKMjNvj4NdlAfUFEcDpNf2W+8cQx2pqERdr/8Wmfh1EKjpJBj
gN4G0bvGEJmBXw+FNYgTsb6JpyhZKgZmFpjKvXJSN7onEE3r1zG0Q7lDw8ibPnVBm7SXiFTn6wWY
CpRY8iSo6GBvn37ecQ4sgcRec6KyW1/pwlTRHkZ1Y4SDZ1ykCTzzmZfOySKrAb0QI7CnozlmNVGm
TcRJY0ntqrZsrypfBVdjbJlZaIA0NS4sn2feb+E2UzGjeAkMZ7V8sry2FVBXcYpl5uKZkwGMDzKv
++B4mvz+8pw+s1SJRxb4F6gYgJKrsQZf6qnSdXEyUkv0G9uKMf3UzYFK/csDPfcZ6QwDS1+67GfV
lczAIBHskcApNdU3FjZkR0pT4s4cejoD+STVhQGf/YpIqf5bD4IC5NN507vR91M1iVM9kbCDLdZv
0K6cb1yfUPPld3t2KJBn9nIwEkSv7gcP3/phdoQ4TVHglptZ6VazbZ0gDq6T3ps+vDwaRXMe/clF
CD6RMNJfIH0Lk3q1ASASFlOFLdIJQWRcj4ONsIz6Hh3c8oixfb21EHp+77vaUdOnzxkk+l05B9Ve
Ccr6iihz48/5eCcHgA4h7qTjF3sW7rdJVRslc2+TxIVxnUDZCitLTN0GQwwSAzPNMUmrjdAaiuQg
ygJN0L4K0veJoY6it7y7YHANknxNC+tq8enNg+JESVveys7279s0aXdEuyMuSeNxbHq6ulpUqJPK
B7HTE9dH38pD8W9WyftUGaKmc9YNuzhOsMkZhi0/atybg/ax7LI7N6rkVaMj0Tal0VCEqfDKJPTi
rj0BJDfibWb55evKctpbRE/y21xG+qFyWsVJoUchkpn3VeQXO55KnnxMqffNkKtmSK5pXsr4fUYV
/xEZQPnFEGWUbxsV5MduUfLZNMnUuXcetPz0tReBvLlp3JmPFaCaHbx18IzJtuABmZ6lO/dmqkZj
DIu6MJurQHn1l1ZOSRK2eoN/Vo3JZb5XpUuJOkxKs2BG5orIju9tV+IEzduYg5s01rwKWyLhffXt
KUuvfDku6gp9OU5tcuq5mtUbV4fqfoXZih29h+SXdu5myFCWcDb6YPTTlePlzfdROkB1/UQm9h4V
M1kfemNRNNPTPEn3M+h+Yje4SGTEbK12F2k4B2wt1U3pHq0xMe9gyspbDYrQZ3NoG8w6a8K9cW7d
eJ8Ykyk3vdejkTz1SppbPdP9euO0wHTDAM1mPFX0qdPRTR4LcdUXXVLdygBvpyunT025JUMoqzcT
bMH+QP94RLswKqiEo1bhEiDgeqEfQXA5xqGoshIvsCZrTGgWvhZ37/sia7U3VpRP33u7tZy3FcdR
V25sOm75xqj1LtgnQe6NByD3RNajWUAsVZbfCYpt3LF7nAvGamdMeY0Q2TT4H027RIMBpNKQh23j
NrgNUQHLd6MjgtdNJfR8k7YqKrFfi9I6tIN4Kg7NlDfDWxsi9vwxTTqVvhbFUH8aMRNSV0KkKttW
Tde5oVc7Tfkq6rwSWk6aeRBU3KSlmGarjATAQcslbsMsHzJzg1W4mZARdkXxyWqSSoT0BkZrCMeJ
jgKS5tnwiICSb98MeVy8m2QRA+eF4NU9NKD2rAIghWH2DLMoZ1ldqaDEojoX3cQdpmInp2s8d9lB
kd/f9A4uqafZrqmIdr2HJ1GautO0R3NYFXdRFiXDW82v9e+E6W2yTRyyNjYQ/nQ73xAqx+xCH9tX
0lJt/9gFfdMv6pqFPp2w4BFWiPeQPYYl2cx849WZ3mzm2qHw7Qp/UdLCLj3oohBFnzG/9mfJQvJR
unEbKoqzRfm5L13tNkf9y39VT9JKFASGuPC2BGRj/YcNbCV4m2R9k2zF7DbuRut1pVNKHwY0+aQ3
wWDGgvqgcsef/oiMsi7utIxBcQgxY7GfJuzpTTvyueDhyWa0iLMky97FAKPLvZ3Z4xhie4+7UISk
wvtExaINHS9Nhnvsh1UV6iqfhlsE4qr8oBFra1syBEfBmR5s75WrEE7boO5oe6Hu9bbYKeatD4O5
bbMbO/fKYVuYZVMvt1ZO4O0UdbwrXHucD0r0RXmMUCALwiizTHE9tI45nVRqouAwOCVuTgbqVVBd
qqyNYFAulYx0bnTzwXFZFJs0KmNcn20c1w66rprymoo7TmTDTOkhdOFRv0MTkIqDqyXQurVCt4cH
zI8sHX76ZAaboAu68ojggaW9rnUzbV/xIJ32YRphr588I5LJrmKBu1deU1jzllpKb26Zat8K5zaf
3zsxwns105vYCacFpe+N19nK2XjInk/sgSgynQ1Wxp2zLUsD/WoW/TTsvClT/qFRsi+2mi6a9CFy
Da3iEM0GFfqg2aeDsKGbhS1JaB9WfTeLB2XYsKMMiexfWImOs67jh9VXahEdvK6MzClvmTtZXM1t
SQV4CpryXSwJZdlUgsWaN237bsiyoNzWeiWcECR990kgFvQh9r1I33k9akgoI0K8v21oyOBQGJuc
+akE6Ie8XJOUh0RBwwjJgToo53UFR0krRlddIx+XjGzuusakoa5TPexBYX7URWt3G+FAl7zSOynt
7cQxqb+uo4Z+RS5rlYRpsXgl+xVymKEs02LeSeW2zqvc71V23eVDD1NpGDVL0ltVGsp1dpINycbt
xyD/ktmD3Z0aLcCTi0MrEiHqen6/d6zaOtYt1Ig5zFSlmtCX1YDoqoxmbd81pT1/MTI/b/aujLyP
Y+3U3RYPMYq9pi4GGYrejiqkqfCRPaATkZihIfQKqorC2zbsTGm/nqu5KvcOT/g4w+7vPjazgZgB
5CpILBuOjqLe6/B33qf6XNacQPNcPcQ9Lh9U6SDxbOlSdvEBdFgOcGNKVbPL+ArLDspjFWqyaYMN
pkm0+dXYy48tSBm5rz1ETjZjbcxYZFZTYD5CVBjKVyOqXk0LxrRM801Vp4O2jWFH+0cI6taHeXJs
VOuFp+5KpD4BaBaWNb7D20R2N/085sOH3lWJHc7xoHXXQKK8KkwNCbqj9Z2k24HizYsDskhZup0b
AceD9uMwX0dFN6cfVKV77b6jtZpuUKEa5tNkj8O01/2u9beTHQfqzrGa4K1nZ1V7FTWG2T1KKpju
xmycqL1qvcXUuakjZFyAsvrjK0xXsmKfa/6s3XKZiA+oQWNDH9R5im8oRZKvlJGyZNvxsWlnO2gp
XuXxLOo7M/Mq7yPpHyGC1XvWtHPHRhtOGN6Z1SH28aPbzB2+Bzvp1EXOkWTV8QkUQ4mfBLvTu4IH
qRebWsa2uUeRjVCQbsc472YilaW7TE9r45eNk4SdtOz5YDdmXNybVo9y5VjFY3cddK0yboI58bBp
qgyQ54qlT1dBibzbJ7pTuVvdyJvxUPQz4YvIzPid9FkWN6x+IHV6QmVth5taoW5x1RvbvTSggoZD
Xif568iy0lNfekazcaMx49iILFXg6GkMNR9nEhE06KXvxq1nJVuzrCPe1veqhylF43Wf2rNZHmyD
IGwfD0E93DSC6HZXxInQHvE1s/yt3XWJloeIUYwEelizBNG8mcykUJ/joMuCNOwLDU8mbcxrsckK
gY4GHPBa7LW2oaXa+rinbrxexNNWGpGmvbPnKP4SZ71pPmqJaN8bkYGW/1Z3lOyuXGgbuHwnaa1u
0ik1PrSaDe4rGqjWhUHnRnJPEN6o+6C0MYhpq6p93Zt1EFzHmN9VIQFe1+yA57vVHnHUBOU4yykC
Lq5meOdQ97sxssjNrqHm9/D1+CL5QRasfAQEp3baFpVTfjUmvXK2MuulfVUPs/ZWJwDzQpauI7fD
bPjVRrqZpZ00qZfp3hJ1f1NbWRHtC12zFEYQiVPBtdeqHoeXlmOgmG1slmJHl+Uu4TgObpBHaTjt
o3Korl3WfR/ORiuRvLHy8kEzlesTgBH+nibLENa2INtToZtPscNfa+mCLO1psaguCbybmEq9HWpa
YT7iBWBlV3aTV16oKU6f22ZWbhDaDQqNbBMC4QMzNURbyjqjcVuXka1u+7nDGkr6FuoSkSMk68yb
U5YM2oecRJ0U5Y1rek19TcDR15sM62WcL6J++pbPpjcdjNlO4n1EU30OXdm77T4XZWrtJvR/k1fs
hWw8iCGhAZTjcOSTjJVzfayMWBaHclGxCbGoRGlqgx7p+MpKjTz7EqE0NWyNTssSuSkbIR7qOBef
VJLZaAS6adQIDgKr929rYLFxSBFVw+qXXDKL9vDpluSw7mY94R5XY3qX68FA+3miN3qjTJKuA7WQ
ILoPCKisfSD1IN7mVTJ3MgQ6FrUnmVo1sRc4kmynK4jXV32NmyAoDkQJra1jpnNyGutOiG1W9t68
cTNQkxv+c9ndLZZp1oEQDgIwMaOf3kAywI7VNXs6t5k32492Lqbq5GaTkDszI0T5ANld2IregOYG
3zI6af3JShMHMvA0FCmAKr2M4YCDs9RkG4KgaAa6j2XQ+SHCFmP+FWTgLF79yNH/z1f5P/G3+uHf
yXj3r//l37/WjWpxsupX//qvU/q1rbv6e/+/yx/77297+of+dd98qx779tu3/vS5Wf/OJ3+Qn/+f
8bef+89P/mVXcT2qV8O3Vr3+1g1F/2MQnnT5nf+/v/iPbz9+yhvVfPv9t6/1UPXLT4vTuvrtP790
/cfvv1Et+qlcsfz8//zi3eeSP3dd/ZHSIf33j/rv7//2uet//y3w/knVgkY9RWzKlj9gDtO35Vdc
/5/wHxcUEswslFuWIltVt33y+2+W90/AdBTDsOdFP4Ci2G//6Oph+SX3n3DuwVVC3KC7igaX+dv/
e+8nM/TnjP2jGsqHGkG77vffnlbCNJBhtH6cM2HoLkKoNE8D9yrhjnTuu/GXuv1//txlvJ+q2oGZ
jm5XSG/XO0mR4Nel1PvEdOWF9tpfPfaqKZB5Ws7FWHm7pBVt+3pyZz1+EyOO/P2n6fvPZ/r5szyt
Nf35+Obq8cs594c8cneAg7r5VcOOwbbeyhwDqqhemqFNvfCS7vNfvcyqxtox99kUV+5OdqCDQpqV
5L01B/qnl1/maYvjz5dZFcw88I1NFih3NxiNfTIMNNcfCch0F8BVX8mD5s0uRjhKNK9fHvAvXmgN
9W98vRm9ZcCxCDwJKRQUyWZRALmkzvC0Jv/fN1pj9/x0nih+Wc5uyjtvuiGljMxNk3dmgsNSkpkn
Y8iHfCM6gexhqBe2IfZ6lYzthdbYqsP+5wOsap6Nh7Gm0ylnN8TxiJSU6R+QUfve5JQM85DQZSzD
QXka7f7YyHeDWeNKiVatj7PV3/vGy8r9aYMVsSrHwpn4BOSrG6utv3vOlF54v7+awFX1GFadO/mq
d3bgY70POuZpYTQO2QX031/99OW///zofpa6ndU6u9xK028YP3GvaykY7L/3ZVZnQ61NTiMSx9kV
ZNfvjElgOhXN3t87efzVydAWU9Y0pnCA7aJku9NxrGi3lMZq728+/uo0MGVs+NgOcBrUlLM3ynWl
HQrBVtq+/H3+4mxzl37vT5+/pA3oZEPsHcqiE9FrryzF8M4Sc6Df9BrB4SsV15b7S63HPzfK6uxB
L06rCLC1Q1Urz31ALTrp38FT1y4c1H+xlrzlhPjpZTpfH/RJOv5hro1yp2IMAEKZ5t0l9uzTJsd/
n3+t/0LaaBcDLbZDTUZZ7qcWg4pdMSkDSk2a2L/mtPfnMKvzxLLryJ8azTv0/WD2V5VbV/purowC
7w7MKOTf29frfpeoR4GZbEkZycznN3mrkntgzMGblxfWX32r1amBq4pPIuQEB1KKdFd0rWcdY9zC
xXsqjb+ocPLnp1qdHokfN7nvNf6hLWx1rZWzfh/EcC8vNND+akGtT4+IhiAfxz0MoGBlqP9fzs6s
O27Ui/afSGtJoPFVqiq5bMexE2d80UrSaQkBmhBo+PR3V991+x/TcddtXnugMOIwHPbZv3YNv8R7
Pxz/fYxea95aPrRJerxmx3FpBL7ALGp5DLWXXNPUvta8tXhoRrtNbC3UA8pwfIMtXb1c+RuAlG79
t+KZZx5y/ytGPwvk2J2HIOoW3C5APX50+gFbKJeQjarAW+MyUw37mKRKPa6sHq+9j74yQLEVaMk2
oWgFhpvlQMOZ3cw7XaHl5ygVcwsxu0R3ZdBWzGTCnVnVQ3hWkpg0bzX8Ra78wGWZ/t8z6N/z3+YF
bnVb+3LBJx5RbzYd2hoX9Efp7Sa+redK8uNak637LGRKv+quXrorK/lrZ55/CFVWsGj7fcFSKFIx
3DZ49ElwsudIoxzTGcrOS865RXqRNfEAgee618khDhfaQ5M8X2X0vPYFrQDdqtjDO51XlTLx9IGy
JSnTRNAr89vSK/5veK0AhZ/sCszJmJXU36ceqF/IQ49Rte/iZkAF+Pa2VrL/c0CSSd6EO/LPDyvs
WLo3F7h1+znlcGa50pXX/lArltOujYYeuNxySCpFi3jPfg7gXo5u5wz7GV1MMMxCYiMpYa60lPUc
hALC3LT+wymOI2tj1gHghcgYh2U9rOkXvDQND7BVuVa//MrY2Bq9kdZd60HsVkYCNxm8IKR40dR4
jFRuURZZ64RiIx7D1iktIZGvyDkNp8n/vg4BIq4hFx/BDqV8Mid4YKt/DHJXxO2z2PW0dOkEJtEU
l2A/SoBeRqKgyEXlgeMKbntJ7TDshgh8So56jIJjvJn6sMf9NQfc1z7M5Z//ch6LoaPtWsBUSxCf
53JHHWIeT0N7ZQ16rXUr9uMAlWsrjqolFKOywDNXi6LbnrjtzbZcGreePg1Yv5cE90Zk0oNPXR1e
O0i+1nUrmoN4gAoAjmxlnWzzG42XD2zPIzzaHeeNtTHjbWuGZ8wGPmklszMku/xQoWi4dIpmu6QU
VYzRMHO0PlckLBaKZzMlA+bW9/Cy1f0yadKO7KlJ8Fm9mTQFp9ogZZ1cg8i8MvK2whnvMBPMNtVe
jgGegFTW1XA/DPfTv4/MK4de27ynq6Jm3wNvKRcv+olrJzcgtnJYmYBXc40/89pfYB2sqUlM1/Jq
KSkC91029+0Rz7rc7ToeXn71l9GfURQTAhG2QHYaxWf40esDnj4dlxsbhRTMEoLvvdVlrUR4x4RM
IHQVjl23Nmts1BXnAZ3LsQdTtIAWQIFWteLd4t8/7msDbwUt6DGKezvSPIBMr7d8rud7XVXX3N5f
a90KWeRH8YarUdA26XpR7+nip+JthFe8axLjV37ALkoC7QpAbENWHAn1XvAh+rJl27Uqk9cat4I2
aj0epmlljvBDhCxOaZKPsB5wO/zYFfN0aFH326YGI+99mQjOd122XuMgv9Z1K3fG4XniXdgC/7fr
IRlJHpnYtet2tEZppdMmMMdsQdKYXFoH49y19cvf9Eu0ct8MeDtH6yvUbQV8YzQYd1DqOE14am2w
DaohIGrx0XpIfo4sFKea1Y6ZLbu+ma9SpKxG49muZSmSbMLNK77mSPLaR7VidYUGE3pKbo7RXOFl
MjCQXgzV7LZFUStW4RlNup76+gjMBNgxDfupgTJ1G3Ubd6SAAIVHADQ+kkNKgZKUL55R19C+r4yL
jRSHLHKiW+PNxwRClINa2Tel9/9Wufz3bcmubhpVtoJGofURjsQN5FMMyMiJ/LcSkP+1bsVpQluv
Rt0qup7p4I3C88hjBaWb2xOVjVVeNSrJQ7Rc4h0dyoC9Q/3JwZu9VLnNGZsZiiKiTOqhNuUWyg4G
y1ADQB1J5h9OsWqbmgSsIlO/SuysFXxos1YFeK1vr3nHvzZtrK1VT9VA6y3S5ZzRr0FLnlC//OTW
cTtSgYGX2+bNJWu8ByyPX1Bm5Zi++wdYkjGoW7pkLtulSQ+6iZ57Xl0zSHtlTGxaQwfXX/gbal0C
QAi6fJvcJ2S8VmfyWuPWfopn4WVQa+odO7H+AQX4J/CPr9TMvNa0dZlN2VJ72K+3Es0q6EaIauDs
q2jtdi37y4Pklz3J1BHM/cNpLjOYDnwOZ6wDuWL7f4MY/70M2EW6ehTEF+BplrKf9kO/Jt8bNlwj
wb02Npd//kvfQcwdE8MmXUYbSnWkHNB1fu3l9bXGre006+IQvmcSau5pzt7ALzd4I+CB88kpjv4q
ZPyl62Qm8wSkEqZjUzU5lcvnJGWOn9SKUYifM+icuS6nyNA8SNcvYkzdUrx/JRh/6Tdc2NeFUbTt
teo51FBfQ4vpNCQ2HbFfKoiDaT0ffQjHCq+t7tnuO+YHbIPgIBiGZPeId0RJ7Vu5JV9S6MHd9gq7
PNprcE6HZ5wuRdM99XV/quQ1E+xXJqFdUBUOy0ZX5NSP/W5upoXchZHbDmoTIEDDmuN+wN0ulvV9
2q9lN1Vuz6y+FZZMzGujNTo9yA8QdRVt8tFthlghKQB7HHaOjwj/MxSjZE/p/t+Aan+vU7Zvph4N
XzcYZ5abaoPnfQMnu9VUHdw6bkUk7aq1a1k2l8qDlIB0/Carss9ubVunWw6lWATmnXeMGE63nh9/
Qymg28aGCtSXKywm9jgKKP1LOJCteYQSqQOqVI1T4PzDzCZFXd0cRsY7jvH7qT+kyGK7jAlA8y+7
3UDSGo7NNpc6hZhjoQpldGP87Na4dbJd8P6+bV2ljgHKteEIkR1Q/X7N5/T3AQ+X9pc9n+Cxy+Fe
BPG1iB6pHn6wcJscR8WKSzhNbP6YZgpKWPoYoe1VG9e2rdAMYOFD6RogbUyof6/Tur2Fi03sFD8o
Dng5Ko2C7x7Os5go0R7nu99+EHHjdMCCldXLtuFRES48Q+Sj5geWrn5YoWwMqs6AndzmixWgwyLD
Cm81c1mHwzdvMZ/w+PDBqWlbrGXg2zLFFOOiNbw4Rw0LSTj0Jk7nCCSEXo7M1JgE+egVHV/XR937
t6sZHSM0tSIU/vUgdTZUlSmnbwQEh6g2SIjbiNu+eeC9QXOpzVz6g3iCM2XRotTQbcTt+Iy8boMF
jirhB0CKRYJwHITtn26NWwG64UVBpXJWEBjEX2rAplgSvXdr2orPdZornhJvKrdAgPzeJ+MJAmU3
ZURoC6v6aAGpBvKdEk9I+wH+9A8JVW7P/vDgfDkN9UAUR33mVPaQv4hc6QksEONv79xGxgrPBRp+
fww1vqjZ/kBV59Oq0u9OTdsCpxkbTzOgRqHkcf1uHYazL6XbPLS1TaZKOQrewgmmZWNzNEtNDjCG
++HWbys4Gepw1bRyVcKQpOAh6ofSa8fOS5z8UwEBO4aXH3PxkA82QzKVjTSRhvQ+buFnNqxwlyL6
mt3CK5toYgVpxLu146iBKgWjX0UTfvIG/uw2NFaIrlA8ijipJsS/UTdGwZ0tMFeNR1/ruBWlqJON
2EQJOh4Gn6RBhWDoDR/dem7voeuICj+/USUqGcLluFO9hXmXAoh0cPsBK05RElKnOhWYkqv3xCR5
ZqPbXRz05pezRsChBhdmNA2Q5dPss7cVjZ2eoeD0ajWdogZ6NNtU0koSeJGQ+SmoF+ak9AUw6WXr
JDF+ZOCSXFY+Knq2aSxp6CgYAybhZeNyrWCLrJqp7Mzg575JTiPsAHKnr2lroeYJxgVhhiHH8nhn
NnInotUthmwVVLbAHrgd66lMqrrLk327y2Bm4NhvK0AzzBJ/JXwqg948oprqfvJnx35b0TkxvE7E
izeWKk4/AWz2JPg1DNSld79ZFm13nwrueLwe2qmMMTJ5BhF6Pm7yv7El/9/lFl4fLyfKTNvRa/ts
xLtNMxYT4U/ay9yOoLYUCQYsoDxE/ljWjMo2X5CoOGrfi51ut7Dwedl11C5DldZuiJtskwUISPE7
wfzd7YvaUiTTRnEFrd1Y7tlEikCFD9hJ3V7PYbP/suva6wAjXntMlz4LfY61duOqydPMcKccDl74
X/4C5LmoYls7jD0qZ5OiQ/KshD/B6PaO8A/mLuxNdDrJaihTD5i8wiyD/BPOqIvjpTGyYjWQxA+X
zBvKqdnUQdZxm2OEopPTCmabjyVw+0Adqz+UWsSk8GPoyuGA47g+2oKjWUCBp+BsXqowqec82An/
xre1q93WsciK2ZVNQBSsGJu+aWGxMcsP61Uf7VdWm8jeTuGJAHy0xrh36XCzKR/MZNE3N07jbuuN
DDV0G8QylG0V7Z/8voKjbZIO3G1gbMERxToZkQ2fNYMPMthDGnzLC4ME3qhu/bfiFo9xsDkYDEae
quU8TemHZhRuuXlg3F+GbMIlgcZ4GsoknN+zWj0tfH7v1m/r1FtX20KFqMcy6bKvXb8EeROG17S1
r0wZW2g0ImUO+zk5lHRq068woF9vNJfGccpYO+vse+u206gvEakZin3NiHJmLzm6DQx5OebT5uGN
XqD1yGw6j4LhlnfXVEx/HUF/s3OHVpyObIW8LiV9aYCOqXK8FsPyxocrBy9qmdX8Rg7b8l5LJc5U
US8u56YZo2eUuCXjI/J/anoPfHV8w/Eu2d+0vAvhriMYkvH1Oqb+ku9hO04flpF4uvC3sePf4Izi
jUWMgyU5BBFy7cdkAH3pIAJkyYoYr9TrWY9e2pYkgVvSuerbZSsCH9mEz/B0abdTAH+q5AA/JLS5
CDbvp3rMLihNQXZ9koSs+0EZSbuvaxKG1eMcxl77XQVwCivTnWSmnFb8vYdh3qNj6xuYLnbwLuSw
+UxqfQNzuzq7j9MOdWH+uKNOPc0WmBbF03lgatpLkJLT7bRIsDyBeg3r6GiSJUQKW4A1XdRigHeG
b7JsK9KJ0SSXPZuCu6Wr2uwsaDCHJahx9VJElJvzvnvyYeqMHx5CH5YNeVtN1f5eBG2fuJ1CQmvB
lGuoY65pX8ZR0yPr4+WkBkfAaXraSi8aVhsOkmIom1j+rEL+vkqYW79p+nLmG7zErIKg35GuSpWJ
2yr6b4i2v8+UtsgrMlCmBMgglXA7XPPKy3ieiaB3HBNrmZzgyhIDJzeUNWnbfOXjn3E7uR36bMxh
i/JW0yV+X+pNDw8o0GI38BWQbksZtc40Tcx83ZEYDJSJh/chzq9Q/uv5i9tcsRbKSdYG1mKmL3la
649TClezSXbp7Djs1ko5dmxGmQg8OTMklfOItPfNDkcRt75bK6WPEIaT+9CXWz9UF0eipS3X0WeO
txxb5hV0LNiBbx7KuJYRPBZUp/c88eAad3D6A2yp1yzHpfKauS/xUPXnMoS3kafcKjrAPHsZqYNe
JjPCYw+mrhl0ZLNKVlHQrCV/uvXdOtTA9W2nBq7ZpRgBU4Z/20jxxg5bWzctBgBmL/+AZehE4K81
Dgh+AMsaeOocGWOOBwRb7zUkS9XuNbZwvNFMBRRlcTF4i1+6DY4Vs4uPUumIwemp64W4jamBr3U8
TrGbvh9Y95djo2CSDiFTj2W408lt01H/K+60m1sq2IadgKUxwoIE51WkstZzFVa6TPw5cZz0VtQS
KjSM77A7tUzWhVrGOtezvGZlfhnh35yebMkXcBWrXnFPLr2toz8bqM1/7lJLN+UnYEEvBz4itIP9
HR9KkNmNd+ZZFxR+tSzRlbfDV+rqQBZ6+QMoN62qWKRduYuATs8DZ6YvqgSe74dF9d4zCs4ePC8T
7QGnOJ4VdYbL6Knxoqh3+/p/Mb1+EeSgTjf24bLYl8s2NmnhyRYGFLLpBnFyCg5bIBb7dMed5bIy
VXNQ3UlWo+5sG7fZd9sXbInY7ms4xhnYdAHXB6dWMDWWENaRoXE8YAVWeMcKrMiO4Ac2TSBb3vUn
qPd/uI2OFdpiltuc6b0rh6lTxVrTP/c5cu24tR3X4x4oBVPFEmfbkyD8lhDllvb+q4Tyl2kjPc+v
QctDqUtoVMG9EE8Ny/7ObVCs4/LciKkOFtOVlZ7So26AI5YRc9wqbZ3YAqfursMXLdm0et9lu9Af
k4ftxqnvtlBMtWHXg14hS5y1HhKz34mxvuLl8spiZ+vE6hXvjMDndKVaSXMbiAkMPdYvbpuYLRVb
wIhPDaeypDzt67xN0/G2SXTXuIWpLRgLs7WncefLMom6thiz9IaHweZ28LQlY9PQ1XWVsa7Mwma5
VxOwlsncmqd//6aXDMhvdhmbppMBUmaWAPv7xZkNR35f1dlR+LCuPMa41XVOZyzwVF9uBnD/qKph
nkS5T8l3XNTfyKT59O9/we+nDr1YSf2qdA2Nj6dBlGOhQrCv2nxU2vxc6OhmPQDX3ZfNM5yVu6bq
RJkNaYXsjkrPMo6uYRpe67y1jPWkhaHfhM7Dog93/IDAmZOvbssBtfU7WbwnW6SQ7AiWOdgOHcPj
b9F2XWvOLmMf2tLAdIsrUOzrvvQ1neF1Hc3tZcX0s/7g9gPWEUt6TI0mY1hyIvJez/67OqgcVzNr
JYZnyJz6E/qOpGl0gN8mOEE66JyiltrqQFilg2UIsScsNKfqndm84X0HM0Sng8c/ID+CdYH2iYIr
NdLUT4OkUTmzKHUadGpLBIHLloDUXKZ8g2RTP6ZPXlgzx4GxLkN6m7tNb0xA+AFnrgI1peOXXWS9
cWzf+qypWcCEahtRBjDmPqS17z/2qOd75zIf8SbycjXYYoYM1zLCTBaOjf1tC4DHA4Fnq74SUH9l
Wv65HoMp9fIH4pCSNY41VrMYvs9vxyDo9A3jZpxOuIhpcrogWUEkisTawz4Vt4L7IWlH+YUAmnvS
MdnPCdBiEVxzKw13hc3j/K3sopUUchw3Vux1U+3f+2pj+tQN2HMLHbXrDyrD8M4M7Xy7scacaKUX
NAEPjCaHtWe4PzcB6lue+MWn4rlj6aAOuLCFO/7ttBQASur6AUgLbz/gv1bsDQXPwDgdJAGyeTkm
0DWO5FKQfKyroH2Az3F2TxiBJ7DbN7VmZO/xCGQaw0uy+j8Bs3jKgvrRrWlr28Ndc5NevPCS7tDZ
ChKeSa+uGWlc+ve7qWJtfFp78PxWF4DqAK+O86R2sRwyGKFOsBg2WX0GzF00X9z+EmsbDEYg0sGz
hPP54MXHkC/itA+i/uDWOnn5hZut0rgjUl6aPmwOXrV/mltybZwug/27cbL2kMCvGSjEmpex0Ow9
VNXh27Sp129rG3hXMpuv/YS16PhVltRkGPkRBsg8PjTzOMG43UxItp/h3luRK5fqVz65rZqDPKHW
Jhb1sWYz5ycdrQHUYZ44MrmnpICi2y2rRG0RXQ3ulqwmgUHriAehW/wJC5HjmSqxAhpW3gESAbDR
D/AcN9PlNNPgygL9ypewRXQA6vF0Rw3ugddjMp8zoaJTn2Z4949rI3wndQH9h4oObceMJR5sOmAk
iFr3+nM2Jm6lrTSxAltt2cjYNrVlAorcCZrrNK+awO2yAvjKy1gzDKlIqoOmZOAangazyQOAM073
OJpYgezHwFKIRFSHwID+V9E87GPHMbfCeKO+AJYJTe8gjFfZeJKMON0Pqa2h22CExlTG4cHPyF0S
eXdj7JbFAyrp5WhDVngxwmXVYYC78W2r1Fx6EX3vtGzaEjqQYRqzUQ+TPajVcRimMN8yEZ7cWrei
1M/AL498j5UJU8MdVK+fgD50M4cF8OzluNRxUnuGaFaKjYBSn83djT8KNykqcNcvWwf1F+8pcmIl
a9vxAATCvZdM6ug2LlZ4ri2ICAqG2IdZhmw9EbJ8gKc4d0sq/gN+3PTZPIqwyw6dGR9gIF+2U++2
idtSuq1Z1xq+2Q0sRDUDkKXzi11EV1bey5//m23WVtIZqPN3VPghiJTpc6jGiiGGo7DbmFsb7A6T
HmXmgaFqSW5FVw89kIlTB5yFU/u2li6TG2oueJSh0Krfwd8Q1XTXr2ArFG7tW8d6HXdVl4w0O8hl
x5vtE1QAV3r+V6r2N+Nua+nCeA9gTlU3JQin1Nz5TEYoMKrh5fkMp6S+ZCB6gjQ7GhkdgQBtlmKc
eWTgkDnE22nUmT8e9wEgom8yiYgpq5SyxCkDD8rlyzgU2UzB8IvUkSWw0o+qGZ7CHnd7V6O28IYu
oEALPqsjXeBwj+r4Z5RUrlfG9ZXpbAsIV28EW4rMl5veNNdnRv1UHxvFAbh2mxLW2HSMzYAINclh
nZoYa+vW6g5YyTigP9x+wFqnJtAzdlMN+qj7ZjhKMMYOQxY6JcmprSDEaRMUCCr1MbhYli3RiCLz
MHGShlNbQDgkJlTVjMYBTeG5UOGYg7TmJk8EYf7lpAwbjUJ+3WmgBgAMoTxoc+T3vrsNurVQ9TxN
fZ9W89EQICRSz0Pt2Rr6bluyrR8E2ouDzUvnYw9RUN7zqX4QCZ0/OvXdlg+GyzCASzjORy/Dg00I
TtmRbZHbwNh2ZWxagh5vyPMR9prksZMr/x77e+J2grO1g3vULOOsjQKjKhYFTLdhZhNWboYt1Db7
0ssIy6xkU8ctCfac+xxsK+54VrEJvQAmxR4d0XVQkVQOwt6f/tS41RKCK/hyrnv7IMcKeNdjjeqZ
QwZGYYFFze3xntrarx1lEBUzOFglA/muJH1/Qci6rb+29KuRyD32Q6iPzJ8uaEFSHSsAcq7sx5dF
9jebpq3+EgEfCe9pegJMPjKPjZZMnraYiOkUgn9o3KalrQSrDPjuAaBcx4ik3sGQqC66VbspwUCL
fvlxh6ZK5jlG63XdsUMKGViR9dsfTouBLQXjLWIKesbpOIAyVDA5tgclK7fdw1aCZSA+zjKKpiNI
W+Ykm5SAMw4elFvX6ctx2SSuG/u0TMe52cUpUPzDDiCc4yclLxvfG7DSeuR6jkPaJIUUa1tAkuom
+8er/svWu2RL5iSthqMnvalod6CR6LC5OTehAvpl61UYiilo4+HI5rEp9kiKIoVzvduBxtaA6WBD
ynmqUzDCuv1594f1Ywuq3pWIvZxafhOxtgqsouA3aoiVj9EUoB7lsmsPJLiWI3ytdeuuC8IN0tVb
lp1CD6lz4/3oRffsNBtt9RcPSFCBn5Gc4PNVidwAKfdxblb12a156xgZiJ72uz9lp2iQHQS47Ro3
93EgutQtVm27r0GlGkfhITtlKsjbjNwK3/E4Y4u/YMQ1zhtB0zLE9nfRQ3RugkRqK7/AZ2BVk4zZ
ab9YH/ElCAFKTBe3zYlYYdr6opn3rQ8PcOG66abh0Y/d3ASpLfvyI4iKqJThIYb8oe28+7BjT05T
5R+SL9gINRPtwgOJtQyA6ROou24WqT+4tW9dcrshGFswcZNT2AcrLNRDFd5eSvWu+QlegvE3S4Ct
52JA0IfpUsUnOXjqZq6MkQ8q8ev6iDrVpDrXcl/ATd6r/4/L9V/3vd/9qLXJJhsBS7sdBe5+69Kt
RSAYoM9HzhF14tRUKxf52Evgai5gbezta7tNXXLuxRA38oSLdctlLsDm3s5NtXnVN0qBEi47H5JW
Dhr2ti9LjkPOMN7zOEiHN0ZVSxCfVy9MRgCKd1F7LPdpxmidT3My4CDUx/h0eZSNff1tmBqpgxyE
WSbPdOewez5suNAn9WEbQZIu+Ebb9X3G2GJYHnEgfmDzvbFVdXmQaQ982GyDNTy/CQYew/peImc5
yxx1BQKAZKqSvvswEInbQJu06Z9ykBdush5Dc4gh96W5xgjxwpiFsHLf9ArqEiiUqvvWI2mbAMw2
BX6w5FEa182XjoU8+yFrDdAPCjn3fpI53L7a7fNFpHcz7HJb8w6mUapYFqYCfkhQOFkddzzZkKNH
qlWBDI2ZlhUmXrZIHojZI/8uSE2cnRhgmxJ1YWO/3YAS0BVJPJj4Tetrlh58RhdaNEk84hSWyvQA
aGXH8nWs47GDfrPtgV+cM1yakwIZkrXu0bOxm5IcHMUEdSOGlVWY4NiItSSW+hZfq28Y0I442eVZ
4Al50LIjX0egjA/Ltq/JD812MPWGqY/4wz6RNP7YjCRJHugMaOX9XjWprg9iR40K0N0LkLEK9RuJ
Fm9QoZHiew2MDehc7e9ZrU8+XI1xGgNZeuc3W0zX5fsIKHhfF71BMvicoAIpew7WZFVbIboQJLE6
9S42kEKLbvFQxbJDtAUHnUQbfdzwLfv+TCIk0sg55l3a5Dzm2SnmTVf08brICSmJzVPmcrI06s7X
ih+XCWvUQ9zXun1eV1J3KaZDT/SppZFai75uQgKX2GYTB9xrmvRLOtOuv8vWHUkgQPw0kH3LMCOZ
n2dplBCcoOaZUlpkEaXtU8DTKT7BYIWvdx1ZAmS1/RneajuemWdTo3bL3xS4sLKJYbLmC/2dCA81
M5NJwuF9EskgPTSVitrvuPukAkEDRKY5qBZQ2weu/Tp+hjxrlKd2S1AmlPV+H93ukUf4fdAsfP+D
daLXqJiZvD58GBG0QB8PzUbOgwza8VPjydQnWN54HUd5IsNsePDnmQffwZwFdTuv6kzW5bIYE936
Ewv7z+0Sg4QMz3sf1eg1SJYZrJ2jWPwAOLLmdc5Hnn6PaDwOn1BdvgPnyxj2LtR59NsbqPpUiv+5
98IffTuZ/SzJsG3PfPeDAOB6RNKPNsQ0v6k52R/mzK9PPhnT9m066SQ++ikbmncjb9b9cUGBB/Hw
Eg3fgPRwcSKOz2qZu+5Pjpeb5q6NR7qVfQ+GZzmSLJju9JglBJxLGpIvaUzC7A+Q1KsHlJB7t3hG
2n+gtEXm7RLVhxoGQd5hZXu63IIhYfYbmAfRzyJjYXYYBCodn5KtEd1DUFcsOC+g8m5Hb2za9Sbb
Jj8uk3jl/ic/rnj1rhmzeiiGbfbgidj6mUIRjYwB8jO7iqY3yt9n/0xBbxcfAO6o+rc6ypLm5De8
Tw7z2hqsnUuUTs0J+ulgAqPcxD8EPAG6okLebXnbrP6EpaTpVxBxo36egF7Fa5W54y0Mjk9VrQeU
13iJqZ+bVGXhWQ7DEOdz5U3xdwC426GoO8XnFrTmoPLBHgrpegZsU82HeSG+d5hVR4K8E/syfKFz
hh4cQLAMYGe4ohcMdHtw4FdPdcfuYsmTw9Bu5w/jgsK0YzRMy1fib0sMvFoNxiMIu3v8Bsel+meF
EE6AmG2ILGK5RP2nbQSfEQZHUsLyLKd839l5AXx0ed7ApwMxvBnnBODoYB+WHpDuGdv0kiPjbdSP
RRsafQSCY8KGwOFWk70TaOXyIYdZT0dAHPHSeeyA8Y5y1H52USmyIONHY2rgePM6mNP97sJuRtZi
BVkqu/GrDWdEVLI1zVmBsuYBEc6Y9z6O+EQOTRiDxqx8E2SHZNv39uPk72C1mnlfslLL3qsO40Kq
7Z4C3vXoB6pl75FFJhvwu0LM2Qmu8fV8m3HcYB425JXSU8gZ9ru5ArMVOu+wWe9l7be86PcpmAsw
XxMPdQuTqtiC6rldBe9mn0sUY3ThPD8ygJ3JTY8n4/ahh9MdG3OzhQDowFc8H5cpC87Avqv5baRG
r/tG2JqK+1hQhTnWNVI0f1CR7pgJEpZt6tgDqmxO+MvW9hhJHqoPMTdNdatq1tIzimhj8UZPBMyt
I5YjER+ASqLVzx1WyfA0V00b3aie1TW0zajAwhxJ4aN027TzNtwMraTQDAPabvyjGkA9zM28deQ9
fjP9aIJmXr8KmMajJj0jTR8WI+wX68LD+lQVazWs71swtelNmg2odYm6DmJVaabUK7ZBz0DKTf2y
ooDEJEGBB4W0eUR3o+jtumw1u/E6EuLliFXc088S5NruFtLdZsepqNvXH9g1VMfhker7wdPlpYb6
BW3GZH+z+1kogSkGvLc6py0+PYxmYwDH7hcsyONb0C/UdPZnUOVvQM3NosvOvTbwBKgxjErlc4Yo
9+FXV++6Lka2bNsTzVYBoK/QaXxKQon1Led0aae3/hyk47d9UkPY5mI2a3TeQuqvDyFmf/O5VSsQ
NPgjaV+95UiHLe9SjkG83Uk7rYeOagDasf97QDibmYCDvexJstQ4PM39jo851eZkFu7JD0mwzfLR
YMzM7dhCP/i2NaxhRdg2vfq8DgmJvkiSbKnM4RDmdwNGior6jw6eqf4jXOvD7FsP5xX+dRQjJ7hf
wRCRFrIFtftGJrPacH5r/DTu89HTG7ZCsWL7wGkPlrGxF5nkoGDS0AN5zRPvO1zlt7Dwsam3512P
/DnRmN9H7i8iLti64/1FJl34KSLQRRR0S6u2wF00TEBE7BNdEpFEsckpcM7jw9CMDUqOA9h3noas
Ff0bKofFE3mMCqxvbT/O6ykKWGjeBp0/wX8X76zZc5h2S3MyAqScx5E09HOqQHk5KPDjM2QbvDl+
2LqhSk7+1C7kLd6faPdO8ETtd0HbjT0WzBCxAVk8hGppyWGiOr2ppMiGtQDduX4ELJ574E4zad4B
1jyiIPr/cPZlW5LiWLa/0quem2omSahXVz0ANvvs4e4R/sKKwQMQAgSSEOLr77bs6tudcbuq7sqV
mQ+RFmZuDkg6Z589QPcauwI2hlVXMB616r7TwJjypq8lQs89dLVyD4latEMw+DCUc1jFuBNtI6Pb
1KprkivV1+InA9u3qQueLSQuezuFkc27bfVvIpNwTcq3HqrFTwrituS11nS8mQeLiqtoahEUkYAr
nC+wuy85czQxb7GF7cGxpk7hvEdGO8r0BAJeZXKfpIE5tfgK4aMdB8OKmNCp7Hxjh0OHxG3/hYSz
W/Yx62SEZJIZlmdR2iKIPJHgkeY6ibY9x2HkTD6TSug7C+oUH4qe9kzedLry95m/BqBu85ZcdJZ1
4S5Dgs2KYxQlRzlvKbZ9J5egPnV0IOaTlVW0PA2zjQoMGqb43cvKLUXlmvSIcg2pmR1UNCOmbvm8
iubYGAVjjRS6ahy2SbFthqt8RBgSLc0cxsca9cCb61lyqWGl1OeUi0kXTRTTGp6tKs7HMRX0nLna
/0ih/hG3MZZOf9iE3vjtFMTzQ+hg8YoWKDE3Nc3iDbVTlM4PS6DAJDcrKyhk5LcYikCsjfDSBG7k
kCHf+jmLX0YX1LsOcdJd3veruSyd5Pe1g4N+2eExLshqXRE3VXtEZji/sbT25zpa5buvF/HMEzkX
bUgfJZn7FyL4wPM6VBq0EysR3Z2vYcudzmtUu37vkR7nj3RBaj2NVnU2wme8xONMi36z27ofZkHO
HvTF9MUFGXuupQNroYzNwIJj1bPFybzCk5tBJu+b8EdrKm9eCKHU50vbI5C8oNHifNle/QBO0q8b
bFOyOfIKybrTpGP0MUjpFmVNlyg4L1EKNTZkpS48z01U8TsdrNrsF+j8w9eNypgW3KeLudhUkfod
lWs/7YiJg/ioWtWmN2JdJMJe62GRuYvUnL0mVqrwfkpsonawafCIDaeaNqcxWLj8EjTIEhYF8S1p
y1CLxuSWtChFubGsLWaJGsXlVRIkicw98bb9vmYkmW6WdVy2bwilciiHGpMRPN0Sa4uoXEAwJHZw
0aniw5zJVjwi41vB8XdIk35vGPadEh1NzU7TlX63m1gfJ/cQ1QhyAX82icqIr4SfIsim1p8t9AH9
vUVcvAoLz+ulOetJJyHNYSiSYca4iVj6R7TGLEYXDMrmdtFaauwLzcBcdKt6LMnnDs2q+9KRjp9S
5G2jQe4d+xLppAvee0wp0SavI0EIIkDopsDTgWIpr+yC3V3Pdi2Xvp6zNwpNv3nNHPb2z1pPPBYl
YVOA86oaSLA8U7chQz0P4pgluTHV3Be8SmR8p7ds9T9TyP3lj7mFmm2XCSQJPnnZrByGA2ScH5Dx
TLp1Nyxwdz3wNojHB4pVhh0xTOYpw/bUrAxgYTNA1nwUSdi4Y9I1XdiX6TajBMglpbSGDfyI/gMV
n5gKv6hrLYIYF+MehZnn2h14V3fzq9TBuOxHERh+0ppbgju2cTeXUyzX5b3jBFok2nRcvxvXTcte
1WEfFLyz0aWd6ooWE6bJ5sYLkda4JayFGFADZS9mtUwoSicKO5lXu8ElFwLpqboZ63g6uGrNnqYk
9gbVAdk2de+llPmMuM4corDaJsgXy8S49y4jvqiRcGpPW6LRoDXcslwbNwYqN9Y4/cgix5qfC6JN
st3WhWFTUnc9V/NaI2PiWKHMvmlhzYWnLon65FwJRKZeVO3HN57hIpSJMWkk87AFb+BVy00EqFJ9
GBzWDc/1AXVAxM4GR4D46lzSHtACRPzLCItz1hSE12H7pBbSNLCEjnra2hwPGUmKDLuqRzcXQDi3
sSZq7zLhwq2YseBfuoj0O1m1dMBSq+x5DIFg3AKvSMhDNqy0O7tl5t+AxHxG6WFiikgVCgr4iIyY
+GmI6+odfhaiLesem2Ir5u7WmBCV2QaDEXeSLGsKtXkEjoD/Hx5bNifydjKJlrdzZfXFKjWKrwiI
Nh/B1GldrjbAbUxX9trZ9Drc6TKc7WvqXilqCVPW24RaHbwms+bSsX4PsTKnuVCuRm2AUeWCsLts
BV6LnVAD3zHizkGOgATG7Ir0QPg9v3YoxvKYgIF+ApTO9U0yZVPwkDCQ+EAKYkO9nBZa10biplgf
aii6K9Hu1jDJBNuJjLaP9YRs+F0EmcP0c13ibimCBsjVO7waEFA7k0ynu6GJfYxHs42f5xb9yMEP
QuexwAaq8sXOSLGrY9t8z0iv49fE2WYpfK8jdDsslcuaiyWTwZe2japv2bU0OWYrVOYvnqoP00mT
otzlU4Ritk87e+TIBMkKTuf+YyRYsnmGyI4CsSBhupM8zX4D/7pkw0Xw2Q7+llWKVgah6vs1Zo59
VnXAoT9ueQVkMOA9nJG0gkVBiaKkd2dCx/G7lGsSYZ9LGzG8wqmNiyKeG5cchUn9D7TO9XaZZVx9
9I3cOEH+t1/im75x6fQSVCElHxEiM8gPtJYNkBFRkxs+zh32jrDxRVxHk3uYecUUpEaYLaU1rcOH
NqAUaDZKj/BCHAxF93yZaVyuZguT3UIXveSyt+szPJGj9E3NfHkMglS/ZRWLXkCgMNthrKAWOQYj
GuNV9uuyo2kGQ99NLOoN17y7DFEHWhsVCOCGx0k6nsaG86kgauhdroKq+wyl7ppPBCofpVJHL/Oq
ggdG3XpL+dZk+7GC9cJOEr8eJsRKHCIlw1OKmGTseUOiXxteE3+v6hHq4WWB309OJluZZ2dh8foO
AxE0Z9q7tPkMaDhhOV08rkPshMC2wJMoGVFxMOiPs9C8NCtFkZgASqhrVBmCBLCHZVtQzqDBkx3J
auAmDvHqyClh89YeYhWqV9ivi+4pzkaIwFckMDy1+CJ50i6RsgW2bW9cPgMbS+5V17C0SBS+zss4
Vm7ci6kSTRGnTLlvV67raRxk319WxjaJn9EF+qmLUifvk5o5FGy+TfZZpoLxCAolc4+Aoocdtolh
2M+ECF3GzSIj0OUQDLsbXYhNBP4YZ9wLwBGVIqNCu+1AWl68N086aMRSDMRG8hwES78dYD+2/QgI
YpNyiWjIS72NK5ZPleFydC7cdTy1xTQZd07GCAVn0w4XrxryBPbyBIUA/B2Bc8CoIUlZ9TnYQCff
Z1DI+BfgTOuCg0iH0Q+TzXXMkIHTbYAHtLRqOA2YULTvzTbpvsCdguA96xpU5tgx5dIXzVQp+JfD
vIjfwiItYwV3VNnTOqZTdmCI5UY0arXQrM0DAtvDvePJdREGYqlrpCtO6Jiw+XSl2DR3JwNRBs/j
cTUSyxjzrg+Ls7M6qdmEdbnAUTsEE7OP0+h1TFGhlYvjc1OwdKHQ+hjqu9eWwqamDOE3336WADTS
vB9s07yE64bdow4CGp0pi3pS9DyWcTkCDVuKcVgAbeUQQa11KaBCC+9TNc3ZIwJB2iX3cIFWO+sr
MuY+3lJUMFxF5nswI1UhJ5B68Edk2Szs0Hjl2HeKX8q9aRSo9IboSLIilayLH2TtQpgmKzQFTav7
/slDwN/tY6HD3ucEYvsFAGYzbDUadQPIAQ/1iqIQsenVhKxrrqvbZgzb7RSl4TrccgWcNqcqcfBL
V838EZKkbe7irRpA7qnCbjjabAniBwjsGMWampPNYf4zeLVHfqOb96CLqb7AVIXYb4PrdYCAxM1k
p0ACTvkcyv56hyganzKauRJQLaIB6+8s8MOugL7CaJvDiyWKLyGNCZpLYoLh2IJnsXxzsee6rCit
zMFhv3blTJTqdjJJsqmMkUhjunyae9/s0Q1KfqlS2K+BfCmv8WBISxtL0bR8PVcmZFkBnUjNSQkn
hhALqq16zLMxCh3rM13WZEPNYlR6BEgwYlo/obbLgcNGXQ5l4SbKCY+B3KerjaYP1pJOBugdotQk
yLuFiclP1fUSeq4OEzKDw7RHnZgWgZz5gcYq9uupi7Ike4VndG9uHFr7VeEXb1ORogZZk/GesFau
bwF+Gx7kTWSS0e6vbtZoSJdsW9I7e+2gL1UwdiuKL/BlYTDlq7q+932k0azMNqFY4GkHzIoVmLUQ
dKuh7vnwvfXorkGQ86wPP2azBBOKAUbQMI0GctsFaTXjfNZ8tNk9weZRo1TMxPajazCNeBfCjd0+
rdMhcLi6KhmQxUzn9jFFuY+1HHOWkr1CaTR9NColLstNxOHW7Fhqs08R8LkW8S/A/803Pqe2e1WB
HYOHscbA53G5NqpwLPCZjAu2TPA1hmxOzfLU9Jh74SFJVbKfGRofukOOop0uUADWxBUbZkgjOt12
Zi0rQ0JNdnEKk6QbVNcZvUFZlOrnQYpuPrM6ceMpsMhKf0/CsAoLeq3Z9nbsA5tLFrvgZgzhTvUY
WG1b7HGwoS84KuNh522fzXetNhC69CRky6dNghdYZKHGkKdN5ACLmbkOzPeMalV9SpzG5j8g30As
2znYEN+NkhW+hvLkVJ141FOIuC4ithp79OPAk+MMlN0dZEe38BWoIiHntsMksFBhDwLADsLTcM5K
PJsbsK0rohbspzmObZHQXgQ51twtVdqnmDUS2GPswwjU6mnfBhHmPXTAiMfnEhFrWe6nVZFybhhJ
j2a1fDuqdA3CAZZusbMcmF6NrLTR8kjckGjW+pVouKp/sDq1/Q0K25btJWksf3YOo5lS1pmooU4E
Ie2hHQZJL1Uth+7ZZbgwFx9nnT6HFpE6twu+a4xEc7+RB2FZX59XMfPuBY1eWy1FaFEtT6UYsx6w
dQqPtjYsLBazCgp4f1CvSswBWcb3HeiAVwtj9gUOhqGOCs5hgNnveoyCtD2hAJtxYQ0Tan7AOT0A
eAYZB6M01G7cPye47BBXcdJ02wumJ9W6X7CS93zb2A2aaBpc4qDiKOxoCPe6+DrGy+JDKChVh06w
idxscoREN4r9aL641nKYVnQW1iF7U6vVN3nkKGGYccYgXYWTzpaCAtjQ7/0Cy/qHEbYLOt5frV4j
YBorQbh7Nm98EQXvnetK38/XRDmj6R2Zq3Q4pRCXu+M0KJuU9eLVcBNr+NQAIg0xbx39zOy+BYgf
5YGOomCPGaVpS5nVHG2nmrRChZT0bfJ1ZUiRv1RbLdYnWDKkBth7U83bj2QgSf1NdWMoT2ECqeMp
BOo73UJePptPEpbUqG0Gkq43URpo/9NPRKgb7+tAA+Bb46zYOMqRHPiyxWyl1Rpkv8mktzbstSuM
R3DoacZXEKXd4rgrwI2nmJmn6ZWjumR7DnrwnVyQDPwSuq7Wt7PZouHMEHu3Xe82q6B14MYjGV6z
VHwDzBckpSBZoDTMWtHPFHrA097vUFl3OCCxkV7bfDcrd8+DeUkKHwTRjMWSTTPkEopcryBXgKtQ
ScyE32u2yAC69Ja1P+z1fPzBLHT2sDcg9WkauY/yEPudfE7mOTZYezXpJ5OrTEPoD4gJQVGsCduw
TGISgF6T1FN1FzfMuD22UXghLnJolw8jVrXejBvrydu8WpqieZmEPXvPtvUtY71a7q8ejslR97bK
e5jdTDmq0foKlqt1wZmLAeZD5j1nZ91AaXCHQUkPDwbUxhugrakDakUQXJkS8xXC1SnLISyK3W6l
qgNqN0/NE2gSESqiBaHMTwLMRpyLyNiAdyNfsoq/MhVy0LWHEPOs5TBU8zSavIXeL83HDDyCpMDs
e7YfAJJqgLcAbELzFWjF1gY5NShfRU6wyxpgiHKE2iOHST36zv0KeSjCgYY1pc0XKKy9nXPrEGIz
HfrFkFYUboJ/OOrQkK4kKuekAZWj/Fc9G9jzBiQ7YFKVmCIEI0jnQWamqoBRcvKS4N3BZXFNrU68
uWK/NdrvVV33zLS6H2M974AWbBZM5aAKTv9a2TVcvU7lEUbd61qGVIw233xD7jGwGmxJK4i//xiD
6VdnIerToR8HLXch/yzST3T5Ywz1Xw2FiEwWjGvwuUn7lAG0aMkflNBEv7A6R7g18qplbI9jMgSI
xJfwVmO31v9Ew/t3DKswMvg9OxJQWGzASMNkIsD6m5qxNZfeBSM8EPWsADjFi0AsAONT/LBqQLdo
sEQQFmOw4j79YwrVlVX0v7GNfiGW1RjRrG0ws/2INFNZtlCG3II8OBWo1zB+xCwu+ydOA3+PTPUL
F3SeNB41cIr3MASY2LPxY2VLVaPOLR1OJriTwpFEoipd/fBPrvDfIVn+6k4kwA/DaRKTPc2QyWFg
O7ObgDX/k1/o7336L+wzhUQ/zRpOwBzpv3Vz9OoyVf0x8mn4Cz0UZfrUq7oie4/Yj7yZ/am1MvmD
H/4Lw8xEkRlGS8keGPQOg9Q2ryIgj//4gfp7V+UXemi1Lq0hvKX7Ogw0zvSlyqMGp/8f+/TrT/0f
VllxpxKwg3Bd4q2HN6/hSJncxud//OF/5wn91ZqIzlHv1CrwuDSMxz80MCVXhNTHyBXK4l7lyoKN
fYRSiKg/FM+X/Opn02S1Y7ARInvEoZK3dJr1nYgAr/7jX+i3zfV/Wd3hL6ubCZ8AFqrTfZ/xBgg0
H7zDcAX/fPjI0NcUlTf+z5BGAz20SnwSW/spwpNGjpVubYNepW52SGf8sS4Joptzw1CS/ee3+7fv
67/XH+PDf34P/df/wJ+/jwrNft2YX/74109jj3//4/qe//t3fv+Ovx4+xruv/Yf+9S/97j343L/9
3PKr+fq7P+xQlxv/aD9m//ShrTS/fT6+4fVv/v+++C8fv33KJ68+/vKn75i2mOunwRls+NPfXjr9
+MufoivR/d/+5+f/7cXrL/CXP138XPtNm6//75s+vmrzlz9l4Z/jmBNGoyjMYLZzFRq6j+srlP85
pinS4Tg65QwgC+TdA0JPm7/8KU3wEiBUjvf810t6tNeXEv7niGFuw0D9JlkcguX/X1/ud7fnv2/X
vwy2fxjbwWi8O/rtZPrv54nyjMEUJcRmTbMsikE++/0y9MHQgZqUNkc9z8Oas3bbdm0lASraOD4m
SmOkRtEg3gFztUcUXO7EgBjsMMMPjqh11AUWq/IHUJzgXta6fQBj/Zk20YaiNA2mnRFTdDIydkmO
PHlzK9C//gSgC2QTG21VkkGmH8siNUDRpQ/21vbpp24AAFqAzrLURb9O86Ffk9cp82DAAWltH8BH
GhBZhQrL5Lwa0s91yqvvOCKCM5DzWeWtTjFnRQZidT/0UZSDh7I1GO0AQx3rI2hB2d5KecfGBmtm
NCR+U61IP6K2rQ/aNQPGJj3IjStfTxOQV1lQ2NTsNs3oY99gqsbb+GoRzPRb0y76hD4r+5xRhymQ
mjF/WaQ6hiROTYkGFBHj1obNJ8IGeQ6RmA5qqJu+A/Ci5Qy/A1AmmnvfbEALUx8DDN2GI5gX39oZ
GfYw7d5KPIANikfR7kEgzVNNxd4ycRMmHtwNueww+V5yUdM3E3zXU3+fZSsaAyLteyB5UMJfh+Zo
KUxhXf2u4Vlz1263UXqsZ/rhMLYpJhE9+Uq9ww7oszKgsAZxD14DWDe0uU7ObQtcZGCiWDO62waY
lcIVaMVUaf7muCqgisxB9ZtyJUaJqYUGbApa0CFr2luiEvDAMJDrhv4y09E8s27yr6mx8A0luyG+
ch63I+0TXEW3S0N/lOAuFmAentFTpedhqH84B3BTYLrU2QpQ5YT0bbFrfHfQMgtuJnhoFIF3OF3H
Db1L9jH6HkjG/GhjPR4xFv5qFQfHI83A1eAEvkMwwkuSiue298fONZ85C1+hn0VW+wRiTA/2R3as
MGKgTRUVQvTulFKNqQHWlz0i7SnYgZXJ8nVGzE7RYfj7XWUhhr3otH3e0xCPwCPoKnA/cclBxOjj
OcdoO4UQNbVoZkc527L30bzD3BgPRIr+7lCRPvukQ9nutgXIM027pw1KUKiQFlywyYnvssHEmYBQ
Af93ESDfB8TZgCAAHoL2NrkAtnxq4amWhz7JdnCgWvaYrGKv7/pm2Q0JuXVzivFw7D+D87ceVree
Wj7kxI96X4FEciJVa+6yGEsMOE/1auukfzPkiWCMfmCzEYdaUv68gHScU9Bvfdln7fwAQFrsVOem
U5J2iI0AknLljS3zy4Z4U7FYzIbDYSiiPpJ7A0T8PIso+smqpT6JsCosmN7HEVnQ92ETriVQPDBs
DLru3HTiUYWTOsfQ1hcZ8PKvARNDGaj1ssbRTWzJcOx0/+TqSBYTAJFTpSd6y8OqhmZcHeWALQQC
8lsySsy4hAlfwFIJctFP+iupRS4kKSAEn8BnZ2Wc2GKz/A6TkCuLix0xLChBJr3rfIBhmxjGXdYp
nq/yXg79T4wmxhx98Yann2C3gWF4HboX4dewUFOJLcef8E3XW8fHtxZDxbUFs1aK6UsN4U3Rz8tZ
u/Y5sriQ9RKXQi1gXq/nxmcYNQw7KW82Vj2uTtyBtXHWlu2SunkFXEryqXfVnY/WohXNe7tiCIp0
9zHvpXptxVImVJ4NHT4CpCIIwOu0uwWHejuCSnFoJTZnxOXgW4dfKJ3qi7CteEpAPYOfI5Y7M2Ak
zaJEgAToUyK6WfgQX65c8NKk2Q50pkO1Abzpw02DigeSDDxP1qXuIaBQuzFoSx8HCiy8pj8EaVQ6
EMzKENOMPM6GYy/B0DMYhIbb2hzD8FNgdHuEKd2G3aA9J/P2WYXBVA4QoR8mOJLm2pPPYWvfKGx/
PJOqxAivxw2T2P0wbg/A4LwEA93y3uov3aS/YPowAUCJfSkJvMWy2OWJX9YiaVN9dK5+SnoPkn86
T/cY7lzGrts1zQyqPM+yT8hSeOvhbnzDyPy4hp+D8bohVvagjVowNvVnUD4PmJPsoiy7DURfJHOA
Y4ZTEPgUKYDXwPUVnGaPH7JXiJ66Sxdrzj0iRNBzvsfStVhz0w4UBV928LZ89zESGBHR+BOk2OR9
DSKag1h+ohPpilAvn3lUwXyxI+8ZIrAzjFNzAwOOzwqjyFQH9yvtPR7gRj2R6OD4cKbmp+arfsXq
wEbYUn+3go9RgjUHhpjQJ6ZJfSDaHeqQVzjbpjtwtB82L8qhV9XLyJMXxjtx0oqsZUw6XYolYW9V
6C6b7nwetfVb44ILXYddlYKbs0AuUlaTXc6dVW6v1RQX4KGSl35e04fEpP0D2LRweMeApgqQw5uC
muA8kLO5M2AYVGC44MxL4YbMMIGnuwYTn+vNu60rBiouR9IGwmMdUixAB4Z6XR/biUVwt2vMATSb
omvhetKAXAqkRtgiqntwSUd2yJR6kzx2N4OQT4lrRY4h1YXG8NLRfvzWqendclciqg58zQZpOitw
1H1Tz3cDk3kCShCcMcCM6qTfm6o5CKbTYiTRT9Nlp2QEOtoocPwZXVL8rKwU8N8Dz7uPyqqLHieo
e4ohCqBWEdOLisQxqo3NBxBVbkcQPJ8pYO89hlpt0czSluO8hDcRdtuCiqgI1iF+qsNpuKnA5c1r
Y6Cjrehw3FZMdKdk2g4gfeyo8rmpMR2BaO0Y93MOFxK/A2OFFxiI7ROX7uoxa+HJ2qalohu/R25m
CdkRPPz4cqZpv+OhHnMedNtxhEVvjLHgTjqy3xowyCHPAOGiQTkwgTDcLak/6Lo6rPOw72owwTG5
0WVqwjfMMUQZgV0Tw3QKwqFov8KpB0te3aVp+6kCCQczG3UbINMUQg8MQ2D6kRUhWIRlOEKdCREO
tvB1LvRWmeOwBYXJaAa43Dxeh0W5UeAdRZMswWAFxjxAQpVWcjdG9xV4NDsrUD8wXp1k11YFyDom
hyt/7qutK1IdPs/BegMWOcuDKLqLQb7Lo2HiN+jNUWZBOwDhmQSWx9YcmiN5dIkfdjXqkVtQEd6x
9961MDTMWn7MqrU+MYdiwVmf5QojlGrAkdW7/n1BtX/SwYJh3NI8gWa/YxswakjoG4TvMGij4qYO
T9Bfz0Uagug3SB291fU0F+s4v2LNHKMoAdELw9hoduIDkzuzB7eRHQmIdiX1Fo9cG3+zbByftmZ6
1ODBwHDBsZ1GhRXxTOD8xebLID0KnlGQuuLKuMm3pMU0jR5g9/JzDGz0GPRg6K7LcGvkdNqG31wP
gB8o/VvZI4vQBKAP9ZC1R2u2YHq3nkDU+6CbNTCf5kdk2rz3Js4uFanm3Yp+YQ9WdfPVMQo3yYVG
e2hhoB+IFV2ONB7DOlfh9g72EYKlmrU6tHViLq0J/Q0GYVByOTxWGwQRL3yi35Mq1oeJmDBHZDRD
BTm0yBsOVzwiQW2ew7lKmjxBF3w/LfMXMvUrLErAd31Pychy0lZ1nqWdemivmUqCbgcUYCcTTc+M
+RtYpCHtHtK8ZzhOLjvkLpEfFrTrYh7JcBN0fCsgFhJlBx0XmPL1lE9Sb0fiI8C9ZoqBeiO/DYZZ
s76yY85+iX6CS/092kZbTqq+aNmVVTW9k3asHkD7gPR41OzQ82Q8SvITTHOwBdLkIcv8m6lDzBvA
5DmScXzF9BPOAgOFmkoPIEZbA4g8jb81uj8ilW67RZF4YKipmQDQVsOKMwfB5TIEYbTThPc7kMFF
HrNwKZb2jroB202PDICZomg3+gjyB8jyWZA+BJbkjXxYeNLcBmAW7wyT4lF0JgW1Fc8/8U+Yen2y
uNy3hIf4T71n4VfeGqg/7I+oUtGDtOAATJ1/BfH225yJJ10nd9GE/MmARetDxaYh5zTG4aXmtqQM
DP8pdZDR+BqRbq6L14uPCAByVDEPW2a3e5BGt11k6uZCaowSEfBdg547TuWc9eGdddF+ctPPiteF
jIbbfmvhegyLGvDoUKnhPK/t5iC/AhkOPyPZ1bIZb52t3OekglBBNsHyCX0j2IwjqIJoZO3Pltnq
E3Sf0RNZBvcjaZXEDC5zdyDOxMjSjaj8Vs9VfNNUSI7fDdRWOz+1FpXXoj43GOEiki1OvrcI77nI
ZGV5I1C+LCp4VNLEp63t9iPYCnto3nIQYH9SFeQaI7y8I7gFXSxfm6tVWgezYuwa6ksabYWFkWVJ
qghn3QzxDRKBqnIBPxL6K7GdkhpsxibZ8gitSYkorLYYlNhjLiWPmY2Xm06ok12EKLDq7N0S1moP
4pIq62mFcgu75wDXzCPEYd9NuokclsBlzPF5lto8mMTL1kYYcyWJmnKrXXi7LdGdHNuT75w+KNC0
z6SuVR5XdRFzjdKEL7uaTaYkc6NvFbe3sdz2mYsLnji/m/4Pc+exJLmVZNFfmQ8gxqAexBYidGRk
RKqq3MCqMqugtXrA188J9thMdxnZtOFqesEWrE5GIAE89+v3Ho/Xr9Xa98xRFKu9uFHuHkxrDpvZ
MN+cOXsSplvumaUb9H0z8a5y+V4mPId4KKvPPOqeRCs3QLA4rDObYcgcujG2ZUXJzQesvTQG+2zc
Kfri1/neUopzWjX7RVj6t9nVMUUl2lvSOTsjmR5oUVfQZd2PrnTJ1fOmHPR7Y3kXz1bNk9IOYldb
wpkU7Cm3I+tY4xkNaEHbYKw6w6/yPkzqMcHus4rjPTvi92qF11xXnY0YSx8716Ueqk3B1XxqLASU
UrewnpjkItdyX1nlURVUMfMqcHOwtcLvFDV6E+S+vGmWpFftttTC2hA5GZLBeMRNYPjaFDsHY3Bp
LlU87tlIp4kHqd1i9772tjGjcmZW0NqiDmTjak9uxZh8gOUlfSsGm7yZ9boL40aTTHTL6Ml1GyBu
EcjFEPVqOslWb57LYRxO6tIlbHWM53STA1u/6VFrhTkZow3dJCsx3LzaO4U57wgyR8E4aVjP8ZaO
H32yMt03GS83+bdCAX0T9LHJs6vZ8+RFw/TUdCuGLY2VZUIdKFKMYqMnSR3Go2C+vuRvhpgehwYk
VDEu2hnXWPfU2s0JzZKil2fYcztcLKVUcyfEaeoexdQeppGtZY0q1n0u64atJ3cT0zhkG1U67d34
n75GCx03nmRlO+Ir+TQzapqwKdjZI413oJYJr3iuN0UAnauW6G9WUVButlbekD90wcikrG2L4q3L
1JD9jpIidDzYFmkTMacaLfuICwM7M16UMfJbU4kPpZRuEJsFC5DX0nld2uUtkRRqRWHVu5lKLBAG
DzdB6neJOzAsG/25XobjoOfVFmAFVnMcW9YS1Wd95clUNeug2ig6lWR9V9Qx3qVJVTZLY6UvPS81
p2t1jtWKjFj8OVkGh1E8VfgfnGqvZm0csPGn8bRcf1HHBgJBrBde7AiJ6UUse1Vzz3PPQZAYUveV
Ri/4sxb9/JC5Wy1iHu4w+jvVWv2lT4gxLUmm0nWMqmdrrUF8uznpHDd65k7o0PD7Rst9qC2VWXZa
fpeFWm5wHQ0hU9PEy+z8oPSu4eHjqLxVpGeCFR9xVF0jpf9BTmKj5vGz3WTJa+eKPNBaRfMFXmov
WlP9ipXvsVCF+0oKleN+Lua7ClZ6i6KLoJaJ8llrSrZ1HPHCxlLNq0vbCGvV3sSZczRKRlcLEUIq
+oWpfX4kI4RJHhvzBq/akzbpl7KW57RIknAk8EedmniNRlS8sZxX3H/KRqa0xUZ8wh7MilUzDdLG
eQTX+aXt5S0jZ8HJ/4AhjFCetRFtHZDx3DGCMxjH4epydN8kh42J9DkquizxiKy1G01Xbzgy7rcU
Cph1Nw1PHBQ84iwYxhXizTF+IPYYJ98iUyIdDgw5NmmRxl9jsrwsx0kWD2kl3vQGI2I5sOt4tUh3
FutN62PlW1RkyXldqiDhPxzaWbWJOyuvGvroj6bm3BnG8iAYXXtdQ860NYxkE+WfpaxIeudaEJMN
j9dpY+EwD7uxeB2zaYcgU/0wk4GPF8UtM80i3hAg31SY356xEk2+zBz7XnymYeqOnCK6MTxILK2E
8QxtW9ryuWFNLX1RN73xFbHgGuYXNF4+XRWjM9hMgpWZFR+R7VobvXOSH4w/bhUihJ9LDjDWEG3u
VyRoEQy8XkdQGNbpGQM4T01HO5CP9hTUowSXMCFtNinXiA3LF4PfNwrVctPJ1GDB7KetQcI6r7pP
lBgQ/MXCRkcxYMGjtfFFpSEDz/n03vI69HjbPIvO3JMAu2V2cy1ws+zWxW6ves5vmZTMG0iCRyVC
q5lSkqsYpiOWPKpzMM5meQMdpd/S+f76rNKtOUdf6yY+j9y/5NKU2xglMGX7NbkyqzkMNjNxJVv2
81pNPjvTSOHUgH5i6S19qqB5lVWYaNOhm4ZQ8Fi/KKCYvzezINYbF+h8BB6QH1khqc7dhbWPHVpu
t2uU5vu4Rj6DxK1Wj/ZmjTg/dfcwF+vqNWX6jn78UhnyJ6/43KPDah9wiAaOTUq6MbsT0w87YP+n
vFY6oco0jlqfxckEXKmBWp/9mF3YZa7cwSsbdgpacOp2Ax3mMj+2ZX2c+mwIZDyXdBIz3OWyqffz
fCjz9CASgQewVhYP1mThafZKVcTL3osjxKY8OiWOAeVBEB5S+jWYtPZdaas2ZFPdnpJW8YkOmge+
4fQQ0T0Lon0s6o7urRC+Pr5gTKdS33CXDh6IDoUKvZ3xqzfj0a3XQzxF+RELV/xAodgjL+cvyYyM
mAC7DFjQaD/3HbeNkiunPB+6DQGbXTq57/hW4kedzQpRKx5a1yQj0K7HJde/4Z951Jflp0uVS9rd
DasyOrRMaMgJIWNYyM8/q0i79kREBiRNV23IeAzRpi1jg7zQT3PEtxcpXFf69T4wevU2mPqlXmeV
CfOQblQAPmGWU4tN+t0x2UVHEzzuBTZxEfStUX2WDlMMfbkNGMgtC68lbiUq9mXAe9TgIyMoZp6t
mVz6QlgmJJyc8PBWTli33amzG3NLmJUX3Kzwhuhr4ATR74k9347q9ZJXXHYO1XSDtdsf7K94u5tT
xZI/P6tnP5JyU4Cq8izq0CcLw9MjZgEjbCMamLJMxkvRpUfVbO5CF51MVt1VL/bpxeX4VOj2Q0Sp
KWtEcuqokRlMwcZcdsA1UX+oAI9znqPc5byZ1PFqW5dEIzKo9YTJgKiyA77OpGfGxqOC1fbo4hjc
WCkKSAvuIqUu1pWeHYezvh5MeBrs47GtjcLPJ5bYb0xjPPeusqdHRWURy4/KyH4YBMCAIuRXzsuC
oH+8beouSAu73TnTQPzy1YFsB/okymkbnDyk+Ut/OKPyNaIMwr6kmfsusVS/j7TR7ycqhjzdzoVy
xeLO3r+s3cOHWLxmnYrt1Nh7mV0y294ZY33CoWkFAo19GFTccrFNA6Gx7qdJcDEOWnomvFoRu+Px
B6uS7HQxRViwRbzTqjhVt6ATekSnLyzXjQ8jIg63oTReGjp4LzGyo1Vbq1+06yZzYF5ow9CeaC8+
iK8/4XxKPC7r02Q5LJt90qoEbjqWaEbGww3HL9a2NE7DDqdj5GBRS5KkD2YKm6SeKanGLPpWDosV
LnhcQ0Jsbahr+rAj3c1bbpbd6yhhCfAiMdsndRnHZ0aopyYbLzqmzR+0l7e2XLXzOMxp+SDaoaeU
w+37LdXFvqZ0kvdp5lLHpyq2otvS1FZIpdmjB4mVl5TELrdCSt9G91FBWxbKbYrbR7tXP4ilFqHM
yhKxf9oxKai9qTWfGri+yJMrr89xK9yBF2pti2+KqT7YEcuJtZNDptAsHWUv24LupKsYAE25ioc/
kt+hgKxhJNcv+lot26Erb4izvAtGNNx0QgtL2pumG/2mKctHt6hJxqCVzobtOyybCbFL7LCXphkB
mVW58U5U/L7FQNjH8TOsiLCUGbstc22aQt0ZPnHbD/R6Rv4qLJOGdco205gH6gABoNfLK22fH7En
kBFvzDRByR7zTODiIT845QQajTEO2Se6kVO9UxrN9VV3uiz0QLS+ul8XOY5lNpF7Il4/HMq2Q1x8
aIAwNrwHReMTNWd4ojYPS58rWwUk3cMy4K9Z03NbSXdHmh7VUAH67CGWjV42Ts4+7zBBWtH6kKpT
t61ZD+yRBY1gBrguXnp+DyVvuVK0D5HTv+HIyzxtEcJXeueZZEbrLaZVeHaWLte0t/JtWkYzTolO
HJJV+p1muq+qAcIm4UDzc4Pgof3YjN1hqvXrwMTX48jRMXBi4dLWyfGX0dbo/8tzTgiWbdSXfETX
TqYsWGmImikOIGREwWywpTdR1502G0OA/b9ifUPU+6uORLUmK0qCYigeoxPjKVJ1i/iSe0jihYfd
Ln0kxjQAKnOmu/c68Ew7ix6G9804ek68aCejMn4SE0OykFQoRcVMBFpRNNaRGbjOmuwxaBaUQCNr
2yeiZNuaItHE3zjrm87JzZ3bSW1f4a33GD9Fi7dQ1MeBVhb545A1SuC0mf7CAPYIA2ZjSc3v7eyR
I3PXOwQNiI/i7xzjhXx8ateFl+JPfooXRd3Si/B18ZSXldp81cWoP4m4/DI16/woVJk2QWk6fYgb
P4v9IdbENnWn2WunxslCZ9GAs5BOuypZekl0ViBUpj4EJA30x2hulvfOon/Hgq4eHaV8RbFtAkpU
xU8UOz2S7EiYPc1JMK3JLTdlFkgr+qYr5oNGcTJXX/jN+m52J7lUSZjN5HNQlTwlHV8yjrZZz0LV
XlBkSrGj0jyt7X0kMB5IgTMHYnlR1JPbZkR6aaLitvSyubUsTsLUTLs0yG2dI0IUAsMByQU1+2px
LqnF9Fis8uIueZ7748A2rmWOP0bj22i1jJVZxhN7rJ9luvkhzAdJOTUJe4MF9eo0qANZZhxwS687
V+tTwCvTmcQhxerdP79JjP6MTfkoR8zhsB6DFIXrltb6p0N47qzILA9+/8j58uliAASEHBRkbT04
WbyRxvkxioqEV/lEMpMYopJ8QHR5i61dtUxbuDqc/nSupaZ/ZUVCAvB53gOqAzRma7O7KbgMjB/Y
yYnfyDPdiQGFqgzs91D2bl6324o0mR8bOdPZwv3KqqNb1wKjbM2HQsp3dgShY+Ok6Zr8kA4VXIz6
ls2Rc2CzKiSO1TiIhusxL5FxhDS3W+v20qyMGn+XWsvGQa10xaPZCsZNpGnDShVKYOuWGrhsQ2et
A7GMMnXG16Wa3cCaXZP/HlWvBMwGPxIKKQbNPhK7Osux2jkQlEjJXpt7eCFrK+VYCXZlKLlDZ993
/MMmufizlR6GFTHRxmXtFUlFwQnmLBM6b50s3jFgGEKnq2m429o+k6TSQ1XtwdbZJFYUTynWzypn
q07fxd3GwKTwDGeuxFLT1SSe29rIPFfOzj7tWuPN1DFQE6+a4m2s6cp5+n0aUYiClbkduJvGI5Rc
fs00/CpyJBYVJ7X10JmYPLaphvu0LZVXs0jt60KW9Zz1SIqbzKK1ZskPd22tDw/QGpJTDDf4EZpT
/7XIbHHpaul+RlPWON4q5/yE2ADEaHUYWSztmFceTno+V5uUe4aPUQguzDj2KbR35iWR+dxPrBDW
Jmkz+7Xz0F4abDuiYJ3UvFjbRRX5J6j52TcILKseKKtqW2cGKbjCTebtmE7zw2gUcqty2200I7Uu
RVMZX2L9PrdV5+aBeAeVjd2JDynTE0HU6QPRNveXKNkUjIdKtdm1UnsQdZuduFrNCVuk8a5qi/q4
TsO4GchQhnU6UdYUMS2TUvoRxAVoz/m6JWU4eFDIxc1wRu2ztIQastaQtOcSLRR7/daxsAySTmpP
UWG9uWJ4xTGgM0aNNmY6txt4dub3huiorZ5VV54XM2KeYWvZeyYWqgj7UcjyqVLk20Rq2pMisbey
oeh3zeY+YLVuUYHkmPGv3BvYNfOziuf4UpG8BI4no5PbTfnDojqhXbguIqnEbbOJyCSeKvWlb/Ae
Br1U0tRrMZ1j2gKAp7CAdMnaiSlJwtShBXpqlhadCCHYY6YtR1V3Yp/JkEt0qQ+gWAWOoSQhqzPv
jxWR7Azv1qept4VP748/RsdowEFADK0r3lOddnaS00wf1w+hnmfG1QHYCDhiLf10yHZjGk+oc+Tk
GRpae+R6J8TqoFH6O7b2nNQFUcIOSB2pW5YQeHraZ0zjnPRH0sJLWsh+DMBDalRuEBgIN/8oq0XQ
F4n5dRJywhXSMDsQ5sdU2j4JhHLn3KWWZJ2IwdlKFTBcox9WneIwDwzC7A5NtxwSGGNKq+ynfHHe
2g6aXSVaxtT2ohzy3C6vxL1X0E+lsjx0kiecaUB114wXb+2pmOPVAmu80ON4JDKrxbNGvfqI86YM
ySdMR3vu102js6iuqAzzCD0gDZ1+Ud/WVXxyLL3bhruHQyROqA8c8ywNt74taeyQoAYxMyHQnBH3
2GjMw3zCUS7O49TKpxo5ml8v2YFrYZJvnvU2ChBnp9M0NvUnu6/7nWY75Z36YA2cyh3Z2JG3TaVk
9bkx7NKbomj8zIYkfxLWOH6ReiuSwGzGZYXwFKPX6/MaTUEMZedZ6ta8S8cu3SFXZYEdD7eqmLur
ZpnaseXB30ttqfcDr+UjmYnuBKwNs5EQUb4x+hL3uVopn0mPV6vLx/g7O+khAejNzExPlQbH78Bi
4oXI0o3AfBvM2QovqehldEnMSt+UCsGLKndAIww9xxh2ERqt4qKl/OaH5qxTPIc01zbsqvheBdrp
fgbuG5ZW1Fy7Buz0YOF3Me1We1q0MtmLoRwYUdHfeNKC+lAhnOzGYlnxhU2z4elG/K3Aau6nWoVb
Lp+bvcjM4g3/XeubQ+fymcVnr6Qd8fC2OasalDtNMZIXSFKzzcpAcJv2mFwwZqn32g/OqyfseNpX
8TB/t8eqedawWZ5hY8x+XJ8xrfH71lTFj1ajeFzddPoa1139U20GDbudKMqd0erj2cC8g9CgJtMX
iH7V6lsKkVNNS5CUq/FnAhTlISpWNUTElWHWYZgTpZXddNMgLF6UmETklF2nQtBKDnmZ7bJRo9+P
AfJd9ZlXUa/yaKtZpZ14vvpgdVQbfhGa1+Ja5t4YB6Px07jgN9ZLh2/gxl+VwV7OlWtjC0Mj8Tqr
S/dq0q2bdDA6f5XVuNGFOR6duVMoCJMEoEDE9y56EqiKLa8NUblXpU3LKz8pP9LZWd+FBSOSORFh
Uq/oSu0Fl0CG6ggf7ZI41mNi928mFDo/wW0bFFZClr923B05bOemopZ1W0XV8wsckelcgkh9ZxsE
I998Lb8SSssZFRrugwW3aAeRfwh6wopXltKrGyPvyoemri2ksC72SYXeV3AO9amkr/BqcmRhmtUR
Trk8eTScglCS2yS7NdIJlqRjeSVZLrdzXGabTKuYIKy1/aAVfXokB+yGc8tqh6w3CIeaeN7GJTn1
sMZ8U07Cz6STH9h/Vaeem5vxhXDD/B4LiSq4tLAtun5wv0+RjJ7KWO9eZhaSBXXbuh9xKsTPvCim
qzSW6NIL2c4hk69ix0QBqBJ3O1C9rL0XQ45TXMktJwDfWWT+Wa5T+qowoAsT5e4mdLv8QUn618xV
XV/JC/tbNsravzc0IZkpJw4irZYnQ2tLJO8VhVQUkFOMOvf7suN/UxtrMyu86+GZ6s+rYF+YlwGx
JBUFnwGGjYXTip62cc7pWpu7WjfmICbs9BPburlZVICiQ41GxyuQj2ATf9qVLDu5jJO07lwI8tN6
gUAKGJd+MFUvNK9JulNQoToPa6Z93/EKrrPUh002uDby2kIpl9YoikTaq+YAF4T3tdkbgAHWevgc
nKk1PNiUEFlMZp4TKvh+BQAUuDH2PBmDUmeSsHpECsUBdO6wGUiJ7Rd3HU/mFGU4X0cxMawbzFCZ
G/VL1LhLyNSM0Vt/NboYIZ8WVuHuCeJUXlvnSVuM+CKg5D8vluhPfTIXiT8I8+7Dq8rrUpj4NqdK
OxIlLsOhwY1nKmjzqVYomzqe+6NGNOyxSg0jAOwjPVADOnpa1e7yooMQpkkRH1nlM4Hno7/DDHfP
tNbzW8qCUK8BUXkf7uF4StXq08gs50par/yQd0ilb0M9ZU0aQkpfqp+ZmHUEu9JZtpS53UYB97nM
sLbJ8FXDRDnl1h/6ZCl3BJERmJaBR0VMxZc+bavHRYztd5p/nDLYCeNGJ4f5Uc8EtQ08UYvMs5/a
UJcBaejlvLRW23u15bZXG2vg/Z5ig4tWTNZDFj32aTyjxxrNkwv2h35bydUXYPE9v5pBcZ+Z6uGt
JWEcLsBBd8TshepxXqY/CJBDhyo0sT6BpkxgGpfyszEwJWh2pn5H+01ujH4QhmES4rKqlbd05GVb
AG/FXFJMOE17ak3HsB7yMmYcoC+wBWZdf4nLedzEbeGclnKkqLDq9ShwF+zUvmeCVnc4eVSGOt5c
8QphDM6mCJnV+VXhGx7wZeiAKJThUVOc9RYrsAhH+Hl3qxf4XrcrgYAosQhihy0cxcL6J62MZDjj
WLMYvJHWJ+tvcqwo7OdQs6uURqAYantjR651d31mfGWsdcGaAlnrTLzixznuEoRvu3mMaH+BQhca
61gNdh+Z3CGJhxQ4PukpmqhXz724OgqDs75bxhdFH6wXk+WR22kFJExsekBLkE2xeksldzjZ+wO0
zOpjNCk9LeCG9Iz9uK30NedYaN2XrhytTyWiCo7aZQuSRQsLfmAQj7I/Ut9h7yfxG3uWgix0x+nd
1FwoYXzPtCZ2ysVyF+7k0hFf8C7FJ5qR+qYVa4n0md0LTlmuxCile42dXLnWgEPDGWwsLpC6uKlD
++70WG2XlbKOHXJFyMPv+tBbJKOUIT1lq2Y/1eZ9tNmp90F+31jYtPDA00sRJjKKOfsCu++gzXV3
pk8hVM5K069T02TBlA/pDwxe0sQRFg/7RdrLU9ZpIKDEoLEMI0YBfcwqPE8YBZRTUUQFQrnRZzvW
OdUPNWgTGNsusJlgtmI4Gz1yGBVzr381geZ8JFHGFYBV+p0ddch1IGK3SZFGsFYwGZk8at3B1JE0
kXrn+IvR4ogSlVOendrp9mlEFNVbbCPZiSI2eqBBqPGSds+by5IOyUqsCwjFInCiAqxws6imD9xG
xdKWcvoRI3mZV9m8K+h4N9tNuqPVYwYuc5LHntA1MAkVZZeULZCEBplJSTXGBfxdggKuW1yyCLyG
V8EUfXEQrp8L5jiSAY1mT4dxLisd/Wwwgn6WZZgtJoa9Fnrt1kgHdE0MCwxZslkrXsY4/mqvNMxk
zoX8ii0WWaeGeX1eBQNYv9IJ8uf1ogHBzOGh1FYiTtzsLtl/OT7KstH48vSanlKX9CHOoKFaW5mD
IzkanXDQO/MwTVb/EvHVjwRigHq0xfAFMTnH3TViNDbwaAZVK5Ffyas8GWkOBMbBpCvHTiIW2Om2
ncsnRx8upKej4zinRiidaD3atlq+NauIIHjU/MVGKOwz3Q7mmLaTZjXHxlY138YMILw/LM59hq9n
u05lFZom02xTV7izcnSf50KYiT8KsYIVSZpAkqa7aIOS7kk6T8cl5UcvsKc344obO+ntyIcDRm+4
YmItkZUU+RxTSB8bTVG8sjf0F9NtTAIUSvkYO8DSxsatnwjHl5/1RBrJK9UpPZuC0KHX4yAKAXZa
9xGUiedpjdV3A4vSpeyiBYsHJ4alCnHNNGg8KPnqe9bP08k0Sw7BZVQvTsxKG+7x8mKwwvGxBQz5
ZmTxsOkx15zcqkwvM7XFgfE9qrPewSgx6Ng4O5iqx46ahggETljlwr64sy2DDMDxc0th9dY0KNgE
5qLTFDcLACPL+YRanX018Rz/mCswdjEOHN9ajYoGyiw3bkHmyIOnYT3A/LTfLaCDnjTznHDMkrqA
muGj7YCAJS8puwIUlFp0YWXGobuIHiIzO832KMLRVxXc6TU2HLltuiz9slp5GVS1vX6PW6PG1GAO
x0yZ7V1f3c1W5hovSMuT6o0KQqKa8sEVoWQfJXbVZ+EU42lqtO6w1EZzSKuVKoBk/qMCXJr4jWYG
5DhI0sN292n/hh9zIrPjbI7Zxzyx61fmd1aGKYTrU7CkvNN7N8lDkMk03COevO9lRwzTM3WNXICL
Ythwpn3T4G5DCMxvFIBy188CYjojiQ9M6f0xH7N8T5ra6rH28ZxyyjpqC2V3Sr45bT1tE5cXmds7
9QaJbjg4yEk+r1Mm1BGBgp7Yi18N2BpzSxr7mZTKO6V88sPF1fii435Ntkrpgj93Yg4ot2XScM8k
uRj6yvg5zljYB5FFcXeGLc2ATQiM7G3TYTA4yy1Nen2WOmEb2UFUCezRIlhj2TXtkNgrCxBpTquV
HWvRbD+xCoAZHlGz2Ji1b73umq+NZg07uDiGH1tp8qylNe2/7AUyZY4408IRe0ibeOKCjqZ8vFu9
eeCnJcfuMEkgamJtvYq7dzvLZaZ/iA686HXm6Hp0STE//lScFpVk0EBe68pM0KhtU+5tjfw2eH5n
Sj5TUZk7o4YjoWOFZh7jVjstixufEPdMse1aki2NDgP2ZCzzfXfvsRBWloPo2ukjcvXoJQb0KlBp
mdhJ22k/IcPbGwExcqPDaAyEumi3lT3wQaLf9eBOdpff6on56tKu7nYwyuwy25Mx+2RZ1qBFTX22
x6zwEqTvHdr5p55oRunbvMjQV3QKyihKKi+CbJqEK5iunZ6p8H51bCn4/9qoPXAA6VfDAfGwE6B/
X6x2LL5Qv8CnV50u+I2ZtdvVahLvxsjtdmVjDD8BYWk3fM28KMsaLgkjfawm2swCPhWAlTJGazi2
ACtQVZQt/N1+32PTDpper9G21h8d4/0Hy62wa87lzDhnrCyqQUczGKuaZfE8MgctwpxpBCnBiglx
OZgNg1/GPjo8zUw/qWIsdkuumKduvvfReT4fiphkezYYKa12zPDFsWX6ttoNs0vuQiZWlEVXKomz
M6Tj99TN5Qa8ehcC7Uie0wFTctjYTNqlgZ0xM9rxVLaY7R1MZMFU8YD0Q5w+lVL5YhVUkkNX6Afb
VZMDmzX6F7kmksRGaV5BhDqHqjPrgH3xku1JS3L9zRgmenLTTnf9ytYzo1XcTSNsZ8PCWADcDR7f
THvhfGIaD0T2nldIMXF1YqXbUNrhI4axH7DnjLSE0ZTr4sUVd5ht6907b4cqpHVZN+SDjYD9AXrj
/WaK1CGoaLjEYsZmw9mlXQ0mliedRWDnRImmN1z/zUuMUSb4DawhHh91trYZ1c82SxLMID2N8W9D
n1hOYhTJ7r5n+jGL8B8rcMxCIObzFgB0ux1JFv2N1PI5/SC+VP8cfs0k/0uM+dL8qJ6G7seP4fyt
+fVP/r9MLxMT//P08sM9bvwfx7r78e1fM8/8v/4RXyb+/J9gNMnIWyonmKsCGPhHfFnTzXsS2XGI
RromYxb+zv/Gl1WVt7Xj6ryuXe2+OZAz+/f4sv2fFlloxzV1fqLNX/8v8eU/AhM4hvh1nxe7aFBH
GHLeXBshiypR27JvTv0bQf77T/8F2GBbEROcqFWuVQaAnVvSW/Ay/9N1/u8g9j8Hr//sk//Ca+i1
kQQ2UsCNN8sFo5MT9MIWf/OH/8JrMFAK2lKfoiuQsPfG0nVUR1Jqf++T/4JrMKYewSXik/f3dUUI
wkdSasZf0A3un/B/w+iKrpkc1Fxy419D6K5YTVSOIr6hc0ThCDjlW1GpOGEYl/wNxMf9H/FLzn3m
n6Cs7EO6acsoj/Wcb+xCjf7GruL7D+eG/2eWhdPwgsdYGl3XgmgVeK5XOag8c//zaP7BLfNn1+YX
2Ao4qWxd0tS92lNNrdVRkXJ8Jr6T/NUqtTvl5A+u/h1E8M+ffqilXCuLQXxsN+u5mJtm1wlAZFKk
A8fd3e+sjd8V1c63//4r/clToP2CWykcppEDmtI1G8eHFWsiWou5/MW99Gc//JfHV7AToKqEZV9Z
1kP+fSr8uhNv//6D/35J/uhS/fL8sl2oGe1+nK59q4VANe9TbM+J9vrw6qwvdUcSmEI8v+RtFpJI
xXe5K8aPKNrbw4a/1u4HdqO/+KK/bwH8ow/zy/NOsw7pmsHFdQSpNRO7XOOjQhQ6O1s0qsL4jqbs
SbTLSd9PzhebVr/ikS1aajH1VLpElP7xb+0k7n+GDUVMvW3mLqzWqX/e8/F/cdnul+ePPukvLw/K
O2hcyTRdGTDuDeP7guxtcUUMeSRGqM1k5slrKkAB13ajjI0POsGzC+mzA5KJXPsXyJnfH/Y/+hy/
vGcweWdKpy8M+ACMDsBVZ66cUw5bzeIKEfrS6UdQcK9YwpC6KWdPNVsZNOgKONgiM/LkgEXN2uf5
hsiPR9X076+Q/SdP+a8AKfwcOf7gJr225UR8q7P3M9FjpzXxKWGqGwrVn7taJ23aPLEsDMhjP2GV
F9krvItTr7Y/0+a/ODuT5baRdd0+ESLQN1P2pCgJsq3GniBkW0abaBJIdE9/F+rcgQ+PJUVwtKNU
tUESQPb/t1ZwTmvxEkDPMiftVgXpC2KdR62Fo0ICnxzIaWAuKZPpxje0Ww/fJmnX9ohN7JEzl5+5
0DcDGwkEVscfVKtsk6LZoOG5URqnnVF0kD4mmRl7Vzd+ZV5wogBrr5R3o6G9SDT9tNwxiNUb9hzu
2h7kn208ZBA307K5RfCnU3/cHAA475O0eEiByFJ2RmKmIC5eFE+DNuyKMd9KB9gwgIwdBPiTk9Yn
ksv7tm9u2L28swyg4EW9i/u8pDwrCtk0/mT0fK8XvOjDjUHExA3zJjR7BrhkhG+xhC33qjDFrd6W
NidKVguNP/vkmb/XUV127CPbVc7EYp5D8J2ZSrYpxPbj1+mdS/8fWtZAxjJgZh7aAy/E3LmEMOvv
1137ovO2KwGNtLaasCEvtErc6M730y8fX/udVnDJyuq1lqCb5zQhYBzoDxOFEg8Z8Yh7dnACcd19
X6a0fw93lNNNnh1PbTgNwYOyi1Om5+HH3/+9+37RI3uyNQKy3Q3VxXBY4Wp+UVS4bT6++Hs3Z/nQ
v4BZmjP6WmbFLYlNf1hrTs6eQZvr+5zSxSvfm4v+cXRQOzWuIUOiv+GsadQMueU1fmImSZekIRWQ
hOs5NgzZWEB56MTyMMg8uW5OoV80X46ks9a3izYsxmLZHl4hoXj7+Ma/91QvGqoIkinVEyVDg6p9
dqHm0NY5DL/m4nZwMfnyfA3JFGqLEIOOvQ745utSeFe1VRwX//uVySytrJY9oDAfg19zwe5Eleqf
zIX+fVfs4GKeVZhyymw4h6Fo/X0pqeluORj+pDN+7+L/p41OCxWUi8Nt3LGZM5N3aafNdbf8opVG
zihJmvr0Mo1MDsTknE0WwXj6+OrLg/u/cwwAX//7noueExGIsV3I/qBaQT5CaJV/hSF6w0nVn8FO
T2VHmajDDuwVlmXfsoOLVtsi5sDos9ysOv/D+7TGA/b/yW7/C+z2+YLVDsz//WuCyovzgcqX0JQ1
vX0AVaCy7cPHt+qd+ZgdXDRagrd+nNZEQPrOK19L4WjfZw8UKuRcXCrNqO9yXjOYOI1553sBMIGG
MOQ6d4wvTBma+7J3ot3scTg5zq51V+gUXpY1sBm49s6Kwp7hzMnl75yTKo5KDffKF+iiQ6B8xhuh
THdh7ftv8Uj0AgXjJ9f+9zTE9i/6g0iJSAaUKYXYu7SDcKRHZtx70sEUAJ6XZ0VEZotMqT1+/AyW
1/Ifr6t/0UXM3QBSnU2/kHzmypCYoYwO2Md1F7/oIzyT+JVUGkPt5EZrTXrdqvXpmz+++r8HRNu/
6CQMi1AVKeEuJJ2ZUpTniBt76MSmVYZx1YBu+xddhcoczjiR9oWJhievG10b1AvVVx//gPfu/fL3
v0b0qLHqDh9kG3q4OTmRan+7EwHKjy9uLI3oX0/2oluAATeJlGPSMABfjzCmIlE2pL88kzCz1dQz
rqmeLJOfYEHj6INTSKvZFgkHLR9/gfd+3UXXUXkooC1XynAW7ZeqljeqDP5cd+mLfqPSMltKgX2z
8uxftW7/5rzz98eXdpev96/bdtG4qUa0VLRQzbJqVEejmZAMWfgH3U4j0xMTZ93UZBQ2sNOf3SQB
edvgxcnprE4aiERoSkQ0gpm0F+l09dUTpXZLWXq0GwgVsLqZNGBSkVjD42M4jnK5n023wBKsB3v0
fN+aPhIbYx4wlQjf3PYa50mJnzhUIEFb6I1OwHimOpeycTQrsLzgyDQNtbdOfUxILq06QD932kJx
5wC03Qhz9l9yTvtZ+VEubZFC/FpBBH6J8mE6GY1TbzgJmLaTr/9SU5ut9cHLNlPe1qt5MNAseC5p
CTd48XpB7QnZIuB+PYjFsf8Jb7hZNwJv7Mc3/51XxrtoEAgIimkaqyakjAJw/IQUQuvEJz3dOwOz
d9EeOCH37T7v6xDcEpKPNPCW+qc3wqvsOUATIgdcR9DuM1YeMzrvTyam7/RS3kWH3svEbmPdrUO6
cpS2UUniKRDNcTT7Tz7hvbt20YWbkCxz19ep6JHRWUNhvapMaXzySJbO9B/NwbvownNzqKKeOGbI
zq2i5lJSIxd4GjsH2nQ0Ji3/5Om89yMuOvNxzkWte0YbtnVzr2T0Qy+rbx+/Ve89gYtOfExzytea
oQlJXljffWmJL6U+A/Zxc33z8Ue89+0v+rppRnHkpVMdAjA8k136neX+88eXfu/bX/R1sp7MbIiZ
I8kiNW86RYX1RLHbrcPi+JNn/N5HXHR5yjJzD+KhG5qpDhALfBVn63IxaFPo+/GveOcGuRetQGnK
m+RkuqHLATuFFdNjFgzn66598f7Pntukfc21EdSolcrkbY0Z6LprX77+1DrGLqdfYVaspbNPrlsM
28vp2d9Dv5f72uRARAiLvjuKYHiNreC6OYt78bqb4+gCn9bd0EsDCsyiOF9lA/CO627I8oD/mrPI
QJsjBKVO2CQGyStCmuvJSE7XXfyii7aGsQdbK9zQ0dCRyqK7iybtM5z58sj+0ZP9N+D//c3HpjMV
FX0hhXD13RBxkBIHhBuQwwC7CVDiNR7Rl49/yTtNyr1otQRIpNf2lhP6Y0N1YUZdt+9L7Y6CzXL3
8Ue816QuWq0WBDnV9YYTDnVKUK150szg7apLOxetNUaWYtZy4iE3Wg7TtIXl51CFdd3VL9qr7xI/
AQrLF5+ifmX45dc+Ma4bRpzL9pqQBaQwU4YlEkPDoAw7qe2Xj7+3udzZf7xBzkWjdamhSDKHDMKY
nfEu73U/J+i8M8tvUQLpqL4dU2ejG/tRvJnWz8J61u35xnLJiVGuzj81p3TOwWt80u/9d172r+9z
0dJR1VdTngkv9Mk5uyOSawgoBmVBU0CldXTmoMJW916THfP+riypZI/oHxt7D2oma5ZDjOZTQP07
b6Oz/P2v1oWrsJpdt6hCJge7qnAwqMrsM7XFexe/6Bcw+6Q1S8kqjHznFhjcaTC1z3rid47RbOdi
7E7A5xER9QXq2274BUJALRSHVzbn0x01LeyBNsCRSDP/TKL+m23UT3Cz/C/j4o2pHcBRoGtgueXA
DnqXc6uqN9KNVZvDPSbl+KFq+e/azvcOVVV/T1uqcMVo/uCw4RY5R3Fdt+xc9Dcjh//ovmQZEhH6
Y5okNxGRz59cfHm///WeXfQ0s6jchqiTCJuxwM/UURHBwg68jXg14+G6lmtf9DkDJ0gEQYci9OIR
z0+ME+np43b7zttjX/Q3VLuCSaMkLYywHIsgo66o/uy+m+909PZFh5N22CChCxSh4szymAC2/1rj
0r41NZAyNWQmeDZtXeOFb+Smi7Xxjgrw4gvkIjinA0LQgbrxDQw892eSVv3Zt0p9F6dsHXasBKmF
ML455mjuom54G6UFgGEgQIG5jVWLSK87kbfti54tLiCuKnTd7ERAPDCTRd62ue7uX3RSlE+XViHj
PKQV7SFAPjld8UmH/N6DXf7+V5/j+Q4r16LLQ1zBb0EdvBjuJ13re1e+6HD0YTQ8XVVZGEsn3tqt
K8lItfvr7shFh+N40re9eUhDMiNia8SNsQEi+VljXaqs/tVa//v7X3fFKjWnnqkUD4W36wGEMKth
c+yhVEeO3MWSiskgFVSv1jK0p5TdQuCyiaeRZ2ZrLjdm4GDOhpAs+wdPvp3sHIgHcZAQ3KKY3vhK
OyUY8C0n4uzXzxQ2MEde5Zb5NeqbbcvuJJ/U+S8DfwVd+z8fa8Te+rqbd9EXDbpmUlFeFCFO4J/w
D9ftUmZ61bWtiy6I02gjs/IqD2VfcVY+7qrUvO6ZWxd9EBWgsavlZR5GTXyuzPYeLex1X/qiAyLI
lYGsFku/yZaPD7o5HovH66590S0UdDAJWUIROu4xssPmyvHcuugTKlGUxuCOeWhRckyGTcRHCni9
3XXf+qJbyCNUEyw4uXrVwA9XL+zLPV936Yt+oawakQsJzVyfczAhKgc2SXJgc93VLzqGxKl8d1GK
kwOmRrut8js7MoMrL34xQ6gr04W9qrJwKuJnw02InSz8keu++UWrjGaM96SDyhCbY76LKbBGI3vd
4zQvWmVu69S/MasNjQwJaT+AYhQBxLGrvvllLenMrlPsGqkALGKD/S9/AtL97CjQcJfm/Y+Z02Ut
aRTXea7cMg11E5ewN5xp9o77RF/rNP5RRxCeimOLZIY+mvr/bdI9A2TbLvb4KZ5BU7LEFtpDDC3O
UtZeQrgc2t9W/o0rFGwMW4VzNrmKSxTTctGELpESMR0t40xMBfsML2n1XLH6RGZI1hCGagdzbA7p
wOvSOVTq2Ou7patuPWTnerbnLzOvhTboR8aPxkrg1f4Yq8pby+6Wf2nmNhMECAP+9NOPfuv+o4Go
07bvWeyeGQys2f8txyPuhw29v8bD8glUN1myDAuVWjQF9p5Pb7wOWFCzGvkh6Mgzccz5PVryFk01
z/dXq6Ah8Tlc0mAvmGjTqs9u+c98pPZ8DweMrS/YwhX/cxtbKAHS2nc28xfYf6ScRA/4eJdFb6qv
d9wQRrNer09RYW8UWkvhRYTRmlOn74Io5h93yxg3EREQfXFfGXC5xuY5Cqi0rJ9N55gP8VmxrDHE
Ejxyn/kOMfsrMQl903iRLQnc0vlObvImKmEvNCXgeqIQMbGC7tZ0zx4HSAkMJtTma4UVOIZ3N87m
Atg/LLfQQBrCokzpOyVdYqO7rvsO/G6lD9MNea5NkVA+WG/ymtwCNh714ucuLP0AGrC+aa7cVPhv
kfTX5CEZOO4N4CmGbbY4YSPnB3nHT4buZUT6V2O46PVj4JpExFlGeN3wDerywAkULHkk7dSNyaQD
qUES/rpmfTEG+BUwgp6akDBP4jN4mkc7dm+uu/TFGNDkDQE91eahqxL7SPYStOnoDVd+8YsxoFZj
4IJTYx2tVS9iAKLRiU/2Mv/TXf7rAVwMAQ2H1o4zWGlY8u4nY7LGMHCigSXKIbG+W2Y8bf4AYq3r
k0MyG3dG9/TxPXvv0V+MD8XYlcWYRVnoW8Ufzry0MAra+ptw/fyPlTrBnU+S5JOx6L2feVnPLKfI
duvZTUPfDpqbISCEWLYRrCJiLiultPG29LN0HWeNIn4KApI2aQTHGmUE5AdDHcnYGp8ML+/88MtS
Z8+1ikIWogx14s235CGKO0iFxUuq20Cv7ClGW1G01707xvIl/mq8ZJ7BLE1ZCW1oeCWV/iKm+PXj
B/jOQGZczgQ7axaSIpbQiMESisCL4VQQglsyUEc9l8FBC4ppA8Kxum4J9p8I8a8fQ+pzivwxL0Kz
zPo1BS6cNhZXHjReqmZ9zzEBVE1FmA/V95K4rdDNHx/fqaWH+Ucj+++t/Ot7W4lsNd9WRbhoEQy3
/8F+5ycv03uXvugbJqXlXWabWdh5+lPUZrCLnM+2wd679kXfUGVIiXXi32DB9Gf4/Lui6T6ZwP0X
4/jXLblo/UbkV6oI7DSUnilO46STtHbQ/LVgJ7ZJZqbxSiOoPoIPa8yFC/zg2R6Z28AR2SZBPrev
qsTEfKCJjTY1/RZIPijpOGg2bCoYBwmAe2X3sbvL+RGbwTTKHK51E33yA95bUl/W08p2QoxVB0mo
wLXnDllPehKQALgA/NVYPjCfmSio4H90PIZ5z3kCU63BfXaAJ2ROuMyoZoJEjOrtHJo5uOtThqOv
yIAp6DsW1Z0rtrknMPUgKrC3y9QBdfV6mW2l1g+Rf1EtUi+bM/kW033/W1cvvfpkXHjn0etLm//r
jXWFp9dOxq9j4ptOeyzuH7cEE239vxvDZUGvDCo5sDuahYVRJ1+ntFY7Nk/nR9sd/EMPpWKLBVNu
c0OAXAOavC81iBcL2sfaG75OQBFOLDMc3FwBFGRzTZmFeMrNhP0KrbVRmrSG2KTtIO8GmbLpXbnu
qvcyIsEqwQcWDP3dWDk50BpKw5rawSvUmxXhd7czdiDB8puhK9u1jIV50mXNTASuSb9LqDnkCdna
o18FX/RC3zijcZ90WBusEaon8Atn1c1TAS6llisvqRecaulVq7LsIbSmqXXWksBiJj8R+lbCerQH
e95NZgkAuNDSP5oaslcfkMdbX/X1W1Jn7f1M3B1GZJBvAxDfO0q4IbMqQz1j94u3tBBvhY2yZHMZ
fHyajfo5ooh/59ZjcbQyzd9UFhA2w/mZJda0jUj1rwEBSYKqyXiizs5rgCNk2G+CeJ83zWuK0xcc
TG/f+rZ4sy0zfkrm5HuAsOYZH41zg68w2g8Q6HeOjpJeFxhPVqU19PelXnT7oRvVYXKVuykoUFkv
op6TTZBzQ20FM9UBVqeo0ieCr/VdpsHI0IqoeWJN5CE98Gv31QZ+fJ918oHhet1piX2YGjvecu1y
ZegowvJJGfwHnErDix2wyFT5tvC8+D7K2/Q+xR/BIrzTiF1nP4YR/tqU041MAoRmLyZzIzWjX+fQ
WL5qmUc7re0/FA6h6jLj8p7LUukhtUdVUFCdxyNVgj0sklPap9NxmtOIVH7maj9BCZkbq1T4U9q0
O1hGo63QtKtdKjxz08ZJf4jz0jhmtsHTIV8NzK6b4qNeFt7etcT4XQc1uQkaG00JBvJ9F1CDheoN
Hhsamq0ORDzUfFX+XHD3hH8pCNoRpM1OkZvFK+q7mZV50/StKAuoy7qWsL8PCwVWQOH67UrSt1I+
BrxHdQEVSLCi4EIYZN9X0AKHYg0fdj4HjKEPsrPjt86NKgLwhfXTjm0pWBdGqNCAau4CDVa7oXR9
X0Wmv5kCDda7P0IcnHXrWTitRfxci7rXrLC8YznU8badimmdJTrOAFP17R/ddnhDKz0/+eTtXoFq
92t7YnWpFnjDZGj5XjVAKXo3zoAZQGFhB5fos1Pj8+vV2B1muCtHCY7+NXJg99aDB6ygKuqRFtHZ
p8ED5iR7FryKJZXVIAYzXxwAN4GZHKWECCtGdzg0qTcTlQkCgEpJeSqD2fre6ql1a8xqsQdOQXpS
NEymngU8J7AmD0lbB9uY0WSvD37bbLPOE09GX1pnR7MBEsOP5MQMI8Aq8Arrzcl94a4zS1dImaf2
Riq2a9g4TY27JAny6NDjYgbcrY/5zWw5QCPI8hhHCNrlvd/oebA1A5PaUccRT0PpZHtBouaxaxdw
q2M1FVnyxB8RD4gcwEmTGnDzKgJUc2KyNoNfPn8FQ+Wux2aYf7fOTGKFFPbkbjpn1KcdSBRCCL4v
DIpffY3hx7QrkFRuHSvqwMfuV6bBR+JCjnpSQc6mVi6HPzXUGVCUahGh9KalHvy5dbe9aYp5WwRF
u1F2M0AzbgBoj9gh8U7ORAcjVd81puj3c1dZW6dWpKtsrxWbOTbLU4YvlzMLfk2ZYP6VrYVaBC3k
VqIxOgsEtzdNa2hbUUk2MSsfN8wM4hpj1Bhvg3JQDzobhJsxc/Vt21HVlvdDsE5LC+EfQCOQN171
lnXd/NpSG7dypjmCFZ2uVdOso4rU+1yea/w3FdIdispKXvgR/ZTmHbJWmRtPA6A5uQHMgNQZ7FXU
46yCvaQnP/2+Ick06E5oxYY7r+gq7A3ZArJ0dYfxzAENBeAPYLiJlEs5CgyYi3KoMJJ5jbOH+WsL
VrFOOmyVwBHkxs7azr0z2spceA7dj27o1POAtuocU4p7aDw14uKK/PwrdKLoIenSnl0TCZvdwVez
UWaQQGuJSGWt7FIfcUNxZoNoATxgUAD/Sl3j1Zqc7ucEhWwNq76564C5MFWPxckeUXlYycgOglHi
36hoR63T1PA6LPfendJ2XOVuxfRm4ly+jODCJ7LHGmn29lYPRPkIOL88JCT+72qYin+yxCWmN473
fhsxb0lb655fZcFrGIe3KJqmh54i53WHavCnyGx/N0+99mwD8DgOqra+K5ywvF2wB8Fp0rcB3F/F
mf7DSLNfuvDukwxXb9Ya1kNR2fPKnnosHIYasJ5EXweTAUDYgET9tkT/EDjZBs91zZs3KqzLzuts
T/bKhG2z9s2xQEvCGYafaDMmBPgtlMl1960YWtTzTCv73oJ5aOEpTA3o74VlgpwhOrGqkwTdicXc
rsk1MDgFJZqAyZ218lCDMmtdTYK/x9ZrXWZQKcQam6xYI1+rH5jP/NJLrE2Zs0B0RaDdkpyXR0F1
7KaoHZ9J60iti7kLmuI4JTLdC7n8oriLdzIxsGbGSMF03S/xZ3benQSnsAvyWv8yuIWx5eAu3+Z2
ZFHVq+fWPoXOxudLSHslWO5vSB4ta1e1RsE8S2nAPC3PTDa4OvVjNOslhZyT3CnlDmvMPe5usvzv
sle/KsRvoHHNaFvAHd27zN23lki1TQEll5d/FCfQ9rQI2mi0Nc2x23m5ArAfVXa3rUwn2PVl/IaA
EHijlxY2QLOyT9epgEBLcjKV39zJB3TOSmCTGHhIwQfm+zaopj2dEXt4SBv3ssS3mS3ZzBQK38ky
epDk9UBqtJZxcOyLxjpTu/bFTlE52anTrGZbQ6lNgJlKh+ZtmdneEdRVKxj9gEfxb8QOZkBWEpUZ
Q39MJL5EHZVe6tTOXrOgmtZlAioWGspWqAzmCCPJSVQmRHCA/jeFFrwkc+Yey9TWzqIeHmO9B/9P
te+xbwzruxsgX8js/I+cMAjnXfXk1TiZbSZybJ3m1IfI2dEebZiLr+yA6mtZO+WuZDqHLAa+kyMD
ELvTLnF89b3lC65b2yjvUs0xDn7VRI+ugrU6M3xulnwnCsSvdCbDptPG/rGZ9eSXD9YY+9k4H80m
bnagKtsNLbZagYIZaRxtkO6tog32JYy/NSF7DS76aJnncuirXVN6gIOsnqRwIDsEbsZXEFhMFAOy
sXXruWdkSvFNnbk5+4+ldcqYm6BFlKUPukiObwHySm89tBN25KgEGrDSbJgoBh3EqraLwWNGE7CG
0vxprQanuGsQ9pzdZmT2Gxu9QgQ4+t8qKUHjxmZq/cKfYezcXsY3kOfumTOa37K+f8IbE60Hyv4h
usX6BvWT+JLlFTMN6kUgvlvBvYyketOxY57iIP3jBrW+terUxEsNcnBFtB0PV2wahwQaLJX9mXdb
VOBfkZGw8w6GajpHDUuKdVkkzTJmN6tK9dOKvjLixgAY1odG16BFe+X3vEQ5tHYhvyP6TnP6QvC1
SRagmk/bu6mJvRtw6ukPKIHZnpCzu5qFKDZemkyH0Rd/2MNnfaPa5Can371RJEx2YwfePIrKt8Lx
Okhm6Pu4YcndZGF8iAxmfLXZS6pOjWknM2fGV2YFBCByubLxFh4My6JbtBObU9sBM61SMxy5eYKi
5WfjetLSIN3m6I3osANT7gKp2906sVHTcOAN9SmpX4Qe+We4sMwOmcQQzc1/VU0P4HiqcHbggOWN
0oEGr3p7Jlle6swuZGDeDEksVpmPTyxesr2VN41bLc3fbMgvD5Ylp61ig3Y34mXpsAxq4hvwMUEE
QrCzzvf+rWrRw62LsXWbmbcbZe3uIUWIY1N4AfNdVe4glVLm3g3198YF+F2nCGUtb0Zrx+44jK4U
WFHetButH9QeBUt7HoDPHGD2l7dqNKqD7HowutGEaIua+HXmYv9WvWU/Soy0Z6eTEN4oBVgFHa9U
TKAC2yTdGyzBgsUAerCqYrjJtAkRU18hCgdkzjgf+WtOHbyja9Xlk4+GinmDq591vgKom9Sl/JwZ
sTuBpxvLQt4ZSdyxguXsrLGhadtjlWzA+iCl81T+NZv4Buyce0ciNEnKs9MCmMTg61b4W7+LtrOt
rV/F/lPTeV22Gifw3j6CvVsZDfN9weRjXdSe/WdmX2GGyQSCmHVs1H7rJ4wGvj66v2N8xQBZPbnO
Xch//ugBv42TcZc67kulBn/d6/An7ED7Y1u6vgMIY8GSiuB/kQoDUkdq+lsQM+pBWBc3sa3cm6nS
jU1dBRDJCoj+/Lx5Bx53OSTq3JNeGpS11KX5s4L8JksiX5IVA8ubzLgfZkQ7K8cuoSem7YIcfXVy
p6/ARRfJFkbV7yFK0q1Aer0qTEMd2pYRu6tBSOqq1e9YCc+UwROpzGXj7KacHspX7XTfK3q3qYZr
O2Tx9IWlVPBlMjVEM1kybpU2pJtS5wGRegA5CxyUU6gZkUbkkcCw/eq2XNYkjqmCLWJO/ajpvru1
IEKfKt+bV5gjna+Fz5KeXohF3qT15drn7ftSt1WyjQg4UPHTe7QE1/paWg3kN5ac8LNkRWLNFNra
pyhv1xkAcXukhWu8nM1TNo7UbdCRI6lO/8Tx1K37Dlt1MvjGhpRSsTMCs9xnper3Ve8a2yEjGVya
I2rjfqzvelOmMOHb+k9SRekLhuT4hoHSe6yaLj9qjrks1xsb2ioCtDmOIoizktXjrKojhLDprgoK
nMrFbO8tVIF3EVfdj3qPMDr3mo3hUwYZLfyyWuE9I2o0PHBGy82vEu3Q9ub8e2osdwN1kcPbOpjD
dOL4py/FL7BY2oNb9Nq2lpX76M8iOtRMv28adn9X/sxiYhTQJP1xZtZh+enOzshIEZZ1vokaGPBc
2NFDL0u56R3yD4LpCbP8IknxqBnWF5xCQPqpbzrGzSyJAzr9I5lmVhWsNI693cut2wwvg+0SqwNq
yCmi53NQ6bWHjgEKt1eqbiKOFFbp5HkIdTlhVU3p37a6Ks/diI2ic4MJ7aGI+8NkUHJQCrvlvSjL
vYE2Fvlmn76YgttUeg7CmdyzYRuoH1EKNpFhQHzHEdruSoxAsrfvzX4K9uOUAOLs0uyuJY638qrB
DNG0h7jIdBc49mif9CpRLWxIHe/N6GnJrmv8J7fyDPCO6YsPPNLUsw7hz/zGCuylSKLveVuIP5C6
07VU3ib1Rn2jRoUUzgVrh0xl/KFHaOd9YuDbHOzh2gKliQYWjR+n0Ril2MjZtWmdb6tk7AkF9el5
cjRiSBpNOXa7Zktjf53MJF+xZ+HQpoK3CG4YW2UIGo2Odayy2vTERtdDThXeAukrt8hN0GlBlx1X
BbOirUpAWRSqcL5JU5qnqqS3ssvhMI2N+mLMo7Yr0p+Qfmf6PGyfuT2FLI+8Awvvfu0teCJVVM9Z
Et/boudNlu3A6swdn7tW936jVTZpFar2v+ScPN+YmWZ+SeyUfKWlxBPCFDuMOonUEoLqqgfiuEUH
T5V7jn2TjRMDFxwL5EoHp9nqwUur5jsrsW8im3N82KkV1mgTDVLlTjdRkqebAUzLo2C74VZnavo7
UyicEFBkh76bglWHLzevskfuGcw1u/5ddEbDdlKgtoPAAj1V3dPU+V+ZkIWwBFg2G+ZrGhTfOlFm
R4p5vTWqlRK7qoNQY44YasaBXYjJumOt0q1oLLfYUtfRkJWYC+fiCEq8wk+ie9mtSrX2rJHpYb+h
BGZY+NMP1G3LJEMa6w6REr42uWkqB3VLcA5UZq/yUvOQ3kSK/w/kyFlNeApcyPOQuNnsDlTyZAQJ
JHn/3BWmte0698V1nEfbdsYni9f1kBqVPLsicb+x1Z+ClE66vduB95Ui8nmcziZSal+1vvitYoUC
WXoDKFRLr06JW4AYLzv9YFeWu2YxgN51cuEDDyXlJytHUJI91NbDIlzSS9/fWmUKEB5AykmzWogD
rOc3lUgxVMJ93OhJYB8EqgAkScLZwTPFB9yIZFswD9q4mubB1rSntdGM4rlJAvekTM57VYKFIiuz
u9lsp5UHbO9IGclJrxebWpswjhrDDkzrdIaVqT1A0c8erYy7zpMObnwTQ6EKOmYBmnnv+QYrRceh
efmAa9uSFSSzgV9OBxg7rex2vUjO6bdw+zJ43jazfaOi6uwZqYEuo6G4ouwlUifYhJE1vYKiTNai
ZpLieEjAq1EUe83Oe2YA8y932YWi2u+rJ1Wwxn3jrTwfSjXnSim4DfnLkM2LlixliXp614+U+nHc
MbNLajyMhbgxrQg+QWw9zcID21IH2Fy8czMQFjJbdZZSYqrhNVnBvz63FQh/zNAYoHrjl8XQ1ow1
oHOBiUTvNdYG6kfPborFHNQYowfbCVi0z2I66EKmzwg8tMXMk9zXLCiOw1SZN0DlnHXn+e7aDYKF
1p6cvNk8uS1nuqaxb1AuGux6ekbzmDSmHyJvqehadP+EqAdepMk6b0SbyylDz7Ds65vcdRXOxOCY
JtW4TZCcrLx88Sg44NspMM1+GQrdUa0/8kYwBGppikyo81aGqR+GDkoWzBrmege3L86zHr+2FkLH
orrD0pWthDYCEH5oZxdA47hPk7TheGKg2sPR4o3vuHJn2+ahMXGmeFqwmptymfe9UB4MVLgMNv1E
Tz+JL/0cnXxfwxibAPVvmGY+FPm8bazgpmOA6zp/N1EbHJdzD921RB4l5H0GgVFqJehIoR45PA1h
69wY0fjQtjz90kboZOSOvRbFPBz6fghjSqFAKadqMzlpGeZ5UO2Gce6/+rHLjng6v8SlWe9S7VXW
2etssa9vQztYu8B0+VLwVjnRS3e+J/E4iPlUTX1/SABXr9KMVyVhmobELSjqJ6WybwVnXrLzHgu7
3DQtSP9RK797efMWtwWV1AwWUVkYSyrznDLQY/0ybrUy/sIRy3oW84MpdXE0TcwDnclh2txAtPdF
8jRq6k/WWwfLpfq1Dsb/x9yZ9MatrGn6rzRqzwKDjOAAdN9FDspRqVmytCEk2eY8D0Hy1/eTurf7
2vLBEapWBXhxdCRbTDIY8Q3v9z4kQM0t5YJ0kzjaW3lzES3CcTiS0x0zbXYA9cR2RAe7TNMgWrqt
n15Go2mc3IjLF3pey8Q81CiZ2XryFAhs5N/NnRmhI+Ke4bhMIRTfjrmT2bKu1RprozvVT8WyjwNs
o/x85TdUknRUbeM0RB1r5cBu0yJbFFnfPdWwYdYyCnA3aKNjWptb3OG/MVVlrrUgTCLG6zHEbP3l
kAVUn6bxsqoQ74rxrZHdlkDSwC09B1CTvDuNP+znLuqpgzVbbyw2RRU/J3V8JD8/qImzP+ii6j4Q
9qF2vytlPZVms7fNcNWMV4QGqzSmGOL4aXxIkg5VMKV58hptapgjRRs/FU7x3oKwJNRNLxo7/qaD
zj3I0Rv2XkfNzwpr+zK3yltquWqBZP0+pcK+aPS8b7umQ6HKGLQhtLG0XP0cW+wutd1dphXtUNVd
y6nct2X4TO2zBDX36hclBTDsq5HN1wtcWY9mTUrdxELsosY6AzbB8zXhaogZbhl66wqDUAx9GxCd
7E3Jru6Z1fDnp9w3AQToajMhbCnwtVr29NKWrqxq1pkl9zMwWODPmJqAdLnG4r1ajN4L2/1lYP/Q
LTBsZNVEe/3cXY4u9tAyG3+E0u8hWrJFTNL4mdrGVlhOvWNGZUfKU+xQeiW0WvrsTQdlZuwHMXlq
w3hMQiF7Dt1mhS4so6MNfJxA3u4XpOkPleFPnCueHbJluqOPls1tXloLxrtBa4oup30TWcMD8Gke
NM7MNBFc0jdRSYIVY0DZU/kUaAfwBykD7Ebdn6aGFD2viSBI99N76vs/jMyotgZTpTUW96ssrcBq
k/6CE1ykMWOakWmqtT04z5TGnZVViZ9t5t86yAdFgTlcGGXdkqJmvbaDMt/UwVuMA/Jk9OXKGJuW
8mP6NInYW8osBxNzRD9uLk34lGnLOwufKly4QLfgqC2GrPrRE/+ZFh5nbiBqItkCjdxk0vkx5YWB
ZB3aDNQ65RwySOtlSHIFSi1jRCc/DNyiYYLSZsbYU5sAmPhRpnuhd2bm3fk4s+rx0JtNcTU64y2j
MuvI7jau7J9cP3YXhdv533H63JgOB15AIkRP/D3MBbbsevqRpO3ChKfxbnqwTpqWgbUJKzQju/aa
8NasSbkru3BpSkLWcoKLwSuT9RQkW+yK4SrnRXSpYivZ+Fb3qNvGXU5OcUmPE/j6SJvEHjA2CQio
qc68lRliuJ6zdT7TpUKQtLFInil1URtzohRnPBptfV+vWgP8Qwnd3XGiib0nvzPG9N5UNvenPdkK
gURQvXSsz2Vbd/ceAIN1VPQz06bzSy38N1A+L5bfvtFjnNeGZ1VLUYzFigPGgW1X3vWzdUzM70I2
LmVSlWwlqupjr9NsMYcdvKXClw8jwfrabqO9wB1vVXg0NRLDrm8xjVerqiu3edyROkWgAQuLungA
AGFhiDr7Ho+NWlaZ+VQNRrcyEooO9ZTnSzUjTqttDijXKqrbPiJxCvH/JpecmieywNsAF6kN7sJI
PN0xZVea5NYLjGYZu0O1NKVIt04/PKrSaE9mEAfr2RNIUVUBgHBMx7tM1ukjFE8KwzJq7zyXUlwU
hfqSzp+zNkbPuXP7wb2pyv65juRE/OGBCCBAmK/HsgsuSW3kXW7E5j0ngX3rhpCCfXBG0FZHHH8a
TLatnhDFidxv5jzUGzdvC+41e3lgavu2rgq9/ghVcTeHb86kT3+sOAKPwHtRE7ZTeW9PpVwrldyW
HlBGA0PaBVlJsZpF799oZ/YOVl2wk+BEtYhl/Mooa7HJCZIxtddYGQjaWCgQrA2dBQjPNczfuc7v
obd27Nz2cJM1Clb7WKQLv8evLyopfoMJNjqjvRwIDQ5O5cZggOBDlkaQrlLRgz4COL+ddXkxC1bv
FCXG2mns8Bs7NmDLvn2BTa6gRcC+YTzMwGhclRARnbA+iLSSO2O0rDWopGmJEcMhy612icW2f8pC
36ISGPQMnTA6dx8JWRwta47xJ8GV0k2nG+g+qABSk4E7WyS4NKqEgzLAMy9L7CuECeNNVBtn9Y35
0+54Xmmh7HtpF9lKGR2Nx6afV2NuPNUjvQHdZQ3ZBE167Qd3riMp2w1snNWS18OueQWTaUV9wXjA
NYPC0siMMwsIErbbKpDTVl9vxUDNgOqio1ax582HMeImDpNqdmEAU2OJTCa0VpDBzpApGd8XaTvt
S2VUq0wrfa3dc8lBahfyc1YQSBnxo+5xxpyn1ofJpe+pLmDLTRtdsp8H/RZek38aZy88Wh10lWDM
0BNo3WyGuIYgCrYaUILCJ6uy4+By7MZk54yx/VrHcl7N+MIfY0DPDSRaOlkgEjgUVBRtuphUJKXH
tqHra/PMqlweYhnElGEDb1FrJ/8etBJroCEXBIjoSCwU4rMZvMG0SneOr6xdV7fzTlu9PGInDT0n
cpL8XfNaXfHDlVxGtTk/OkOHe1PWAT5zWvPWLbvsRaaWvYe9TnYaBdWT9LT9RpPMQQMDfjihk7dE
3sVZQcVUruJ5ii6pfIbLMQytU+E1/kLZZk4F2aGYGjMBe7SKEQxXD/W1il3G59K23TV9RjlvGrwN
XWj7qclNcT3wUHZWV3SHhujmPiWSv/XrpPkeDtYETxD38ZWZm9252YYeXyBxiTukM0LXxmo2+uh6
pGj2UxpRvhEz5VYQeqUelkDjKXxngV+syiTNsIupDSr5HajgGHzTJfJqCGE9soSFAFu8n4c0OYGD
nL/bc9HxjjS4eQ5V/9qYNflFWfjbdDLZGYF+bPBmlz9Y9XAhQrgV6Be923no2qUHeRXHf/yhJurR
Sj2H4K4vm8YrLtJhJsUXJXa7Czq0kjGtshujzeRGXIOOnHYFCK85anuMrrsiFEe3DY1VHrvlOgHb
Ct6Wlh3FUG9T8znR5tgu+rd69F576eRb0VK4jvv+bDcAk9ugQG1ZL44zwqLyinL6EWRoQ+kW0iwN
i/B1MFy9M03bvXfrLGmxmJF6ZVntSL+GjZeGNDU+qgGOCQhL+pQBS6/+mbByRVK0p8TlYSKLk96r
otd6Q1O0eLViR/8s/cFbJElAgc3y1HXXuGz09Rj+HB2Z3sZd7q7c3qbtFwR6D3vUXYKLoJMj7OQi
l4S5Icf9MZMtEziTPmSO3ewyRyKdGFOnfppLDh8/e4tCN2zPlZtsa1i1Xuq6wZ7Vl8E2BX+qUbkD
+p5KqkoGcwOl9ph096ITfbHHtOLkhPDGKjGDu8xPqoe5maAXhlQ1ynXe5s67DDWlJYN/PdRjtvct
9uEErPaFJVJxBOBqLiH2dUjPkPEEVLtfTcMPT5U70GZKYRPS9nWvelticVI3UPqauoGxOcfsidGs
foA9GBhvo86SJOBBfQ9gLGCd/BLmaJcuKrom1yWyvAvQQ9Fd21ZIBGIDsQCEDyp0BVv9Wbh90YJb
urAHLsfow3JXMa+6ijxlrY20JlV3S/tQeEH0mqQ0Ic0oewrLwlgU7ATGElMwFa9qUdQvbuiUT5p7
snbVyOnAfDHGakiApgFZzSI2inRTR+2rToHytbJ5iT133DA73V6ntW4BaPvW1sK58pRJx350067d
ynjK6cLZlKbGiki/VRP5TSMuzBIInztkKD1Uppf5XKFWg8zEpRDM1uX0YqnpzKzVwQVdHI/U2XPX
bgLroEhEihqffvEM4+HC9wz6xdrvLts5dWiY0BsKAyyYhba7RU3j5jvE+IFSNIypHuHPIs6YaZlB
nWzsYKTQZYbpZegquNCdbYcby5YsyrhQK6eFVRR7vAmcz9lzZDfNVTl6705nNkdLh2wK7Rk1Dwzz
gT1/WEcONc/u3sQE6k5OFaWCprR3QQ/bQUZuepiokR0Li655VwwGTI/mZ547OUZUXX7UOqkJbxM8
ObXu7jT6TPrqSj+qMUhocJr0N7AIZyA5pVBjF2V7OVvptBIB0FP8jNILJ8OGz8KZ6krJ5pnl7+4g
hI0rMrZ8O+at+Zx6wbCfIk072UW7BN3CfEgaAyVnWt0SjlVwsuGvh0FkXGnVwsR1PXeFQk2Q+GUp
bUbEsHHQxQsMLcmrw5aPnyDphGvy0od6RhDk2LwWTbF2o7Jcd15DvlZV/gnRf3LRuUTTBt3tZeBk
3yOv8jaDT9EqikwAm1CNthzG7cHhGCrptGnrMJQaGi0s8tvYmiCdlmOwsY3gWxB01maMgFGNUW+9
BnXDl3U3HVN3ULuIMe0NQPdol0LL21TlEN6mI3WBxaCVcYrrQS/lYA/vHWTKks8m73wYrPgNDzP6
miiuNm4w08Zvhnegb4iIyfavIYxMFZ1lTxxV6CbLSdGRqm0h9xKxD5T1tm9e0zIYeYQ9eQSM4Pe0
F8UB4JZzjU8nwvzU+AbDPTt2NW1JS1r5ug4oOBnu0EHasfWGqt90mhOjX4V5USy7uZu/2WHkrqLc
tZe2nNo70OTNfa3z5kI3ttxhyQmqjLPhOdbFBYo3sPflQOkkWsoYlYVh9rcU0imDt7ZcAKmrr4JR
pOvYcqxwQUObf7ssm2WXR2yHwoJDTR+Sft1aDvFwUUU1SuB8RyN8pb0pgpXUFnvQ5dwtbQ73QzbV
a2OY4vt4RjTmhlb/7lGjoug2N/t6qtTanQK+DGM6EMQQ5UKN8pG/2u4VZy7gV+s9QkXJ/eyGjRPE
2euML96Dlml3wcYQHJt+iA4F8k8MJ2x/7cyMPUwi7V4FuooXQ7aew5vTBqt8MB97PtWGuytvAxCu
d77j1dGiavp4XZdzvQpGwMGjUa8ncDYHMWA1ZnXWdMeg5ISHnLRX7pQVN42okEKlFZp4q/aSq9D3
1BY7NGLvRvR7hAvj7XyGHCfj1K0Gq/YvW5pST6TKZJgRVJh3YwQLvgwq8qAqcSlt91Z3TMQwXZFB
P7h2Pm0wU4VOLsK+PoZCP1Qzea1Vz/VysL3XIVbWocEP+wxMXkw0HlNakagimTa8xUPnRSXluxeE
CaWAmPoqZg2ULZxK/zStmdZPCm+VTbXoVuSqwIcjcgzc+sw3yw3sTV6qZCcrv2K0jZZhsLDC0Ia4
21pjgw08/xsKqrGdVJhuPdtxQZIWL4ae0IDOeNRtHT+GyBpP6KI8Jh3dCoBeU1QF/VcFdMaJr0VQ
0uFy4+ZmaufxPnYxqavo1jFyR8c8ylO9SRPjJRu9ZIkSS21VReskPXtHbnBNDA+ZBxSZpqi9skM2
B0xHh/qEfvlhMgCdN7LKdgW+mcsB/CSMevWskK4c4nywvykPOUoSDdGFPwaPTja+xZj3rdI8l2sE
EQwDliypJrCD2zL1tqY6aUjTkRMD1nPy+FR7TXGrGoeDEiYS4hUxxwZzg9GMRz2q95DexcLJjKs5
q0CiS/utYkNecrr/TMBHdmoT1jem3XYnC5LqyWE6ce6dcB0A11p7YeRfmtn0Blq7WIlqoNjbJh5n
V19w2lK3y3KXFAcwpffu1zixATFHTRXNwCsn22wvxrjGl486xbpTiEBbHzUek1bfhraE0Wf1mO6Y
gWusEP06dzDumyvQmdF1jQLiOYnL+ac1lcW9ZSLEcLte3CLsSNmI+oJ6u+GCcRySJ2W0jH2i+wN3
ichxhegelaZhbYPeqPaGTwYIr9vKbrpsREtEzbam7Re49ZtvMR+LXKdaV4iwtoIWLDrtGLNsUEzI
gzOxRAfL8aFLuZmYTaXFZVTXEaW53ehb8XaCBUlzR7RHfMEJKQESBK3OD1mmLSiGfUDbPQz1XY/w
boPYixNLZwEM6mm4r80yWxHVT9sqSMKloNZ+jGIzXCKboOIzkOA49FMWHya1gUFZIvRTnxKt/eZ1
AYU2VxiUEdPZ8K/0SCCuw8Tf+Ijtvtf0WEnHZ4RO1pCu2yEuHmtHlugPG2ohyx7m3Eo5tbVhisD0
DpGX0r7LyC0u06kFAMHAZYzaxlE3sdtxVuLx0JFN/Gwp4596mcTAWZ3B++kWHhK1Ht1OQEd0E+Sz
cwKcSOknjos7fWbXMy9HVbJLpjcfZeq+NBgnrFLKh4NiHCdIhuRhQDhFQWrQh66pEEIEfulcAFXU
CwEciA+CAtiY/OayRblKKT5BbhBm7q1r5khKjMFaJCNqPiIVc1NZ9TeKjzDcSiC5c4iEfI6G73iK
5G++OXYncvDgIaeutfHrudyXczpynsUkJRULtImdaUtGZC2FnTd7vy/iVU9i9DjHM/iGdug4hwCg
+pEDMb5M2/3QaIYB3AQtx2ipYeOBfD0VQeG/DgNVvcZpg7Wbj802SolmyqEcgVfQ4djPerC2jGwM
BK8O8YxPihZNaCjHNJwTysNe/dwoOa9H9sKFk8Tj0Y0ZVCQicmByEj4ATKC7aQuopeDbuh+dZYzx
UrZl+Y1ydX47tsg+yhicZI390dq16fXOAk5YV/T6OPaIKTEVZWYmJyc5Q8DogWXOrSuiu8isg41Z
JPTjcvGMkKZPlimHoWc3wRbFbLkpdCB2XeWi4JKhnSzK0JF3NpC544RijrXfpMua94jaDjBBDdOP
CSuHSr4BUlhjIfzES56cAon4lCQ5f+x8HAcWlnYm6jdeG6393tZXEOvDl5DvLxNvICtOODzLKsDG
Y4r7vci9ZN1iEbyu/BD4rSbPzxRVjRBnNhyt2HOp198ppO0r/DPpI4Zx/daCzCAfSPQ2RLi9FMbU
HwYB766OdborfK+9iGd//OmqgHfB5wTdcPxUSxChKc1VDU3DaAdmUtpkDteM47Avt3FGqSacnsAY
ukvqw++z2ffrwUZZadrhFC3xbTe20qlfQNfTtkRgtEa4AxIBUYpmRgT+BnVSRjzcevyu1QxjNKX9
2btDtEp0HG1q3sCTmcxMG/Vm942WcbYuUyZCZ5LVnTl5zj6rvAQlQVC8pGn2PAiTQmfEHiJdhjqC
cno2jHJmNEYqtOGtsazQ896mTDAwQp/xKk/KVSnqEWA1TtjzOkjQgx/DXWeYWfijvP7n+F77j//9
Kwft05f/uC9z/nzmof36N/6x+VGeXvMf7ecf+h8JTWMw7v+TmVav3ev/+lFQA5vOH+D//MfdmWT2
V9A0/ta/oWm+ZcI5A1NhQ6HnO/+GptGhlp5Erk3578ye+Bc0zfb+EwS6Ta3Mdm2UE+cJ2/8HTbP/
06IaQnlE2UwQ+ZhnfjyPz8/n31//6uT+yS2OphGX5nN10rV9JhHMT9OYCh1LCNshvIbNMl1HCrru
oPJmoXptnGAmlvQa2RcbD7400O2KbnnVZVuoQN3RabMIvlUmvQVT3PqyYvGvCJdBOAW+C7jTwmf6
i/FBcb6gf4+NflwwVDQpXVOZjmt+ZuM0VQSgrmvCa4ZIjBskJBTarLS/yBorXDp9/q0eJZXewmfq
yaCYsKnx2vli2P/3+e3zNaDYt7hj/OHxfVgC/jIj2SGQ6qSL7ZCROPIqmF3rNR9EvUPoS5+yNdN2
JesuevplZf3r3frtWZ0tEX7/6Dwgyxd88vN/nFfSr6OZUTy20H/b8jpqi9i56hiFela5Y50mq4w3
uEi5x7mqwnssbs/DE0MprIVfzZ6H0D1I44t8LLwbq9MBBPY0LNboO8UXmLzfJ8LPdwbDcOFZrulI
X/1BCMgDu536qsiuO38qjloyrBL5LYxNByVbvTVrV+wYFFQne4jGr5yaPp79pxvke65rOZJ3zf2T
fWA2ie36bXEdxc0pMavoHmYvMQ12dZcGbe89noSURWEJgBCVotm1SCZWfhYn+3SKxOqL53V+Hr9d
jm260sQI0nUdy2bU7ffnNScueU1XxtfkCLxSQ2Xr9xnl/8n0xza/iKC5v87EoA+lX1t0tJjOW1iq
mo6hURbhZQq7GlXBMHUP5tdP6s8XiZIA+m/btDjSXcf7tJrACqsYxw3vqq7MktZAOZ88bbXPQgzx
5qOU7vXU0hiA6Q5Zkhj7UpTpF7foY8n+fotgQzkO5MjzU7M+O6NGSccgLIXF6xFJxsZRffUgCCx2
GrHVTVuAtlsov2OiLI26eplHKqXqN0To8fyuvJ6iiKjbSDIXy8Uwe5ykvCMMGReVilrgrT1Tq0bb
qQNZkX4PtHBvRgmTDU4Hoy3peF+PvUYyjnE8ylp0FUGCRYQpqnnVM4QcL3RY5I9FMPEiTecHZZpz
x1TFNB8IHrpF2KFBjGa/fEZ+zKVCI8Z+rEomsZrT2No2ZTxd+WGh3/9+Zf0+QM1bxkwQ27bjYi/K
ujI/Pbp8AEIgxy65lrF2jqowU2awxuFbJC2Bfgd/z6iMBMNVVU7/sC2+cBz4q1+vFBugY1mOrRSH
06/7UOhnM9VJHV+3RmTsaUukK4Ez2IFV2mwrXaLmQg1QX2Bs917hBXf995/+w/zx90Xjm4iwOB9t
yzPtz5SKaQh8CnJhdm1ODatiiBAz1r4673Zq1u/Ck0wAnBc15gLihEi++CkaD617UWc+fujScW8q
upCMtaLpWnVI4ptF1beC/AFji8UEMY1aaRChJCTgrndGPIpTV5vxJkQkmS0Ecx89kGPemYVSfnMX
GOP0NOMnzIgl88MCMRecoFWsRi7KyAtxAhjOr9bxGOoFxGni57wZxAlvc3NcFn3RPSifrw3h63fm
nNWBelf+LTKH+qGj97V3KHocoo+N3WlM9wbXuOo5jyv+/b+/u3/1cD2Le+RYOOJ6vv37wx1Uaxe6
Uem1wRGPkJk97roSdrizVCzwJpqnNwxPqTbYU7Q2plB+sbjOi+f3h8uOZHm2UD6L2/4ckOSI3ilH
Be0V/YfqefKz8xt1fpi0lKpnWbTqi8NcnM0sPv3G8xZIBATUVv7TruDX09wVeZ8ZSl8R3/ASp9ja
7zPAMQyZQcgrITeuVBwzc2a6Azp+r16NDNgYTAh84dTyYTTy6Uo4QCVkEeEyxfSZohTQQ8Pb3Ruv
IsDXx85rQTX3zIQNQRjZi0aZ8SUdsmCt0zw9dgWracH4Pv5QpUvfmxmmeU6Gb178FUvoj1PdJtR0
FJxeIk8ez/n7v9whgBBhRdBjXrmOjjdiHJq9tOyIQnzpPIsS4af0J7EIyzn+YjV8GLt8uiXSUTbz
KZwRwvp8SgnVhx4jhJKJ0sp9qIYhI+csymLRYBn/TsVTnCTp2rWNImwZYue1mIGhaXI4+nlpZFar
qdB6O0ZTufVCtxv/y68LS4aNSNiOY57fmN9vTW22dA5rS16Ztu4e+s4mP6z7/oVaRnOMzsxUd06j
gWEFoZDxZM7b37+uf8Y8tn2+N7YraGDZpBK/X4DpYM6KroowtPSNp3bKqZ6Cy1sJK8SysunijVuL
+DJsjAhVZjKFj0MYJPgfsdM84MjxX4MenM+m36/nk3UMkoV8SHUkr+gpfUMFvhd+8vOLz/xHIHz+
HfwmkgBBuPd5UXhiSBov9JBLN1NsLr256wGqjuWuYMjr2IdZeExSnKcLE5NlyudqGyK82blDke4i
lFr9UkjRfS+ZeFwLv/e/WLR/vi4+bCmCYM/hZXY+m/6EpOCZlLhfh2NgHWUqO2BZMdNJpOBmnFH0
82lluoX09pBN7C/2sz83UF84podYk6Ek3/rsYO10GSAkot3rRkOkWWSR0z14mWeeXIbbl24HUP2L
KO6TlQ/PHLm+bTsYJRHxE8592h+iFCer3OuTGxVnzbKPQmlTPikZBSlLJjrO2yj5UIV/i+guM7dr
lhl0zeum6I21W+XV81z4qPIaF8RX6yOwHtFXRu5cXnYwxm6I/caDZkAkCOP58SNrScvevP/7VfWB
b/p1q5FKui7pnKME0egfsaiLuBMt4NRf4etRHf3Gqg9K1miyW3k3dRnHUChSxl0HxsBodqfvfVo/
NGLmlArrkFkMIs2dE8tkRYOcDiMtuGg1aId+v59flknxLcEay1sMIp1fzLEvNxT/GubEvfrei2z9
I2Ve7PojAigTp9z5TjzfjsSh3xm3wt/ZPA98pqMaX/LZsp5SikfoCQKi25jJRtNruEKvtrfWVCM8
pRJ+UesBc2hNPw7JqH8VIGNFoolhdDcpbz04RiVYmH6+KTWegZ4/xa/MBMsGN5KsY+yPKZRNPCb8
hsTU156L7HCeq0eDXe6YdFQdB9X3d7kk8JrVlSXnhNbQ7C9QDhqvOdq9mxZZytrJZ3Xwuk70m7Qx
I9TvEXJUq0t/Rr5RPLjSLndhV1k0wMehfEDoZx4SWkzHrk/mdy+yxHOcB+7Ok6rGnpFgraiVFX+x
ij+/N1IRAgiSVtpIAgjWp41U+bqYEkaHrlDSEYiNPcmCOkduUuVrf0jGL4L4v9rEONBMsjDyQ/Pz
SwNga/YHB7UaR2n30Oim3kyYF+SLvBkxivr7xf2JUf3PbZnyE6uaPx660N+PCUN1o1V4TJQx8kZE
FVft8EjxPjp4eTu+5yRZOMUwKr6wDVptJJ3DWsKsOBJHP3h0rbBvDrn7IdYKKyRCEERE2OBQYIbt
5jy5vDWnaCi+OFw/jOR+fSU5TKibSWGzpf1FjjorX2llteKq7quzjpG28bIhcj8iQeCSCt9hprFq
7O7gIn6+d6X87p9D4h7p2s9OO3pvsVHgmpoWC6c1svuBl/Thi1t7jog/X6TF4qF4xpwJV/v7rZ29
WVBe4SLb2hxwQEHdcSrctLiQIus3YVb5u8n3g3vo4+KEYlOj/YtXeYnTnxriHwqa31cmW39549jP
CJ8Vp5D4+P4vERu/k4HOmi56Oyt1aFvRPWBizg4al+4dcIb4ADpx3GVWMjNqkpUvQzcQ+xpI4jwz
se+MrrePSdmRltABeZdR9N+6bR/lT1tavOKfjcZwpYEAzUgHdSwtTrTas2uVBE++rhBnty1Cv6TK
tpjGlAfTNxnZqIj3ZsfbkZ53V0YYfWF49kdRj7VGJEdxTdrnMpb1+2MMmQbB6U6LK7/S6iCLuHoe
gooNOosQO06u1dAB4WZ+sXr+qGeef60HmYVKkePLz0U9vxd9dh7LuQoLP3yzeibVVQ+nnmCzXRvW
rG8SVLSHxq/cG9uamcD9SAL/G1cBhtfxuRgpge/+/uH9VI+hMTJqnSL9zrA08FpUWU60ThwRLmge
vpn1HLwyF4gBx/n/F333lQP+X1SkKGgLQRBLUdwXn+sKMMh71x6t+YrKQ3QoS85/MXvyPY2lOLmB
LpHgZKdZwwhnRI7aGTjGzd/fiI9U5veXmWuQnP6SkJ7g7Zwe//LiuFpUCAileTWSeDBt7Jik2ecX
N6QDmS0CFOw4hKWpc1FMc3SSUS3uxqIuf5R9HM0rR6rqGcgSZQls6LqHFBn0zhikdePiN3dQ5/Q1
jIdy1winpVOpUcplE81QhnGy+ILxP9MiwYkJEzyXpPejTgse4Ms0n9t6fqafPiofkycuWHq287mK
nRUDevNe/2uPyGiAnaRbxRtUge4N483i0EAPWJVh/ZogHrvlVPduQP+qA37qJMahkpvYtKZjU1h3
YezI9WhgflP6mK5lSs1YIkj9g3lb+0Sb8FtjD1Q1xlkzBgOlhmHT9pGD8WySQVPtnyXScbTtq3pG
4LMafGZUEajWdEIjiY+SNU63OF3UeGpZeFckM24z4lxNHVNFRdsobXUggkkZbx9ovs3GYeiSet+3
TIX6aafWqamLb3UeUs/womLNdHaJiXKT3ig5hix8wdpKUTd3wheo8rn7Bo9q5zBptse3pr6f/Kr/
OXe4UiKRQYw1WOFlxLmz8TNrRgBpYO4yGMYbfVcT1NA57LX5moyVsTQqTKUaMPgo7E3CGMNlkHnj
hpyNpUJW5t0Muih3Hn2Fm9rH9iOvMPGY02AvQ/fJZCweewi5Cc0QXxSj6uP30mGo9iNwHuaOMEVU
3h6fsGQPayreKCrKY55EFynKqj1D2CN+Cla9sYJhPMzaQrRyLoMl/aARfdbTj8KN0lOcUPvNi4A4
M8/0obbrFtaNNJ68Qv8o5tQ/wYJKKhr2Ae5qAcaDkZ2/5mnv78nJjIu+S/EqSkR05fmMh+RIepD8
9PHEhK66FlkyrFAuHOPUwGxP96LcITnvHvLaHm5xruIEohv16IqsRnbTihFKJY4oi48fkmaGbVfU
qLtGpDiL9MwLugnIIqnxL2hGP/vnWYUBosWIBFXfpmO4y0D/+hwltdrlBNXXgHnMja3Q9yxqxZQG
FeU+X/jn5DGOrBIjJmrGdV9zGz4eGspSaxnQoXtL0lReUo1xN0VLm78f/AJtAqH/dtKM2ev20FVh
+WIHw2U2CBeZpcdAlCqCJQecQxahEFJg77vKzCDcKDl19xUubWjhlTrGqvX2TZr9X+rOZMltZNuy
/1JzXEPrcAxqwp6MhtFLoQlMipAARw84+q9/C9R7ZZmRKsnSrCY1uteUMpFE4378nL3XHtct5INV
atcatYqbp1eX3Qhjr0KkX8/0MI3CeeJ4Wd1YUwqe3ZXGqcrKbIsg3r1VtirXE73gb0NZl3cF3Ohj
5Bn9Ro2IHfrCgjqphmrj91G7R5Trg98JwC04uQ5u6iJ46KErXRdBPR4alG8bZRC7HPIkY8aKEExW
bmy9oqvG4WlOoFS6HAnepsXAuXZdM0ZP5tNbmJQRbyy0GGu7atxPulbM25nZG+Q2wQcOEKWIChAD
spU1fqwXS/s2S2n4NY+y9KEdff/r0MWfQx1ZW1m4+T6CnXiXoV9YVw3e/8uqGPOaPbMN7Rij8MVU
0W0QSOdrXsavM4vzbW2ylmrdf3GaGPHBWJT9WyM1FoXlwJG0+IoxxfQYntve+YoJQz9T9rbP7tJf
/dnKH+uMh9B0XYxSUxl/TRtWPyNBd8LvZFjT+3Jv1Rix5pAD1DQ10XWIYWwvOAY915CetwFq2924
kAd0Z+q7ZIDlNLltdDbyNjqiMwDH4RX5lWEx6kQfb0DMkC5CjpXvztMWoUpCgoKsP8nEDG/DSsQ0
bXyWF5V449ZvpwdCIYjAMkX1ikaShbAdGUuQRZV2OPwFAzjHY5fRTVK/xjW6l9WlU3K5etkkBDha
vC/JnL+FtSoR3ZF5tccDDJWX898NyMzsDVey99nx9PCeR2N5MxpKnkVeGo8YX6aTHmxv14zaOZq+
Ho6WO6O/DFu9nVVe7YBnwHAjGhRKXVIBKmnqtUiy9tmXE63wbKZknmP6NJelbBrt9hmhLp5lIF72
ISZP/t5OsNPV3eid2HLsF5GzqgdO+WQr82Ye2WXngrCrVWW03spWmIS7EsarYc2nfKrLPfCK9FpL
SEwqmvi0abKqF9fANTci2Rv4nSXczq4FQzAGn/PWrb5Xbcgszq9QIeMvNl9LoR6KwZ6QeOO0QdF3
JSMnOog0c3dNNsub1pHO0bVs7yCBEa7tHinowhEtVdU+TjZe6KCR3tZG03KTx/mdEENy1Xetdy+X
ajPofO7cpcMNat+q1lSE/h4r1DDk/aNtOjQT5mBLUTp/B6c63/RTVv5sOSZLcZQow0Wzm/hrxa3a
Z71Dg8+JjGGN4BtzboRFQhixeU0LLEOeEmhIwyWm2zqJ2NuM+DOcvGtheAlInmi4MgdEnPlQmk85
c9q9bOvpraDu29CZifxNMoNbW82y1c94Axk9d0GtNlVovbvmqD+5ZWXg2EgQ+zqhZa/hhtKa08l0
sgOX2NjGz3FGNczUwjq9aRSkxxmvKODS9NYaOwcHbkr2AaOSPUQc9L758L0k0e7GQgB3ShlJbZ2a
M3rmu+rRTk2BtbxbcLp9uMNrEj5kxthe2X5bnrNiosXnhvWCeeOtR/5rPtOjyc7ARgiciCer/wIb
S0MYo1V6KfeAR6n72knz73PoMM5fsvIKnUYrbQixKT03XMmUM5418HVWdoJS1Z1q/+xrk86Ei66w
DYbpJZsM4zRXhV70ic0t6UFqz7GmPPpm4a4ds5Z4HLmQYDsoNTe2o2n58IJ/Cjs4lkxNg5v+skPW
yUwqiFvDpHeKhgmEjelfdwlv+dwF7GblDADYqQZ8b8u7bFO0RXXpPHRL86wIcHSDe9vSU+qjTZpx
pTopaZEnHAEdXjMZPE7OIK46fOR7yiDr2TQA2qXIlHjsPMl4QfmoP/pE3hdRuVTFi3pgiIT4Ymaj
wc9PY3k/2hbvTJCZ9mtFWcEhomnYu2tMUAmUBs3KAyKIPxmGmhPlUkfCJ6heUd7zn/DMJ7wBQnYP
ieZPZ0SQV5E/6c+RjngCA4kDG8Cge6KDE59UYom3AMzgbROk8LQlMrEjGix9hQbZRsI16/qb69Z8
XMZslpbrjIMOic1TVEnjLEsldrUzj3AfrLk4lpcRr234UH17ODd4i3oxuXcuRgJjO9VABG6TEImf
Uun4MBTqnIZOPa/7fpE8K8/vHxkw6XezM/rPLZOya0i+8DtETTUhzXH2j5cuDyg8+534AeOzSdWL
PLZ29L3TVfX3srGZRMMQywAHV5zH8cN3GAF0q2AG2QqNsb3DDjIDLarHV1Ye3PO98GhogziCAyKJ
2Wkq8wvq+8jBZhwPV+NsP2tZuQ/Ig++mxHv2MxE8T84oj6yjPfaAgS9vmQZVV8FbVjIbDZmt2xQa
20kkxoZnHYUs9UpkrEVOMmpV2ljBcLCvHL968EIzPTK3mba1xt6fGcJ7jf1quLZS6e5ipx92jh+K
KwK0T27iFRQRChqRH39Fv0HlFkN1Ok9Yg9Y28nYE8Yh50naq924MVy8jAcTHcuY0b6OsFuxPJGYU
wIXRfEPnXaOUztrwtiDEoti0o+O+8+yFwRFCVJfclHEqm7Ug3Pzg55hSC1F5t3h7qh9FUIlhZ0wq
hmsduMmnbDKXHYDOJx680Wk+yz7WxjXI6h72YWLn9bWPV/QLvmV/U1k6iFbjOO0zncl1iPtwhQPs
nEvnNA15d7LlMN4OAkKenWT1TRKa32sFkBd/lcrus0KyebMPpF9ZEZ0Jb/0Y5GuhWMy2ovPs6wlG
b7AaqsD/qntqeVBMOtantCjclywiYQGgdjeee62D7g73c1wHSKOzOt2TZmm+WPgG+PfkSNffR0mF
IXJWezDJxTaDD3QPESZcY85ymRZmnABm0ym89WX4/LN+yESt5Yqgl/BcKac7X+bUlx5tbWB+ZfJd
HmvBOdaeRqroPDR4v+2859Wx85JX5/LXEtNS0wagWHk0o4QzkBNbCJEutUe1LLVJzinl8ld1SL2V
LTPviG653ASAmnZuA3M3Fk57RxKQ3AD3sG7ZNJk+CppSea7qV5U0wxvr+YALg6Mc2zCfGC6n5iiv
KAqAtX8ycWiTASDw3a5JHqxekWaSkBSMSvyA10Fo9qWWzIrlQFBEXXLliNK7EqJLNxmAmgT5uypf
2uXAG+UDfVk0KEhJlGStcyeLczrIAMYsHdBG1ual99emLsvOWIm24qWqghaRb5tiNpTjPVZqfTZc
v312PIyJIoh4DePQ/vk1ykrzDxpRdVklXa7asGgbsE+B60QgLk+QTrCtYQi5xZ9RhijyC/qilhEv
HTR+eRzh9I5lXe90MI+HKY9/dL1E3FyP05Ht4G6oIe/0VlMc8zgID6wO/nM0kEIUq45Nip+4otyN
DkYaZiejDxLAKNRWhsyiR13m9g3vLPE2QdCP68RtrYey7dpnbjvXj2oThvMYR9s2BRsHrjO/z91w
ntfO7JinKjZ2Q+dBoGo1mM/C4P9E2ddLJ8QaPA7jGnuFbabhJpg5RUgrjd4DQ843k6wtSDGRGX8r
FH6qlcbIzyBluTi+XB6xQvd39IKdq9FwAPtOqKZ/3lj8Y8/WaNE69FNxyNnROZ1k/YYelPeQVjlc
N27tnJgmJ5jUDLNt4XK2H3Sbf/MpvB8BfpdbNeSfjCzmuIriH0BTYuVb10rEU26m1pHzH7iq2aT5
kUKoLpFF3sJAx6JChfBoqJbNlnWQ5yMKFc72lFNDPjADuTzBSUpTLwKLAv8CjP/qslH83FEdOF3r
msn7sV46FjH0jyOd8gmHdPkcG+qb77jeOalBvLADutNG2hzJkZ5314OGTGUxQ73vpqZ5w44qH3Rc
pw5LAxfMrQPju/bpsK6zATUP7AnEUYObVrfRhCnSEHM8reYE3iqwChNjgm4hSi/Tyyqvx28WJEr6
WiZl4tSF2Q5zEiwZkskObpyZR2n42XaQY3qem6SJoDiqL5cGTZTBWFyR6gUnZK796eWncMoX+A/D
PnOeaWN9crMFrZkiif5i6BQKVusgprlIjLJIFu/ZGIZ3l8e9jmBil9QWEeUub3eapcGabohz347Z
U7r0r01REuhlWzWuSERbrCIR3ZJ6MFiNyIbWz7Uw8CUZDijmn8uRZeMi93GWrXkfW381tGouVxnK
L7H0jfdmYjeLuZtkJDAGdECK5l65EwW8ZwwNAPosY0wxc+zOMT22kEebCHfGGNYUOyaYuV1LvC1P
emjnX+Bu9vChnfh8Wd1c1BQH2/MeVaPkba8p+XaXLuHliESno1ZY3zPrLnQq77lZysnL8Y79iGYh
YjoOpehm7kGTgIJglwyvge/L+wElwvN8WYgbkx9dhPFV0pYQveIRlVOHGuDkggy+gmtV3Y42vDMM
8PwRENcawOs3rxHh1lG1eWeaTUyms5G+empqjmp0tyQWeLc0x4wHorA4vCydvspBitVaBVAxnrX8
ZvCq5jVzGyT5SP2wWnfjw6WzHQDQuhL5wKFmzHdD7bnHFrbQubjoo5bW1qUhifyu/JSRcn0SOgJP
MUzGuqnCaGuUS4tI96V+SMGw3Wboau77oIfbP3b9bYdaZC/BOMlV5XtfHdvPrsxl48NG1d3GAXbX
2Uxwq/WJSVsEF5TZjO7Oc/BfrjDvh/AZqKDH3ASJD8rrkLdTzAzCCd78eaJng7a0L/wOwLpJEN1U
3lrObOEsb4nICMyQqsiSO0OjZ/QTj4fOq6nKezlVAIhcL771FBNkd9Q8Im0EMUXDfuAU32Zq67FI
TRs6ZBCj0yDr3i2s8O6pm+AIs+Mkw1vnMVpNL7LDyz4PfJ49yp+XRoBfmzxrws+4D8sAqAxUuC4D
z98icI/uYbCPe7pHPs0LmNmXZwn1sLUrA5emATCZE9yVZl/Qgz12RSUPsvaqYw3l/xjUw7YqQvPa
Mvv4qU+rrxg24msKGooyL0mvAU0e8LXb33Tlts/ZosOQle/i2gDtAV0vvrE4HUAYHaen1A7GJ9Cx
6W0QUBgIuJ57LyHbIe97e1e68tbnUH0dlIb9zvOkXqGIe1eXJ/73zf9fiI2YQ/lSepJlBjn8hxEw
6B5Zglhk3Oi32RPN83c5KwhUA57F3vKKU1Oacj/kwDlV3H/q+54xqG1IZ62CIvz+U8Fbo9PaZ2II
737/7f6pKmE4JE38AIukxP84oulGkCVZlc5n0jfw66CuSS8yA9eNbdyHZZpcdWAuoFBXdRj8IXfr
FzIjlJamS0EjJGos58N0LMy8Qgx+TbJjpDAF4qCpXi8rMl0q0npUWt+YsfkyFFnCKaKtnDunKuPv
qZmVKD5ytfv9xfg4rHfQcZuSvpMPie2fKkXVkOXThYY8Vz71GBRZ5hbmcmQ0fbqCqcvi/fsP/MUF
8ANpCeTtDnkstv9B6EW53SdVHhnnyWDvyugppqtRmcG7ZU/meapK98EoF7t1JIMb4KMLvoovtxrq
tjkJJYKX33+hy8P49/ENX4ip4TLexStifxAB28qlJmhnzJ84j+/9MA7empn+rgnmeddq/SPr+2Af
ORJb7DwS1zFE91Mrqx+BS2g4QnOzAz1VAaI1zGQ76ia8MouYilcp+ezywh+6oVN/mK/9QodAJKdl
+paDxsb/h8rC7DFettJ2ztjU0u2sq/Zg1DF9oxSGQT2EX9A9t3dRkUD5hSbSb8OiMK79JMzWXcnM
d0lumSFnAv6JoL7dNWbbHIYIrMFlv5A4ne5/f6Gt5UL+/ULzldFkmgFD/iC4xFn9ZSRYummB4S72
zn7qZ+QLaGfXx266V1gadjSUvat2oLqW0eS9jqDOdmk0vJIwxan4v3tKpDpMU/ynV/KfA2u+FzuG
5eOE4dt9eCUxqVQ4gxv3PMQ6eSGUNdwnruqetQ9mBkaifZ+PySZpSIIpQxGcfMY8ZAQh3Lmxulmc
5FIIOShGN6Ej9FuHd2NDDlCx/cP1+6e+VpqcPAXfEbG4/1GLsIhrhwiw3Dm9THguPTA1pdWrosxf
8c2AUBDGcnSa7GuhknSDn5BO6zLP+/03+eeiIblQy7vCI+j4H6WS1FxsOiYDz8tA14Sy8B5gnkeB
FeW34TIx+v3n/UJKjawHATgiRaxC8oMwBBgHFqU+s89OGSYmjcQ3xjHFvqwSF3Ge9K4GMhWO4FJ7
hjAUBb//9F/sZtJkjM7TYZsBjoYPu5nCqD5nBa/aGFrw5FtBR3sS8rYLMprYbX9iwpBey9xVYEtR
56VeXd97cYBrusiNt7GsniS+/3vUSH+6Mr+4ExbSFG6Cg9wOhPzfp+xNGZeeOWhxVhmq2YtA8KIz
Y2BcvcJM1X/Q6PziTrDm+Ig6lv0CecffP2+i8HWRWnpnYq+Sg0cgFfu5Kh/zrGSMkzuYJRuyejLM
KifP9fzVH27FPyVCtE0tNKvLKoJ748OtMBqLcJRKeufU8LojDpXoUMiseKuXrAEr8TbWtEiIGfG+
9LMsbuxJPumARNIkHcQhIt/qDz6tXz0cfCGarMJCJGqJD3fAwa1YOZUQZ3p24rlJyggRn5NEuwpB
EY0M4f9wXeYJccMLEk7GoavTdm/FcUHMgI2p3iLa6ttgRsPbOC9yh99fsV/cMK4SlxpRNYvGx82t
glxhRI4vz66VLj3vxmWE1eXDW7IMaVMrHd8uxfJlvRrHmdHE77/AL8QobK64ATwLMT7t0A9CkHYs
3UCRhXuWfTI96GhJDkpSbMJTelV6bXuVRwCPLIITDmocs30qaNv+4bn5xR4v0Vmwgri2S8rhR40U
jodSzCzqd4HXnZCUF8zjxnYP/5dxqDHPn+U4wGRraPswjHTHna3uU5F2V04ZkwiTNSl0L1t/7SIQ
D3AdFMBxqzsLg3ZKTU47+YI+LcLfX7pf7EtUZJi5XF4XNDQfHi1gQZwkoUnf6WWNo2Pl33e2jaSq
EsupZBn7dd7/bNP/r63HN+qtKXX5o/3oPf7/16DM9f+/G5Svvs5f01i3XwsMyRfj8vH9f/8vFt7/
8SdL/z9YD3DgsRyTOIDH4n/8ya74D+ogGzmUkIhG0cb+H3+y5/2H2hvbAQWIWF4O/rn/9ie75n88
wSGBjjAzKuTU7r/xJ394lhYTkO2hT6JVzaNE2f33hbuIwYy2LfkyJcFuwIfHMP1uVfDpIRYa9hX4
cO8WE5xSf3iGP2ijfn7u8uV9rB0+bta/f67C0xEOoYmqRwDKNdEt7IBL0ZoZMnH6y/24+1lI/tXW
+2EvvHwUyTT4fhgRIQf+UCXkM8P3riWir68G/5Q53UsAbmlnzzOuEdv4d6fIn5+GPyDgGId362PR
ONQcbpJ2xL/k95SlvgUrmXbIBiK62lXDMKyBKGAiFOXjv/6ZVIDs+pyf8FJ6yxX/SxWtBstZMgi5
k5Jg1FgL80cn8mmrktna6kyXfzBh/OKyggJh91gcgjaG7b9/XoO2IQ5Thp15nOUjXBEyPzdRM/f3
Ah5NsIN71/4pZHxZ2f5yUuDicjxAW23zwPLifNwztGjRZA1es+tB6MMXR8UgS+tPGsWPnyKonEwX
gxgSRd6Nj3pjKn4Aho0/7Dy5ROZWbXyok0T8YQf++AbwKb7ND8JXJCjQPppYYlcbBUf+cYE9FXTw
s1F9SioosCscu+bx9w/Hrz4MNz0HQzoM/zzKtDH9tFBgWDJDDvIiHp8jG2SHo+zX33/QL64dlmyX
NjhCV85gH57CykmKQkFs2RmBf8YY1AATDMY/PHq//BDXW9YtGiUsW39/9Hii6THplhAcx31zXDjQ
0RzKPywbv7pknEq5WqyK6Dc/fIgTh5mIiMneWVL0+2qeQdMF5XWGEHP3+2u2vCl/eapRlywFIkdg
AW+B7fzDGizsaYBumNE23TLB/cNC++Efx8e17CwmHTdqLe79h3984BBGWEWe7rD7aMx7ygybB0ck
Vntf5oRjHcaWNsq6mMPEw0FPlNILvedwfPj9b/ywzyxfgxJkOYwsBQtaq7/fMgPKlJzB0e1ac0gp
q8qwhpqggC0QEZHK6uAXsfNl7KFP/LtH//LJLPs2+A0LDMfHo4k3T07WzF22Y6aY7SdG/LspIQuv
4eF6+vc/kmWDXX5xplkXX/VflmCG6oWDHIRYsZiwJyPSzRvFZ3dkGDzvZzvvHtJadn84afzqyi6v
tGAdxq7tfvCGhYltQuJuiDBWFtSrzm/bTz0M3WMhWtJkxsjuiLDoS+f7v/yxrL8Clzz9XO4nRcTf
72hom2WRmlW+gy/UPhrCp4kdF8WrzoZ6P+gOcaSduZ9+/6Ef3nzHQ+PCaZtDleNwpHOW//7XKzzY
rl8EVr6rJ4uhSyuHbOMMyun/8NZ8ePl/fg5VFvJt3nxKrb9/TqzCYNCE5BEmHoU3Xtq7d5Xte8w0
CBj//U/6eP9A0Ai6NxjCuZY8ocs++9efFJMEhUycfIV23X5R59//60vvhX/gL8sLCWEcFViMUccJ
tPfBhyXZ6VxCamlv7vs2ZjZhTnNx6uPUROSP9xt2ctpDDmZmAFHMLxObwXwh0cawwFrFarAicpEy
+PdwHFySNP1qUsFqTKLgs9t6LsPuWM9LapDGU9hLL4qIHibWifTk2n/FqdmdMmDy0dqR4whgz9Fk
qDm9eqlwFPvryijyQzKQgrnWaeOcurnR3g16bwMoBcoQFLGKeUVuiOGTH/ng+FVlxw9FGtCf157x
Go6Te2slrfdGvIH/bvZmcY89s4PwyHDxVaVe1CJPcuDCggbzGgbJpJSsYx0B+q4QRquNaMvp0Mal
JgspQga9zWmyPfISh7edbma90Z5se9RBKcRIMTsLi7B3g7V2+ujotdpDL2e1CiiNRSjBAbwg/Fkj
DXwsSXhCt6OsR7H2rIjLzxlhdA/FBXLtB8b0jdGr/TnOHKA+U2Hl2QozFUlQbmTXp4SlfYmWbz3c
Y11XVsQ3RWBZfbgZnyMV6pyMOzO7r31RoZ2qiRnBRIZgISOdMjyErYicVS0X6GFD4jMtXdpl3YFG
FHxH6pySGLfB109hipm2UExtNsGEhWCVNYTbgsAWyXgI+Q8014I22GcOVHvqkzw7+pEBhq4WrZHu
hkxW7yF+xDOzNpOY5gnH2NFIq+ymAqDm3MESHu7QzYDrHiKmxtedmouRlR+5wmqYmqI4uLKz3mcl
Sg30FgzvONnOF9tSA1DrmDYZzDpGfCiJixgIMd7IagPcjDAnuOzAlFOPlCnUGv1ARJV0CFYVTPUe
+jRtyLAjrOoHDsNKIlaT4FZj6sfX0FelffTLqEru0FKOV7WbBcaeASa1nu2N+StFn+XsS8KR9Q41
rqEPWeRCe5uGOEcWLzTfcHQGbJp6JoukXRAnm05PE5LiriaDpp1JMi5TkdWbpqwNkxxCz0bXkdfd
G3hbC441TcRiPTq9fVUJO/Z3ldWlFsCKzrzn6yQMt03d4ewNO5pog64tUOliJo6jqRkmArKu6IqM
vhjOc0ErZw1QZPoCCb+inRL5o966YdHq6zSc2mpvqJpcCoOs0z2+El9vcsvT5TZi8JLvHMRP4RFI
eduin5p1dE+2SOhuJloRJ67ElGxTqtQrMsqW6O6yI7pVxl72bIWBBwuq0GZxCq2JR26RTXrruaQV
DjgvGFhSnNgHhEqsD0xQctH6lcHsE3dsq2vkXmjqQs4QroMV1NUMWdHYV+TQzGYbfWsacL6bvM48
dwfxwya3NSPeZ0/wfFs8BW7ZIaGs0lZu3blHjWS20ho2cQN2fhVn/vAZ46k/rz0n7j5ZKEK9Z2bl
/otSmD12qZNO70bQejZZxmbrHjX0GY3Rdyz1ilQQfRpr3/MIxQbFEEKGbY+RmTFgL33RfCIlO0s3
PTCEdxV6hbOZvEyQPK9S0bFyoVBd+3XnwoTsKqZGMpvnTy6V/3VRm0SyeoUdS+h7qD7h7ZqRuxvM
vGzXhaizfTNNRrz1+nJC+ScMN9oFVdz9GPrRsNZgC9Pb0PYQgHs6m79XdcFfc+3Oe6ms3OrWsix4
BCrtEPfh+238tQ/i8qH3FTxrC1o+trsShM5VKhbYQ0nA2IS2VjRE7lSYP/cI4SEsR2Fg9MhRVc5Z
mbjQYCUsQn5Xc4Wt/KRhAh9yOVrhll4ZilSGz2a2Tm1RHNvh8qjpvGbCPKOIidKutzc2uHjwkGD2
u00W56G9tWM3vBOuzt76dCRtYPL5a7WZMLSo5xQPJ9Lr1mGXar3vnSkM/xqTIE8+HPEg2BLELgIw
6XPVb7kXMX8+FYrU8aYnsS4bOgHeUfWwmi32AXGw6iD19mgvLfxFJaIo3DOauKh5Yj3KW0jJg4aC
muYJqFx/9EIU9EXxuWq8BgII2v2117UG4JmAVmHfqm9AYd85KwzEoYTmOcfmtyowgOydOSNSq6TC
AAZYPzDuJ4iwzEyyoihdmO0uTRaSjkOIrz6HWq4s1vwbTanAdyJ88QqRVV/tA3DTix2+P4Vo3647
yjEWhnLbecHXgkA7XC/Btsjzd3wrWINK1JLc8nev0/PjYKc/bOnvYhPMlJKPWd2VTMrMz/goNpgu
P8PFPjDKffCislybtdZQmJLkhkxflNszKYIyw5GODhHKc31dx810NS2pS6Xi1ZrY5da+Z4AKGdqT
u1iyBNHljP3LNTbr5rohRukFgU68cdP8DjNQtEXFFK5S3eAn6RXjUfJKYAcTUUdSgT4lE/epK6Kd
Uc3T0ULFcAaH3V8PUzXrrY5Z+NY6WcJHTY93nvyb+rtTW9W70Hk3bhM47E8NRJ9T7k9ypXNOdwhq
s2mvhYXKHbPzm55Le+a386ytoErbjzOc8wc3d6hjVTA9KUJEIUlWNLwSfsge+5a5t4IiObs1zilX
W1+CNPSvmTj1ZzjEKlrTX1GfoypC2WcxdDjXwJoN6qkhV+uhbd33WuQ0SIDghOZTg/UMgIGbIhQe
+ulr6EGOn7wH0QE9SDHHQFfR5OPYj600Se/Qo/0AKscDRBNO9VH0jv/gq8FBdajFhsHatDWhfYIx
NTfzyK6E9bkEnWSRV7hlGNd8CyllkzVN6nBay3RRAM99Y2691ME5VfA/xgYZnP3F0Y55jfqY0EkG
Gvmh9jVvQznoOwbkNrjstr5FteZ8S1B5DS9tPg3OFmwA4a5hV2bJujJxuc22Hk/TOH8vPb/bloPR
3oR0AJC4596nPjLVO6pj77vuZUvQZUph0cXly8j85H6UtEOWV4THLTGxlvcRpDua7w6Cd7PvjsHg
mj9kpL6M5KDf2wTvgY2YDpRH2dYyLOOHAQv7ugzCeokP/RzLuvmEqZxUxq49WTWjlFWK74JlKpqb
2yEtjgnhZms08PV93Q6wzGUH7n6IghwWtvzRj4yx6olE9RCR8jZt/XmLpE9vEGJh38HZibYmcAnz
xQqydVyw7gqJy9pEt/EdqgGBiBUBkJZZ23ywVTwINRwCcz5Lg/C4FU4A/1R7JdjjKBTiu46ngm0U
HhJWRhgqX+EIZv0SVTxsqUrNlQBlu5tEH2yHwWQCbTu7IWSW5trKJoA9z0jBash5kBBxjgBUHOKu
vbE6hXPOK2tV464mjmPTdyLYpF3ooTbXpo2KPxTrIB5fwk6kj1WpsTRFVTCdahOtaxCaaLSHsHh1
gNw/tWg4rmVClCp4N3GXdJjlCrJbHhDtET3JUR7Sumotcr6pbs9qhvKKXIWHKpdDeu2yp638pupO
FVC6PVz7YSNmglLGyWFJ8VpeOSAR3sGAu5sSN7KVfT+t+c3xbiR7mFQHralXWlCy2s/X6GwnArry
rjgBStBnisBm7eW5BsjuCW5cDpuS4trQ64mI27sE6fOLW+nRWTmpqkk2Fhm04wrFPxpEPMFTP1Xb
PGND382zHZ3p5s6knTlT7q+CpEeEb5cTq0Yr59PAXdrFgRUba4rAivdo8ndtTxW4aooMFu0w23G2
9oQRzlCMh5hzyIBqIPEoyA/4Wr233Cp7dZWTxOocHcF2eoNlpG2JaKv74drJpUDWDsmEisUqnC3t
31pvZV1Sf8iULU+VhvXkxgZhVJLCdlX7cRSt0UfPA8YLc853s6pxw+E6s6cFLAxZk9/QJSJpz8SI
lM12ygXB2gPD0EV1TrZGIJv4SSCK7e5r060AQxnfq8qErjRBtnV0YK515xk7xylzvkbUPgfUON/r
MuiIpcOB8RBR1W1Lpc3z4CavnWO5xIGkZ4UlDCF+bLFJU5at/UiSzjYQJdOtGlmRMoIct0PGH2N+
ijoKrtUUBePrnHbIJZGFFPtxmNLdyCabrVHdFpw3iSDPa86vhTIM/JfLQitoeMSR5R+L2Lop5uRT
ZCDqiyNk+YWTbAXFzymLK//GN+voujeK7hHvliz27jx34P3yGLQxutA+bQqyqUSl1ogFlb7DSV5d
q85Nt7w89h2eY9LIRYUJZdeYEbJbZtDXytXi1hsJijC85tAblHZzEplww1UU3XGiAk1MbO2K9kx9
IKFrwgg4ZMk5ISyrqXS5d/zJeoN2Pr14ThpzKrE5HXmonBdeP44v1id/Qx+o2nEFXpg1mDXkfJA7
MLyBA+7mIM3d1QCNwFlFGeCwLe9CcaQ09PdOU5MSW3olLMgkvm4S+WbPUUBGZnDjFlNur8asj1Jy
P1R/8JXxqZhQ+ivL6G9lKM077ILFVqN9Ra47fhNjnZ8ry8vPDLHHd56sFzptGBRIbypx9/nxdT+Q
4ov9GOpF3D8wHTn6gyL/fSojri1ZIubRKqJprYrylSHrsm+S3GplEmNYbFnzfejTXoKSN4OsQfl1
cKJOrLGslOuiyO1PFA/qqc06CP4NAt9xFRttVG2TJsyGfaDH6EnmBIQuL3ZE7lkI3nKp7L+wM5Jf
VeAgkKylVFI5BYYPPj2zovNoFuFRNqL+PFS1Ga+TsS2egXiYXFZSJNbQBMNHkqF6XI8iRIXq577Y
VhaQ8dgh7RCZvvFsFZM5rlC8S7Xu87zZDJ35eVHAP2alaMb1kP0XdWfSHLmRbem/Ius9ZI7BMSx6
0RGIgQzOZCaHDYyZSQJwzHBMjl/fXyilLknWVfVq8RbPZFYmVTLJCIbD/fq953xnejcaL9hI2Z8W
RGdgF1O4STCx5zUWbGCGc7sPkUTlE3l0cJESassmWLqz9ZHzx6/EE+72+SOf8vyIJ+NZn6nCUPcT
QndFO3GQFgHS1pqa46ON+rNXNYNRf91XS7t8EX1POovEKEwfuH4lHtN7HtIIA4yLCwZxVRZ+CxaT
EObmEzu3WQdhD9BgpNmnk0C2ENSVIAWZPTkO8+bDV4TNtHZqXRMmHFaX2OGs+6483x1QzJtXwooq
qnGKiJuEvPrpQF+trnbVbOSXPLM01wqquzcRpl6sKlN+OBr7Isn05ussJ/Ho2u05wt0izg+BQFQS
yIgKC01+Mx2EZWPBXFUdEt6siJxtB5dAcJcUvSxbiS0Lagfm+Biia2vVasVtbWGfjtYsoPjk14F4
XQ8Gw/KinQgTCp/+tsrB+yO5dZa9J1fXiYtpAm9rRn/4OoYppT4aHv9S68B/9rKC4Khs7PyJHTsc
+x1+ZMnnmS51HU8rQIIAm0q6Z4GUM0zcqrp2CM20NoCaanIu4Vu8jy4V5TZv++YugUi+MBVybEHx
ZNsqrlZjpni2V/E912zqMRJRH4nvTBsFL9dYPalIlBShrXBGrLekrMU+Ku50x+6B0TvoQv0wLwqC
mIP7gjDWdkLYCjnW/rRCASZ/1QO+aKmDzt+A8M0I+C1KgUVnmZSmvqP+irvOaw60FIpzEKXyxa4M
gvYzYU48x8lUlYTB0m+6RlUcXiljuAYrFbCrh1i/7yJ3LewYTY59Z2F9Ib6RAHNCm7qeqwS13DJc
RUsK7p8wQWZi9Hq5FTqKy0mWTB4ZNAVXFHT+q7vtkZOTv+eN6wsNm4nQv1kPeGnckRy4RC7TPihg
D/B1klA8DvD10CwIgLjJLBmVex8FZJfNa8boA3X+ORKhZJqIzWDcejCWYfUMnXuGuJu0vsB3Bi1m
JTthpHq05VWDSDmiDxWM9ylHlUUjZuGC57HVLgScBmVBDVoG1qkrTaB2QT+07abPmv6pLDXRq/5i
0akKyBT8Np0BTZvRy7l40Pqb6Gi7ZS7jqPHbW6EEhyaKNnYk341IVOlyuhVxgZSS8ORoqt7wkHVs
oMtUTdtlGuWn26bypYs88iV1GxEaaZdyCvAnN6Pcuq4w1x6eUBv0qttBTwxIwyZuMv3Gd/Q/m8yh
1Ewmnb5KZwg/tbus59idetm7FoG2WwVkxxxMVGRc/Iz2PUiHDARx/Thdu2v8mZ4tRqKBkAFwP/ke
67X7AjYE02TrW0Ie/a7uqRGR+WLaFh59h0KM5koOnT2cm2B0N5J2Tacdna3pNjVmCbdWGC3ks0eW
FcYd+hP61bJasK1RFfHY1xigD/Blo+6iHruUaHlqxfuMeBr3An1WuW7SKasPEpUgZvilAyNrN1YR
3AVSuf3WorlV7rBrMJPCaH0OjHAyX2xK1zdvQZDLL7zn6DEPDZirznFTf7vkUd9f1uPE20KYajg4
g7bwTuQ1FWCfisF7EV3GrX7gGvsC/MnCZpb4DsG+y+g/hsoxfKsUaQW2HHsw0IkU6S5l5Ixfc9Hj
bPGjofa+mRABxU1oYXi+pup1u40CSvux2KOdE0AwYYyaoR16V0NLixy/uWzCZePS+vJi8q2FJsqj
c064sF1+BMByKB0rAPdPqlRLh1sB5kCTNZ0sgd3dpYUPJecU4WaoODNRXc7NjgQnwpo2k2SMSP51
wa/V34Kwaaz02DSyRFc8Acgw27lAdngXchgjlqLtzm26LbiyOwIucFyelXI7E60F9qWRhDIcRdT2
cS1I1ojbXriYEhtdVc8YJvHeNufUp0NadFOwHaOlTGJGhtre+vT1WnLeRDjFRdGNVNxs1rzzAc8r
pvgyDy414kN7OxXn8LySabFKThUK4W6XdGW6vExtZ69kURahovPIVTPG+UWH2rFmle0ItJpAlvRJ
20ex503+IXNnt3kePDVTfyCKzln+qnZwBosmI2ZkzlZ8PXhEd11rt80758jonoC3Nj8mO+2IIwlz
7mlmthi60BJGwODqlOv90lLVomzTIRTHvnDTZ3oHfXJTjGFFsduYiCRVVxCAKbn3EHxeMMenTTCl
3UfhaezkAYmTctculRu9wj5hkFp0tqa+kl5NEBLvKLv0azU+K0V7ZIsz0gPPzbGYx5alBrgYxqzu
5VQlHsSY4Hzbul2zM3EwTJNwoHclvSdXtjj6CMVYPoZJiocWl1GzmXIDgiYpk+XZgRPtnXAMiPyQ
2Avp056iccOmlgWXlnSXYJdPUzBt9QTd8m4smvSBvi/2pk22aMvaizZxCAxLwzRiTcEMJ5OliRxE
pEhmXhIU9OmVJydvvPPoKRQHP0gsGCGWR+BGW/vmHXgGzGSWkvBpmaEQ2HmpCj7VPNp0nOltRGBW
Qo6LDZ4l34sn1om4hA7dgQPyg4K8X11QYs+2zzRcDAquTuPWIeb01M3rbZmkS3VseSQHkmCrtj5i
1lg+KbtzjzOGnJ77fF7c5S2v05awodYWS4yuo252BbAEF58+hk+oY8S7lT8cQLqGQscQc0Yv0zoH
Xp8d2Th953rL/Dx7DNczTQCRO45s2Ml9jw+ua7MP9EXncL3G1Y+QGhFNeiawH1cPxhPRIyBD1hS3
7qGpfQykAwF2+uCsVUDaYgDQPLYb3MIbIs1UfuHPQxETxh51J20Te7vRYnXvKq/1HonhDIqtLarx
R5QiYjqtTM7yjSFb9a51p5nzF/zso8dl+F06WaOuTbamn64A4rWBId9aD8Q5+g+kSdr8tUFH0atx
AXrf0U6dH03kdP5lG/rdeopgYqXHyXCHvBqtzCv25SCa6IBDZWw4Vsp1JggI14u87Yq8fFzSYLL3
2jUCf76DoDc6t4S4TAMniVQy/qBHxg187bM1PCw9DRL4OsTz3STZmHKVZ6VNW1muxLlm9Sq9rWZ1
36466W+owzA6QkQh3JnU6BALgjD+fDUS9GRt0QrJ19zNrZabK1fZnY3hUGxCrrI8k51KvlO6jKcK
5FULu6NMzWXY99m0X1Ive0y7iJM5qgX1ozVUdMk7y2tivVKd7uouLb50WpFTA56tp0gZBeE5S52V
dHNseF8F2rYfbbpos00zYra3iOJl3sSen1j1iT21cG64FTMVEbRqBx50293DpKw+BdntWRwOkSxZ
lkQ57XtHTFUMrbGyLwqjynIvRyCxWx+3ZZtu+PJqOoIL5KX6bUq88JVbK4p+NUzBgsIaS9p2aTrY
V0Ged81jPdrlvOthUTH/MIk7YoKb+3XbOXX6UtXhOfS6YkhNRnVgTyfE71yzAzoQHhwmWZRcy0dd
kkkn1Vu0rK0d95CS3qpqpHYRxJ1kO6A2gvUHxbUqeeiSfL5J8elSA+PsFKcBgTRGfG/1P+QqJGFD
/LeKE9GPAyGi4xJs3NXtBJmPQXU5GGamsSvc5ZtXrerEIK9ghqYLcapgQ/DIz0v3iq814AI90bem
LJyzLzYuxvomyphbMx8ozIGPhOlNwqL1dzadwyCOLL0e86H0GeUnjTSwp9bI2o1VFaRXPW+E6tr1
tNpQDPfkJ8iszS5JyHarw0rukAIZgv3+sAAdAH212nT9Z9Fyg9aciah6YSG8OXPFBJjZB212uj30
URhxWujtx3L90hALIC4j5YXzpZdwAb1Yw4DqMMUx1u9wzI7hToeYkC7P829En4r2qOc3dPsWEeAu
Fho00S4byPbYSW/W9mbCEX6cy7n+ENpBzZgh5yTXqcsUzvq2JekDyE1znGVKhdwTRHqVcH8mQNqM
fGIT8IrmSBCGRytVUmTvG2a3xJXTeg3g0Him2JUkaFpbNjnxknTJGflf1Gt6WTHq/maidCl2mCob
Glp6ONdfdGGqHWB+377OORzbPQpWiEg9Z++D4891CFiHyi22TFf7OFPdLNrkEZs5p3/rznfl1LIi
saN29iuzWuepx/j04AoCOo/+KsNiq0lXsDixVtnEgyqq4aGnwmFullTWx2r82jtiRZQXZd05XylK
ChmXHOtVDMo3+eI1jiliftfnC+lasDmc8eHjdnATz+zCwjHJcVwm3OQlsQfVBV36hmZhSBaHPhas
t+eA6Tux0pom0g5RB+ieQZT4nKvSzorHHB8GI37Sr2ZQFb5c+/06+7J8x4GSDPeSGIWrhEDx9mrE
MpNuQQNI7nOWky9n6J18q4vFHuJzMZlcdK3HCKGjhpz2Dgw5/1GqProdCWObd6Xj6QdQPAbrfFu2
+GfLFkYJ88bWZXLtz0+FLcx8yMQg5WVveWFytFAHRpgZZl4i5Y2B0+fC+dhjpHUxytnr3N4WHcb8
/Zpyk7+ZSjJXY/iY+GQZkLiK4FmgZ7vRWmxarkaGDVbvGh5ymfTBIRgT3b21XUHqyraq6UgAMKGh
84IkQL8t2RSMW36PDOxV0Jw98GNHLF+ivO8gpNXTyqdHLE5hHMu7kj7P7A42WnBjyhQLeuSbho4u
oG3EMjKpxkMOy929IKku8JnsSzpAO9fMUJ4psINvXegVinkpyCaAJRVADVmq5j0lqrQ51ih+oq0p
21EdJk7S7tIpLdriK/m78nJNM0+8JXam7Ssrk6M0dOwS4PZeC/bta7A6NImvEBgvS+y1sJq/BllF
JUJqcLoM5YY8N+1t56Di/mU7eTWfstVU0WaC0DbuQYIBFmyXxpkul4Jr3i4Y12w++pxpU4XQxnM+
EszP8DMyt2g3EgCnuiAneCbsOgzVd7ecGZDiI5dIlRe/908zxdqPQs5lH+cdaMtNiQ83uB+J9pOP
YMnmcmMIKCXeYfGLjwmJhMs4gnvYJVg/52PoLfcHA056MD14ou6ISmUkfnfp+hFc2Rr421zK+bJf
emd8mJ1peWX0l5U7qFKkROpp6mjhi8z71EVhWTc8UuUXvUziSyb9+S0YcgLIuXtR1gJK+YaYCdrR
7AaAN2Ypq/sJP+mZHtrNzAdgD2RxQIyMgZfC6GyTO/by6ffqzA0kP1JfqFQ6865emItfK+7rfGFT
YpFksuG9UYbRb2igylVXtDopnJDbwA3gYa5eiDbhXy1ufUiv+5CsVVgZS8Yoou9GsS0gAuc7m1+4
f2UCS4V7YHM24YxumIFNkS7ULvz19EbdJcedjSBap1sC6DX7X1esEKKdUY2496RX7lq6/uRxuQ4S
JTjmwzac3VRtfctxa2rqgG2YCJ80OIo0Jd2YKxgHXZ51S3SFatu347QAEHykaE5eaDRoqoICrNvO
R1D4w5eY1DRbC7H0AzEqO4hdGr87sq53XdkdaWZ4dbqNBQGyh+E4y84cS+Jv15POmoLg73CgnLAI
JmVIaiZ448YhcYlpfUDk81omHh37uW1OKS32c4D45D1EFpa7beVF9YlPX0VbK0s5twvYUD/yQkMK
a2xq2s3S1Wu7LfMIwkhAt9ra1jntwW0+UYVv17KreNVUc7SwVj6nk/Js6t7ayROk+CN/+yIDjEek
eM0wc1s6Y3vrD2L1twH6w5BvX5R2bCvQWuAviy7YWn3IPB/PdHc1Q1XvYhGW2fcwIJadcnosngNt
qPL7UhNbqhVTza3qlXMNPsj6Tkxa9wVtBMCvxCvKT9tDLbMfupBG3bxIPjItjbnB/BU5t0hw6UPz
smDDg7UpNigCdL5xpOXfLRMVYExs9vw20o5wtiGV08PQzqXcNEFIhLNpXKcFQl9JkEBceO6mtPZv
BmaXX1nG6GJmNZMCbaVLl5KbnnHJopXlPnle39iMiVmSbO3DzBXbb+o7NxoWGldleC5pSkSDm84X
00vC7b+BV9Km+jwv1bcZrL0FfVjBAnNISNjnvme+Y1uV94FbuK+dLBnXKCuh+Inosd4W69J6uzSt
3+loBhfFPC7mecpC+T77XvoR0AOtN7IZvKtkFCDG27J0HsQSlNlt3XYWrcORhytWNNy+4z0sXFJw
15wrZ1r53yUwSeuuj9zB3hQ2aqijpxL/M4RQSgw7LM497t0WEdQ6NZRhxsmv/SWnUa/ZGoiBrSw7
uRxz8gfefO2SQS8ShS8vbQu8VarRTM6rItHzxu6gad13qyWC2wVkGV+jeY2bRCbYPCuQcM4Vg5Ng
je1CQwltMdvxrHqQganjW3kdFtITKFTADG1QFVNk9OuQfzo8whPhyQGWYVQyQ7tH1xVaFz0pn3zG
Oqc9Q8b2FMawXMRRcf2etm1FZ+tawq7BU1Dn0dZRgXOVKYJc9ibKnLumssVnZBdDxIZqSA92Ut1c
49KDp5FiYf+UVVF8gX/K9g5LS//gOBtRU1hYGDaDN8/nIOLVrpEbDKp/An/nNZBBZOr+6L1SdVfr
uQP9medK5N+7sMuLXVVlBZnjXrMU27KK8m+MR4kNHucROnqTUgFvgnJCfJVFiyE/13RDXI2zuu4Q
PylkpqLJvzijn1Ed6Eyuh6DNUuc76oJp3OX059ZnvqOBFi0WrjlJE9D1ZDAC4Huda2Q5TRNW6FWg
heyBO4YytspyMKSmVtp4R94HvcCJSGrQhVGw0PnXIAIvK5ly1QB22XcuYKqIfzbaI2l4Z/UZDwT9
PeZvTG2ycSsFvXtkCon/jAGvkq8RmP/1SheEBaG1CMgaVuh8CLKqZ6KoAFblZD2hvnrUTj2cdAI5
KS7AsNIybsdziN9oqfTI2E8WsQh8UxxX1hn0jnyxyhgjF8JVz4fGtcEQPiWEnqSipOiv4T91LnUo
NzXlpNl2NvSnW1q+tNLgpKQUfG9dGazrcYpS0X+dBLi5WyocfFiKk6z6rlZIhpdVb8v+2iLwOcuv
TZk3TEDtolnahJtZE66xTKeU+WZRts4u5M4eXlWAkdMjQr2mvrIA89JKkZqAZwzv1gBmfByQDVIq
hZhpWl9YMMOiUKQggij8AESRIZZySJKVy763Z06nvO00zCaXVBFW3SCy8PnIvmdep4ZL2Ddaw2hc
ZshPab/U36lFpn7fL1K9dmDWi/0I+7c/LiwQEJtIReKBERQde2vp38VapyXB5YRo7mbEOtUpIryn
QhE3z3T/fW+B5NDM/fySQ+8br03tNOMRvR/ImHpeE5SmS94I52AKIV8UieqfmlVcbTugY0ucNk55
HkpOhHPyuWpmPILzsGezsrryoeVRBOiGqnaOlxVz7hURt+qZ5bv0h4Qhy0dJNnlyIklhQptpdE3r
t+TCd5EoHzQQ79EPeaSQ1GwVTGLY+R63zPdqSUMvht4QhNsMAXQmOEQEQ3+rajk/8ol1cuPByVLc
apPhGSEbwjdXFYzDybXL0yO8pJC2LLngiMhCVY3f5AjiGunS2vpoKTKQgjQ66ukS2J8fplucbYE+
rk57jhNfCMoO7lGlVLQlVs/9ntD3VTuhPE/Q36n5BdPKSPNdktUaFayoC4mEtETV1cawTNt17wVT
8JLlLhIFVSEG2HcFrCAa0X47Xcoyqs3eT5ug2Q+0SqpLQK6qPiYebyduq6LksLcKNcf2YnREg25U
5G2ki4n0LpLGGg/BgGHghKywFdtsHcAaV76pEQg5I6PLIe3n6JBEyKtesQFTwXD/Mf3RMZXIToiz
ayfOAJG2TE5ysouZL5GdjNqxojYydDw3VcZF/XYUg++SwNMKgdBr6PU1zFh0kXzUQp0WZyb6pUMi
yzaDz3N+5Gko7CfhLOcBJWgrQbFB9GritK1/ZVuJAArTrx0+1JDD7KKz+tHe+JzoFpyYECcUfNuQ
Ry+noVW59Uvi92l3arid0sABR1fct05icm5yLj2gxmmt6lnrlT49+vdUv1uKKeFd0SaN/kqiYmpf
RY4ymBejdoFfZjcgTH/ksE9GEkIyGuI29VhFm9qZPTKW07mu63s9N/b4PKZu4NTYPzzwjxtc1MO6
s8kI1a8+bUWKPIb20HxwxZbA51eKHFb/bNvBy4zqxKcIbJtExzBm2/GJ9S8mqGeijIYJPtPiVDce
7oUSuG2JIMjKRpMiGqL9OMVRbvX9hYI4l16aMkDNYdq2p0fBHD/80eQQSZ/hngvrgjh5a7pfh94g
X+mSIrNv15nUEBQieh1fm6GwnetW5CFx9GseQCFFLo5K/kyRZwZcFmodzInE7rQoTl6TarIlpqiE
K4Ay3kr6GI57Vhxaj6zKG7psfXPFyFLmz36AjOaUN5k2t7NuUOzVVdRE56PPuapWAUhYA528yCE0
dRufJikixEgp6EewnY5cgBkc5lRxKEF6xIpn6KolN4Jb0fdyaNENAorqaLbR+4V47HEJHib+4DSS
ex1YwZHSMA1QMEmkAclhACToLYdkplptHyOV03q6UKOqZX1kEOJU/Xso8oYnsihRLZpT2NpYA1Y5
9eP9JMTo0EuSVRkMXyd6LS4joqpQrfle6Ybb356tzRfDJaz0rAv38zLQJuMAk14au/YKIngPuiOz
kT3kRpe7qTI+QtC2TSLK2KyT6AEIJ087dk+HeSCncdoDiy1VVhkdNwupBeaQDVMa5btZuNp/SJIk
U/2GEWfo6gsEYnK5K11HcFRMvLbo0fXzZD72DFYITwi6lL4oMM8eYq4OD0Pjqq9dMTIGzkUq7md3
rT5zXDFE86hZfnCsTR4laRc+BwCx3yJEuuOmRVb8pMYwOizCXvtj5VjFm9138plsh+iFJOFswhBT
Ede174mopCU2EAK9w0lk42LJGyDDNdPtn+7S/8it/1+z4t+2H/Xj0H98DNfv7d9N++ef971pTY+a
eiCI/Peff47p/st/nIlmg7kfP3rz8KHHcvgjMvv8lf/VP/zdP/9kWoK/vzeoaM7fLc2bv1jrHQcD
0z/34z/1OZSF9x+/vNc/fnlqvr2nzZ+N+b/97Z/B4ZYv8N/j8EIIFxD6/Fseys/kcAa+v0bQuGBD
QIN0XQao/8+ab9u/YmEE6sG40qfLejY+/27Nt8Wv+PWFJzCp+bbEmfqfWPP/6nWDSUEKC4ZQvhFQ
JMkk/K/GMHAr5zuajCD4z+NhmrS7m+HIxH/67dz99IH92R0fnq1sP//vM6iAR5DyD7siDj6eCxez
619/TD+j7sKBlmytRCVPiAlIsij1hFEqnPvstcg8yzoHDnR+LIxa7N065fQS7GFZyLqqc7NfE5mj
TkWjq3f+2viaCISRssH1YSszg3aWq9b1AN1OHWN2Tqxz3z0ZLmfLZZTHXG34ijUV74tDO1fGU4cm
jiajrV9X2fZ3vfHS9KR9ThPuVca9R+vioB0rx56Ghx8xRJS2VdHWYrQlLxLwV+OFCrrpTrmaVDl6
t8vNFHaRv4u6AocPRWHXs/N79RU9ZjoYeJZRBTdrAgEh8nh7WzFH6+cczOxEjkobhh5ZzlwePODW
0f74tXNKb8ZCWufAua3aXI0luQwXRvfeBRSTFVJxTpfcr5xpJcxEdkBwuhKaXYikSG4bEisX7FWN
ocrl3TDn9OqniqQri76S59+chUt608HPvYfDMBebgnbJHmMUl/ZkgTW69YYyXDd5V6D68CymP/QW
nW8F3ieSb/0l/PGvl8nfFiPu5IC7uu0HfmTTp/gt6+ZPLsWiwiYcmB6l60pppZf1TLPJxn/jhfwb
FIbFeP4xZMVKIptsDKZns+SffoypmTlHZzkNVe98UeTBA6N8J6YNoE+h22IGYY8/2eoscXddxcGq
/jPy3c+XgCFbSjskvJv//etLwAuVAIxuMe6QcX1dLr17zHV+dgdldKVz3/k3D+BfraY/fx6bDG+c
R5FN5W8/b/DcpfCEgpCECm3rrXKIy0EXyBsD+/CvP8TfqD5/edbZ0cgiEi71Jr/jv/MTaFwmuQ5V
gtYKveyhc3L9YpkJcqtBNzlwcgJAj61GMVb3pb5rUiE+5qbKC9xhyr2CRJSF23PQx1lStRQHQhNo
JniYKLfDfHYpJm56Tirg8QmB36kQ6fjanFpHF/c0t2im+k3/0wD933HUTR/9MPYfv3DS6V/2Y/3j
feB0+R9w6NkcA1h32Zv/+cn3f76Nv1yP+v3Px90//t7PMw+uDMMeP8KzLT0J1J/n/OeRd/4TAdsY
ozCPIAQRHr2aTIbsf/8vR/4aglcju4wAR59lwxL+/cQ7/xHfhhMPKgevkMPwj5P/97OHooEaIv1o
/j9n0W9hvv9Yn4EbyEC4QLNI/OXbokX567NnjSvqjiZz425IL13o3zujkjhL3DUWq2PviE4pdmyK
j5FNINXqz8dJpEPsygKBZlbsaU6Z45ISroBxkJ4qs6PffqP/HWvtf1hZBS/yXy2uq/dG/2Vhnb/8
55qievrVJzDYFzb4P5/95Y81BYzmV/YZmwu+R2xtGLBw/lhTzq8SUk0ImIcDBSs/H/UfVZT7a4Tk
EXc/+PwzMyn8T9bUecn8Y0lZUBhYTeSOnsueP50kbWPlEXzL6MJbb9ETa/Hvjip4Lf/kW/+tYiqy
lAD30SoZsNU4RZ0RbwgxeiFO6WLd9W7mPDRRKW9sLaJrWykwSnlNLIWz0mOp8jVnjsQQfUBKiA9t
47bEccVr75p9QIrAngSmbt2IRXqXBgjJBy14c6ftkmmVNmH2PCRRuOMomW7XYWjvwiqdv7jdSmrt
7PevipChrx0cucewC4ePFYtlPOPWTNFQuu29soboMRxWiGuiml+wsVDFeRRr4Tomr92MzQoWCVPN
hcuuQNSYF58aSPVD7lvuttG2+yjl2H2LmEXHTT7MGmG6sOHzIpXZ+FrXw9HpQBuvFRJHgthkf1Hh
fWKMwmhyt8ok2ZZ0F4u4Avb5PAjk10JjtI5NUUV7QPLM8dCkfqvbaNxFND8IOBrz7kJZdr7TvqkI
L8QqrBmY/FjWqojHZMlpznAl96KGsTmBnN4RPo1/7Czd4SyNbIZjvXddOUqdIrIe07hc3PQj1f38
7qVrlW2nKEKEUwTLzZnGhWYQpe+NYmAPBpiEXyxZzi4auuQa3TUFH2ktt36HYAy3tVm+z4zjX8fc
Q1g4qPWurpJiR+tePuBKDGI+PmRDbe48BiqLRlQxMjxGZkoYgSB8NPQ2KobCATk1ljC7JbcKAprr
jn6+HVYXvCBJ2pNjbxd+t5c4sYJjjrkIKp096E/HMi1TJwJIn9Dxhl9IhUBX7JSaORufYPo4jjI5
JE7hH6kPGQEKzyJGaiqmfcUD8oRc2ifQrJrcOwrN8TpvF1p5q8ttNSS9+5ESzNo0S5gfeQvq1LuF
uBrpxJfxKsvK244tUhxIheJWgoA8d7DDomIkOCefyGIHAqptcfAmdEd7Kg+Cb8MMuUE4zPd4Z/o4
jTKydGp/3PhzqMUWXn7yZW1Mt51r5gGQM+oj2lTvK7DN9K4ZnfxN2Wt2LUmmvHXIMNPMrnVxXMrR
2SdwdBiw4dj74lMBf5u1HuvNQLcxBnXfXqemyD4nmXtxA48ReVW7CmzvXRPcmXGxLiiKmCCMKbJy
iJnIl0v/R8XF5H7sCaRpsyo/MPQF+RtW3TcdZN5JUSwihZX4l/qyu58iXnhlhQorcjGQQhJZEW6b
Nun3AZrao01Dns4q7+9H6PX6orLQDG6gKwzdpncCO27R3aDCrGnxEQEYtBDKwceq+Fz443IrFQn3
+fxm6D6+CBzlVzRy4P4R3vAlF6i+UEVWtyrEoNxgaHkenNr7EmmTkl+1ju8TfiKbTiwXNJ/fzOW0
puJRsh7vOoeANncKKgvZTo55u5taJu8krjSoZ3ZdJMRj2tL9COrFvvVM5XanlqAjXhTRVQ8WlvG9
LEfrGlcE2UmTqCbaWvUUeUgGZYMdm0nBHfmLwYmlQHu65fnyjbvcO6ikseoWkftqVwF2BKSwDj9h
wo9TymS84DvySCEQevWNtXxJLNq4izsuT2Mb8OExit8WU7n4m3Fcl7O+l3Cb3FB85mKE7w9zoSsK
90XAs39JvcI+5P2iq83U9/JiZNy3X/wMB39Q6ZO3VMFetrPER5KVl4Gy0Pjlan6JkKrG5JDbe8Yz
tr+ZVms+GVqlbI1qnB4G4ElEpw4zuxwspsd1EeLJuD7DO4B6HVZFm+Yczp3gosyY32xCESx3CnHr
lc56Xg1iofQjM5b6dEns4QJAsMDOSgBNbrxlsQ8pUb33S77ieRFr2D+g+ZVxlzvpYUqVvlW2pe/B
jUwXw2iGYz2uZDiMVn6LbVxeT/4a7X1rmp4xnoQbs6atuXftlIjpFTQEkIXFaQS2Daal9FF1kuxR
Pnn9tmoSguTTtmk3oWzUu7SdqWcQlOBCIbDpNu89TGdVrRwEi4ziPqy88TFTpqY9rHnRMqooVX8P
yry/6BZPPi5qmY6TZ4VXvSgNtH/Pefa6yeTbYqnKL3MhpqsVge+bscp1j6JHkKRi3FtGeygw5ild
ryI2gvvBLc82kLzf89HiVJmLB4qPtzw37o0JCgOuDXIDfqVJfvqWWvYwTYq9raroKal98Eyeis6y
4eLEXanP4mhkm2mnXn1v22y+GBiswu9V1WtGn/mLM/v6kuQagcMcxehTVhTzXdZl/5e689qRHMuy
7K8M+nlYoBYPPcBQmVbu5vKFcEmtNb9+lkVldWZEVWehGhigGwgksirD3cxo5L3nnrP32u1maOfl
HReM4PZk4Rz6qcCGhcKzwEgc4p1lyxt3EkqxlaooEwtwbPGwhgvC/6mB0m/GT/SfLG+om/p+1Azr
PaJ/hQ2KBLyHXE1lV6qpch0Ws3DfzeWwF+t8+RrU1rBsMQyWQ9gYlttjt3LFMRheykkRCP7JqxfB
7GZvxNUDVSMmqlVI0DRBZyMDq9FE5O0413M8fcV4YnBIr6EaK+sI2JOsTn0Q9zdjxWag08pfxGcq
t4PCSI3wHUUkWE+wIv0FVwkmZmvBDWHB2bV1ceZYroL7IJBHWaaVVefmpTLjmE0sRbdW9dGGnpK8
UYQmux+rSTnoaqluUakZmHbnmsEKG89KsqIONSfeV88IC4lMBSWAmJHr0XM70DJURgOx1kwKMB7B
okh3UjEqgb30lXWndUpyUQepuLI21ytUmPj1JvKhIGbMMGMCycKrgfaDvCCtLMVdgFTooJEKsG1h
XeyNGbVfICDUox7CuBV0nXUIoLU7uCHBTBlaGZzkQEu2Wpt0H0hpEXyasVeDvo5hRaSYpa1ef4qm
ZPgghUU5BK2q7heqXBz2GXOMfJCUhRoomNYoWJEayfkXZjdEKEFPIHWa0pTmR+6sNBlCh8ZcyYDI
tO5gAyW3kQc5uxWsLXA0+alucmM7E8CL41hDPAbSRH9VQ6IG+6lD10M6EmI3JnVwltrmiUyDBDyk
Lu54cJdVESbEREVztO0SS/ouAUiiwS8tEIQErhu4E5p+P+gGGAAdceYL2dQJQKfS9NEMk3cXzuEh
y4xgbWSIGRF1KIdJstpNFw1tRpiYkTig8Ef0lPpMCggT8mxLbrHA89bjt8M3CO5JbaRH0tvNvdJI
012djMomrVr1SSNTFJuWXF2QcGtrq4RIs9IqUXhi/N1RcnBYXKFgt1YRa8d5wtl/l1tZ6qPSHSJa
ekF9r0V66JZqhCW/arHoa1WthjAPkswNKrUjn1If3rpRgo+WD8eGEmPFChZsFkxgI4WkovooPqUN
S3TwNEni+Ajh17yKrRVex2CM94R2dK8M1Gtv1AtajygXaz+t9K/AHChK1PYJ+JK3VHjiS8ZYbhVn
geZQaBp3cUuO5MCNujXjjkGx2PSkUZJBCgy6F46mxuPghTIpK0OrBQ621/4hWWBD0VHNSbjnPH6J
lSD90FI5fEO2W6OmJs6Y6bu8XCB45N6IQ+poyoX1nS55TXYSQ/MJQX3OoFTTO6IVFYERKF1O9EZl
lOvbLsCjYIPJYtqiF+Ps414cHklhLR/FEnsLcGj8iRzprIYTT1J9NIIeHLJ6TlIqIB3ZSBvI81pm
1HNeijrfA+zOEIsPiKTKrh0KL5e6wrFglazpHFuRE+QzFAlMMuul7xu3LxLziFJr3KFy1BllobRf
RXIgBYAIYN0ExtArtP4i/WqW5rCrCs3cVc3tExl1bjjSzHEH91/4joq9OUOMxms8TfpnkvXqfUQY
0HrKUVzZqRKVgkfQTX6BSBUfU3UxHHSi3E4gzB7nOeRRVcbCuFJXQVPA7nwoInlB94jVZD/2iJeK
QWaQj/t3oKVMUh7UihLvnEJJ7MkmojRepRU/gYKZTi0MtWgbEEv9eVzyfYW4biVIBUmL+Lx0pwgW
2tO9slwlKw43LSF/Z21GgG7Fcnlp8hHGmWUyMx3FkdSjoIEVPtQMzoe+rbew8oy1EHXxjiRJEGmG
XArroJHKa7YIsCg4pjmlloR7SwBwIQ+C/G30cbsqdaV+jisNUX4H5qxKA/mTPDWeQ7XQjmMYEQHO
sjkv3jBV+d5Ip3GFZ75/isxoYqtuQiAIsnFu+ra6xyQcY9LpajI5FI2EaxUMP+ti+CmXifIoL1IC
jnCWZ4lTyBQRaUX6YEQMNhQZE1JhgVy7A+IfWF7baGQotOiy7CiVCYNNZOXQJ621UqFTOYB45sJp
Fyv0+0TjCKqI0k312CnPkkRrv1C1vHEQJ81IuQ3M+cGQviBvKx8RU7LBJaqo2JIKX6DUNewcFHWa
x65n4gfOjS9ccARiVmLqMKstjksoLTtYNiLf8oTDMZFHJv04Y6+YPPD5cm7VVgvI2+8KAXVnTzcD
h4UW40kGm0FUptUg2WNUcm3IXN/0VmA9BKVscCpNutmpTQTdLA838SXOioDJvtYjAMNyauMGkM5z
KxofKPVw5acSPB6NSvcIYgnH+KhX+Tlrkc+F0A9GnF+zrXEnUXDfpipKHpvvIWqiZtfNZFw6A1J9
tAKh/saQIiP+U5LPhJwY16JLkIXgJzLdlHdxI56wpLdL0O9jOU3RwHYUFsKU8IV0S3iQSRkjs0jX
9lpvUEizl7tpYsVHQJv6C6Sn5E0qM4AjqabfQRwN3TG3GhnhUKhtlNbMziXJs6sUac+nKeWKX8mU
GbZZDM89yqJcWXom/k2nENEJvAtxpxyQyxzWBxJKjQNGCPFYMXD123ExTrJG8xobhKWeZqVHH9dA
iiNBXnqA9d+sJmR/MPj69p7ITXGPbWrCzFcmtSOQDXkY5abYygbuLpXMsIxhC/hAcJoy92my0Uqc
slozWV8GNpFX8Ef4yZZ2CbHRDMo1sNqWAMY8vYdRh+VSs7AMa9LgL0h+HhVARt/QBttVFxrRcSY5
zAGUic3M1PLXkZ4lWw+1vy20Vb7T2eFdE82BQz2Q7ZEOJQClohHR92KRvDPkCwhDYisnDgEDR+8Z
DQCO7XQn81ZW6iT2vhVbyiM9JgJW41BYUzhfEXcs92ZRq/AA+9YvhqI+FKx/t02995uGepHdx6g2
g0UgdkhZ6c2LMjghuvIjDjm2Qlhl2IOT5sXQ4G15aiP3LxHjbuZPgvhMt4HjatHd7n1zgm9VG8Vz
3wb3RFMPnlFL84GMR0597HkJtVdRrltdAFRABjM9FJ28L1RckrC8G0b60Ipp6QnKJEV+p/fCRepT
4VCWbfU0KFL7lQiF+hmltzddDy1W9lIMfJG9ypshAzgitlA0BPC952peOJxY20lqI+w1LBlUBbfP
reZDtbsJf9gLrGyNSV04aAgwCekrLPBUC86aWS71VyQvAbJOgAskwJCvPTT5qkRA5oeTUB67Ws9W
SdL3hzYfsuOAUGBylVEEfRGI5eIvWOVbG2k+CkJTrKtzi7IMOXhutmsqE2nLeZyCCwBNft8pafgS
pSUNnrobXB6q4i4bDOvTYArNzBGf0B5PMrqspiIWgq6cMjnNkJn8fM3xy0BEeEJ4Ja+o8dCApkbt
iZX0FN4MGFpTFcjiu4HUggLbEQLWKfQnWlAS28ksb6VZpWRKS4BHFMhlfafklbbCogsxqaXo05y2
47JKE1QHv0ZGKNu5KhO0zimHtVBW2Q7dbjSSdZtAnAJ2Oq3EwmBhTjigw5MKZbbmDuTwlMPkuq1z
bWDHMALOnFytndVEBVphsah8lBPNUekEfd+h6RApvZTRA0rWuxRNGdNS1Lu6bVYxQF+lmPR8C/VK
+q7iNHsCM4djOA5TobMb4JhfuoEkzoZLWh9IrjfPSt/GkjtFXb58GsEyn4fE0EufBQCrCblrnGeG
eGxKwiR17qUk1sK7nplHYsuLRrg0CLeC3mCpPqpZNW4KBPY33xjoMZ3Q1KcwQAImIbTZaVKab2GL
RqR9R5iMq9oajlWNBd2KVYE0miXWBr9g/0DtL4n5UzwgfUXoTfajE2pF5xd1oEm21Rb6g6KyRJwD
lJGrnCiTPR0HI/c6Bflgjr3okg6I6Xp9bD/VpR13OAlunJC2IR/T6LTC1/VhfJi0XnA4RqoPo6AL
nyZIkZWOQOqg50Tl2hRg3RVhKgYbNS9PnRGMLwXIFKh0onAz7uXLpZLU4aIJQ7gVb/Zn6nezwE1u
mZOjFupwV4dl/JXLMILSxUhlW9aJUrWqRXebVEC9GCPAeMN7BuKRREGjxh5bgsMIsCUD61nuo6rt
UHDG5FdmhSB81yxwTO9rq9hqk5H6Vs6TnzMrXXczBS2QAU6Bcoz3uhRL4Zgi+9zAWCpxv7So7eZQ
W17NKeK5M2j2YR4TbsE7AGBk2rBoZ2cSraF0BveIksqXHorWFy1K41lXh3DdZUXzufSCehDxP70u
4ULyo14FK0McnzVpwX00JEq9L1pNfS3ldr5jJACr1ehzZZs1QvYER7JfQRtNkSZiCYgTReLUXbVh
+xAkNQLBIqvLEybI5kPVceVgH5G7E07ZzBUDalIbnYXK2LUsWUJl8xHMCWzY1FAPoyBr3iCmkK3m
eJ224SlA20rCbeYSO7mWmEx0UfAsdzFxJCVB0cZoDvcBknJyn6EU2OUg0uSqAF54cYuwX6wy84ne
eaiycuVIskwTExmCztJ8Jjd7+R5GaXqY86Lf6pNWIb5qim4VWiW3r8amtpXFsU8c+n3LW9+ELDlq
jn3GIpqaOzNRswN9Uu0j5sEc7LIfAxc0BEQiSQrAqxjWKtGnpV5JmHpmJ+dzeAAUkvIWCNx7nPZw
JQkioEWbnLUMPBcpazsBsyurK4ACvx7U8AXgdP7SGOFyL9OGubO422hOFOEhjiwUzbSGVmMnCKuK
k09vJxJnAk5OHGbqGYAkopcosxfd6K+9ISZYvAV9S2LbQLsMChkmSHTwM3yTq7aw+oWhDqygImsq
VofZy0SSltp66i4znCKHhF1U7UMdO0VTyGjwEsPLAmW8QJ4CXhYtAoFqKrmjjcTZJxj6bZ4W5XGk
K/qUiF1PPdwLxSZNMHJQpEaPAJKUUw7ApvG7Ump8HfF8a2dzqb4hca3XxE3MXqp2xJ9GiumiW2jw
zf6AHxRk2thqn9QuFyxfS8uAkV8NgFmMcXYUswBDSNhjMJRRnSCwa9ZhO8YeG4K6x4DUwOaYxcdM
E9HYmSFSuQC1td8wOtllU55fsrLDHRqlIWdhBZuyZJYJWELBfM9mTqOOpJttvSJcJFn1yMK/cDuZ
hy7qjcRF/B7ChWGNexujjCjzokik50wazGvRAMjbFiVCvQ0gAF109MyIcW6Jpv44G8a4z4EgbKRo
HPZCq2aCo2rI+Z8RjeCJrAcAgb4kl2Oxoa00PCyDIJITrrdXxsUCjCJaaxRxlcKca0D0HHlU9/oA
PEKR3gCT9I90KkEjx3OwT6CAPSV6oB2aQY3oRGNR9URITfTpF/wENqNsqBRzlBim35mEGN9OTJ2F
aT/O1hCMKJnZdoTWtcCE3Ce9BG1PlbpAcPW2G6+QxqUjGT7Ca6EqCHrrbqHRqNfqaDFfU8o1q3Lf
s74vzVMz5dqIUVTmb2DgkFQSWGl+eIJWpddSbQIJKZBlfXTBPIh2hxEv4uDSlhrEZ7h2rF8KEMiB
eR8rCXiZ3Jl0MHyEhQTWpYAPm/lz2SjDmrUsWJVk/YY7/m41vs2qlAevGhDhYd22ONoQAgsLJ1zu
LIuA3RgHOst2pjeNp+e31VodtfwtJvq4OUaCFkWryFpkrEpRx5xjKXSDXC5DaktIHsn0JTQCfm1O
cG3laWbDIU21FsXaYGOKS0dIhRpXUtWO06aLzVxx6pL1BSVDHPkm+IS73KRM9fjVZY3w1lDpcpph
I63KRU78XmSO5ISFIK1EkYdkESCREog8R+sE+9TkE2/TQDcdlGxNvzC/KxOrcYIsEh7iWBZOUoo9
1aHkLp8Kw0yWHQ7s6q6psuRzwTu8gjDSnOskJNqRk8CKTGfwxujswRvPozHtNEFuUD6XyfKdJ2RY
2gBEOzrFfYQBWYGIYldxSV0m6i0HpQzf+YMWFrnhNdNiiKSmA2mfl+XBWEBo23VSGbB1sJWujRGj
PBOruN9l8jQg3iNpPhIbfSOCvdP8NhzQ9GQUV7OoUX9HXbcyyRM/IF+VCVoEC7LAKvETGbkE3AMr
2WF9rp8wmC8bntviWBlhtIZQmV0YuIbbyKppymAjVK9VVqjfvZjnL904AJ0NdQ13u0JLyulTq61Z
UWoZwlWNoTabkgS/qNx8daySxDhbFir8WWrvY0lOPESWuY1IjsCVTOvuc9ykWK17VbDBqvX3zdzH
dxAkZ4e2b3knR5O047GCD2RG+SHU69xRSNu7ZkY1AARN9X2ryPNm0hYGdNMgOyniOV+M8CwPVaV9
axhNj1ZYzMw6FoX5WxwyqkgWs36cIbcRilKn2wENFXimmf5Olza1E6fF+NjFudnZ8VAnG7TgNxZX
ob9hxjCwKGSt5E8go86x0ta6x5MiPHVpgGssqPsInG4YDr4iwpUcSjWh7zGqj2HX9KnbopM6gfuK
DqZ8Qz+KY6gwQNTrI0wuThCYPwWvMDJQpbjuQ8XuFI2ZvmhOJ3zU/X7usaMZBX4oM2+ZHmASEL1h
7BcHKULk3nxtL4By8KO1ZTa8EvyZmh7jH3Mr8esanBZ9xqRfk2b9hE1HAiYm1NJnU0ilKynRcsVS
NQjevy6kuZY5f35VX/1Rcfx/Vl/l8S3/an/9S/8NdckWspf/XJy16t8+v7Kyr77+qKK5/czfxMgS
+isSjZAUGyIqKAlVye9iZIQ1KLKwnrIN/9DK/CajkXRkNFigRRJOLO32Y7/LaJBmwaq/BcUBPkJE
rPwrMhre2B9kNLeITVlVUH+ijOSFUIL9LKfRKxWhrTLAlculp4Ca0C7VjgSJiY5yJAv2H67NPxCC
/fh1v6t2/vpy6MnINUH1ZqAg+vnlENYGZZ7KndsEWA/JtABFJKvW+Brmc79dxhZBbWxSxcEMMqLP
sp8h8lSNIm3EFEwhlPKY/SjGWfbSyFm2jotAuMPrOeNg4bR7kYteVtwCP0zqJHzkFbriZmWEmuhn
YKZkGhvxdoH8tsV2Kl/x1FWVM3UWOpdBps2Rixu4SVPr6BpNFajvBsZsfWYFhNJXAcel43gZo8hE
3kPwwOXPL8+PgKNfL88t70VCx2LypfyiQBKCgGiO5XZ5rKx+LQBiPeggICQPwJriyLVZsNlPtO2J
lBBe+Tfg8bKaBd2tTQPnKU2gfzPl5hIYwDpsAyxpwXJYhg8JnnLHSsGd4veNm5kZ8YLbSKvRScfJ
DYw1QB3zpFKXPnHlJ2yvNycTtPd5k4F8Z+EvdPpOJMfR7k7MnRi31XqcFWFfDqAJwM3xmzCAs5Ut
uRRelDBKnzFIMvUEfOb++ZX6kUL2y5WiAPuhb5dkRbrF8v1RBrYsDcgK3WpdccKfM8A5YLAYEkyG
m4OWxiwl1V6rW2EljVhcJeIolj70uiinjGdz2hXSNN1zAMEpzkzAHlrAgGIqPoKaDld5i6Tpn7zh
W2zOL28Y/SO5gCiULE1SbnlOf9CtgZIYq5QIZ5xSdGR508GacvY5bhA9GVS5aN2HGDgAZlf8rJ2f
0xpcZWkzHP78jfysm/vxBKISlQ3MD8jweOx/fh9dpjHCx9viIjIDPEyKh1OAyvhn38/t1/zdxzVp
YmFxgGQk3S7HHz5uktQ1jPkEoGGIcbfVmgnJRCO5BG2gwOmYmqPR1j3eL1bRJQy2aZvI2NtxQZNi
UP6zq//3yxyjAlSwkmoiaUTW+vPb0fKgYHZSti4TzXrPibvahAq1phNp40h/fMwvohJoMsT9rnqj
btrO+EB2PaTgkyF3K2UAN+An/HaGIEMRHMa+Qcn151/N7Z79+ZopTPdkFQU3qnHjV5H81NWGDI+h
dZcRNXpmxQc82dtOHwGamSeyDeX/wmb9pzahn/bs0/9clbXG9/2f7+GHt4+38n/d/9+7P27hUL/+
todLkvIXtPUKWVysNEilubv+uoXf/gv2GkM3DDZ5KB78zO9CWBmxK/s0y/kt3JAn5G/iavkv6LfN
m51I0X94jf6VHfyH4vX32+Y3JSyi21+e5DCdTPqP9bAzBtULrGNaKg9IL8bwhrujr+gxpnrqB3/c
dcX+JsT6wzX6R3v5z4/476/7y7OEK7HtyHcbdqS4L4RASffiWB6L8EGKzLVYy85J65q3IKtcPdTd
1pjWRrlFr9Wrd3W35rjggDl29OVLBEHbE5tuYQsq9dNIztSI2tawypWZvvSpQ6tjdwtZmaf3P3/v
8o/g6H900X5J/zOsfsiTMBp2abyZxK9Ee8/iV9o16pw5SfGiMdqqPgrpG8no8CHp6yjkaTyLyWxb
09GazyMnSCM7Ci/xO//rNnsol/Ui7yV5f+iEbZ3fM+pILXoOuS/DXwzsEWVCi3pkW77W3ynTt9us
bcOoZF0citcWSYOt+vB3/WZF5oGnuZXber03uRg2bG3PLMYOPRI23NgRnMRNveIk2O/os+zWC1I7
2id7ecY27pXBE3nIjiH7cnaVx+PEMbjeBNKLXh2z7KGYtviZDeUhRYU8it6YPVkTo2zsmCa79Azr
qnfa4QR4ywz9AeRbtn1tGaVu2de1GJ2kjSJQcTCG64ynSv4QUQN9MTh2M8EDk82soVYu6XyCClpy
dNHXWXPlBQfEmiz9Uqs7MKkTXOmwVrD8do91sUXVpWhrqVrrdDjV9TSc6/5khpxhVuKwUYZPvZxd
CtF+WOeEnNxyTuAazXfRiHQgwXFl52voTdV75PYPQDe19C5aDiSNAYtlmuFllotgl3TW0q48jDjd
I71fvaVXP7tqc7Juei1f2pYRmiwgKMyE4pdR1215tIc39UP86DmY0QPFw61DYEUUBogeFAB6C0e6
mwwSnGBnw7//QEBkvqtR9lKsWi5sq2+EaT3ex8+T3Pm1JT2NOofA8NgGq7m9IuxwWN4JkKjdAORv
ytcuHOIekiNMU5w88Rv2HTBfzSrTXK5T5E0GzSfiS+hBuFG2VowdQiblceEflkc/JKde3cTzY49F
W0mPOroP67Ed/NqX/cFrN4qHTufBWstbzbd8zRc9y71hztVV+l7E/yS+UPp5y/1tecDh+EuhMzHt
jDrT6nfCfXYOtvVWWkcn5agdlG1xnI7FtjhI53z35w/0DzfV3z3PvNov5xfaeez2Ka9W7HHvHZvz
dF++QmVcaV5ybI75y3xfeM3BPJb/1Vf8pfIkXgtyJSyxnXQSt8FWf1w29So6pQd9b560Lc3Xvb6W
n8yjcv0nnxEi0k8Vwu/X9Hat/1BNDeQdSZOk9TvlVNcOmEBUkBCzpSfrGG+njb7NrhOaOURoj/NW
2tRr3Vv8dM0jsG38fsv/5zeusmm3xd76IABh35y7U+XHu+Icg5zMAMWvo+CA5Wsi4A6WLVkGLuIz
dfRlgDayF6YMdR3coCndGpijuUdIHJoGRhfyAWVw/y4RsHKJJ5fRAVj+enYZHCQeJxcbAc4gOvtj
6V+AliLY7OcNjjLtudrLK3z+9bTvhovY0LL3q26lEeaELvNojbug3WPaRiyT1fb8PTPs5GM/4gWY
vye09bT7GZN+o3NntJSvKOEY6tg3leZbfVcfrd21XSnEksEbkpgnO+mhW9OYJM+qf24gaJ3JLAn8
mzZaA0KzDTe8wInZE/M5DxGB6TIsJdMHbrXKUgKhpVv3oW/Kqzrf9vWXxepbVt8WcYUfWfXSIYUp
vkNGm8baTNbTh3wYd8JLKjgaeFbI9yuEWBBReyLevsR30pg26IzJ9src5iN8X15Gw0YSPtEde5/O
4gVpPIvWbkpfh56Jidso8KxJA3CxtDaoybK1SIhcABDf44ZoEf7Yy0d8hE62Dtf1o1JfLPW2j+Du
oCu8bnfzDsri+IRu4068ZJvoqjz3XmpDl+CRzA7luncaHqLO/WT67uo+rMOTdebqSyPLo291Tlg7
A/eK7FasvXA1Noqb+emqWNNE9xZbdRZfvoxMrBzTQ7/rpUdc8KJT7WGl+tZJ/I7Ou9BN7MaJXb4o
e+TlEwfx9HPtwSZ81DF/oVF0E8VWvfHAprcxvMCHD7rlI1YbtOcYSLn5XXZueP9P80k6hq9tuuqs
C/W8PT+2PAfhteDAXmaI73RnLt7FL2tX31UvzQs3Qc2f1FOTVbO4TbsGSqYyc3M0r8ltmsnfIuMK
L37Idjr4YnPYAJzoruReOtFJqme7fAD4zI/yC/TCQUIh3YnzvcnQ+iKeTZr4xZ1m+sqduBEuzVty
1C71s3SZT+Ze8FihPWUve7WDn8Lt7MRd7KvuQNu+E55RqO9vF1NwEM9tX7uNxd8GlOIUbuFHfnpA
6mm/gMn2+6vud6vIm9e1/zI5H5Nn+vM+/WRyEb90b/E5Owb3/TOSbtR5GhrPc7rFXnz7bTAFt8uW
PcsFItTa6luqrOj2JCQn1i7T5nb0pHeyIAoXNJtuq/qOxFm7mlWEGzyeuFgpL2x9vuO+m9iDweao
VHO2ZVt+4aNDoL//CamhfBZvyQw7Ux8dKkWHpoaDYlX32/vqoAMPmleM0nJXWJV7nkQG4HDrvCqi
hb4nx/AYXmLhsXwldWfPoXgivCV3x++R0FBrM3Pjy2S0rVrFF8maVPzJ8kFWaK2TvkIeWyM89hOq
JX0jPUlPylr1uo2q2eYqazco/Y9Mh4/1EUjLo7BbzuNl+JA1G6ZQGzlN7fJEIraKuJOREYHL+oD+
n19kndkgdGa7iFY1uU7ZJhYd8vJiMj2svZnuerQkvdtOF01ZN+1u6c4ycYkirqDWBmBsZK68kP1w
nBAgrzDbj9O2eiru012460BKbcvqUZZeKuPdSl914cl4Dpf0BYHYGlER/ZPIIT2uvYbzNwkgReIl
D9klm7prW2TviBW8jtxCdJ/4gHgf6+QwJTYFamRPuukhQGBuMWZ29Ck8D1fSGp6GrMqdsq5vE+69
gYugkqE+yTcSP198atdf+Zf5YtzJZ/E8n/JlsnvqPfBnH91b+NLdDZfwuYa4OnYr5muePNWIiiHI
UhPKXl/X6wzHcPwaZiutQItCmV/h13FAfqnNJkoBrLoxJVRzB5PI6e7Nr+6TdiBVM7PAdNj3x+6k
vuj3FDn9/KwK+oagQxQrMtlxUKdZIwD/zm9xfBqGVThsLJkAT1+9Kz8Bwg84i1Bm3JuP4vCetp+z
tBGe88fuWb2I3HGDZtckQFLcAluy3gH1Kaj0uD636MfcqSIS7B6X3g8wNlU2nXR7ovqEkGUM4A4o
heHDHKz2U7Hw+btqhScathiEqE30UGWEFaLX7Z5U1zgQnLHMdsyyzSKrOTX57NZdLvlFsFO6cy35
FUghxKKi1+yonhEi6XsAtKf6PvARFkePhBIinc2wHvVOMTvV7KIm6CpKPUjGpJ0w5XNDUkCGHdHU
BK6MqjcxFM25w5h/v7C78dGCvepal+Aj/Lx5quCyk897nvMXHRkJPv9sdoR5M6g+UGNAx1SZY7ii
10hyhcICodiI2DlkINGW7hbronU7gDmsc3ynyfeAi+As7xmPc+9V66h5U5RdFuxz9R2HUMABUNsw
juBsJzUPcQOWiAgGa1ynSD2JHoQONZE36mrSToGflL1LkOF0me1Zz4lRcqL0MWcerk+fcXBl2zQo
YDpfOM2PrI0XfJYtT72wU/qj1h/Ti+rFd+mbdqqelfI1IwzALp/i+/KkPARLaEvdIyqectO60530
emZN8jqneojdsvaqmpMWiV4R8CoAr6mHlkILHahYAGmg3ppjh1cBqvFIxuMTJJ1dKEm2OAwO7WJ2
vRW0qDPw42xez+9heZHvNYBzMGHBZRJEcO3vya9EA2s+SQfxWp+Rv1aLgyiPU8dEDNFsT5fxQ5lZ
Jmxuujr2hmyDXLBxep8bMv0ovZs8yFGfjKvpt+eM2NIVDDY8lzCD0vvu1UR2JfoIQaxqZ6jXptrF
qoOYG0ERCqt2naxzt4bOYWcPgKXNXX9fXLIvgaSCA3c4YqpbIh5i9vf4G/gCijUyQ239IdqnT8ER
YKOgMEhypHCNZmr5rJ8sajL0mNWtsJFlMgWRT5PeajPobnzxjq/ZvOklnP+NZQuKdJAOuzhIRsxv
sy32ylo3k4vwzMD8AZcYO0BKyBD2Acj0x6Q9CHTZgm3DcaltH+XJJa2z8kdhANhUkAzqiuK4qmCc
qcKLVL/1WeaNfX6gtedxnLakZ6j63lR+/yi//z9YxI9vENG+y/8Bsy2mR384g9yYPr+xem7DuX//
t0NJQG0Wv/3cF+NHfjOISxY0HVmG9vkf3a+/9sVM4y+GCn6G/8oow2LI9R99MY3ml8qkyZB04zfr
+G9tMVX6i2bSxjLpqNH81VTjX2mLISrSfjotEWICrYcoecgGONhMWfzlpBZ0Alpf0cgPkRoBezRU
ojcdOMRA+msxbcdDSxxsrLh6VSNIepygJ9B1IQiFUX5rykL1kAC8F7/0SDLNk17pJBb2+jy+o4XL
jbfUCkpxjWJV1d/Qf42SXdbKAHER3Niyhe5X9WcAwmkBcE1t3JZMAx6QLguQ2ifiiI8XwWKIqLWR
EIOnSoXUWVn0FluFEF+zVlMcxi5jfm3bDteAjusz3wuWmt0h+dRFEp0XhF5hkbYXcgfUR5C/ibCd
LS0pkUwmSk7MxNS3ayIXNSbTqZBT8vXQMBXJLsY2jw9S2BDbo6MwQhhlQQOvMVxOnE+mPgnvYfeg
ErDHrjY/9Qpzn5xI0G1gsNMSQd00sNTTOPfIuckwyhZFVxxaKNWcWQatVKBCIkKFcTn+P+bOZDd2
o92y71Jz/iAZwWBwmn2vTCl1JJ0JodOx73s+/V3pAm7Zpwwbd1BADT2w05kiI75m77WZnx5Rn5l4
6OMia99RgtnuhZjfKNzbtVM0u8CCJPKDGWUZ7EEcEndqdEP6NZhLhGVJZAxPViGouHQRutErmVvF
KjMd8gBsDZdMyaHZdk5DvlzWkrMxx7a8D2bL7g4TPRY6maZ7VuJIJXTglFAesQ3m9jL2B4MsFQdS
5M8ImTp1Ui7zcZUTSdwugqyBPk/goo04VEVwLXgo6srbPKIvL0HbodPPmBmLEzrMGFDKGLKcXJcY
2B9jNRKyOJ4jNAA+RIsaiGWRkwWwQlbqNDdslaV/kGDckG1VtrFzR5gqYiiouXjyaN7Th3LTdmHI
VGsQhUb3kuFNmLaddiNqcgLAivrq6DJAsOxk8vGwtD3QshV8047b2wuymRKr0c3QXlKdWclbJXB/
LHXlkzOlpbL1Tocq9ExIi53WP0CiJ5LAyHicHDqfpJwWPfu9FIMlqg2cppnjrrBCtwPnu25Ps9UP
8sPiSRBvA64K1FZsLPFr9yN2KaZUVuTkmGkSW7yiJDYpcoknUyvPdylmHbYo2R7B9RBewUcKouyT
pDaIgOszB8dgHljjVykwpCDoIk/+pe0yLucp19CoPBX4AbFkEhfQYM6ju/P8CNEXTjZIVKNjR1Td
Zk56Ht67clj2uPZQXoq5Nqz3WnfgHci29ehnLb75tBrTBnvMIoD+FJ9Nt0Z7TJp6oKdsZSuLLAeF
+8xgkVgiegxXMFjG2sXfTuIcmchJ10hBYsfIUbAIi8bx3rze9LCA42CNpp9uOBbOt9aVA8ohkpUS
01rEdQKLfGFWvdOuo7gonS+lRhlFJNbk6YRmOlG+ew6xUBqa+ChidDZl9nDJHOBKkUB06AxXZQi1
kOs5L2qO9Lgdp6EWX0sx0c0ID2330jUboe4+VG9aEasltKnNvD597ZE4E6uSiyZap9jYAG7Nrf/s
mw61gLR9meF+NHEb+ALd8NEj9okecXIiWklhuN41KIAVL4dYlz8IL4Fb0U7SQLMaGhkGBpABywZc
YsUcWMp7ZuSatyePYorqyHQwq7lNJN6VLiYORieqq203YZ5+J1XSKIjjMyV9jF9O74pw0Whbjdjg
71UxTZSoSP2HBYnX8j0rCFWrRmvcyyT06qOfkBPcjA2pNQJM72lw+KPWcUXvkwdR4GxVQSZXspCW
aVQUClH/DFq6eK+CYL6IIsoXFpbwo5PK/qnxCgTjD/3bk8R3Qf/PaIFkyWhUy4599CIsMccjlTM+
gtloP5KGFgCsrPCYPNSu2A2D0j9M8kRoh/l3FyZqd4rJJj+owWKuUOKq01bpPxElgtwQr0HwRU9u
QLmWsnggTK9aR4CZboM1ZD/J353ffSvCOEPkylRusMqMGHTmGs2bz0MsEKraiBlkOCL3nSZ0RPQN
tXMGAlJ8S4zEfE9GpPBMuip8PtGYTC82EtizQjK0gFQwlfspR/WHVUYSJec3HcFGS3LrdIu7twkZ
QZe+oc6+YXbFEwi47qWwPDvdF0Nj8p9yxPMkqnDj23g2OujQzCXykrirqcjoWExiM67mnN6TpOMn
mQwceEFraURzfwDuga8QDw2rjJ1sbTSvgW2AzFcoodq3qRqSL8GDT7nmO5hL3yMMbBkEsjxXpTV9
ZPlU7Qc3qZ4CU3MuBKigs8AKn8c2NQ5g5YITwkLOH9i6Ryxwtf8iZW8cJ/Ki0UAY/CCBUxPZhl00
3Q++ZTdbCAA0ewncrKOJyOED3S3TsU56V9/q0BBDozsPQzgd6gTFQ9iQ9Eror3zXaOyxkUGiOwK+
ABVXNc1rD4dioerJOGvgrkt7YLesZPvS4LjhIbMTUJKTtli5NDg/Ki6xddTVJs8yOq6BdM0fyih3
UWwQQNQEya12m/glwVW6I0GQ6YYwGMd1NRMgXDP6HeFv+mFPyNXQGPHswCQ9+FMZfJgzusRFNw8X
e0ynoz/0JVyLId3LlAtkcIPooF3k9BHRvqzdbKytppt2BeCMmtlW1LvPiixdMLeqQibnzmrR1B07
IBcR8CKRY/wpYy3xexMjtDCz2vBoaBBe+KnpvWCeifH8I6ck2kAfh3iudl0+MRht5+Q1MvoC26jP
4NGNvYsaYAHAIrU+QcFxGHg2fbGnTLK++8R7t0kBo2MJrIuL5W1P9kYLOm8WKwJhvAvR5PoT3c7P
JCVkqPRb94b5X24J1+uOZWazknBN71abXvLsR/TZ4LEZY/W2IZ56UWSXNKpCokTTaxVJHPCUmnR+
ZKuBqaAXseDgdLnr4fwP8yOHMRHRqOO3KADNDXISCNZY7o6xRdolMrxKH70ijHaj27v3xgqIZURY
fhpl5t6M2M/ebPSEB4/HkuOSMXgxJ1eZkxFTZs68UYWUb8HcgtoxyT0go5kVgGlb96KYL9Mo6aSh
IrBxI5DprDxK0hYHdWyVRCFV8sNp++8hiUHbQAl/46YxZh6LGQX5HDD0zeB7C9zmrmusbRHX6i7O
4pTzdrLXTYnzHNnoIW0j81S2bBI8kV0nQN74WOm0AMdcXEF2YGWwkULRUm4bdyhOuOofDrLwMcut
qiC68kwIloWR8NKt61tKXIs4qS+y84Of0vXir6LoimfCdisyiNti16twOsX+WNKWc1uMHHYa03mG
l/kHqqX6SyXBgZiO9PjxzWsOLphvPDYv2n4ERnDSrNpcbpSewx2ZWmDdMyZO2Ty4RMt42Vcxi+FB
/0FbTPKHjK8B6eYkPbayvZXUhCfhK+dYzB1GaX4iVpZkeTlVWjvEVoS9ZkpUe0cEuPM+x6hAi69e
qXvja9sA/036Lg13YoRftGgqORHO09lru+2LM5TjGYk1T+xSGIgN0JD2ghCH0V/0Y+QTIO3mcJfD
X4ah2u0MTjfgHyfnpY2bkPSH3jA+O3QFRz9tukstQGZDnC67Dfcro1lSQL6HE4tzVIUZoOq6euWx
1st61IqKFF1ADnttleEioR1qWAOPrn1pVEwE6shAvR2D4lw41G4O5dC2iAlssEN6gCjxYixqNttC
QdeyDZHoLuiHqAqJ61wEIT7tOuywRYWRPjZlEr31RMdQYXv+BjNyfh555+rRZi6Wy2ZvhIa/QTff
YJAUjGXMGV8xqnmfDoTGYmHYyvka9JWPhyvpjpPkjBn73v7AWNXvzSbn7lB5tsJ/lv8i1OoCVn7C
PjHV5yxHYxW69XS0ZZdtdNWMR2uunlppWc+lg7papom7zwAZvquwec1DIMaozFFrhykD6Fmb/qoy
8lNB6YVIKEdibHr5lvS3fEniO27zWYdbjxXyiyWr9y7J0JbZVPZdUwNyyDoOnDGPeR/rfNWEo1jQ
a9XPQRCnO6cKcTETSLiEoNJcKkAa/EiDPyH4w7E/4G8gQoDwXTvw+kNTsptq/Wx874b2a+WF6dFJ
IgXPOlO85PlHi6mKqnA2tx7Z0+lCk8g0rEhlNFetmMtNrHp9alF2HsMIqXVvsW+Gw81gPOEhtmP7
JfF0ec8jdPUB5ol3jt+vOV7QbRBluL8UtY1hkcxaEbejWg0qRDWfPGDTzqQ6XKtJFs9TUbqrIuW3
rgVD01H5ydXygG91fZ6dZRfKFcUAySRj+YLsieG5kNPBaeGbmvWj/82k/JUKFoGzhXt8mhkwmhPj
p6xviM81uMbdkcE19TDweg6wRVA58TFPU2PXxmLeoddk8DNhAFoIOyM2DV/WZRhyoiIw3vobTYzL
wYLjzeJpxoyc4r4mb9qt06XTglhwx/KsyyHZ540a1iL1qhe6fJKDKTMej/WQ0RqxXBrD6SbiMrgF
hTZeoErL7Ywr49iahNwRtvCwhHOWwvuoXxsj9D69bihvUUGfSIdKi4wJvVjqyTE+sKwlwDZcBlxm
G76Urp+wrEm7F7j03xvp4c+0S1BecVAV3aKIAKg7wUDqT0mC2BPkcaadXjA+E9gFP1yLeE+2Z/5K
s9t/THoyrz5g8mMiS7Fmwp49NaGKD1BcxkXaCcYCyPu3TT52Fxd2E8PX8U3SF7x5RRR+1TZedLbN
7ppXk9UtV8w6UE16IIFA3oqiuxcYPq06ITS9j8ejZ47VZ6L6+cA10+0ss5QfUccS7RHi8xT0xfil
5GV5K3vh0XLUVHVh2JGnWBtfKgKw15HTpGcMFMTW00d/qpCCQE+4jZCrn3tX9ttiUsFRzSOzWZNG
O9dhchCuizU4c27ZGEtWQG2yGTObBHMf5UcjCvVOhzKex94i0lQQ9rJtOYcPJeGc+JTqO4BTItQc
m7MzAFAWjfjSvDY8jooEsRZn+75LSqYdRQcuHoTLqgyEv/Jy69Jbjb8O3fm1FHm1bvPA5pRinBDV
7RMH9vBzrhUpo1ZQYiMLhN4DjuiWpQTyJKVj7d2xvcq0s7auLfsvEQEVa6t8XCrKG4mSaJt1pLtq
62OjvBeeuhFUbi3D3A72ZAujyq6J9xVaZOwnYAzBdrDOnoXNpBjo6w3T7K6164KLj2OH5f4wedky
tGqFgDeoaiJ605SYW3FxCwJFajJ618oyPyvTD3aBjgjE4i+xsONe7eI6qndYPtnyVuiy8NLle+7z
7ohLbbrN8GRuvk7qIywjek9L1BQaoXPgy+eHrCn1whFlReFp3/EWirVndofISlzsCmZ3h46RskiI
jDv0kuzZNDGYk8REnEpQya9DMs3LvISf+FB4Hw1pNy4jZRXtKh0ET01KyjzW9h84ucMjsIGJ6K3S
ZQHWiJ8J2teH3TkBucCA8JBm9YC7g6JtVRCsuGZoCZCQd/H48NVSbXby3dZz+ZnOFbswzaRxxdym
2U6xqq51XbLFpQ0iQMNNHtu3SAY7N8DMSACn+maSo8k2w3DW8PUV5Q02bxUN+EOqqe4P2LDNZUuS
wcrEj7ikdUV6bjbdWxbXjwSXQV2bsLK2qQXQwHQd/wtXss+6VSWfsfCReM04sQv0h9TyRXzEHQLq
zfQRh0V4ViotsCqbHQIIKmAaRidPT1D7+qMcFIA+sG7oJGbjMFjxmT1uv84JE0T1NA+P0Czk5GaQ
zj/hOJnk0/v8vg0p0iRpBQ8qULBpwNStU4uJHToDL7tGY2SxzXvQiuIG/IUSzmcdltZJD0SCV2NJ
D13MAh+Kx3sbxVX+PiHMP5tll+zs2jRw11bt1cHKeZ6mnDd1zLFg5VOO7RJHeYMd+uskw8kjyNtl
q9Tq6WkkNe+tFRFOQiJp75Joa3sBaaw+p+j5MHRFRMhOYtpygSCZQuH3QxEP4C/aLAM527BJJfB3
fG5i/cN37fmUjfOwt0PGMouSqK6tmwV6E6UTqzUCnReP9v6sava8AIz6jZFnw1oFhq6Z5wwVtks/
1+tYGMaNmSlzMJgeNyeeopeQkLIFU2dna7ZyhmWUq2gZZyYx2ErAJSQb+jbUc3s0bFM/h908nrxE
EXfmYlcaoCssSq8HVmEQzbtpc25DLx4gS9C3b8ayJz9NFQ/VWwzCoAUn18Q4R23oQCQsVoKbzxbs
UlRuJfSnZKcwne+2iW6HVwufE14uITB9+7oj76cL/RuwhmlttOGMkMV7jDkT/CLcSdg8fxQG599j
tstsgoEO1jOcW+Fq8Jm6Tl3R1csHdX7VOw/ECpjGF8bwY7Vr9IgIiNeXhL/YTLd2QFs721m7D+Iw
oDkK67WdddG8mdy++aYy9aifx876NJo2vBOKJNkwiXl4DQl7ZBRV6C0sTmxlFnJA0ykL5JL45x55
ZQx//NExqRQylqFBNX0OQWpfuoF6054kFaWhxxfdmek6I7DwZ4FN+YcZWZL/Ddf6ik7WeLw1/U2q
0jsBGzQsGnfchVqFzpegoFMnFkU8mZXbs1Efg71SBuPxTjIwtkxo5ok/iy2JPJAjGlUv8qK56bRw
N5Knkz7VIbFdkaSlfPtrpgj3LSOKjj4w87emH3GoYW5eZtVI6k81n3DA059Az2LMSKZiHA87Stuf
OupORgzOj6nRd113F0KoElwVbm1dZ1FKBIEWZNBkmDdQlE3kTnOyYupsHxK8pRvF87igLkAsNXXq
EbrCaEF/kSMH+sjlSs1S3mRUHMrocVGkxs3GQL6geL33Cu0J2tsgMD6aQlA5kRb9kcXVD6wdCcMK
bVGBxGSYSTt7mqyStbDkF6eMqBaSYSa7etG+QIJgne0VOl0OfoIqihSsjVG0tLwqoa9SWfmrTa30
bY6jne1waCqMlqsQJuO+z0Jkr0UU0fbnombr71ifU8VxQWPubDm2X0bJPEIQ8rhimHae24o60GzI
gyH49xb1+BoTfOU8yeZ7nQfjlyoU+GtMsu4ZmIfEzjPpqI05utZDWJ4Cx/HPSgu1riz5zAz9tWLX
uykN49WZ8Bf6umKxD9+V9ykinGbUV5L1jliZxwtjG82TRi86dv05cZv0eys5EDu3HMkKY6KA/ZM2
CGPnvgzoSO2JfF85Dv26Jd7zWceJ/mpZBCMNtkflhl9hPyZj81X0Ntpo37ZptfFFAdrJX0RCeOc8
Jc3erKthI2n2dv5cGA/ylr1hZeJdVWAhY3Izf0G8rPuUO94jJbBvnk2gEazn4+G5kLyUw6ytRSiD
9osfI/6gFUrfhuRxyMoEyltmDUzXnMwSaDpgai0ig5e4su1mZ04kuxAfNmzjEmbionskTEWh/Kot
BqzFhARiaFOGDVZufGsYCdxAGtYwg3iAO3B6h8Ism2sgs3nbBFN81r4z3AOLLIeHtxelrIiYok1K
bEAV/3Geh7ug8uLroMNujVWj3pFx5NxZRBXbkoHdoRVutGs9hdmxcZx9ZjEM9ovkNKgm2I6aibQs
YExYZuaf6nSYD11PMUlaRPRz1i56PCAHBPK4zYJNE/RkK/AItzHi57EIOdfiTm2Au/qvKL+Z1MYV
Up8pRO1izfVwdxGHIpIiH+bYpKKll+h5EzB0o6wqLc5jXzrnPnUmk4tuQDJESvWEctrCB9/0CtVb
XCpqOyixNsuaM0swhi5Zri9p4tjBuoTqgCaw+XBbATwMLIqA/ZHCTeFWWcuRKZLZj4y5m869mkJz
OGBDyBd+4MX4jsozIYXM4gCoSjt58UEeXp3Gt44MJHxCrrFI78h5jC7MdcMlue3RvS1h/daQ8DjE
DGL/hK4g/3RM1xcij+5R3750fpo9FdDOIHVY1EeN5VNrpyP81sBhugnzqODWn4ptH3Vy4bVpcX74
dXfojejg2VOddZ/lV6/V8tMODSaejDzG51hGM5k6GlNZPvQ7o/PdE1uXjAqwE0xmvfCbMXWfeVLB
VbZFWH9hMBUHS0+o8KlVKLMc6JaHsuQqJNAaehqxHPkOwkjNQVZ6q9nEKljbWK9Shr+L1BpimIQ9
ko2ASminK/sGI2r4XmXEGU+9ZzA9q989m2ZkYTpVxdi9+TaH7rCnvZsYRlIkuV56qxR739IpzrZD
tT8nLoorsqm6Jc3qNK5tAnsRnfFBDG/qmsSn9RwPM1Ls/JExxOXnl+WNpXL2HFcB9b+XSHGnsVcS
Vmah3qYYC3q0rII+L5YN16aFtmh0oqVt4+n6nrUdExXDHtjBaCd2QVa5oKrf86rL2clOtax2hECW
NFgwGpu100X2d1gxHkva1vb7qwReWC5C336upbZh92XuAFaosIZyMzog/5Ze5ODFZJVBkpuddgyT
Bls8N22VFpuGWMDXouaGZ1JZgGIcp/zKJi7fFKMKDgZrsGAfVXnUIrcBILkiyFZ/xRROyDG7df45
78hh5u4h45s/9FvXBshLZ0MfmI51N45M5gsWLruFAZQGxU6VvhhTE353He8Ghdj9NrEcWtsh/Lk6
19eaB2lh5ZFOVw27jucoU6CHfNOfTlYxl+zCrUbcDdsmuXUmpmRfprXsTg4utJ9FLoeb2Tu89T0d
27A3fNe51Ukg36NwEOa+i8v4FtPAohkinxOJY6rJjp+9or9IeJXzwWTA5N0TqWumOmTuOJ+CWJd2
ORAE06yll8+PnGTWCpy/tK8QzPkROyZoIVe3TMpLE7YGEync3C9kljmKAGxp9q+h19TGPm1lEH5v
DdnRpBk8PQ48LFqUpvgFYlLGOyX5XWdh90/9FESA2SjNdlbf5B8Tl9cGfitisqx1UOoVOc6UfOgi
0g2jqGdyaoAeUIaz4QeDdW/g4kxC0GIqtX/IgQP9cSQ6NSmk9H3VThuVc3FoFfZjO3TfKHkJxRb1
Y8vcpCs5JO0Kqg9yKSep4bsxLS7mwdwBMJvPRUQuZG3LbGn2YvrlcRG8ZDZkOeJSWvWqHVfeEorq
7yacuPs8DPrNJFIekHzkKgg5bHLJnA9PnQ05Cpyt/71wSlhhZBpycnVi2E4Vq1pW79hXWbBVJ+zY
mqlXxeR3oRk1n91+ED/6psp2fcVyKhmaN9l3HKaiOjhFBXe9yZrq3o5luYBWM/5i6mmumuZRXg22
/VEU42dQNsUxUpaFTNNpUTrq/jr5IXOeKKDa5YQmKTqk2LRjzHx2PaiD6fd6W+W8skNP1ZvxFC0J
/Stu0zTau9BQxRmqMI+wQcovaKU2XykL2YJNZXCOeCv3mWu9pWNof62UbX2LFc9PQtjGfYQIfvFq
9Gulxy6lyolI7iUh9e4cJ3c36ec9u5kXym4bMXzqDoCjSLlLolmfwY2wxer6SR9BP+gdT7/70hHL
/qoQpt50AQq3yCeu2SgXxaozSvgoQY+GISJIdMkRZV5QzQhsUEX/pssmuQcErJ5NcBYrZA/FGYr2
KyeSfW8rYJkd+ZHoyVp6VptUZnaGIocSioWbpUw7INhgPD0rp8Bb1R3MwXVfjLRzllM/P/uV+YNU
gyFYtBFDB4tp6yE3544WzfFYL0bkixSTv5oZUSx5d3NUIQziKrZuC9Myjw1jUXJaXb1rTBXuE6A4
dNyiUpuZw4tUnKz4kgz+vGnd4vsc2BwZHI7BQpOv80xweLEkb764T65wAcj12BIobR4vXZJeqgIx
gFJhCUtQ8HoFgmI/GIRi/xKG59qq7DWDpW+1CEByIo+xlqmux2XQ9ix3J7wBkFKaHa+XvWNV7UAQ
pIhPeRCfOnvWz5OGqglg6xZIhfVKdN2XME2jX20xWsBJBXHfXj/a57asim9jNYuXgSMAOZ9n3fu8
7X+hUxh/VV7h7jIjth8rvmcpOijwpj+eDJvXjJTl58C2rrHbOa+R56+5FYCv2yLdJ76H3BFto7Yr
FIf8P0Tb3KjLJ1ZRgIkc9CfCEMnCH2b7OY4n3Dnp+B1a/2dPALJJPLeX7+Y0uSsJrq0HsHFlbgkx
iKiM6O431inQkFjWkvzdozeOqIgrWYjNYwq7MFxWrBH35662cyAovduwDR7ZBYzjgPBBgjpMRBEe
kyB+12EYEmaBIflLAiwDz1Pi3Hk0kCNWMgHcrtQuCTgxqr7if6mf3VOHfoyhn2MTmDAjgM/QdJqg
yepFnwEsXFQeTGibrvzs4fq+Vlm81W1TryZhDp889cZqpkJ7iYs+WbceipOQfO6FDgkqdArKD6tr
5efIzmCnREN91Y8WZBJW5i+BkYQvrIqGu8OMfh81PoL7tqdCqBIcLw6IS8xpRI+8FawSyI/03s3G
VwfX9+SxLsD5G0kQ/mT6wTw2JCfUWnIJ5SxXCjJ2fhQywxrhR9mcn3QvCYxM6n1h8c6eZn6Mp9EI
5uaECkdtyPCbkk0DxQ5GaRQvDfasK54y1lXNXL3wtPgfQI4Nvlwbiqe6Uy3jPGmzuDdg+dL5pN0O
PpC7tx549MSQamco4pMhlrcnpaIu+pKBiTyYc/BIQK6dbUL0+Lohx+ss2rY+51ZPzkXNumVaRZWZ
WweS00NJ/lw5BCAPE4nFkoVpLFe9bRrjYa5QbmzYkCADV+58Su0YpbMF3bHftLMS0UdsMs3GLWiM
0bAlL8tqf2W6w/LnW6ibFsME7uCm+sBu8QlWzt0tUOWtZDh3Fn8lmhrzixwI/75Z7hSIkwGNiU6d
5W4frb3MhLLM2IoQyUMRjI5xH0Tk6HOXoDo6ykwA2RdGil+hTsKs/dZOtjSe0JKlwY1V7gDsqJKy
/T5Jr0+QgUXgwN9no/JxVVgawDLKbubysB16ctfd8NMrTSv5FRqD4a9Z+rKHTZN551DBHjqnmiEM
lYw1ZF9lYJia+ZLb47w0NcrriOHyC/OYGS000sIjQe7TBSqg3oW6qcP95JORuWot1DOjVwZrqyJG
we9QvfeR6a06U/ovLeLfHFo3no4K0kxyilmV/2KWVH91yYH4dAwndRme2SpZ5fE0/mRCMf2Yy8E6
tNitP3tLtO5hyIoScuxEs7XJjT6Wh7GoeOamxoFbHIVkqBUYE1yUUaxsfMjvSNUMc5s5w/RLhbRL
o5Q+x/VE4j3kr95z1kQkYOUYtWNtWk1PlAVduXO4S8Z1VtQOV2HHuuG5NX37lx5Vv69hO+6SkfQi
MtLryWdEgRCzIB+OMdvNIXa6PQbKhly0ZCnhTE9OVBbBqs0IAiKNfRwi+72rAPnCY7SSMfqB6DNk
mmaruO76u5GoIiUq0TIDRHFicrvqWgJxNrDJpTJFyZXqqnMvbQRl66A9L/E2QTlElNhat92ztEtT
xMgLTQfNPjqRgJF/2Pmo4tZuGBXbKRjTN7e2G71qy25sVi6wxwsj7aExaKGyEr+OIFlR+cFXFgn9
R17M0NqGwEdZIDymSNMKPDyL5jXxhVnwxuGYJm9NQ/NlmrJJdyS5w7siXdkvdkPvwe6mrXdbZBop
gXL0HEIE7brXRd0/xUNaJ3c0RKLFKVD6vXH9Xw+L/v8DOfY/Eg7+PwQOWQoh8z/RCtIfUf/zr6ld
j3/lf4uyXVgFjkskF8lyZK5Zzn/DClz7P9A4FApry3NZoP9JlO3+B52qwD4LkIBhHTyg/4YVGOZ/
YBs4sN9JSOJfVETI/U902Q9D7v8x6roEFXqEYigPrpGrgRg9RNt/srJG0zhFqmnNFZWGp54L6jFQ
XFgHrBQLgVvX0dHyTn/6gf4GVYBC/a+fqa0HUodxt6b7t//A7vzpM31vDHPUnmzFK7CdVsrSYMrt
dv3Pn+L+7cdI58E2otJWv0eTWX6ZCbjO5oqIi4XtirXwdw1nE3b+iXCpjyJ5S9JdiTQyPVTzuoI6
VC7NhJ0dkU776hWjqeEeVHopjZVfLEFftziqLFY0Sy1Z1yzBwtPwNt2KHoEKNqVYtNZoBPTJuuBE
d4v10B8fst16ofDvhNhGl/Fn8kN8glRw5qVhrE0b+vcmxir+ffpeDWi0V0xjJdZhkCPRfHS9U470
G3T1OFB3gY5fuz1Dk5X/L7CT/+s54G/CYQkHA3oG1JPfLM1DzW1u9TwHlc0uCrrTOhzAEsZx/5w4
abx05mBcTrO6/fMf6e/+RtIFBePx4UqK3z42zUtnKgI+FpzzuKFLoP/3mvJfzO9/0Hz+8pTz7Vzb
5otB+HiYD/76lPeNTYi0ZEsXuvu+XlXuSubbsDkPXoHZDDDsogSZrerPLP/SpBfLecoKWHmc9Tz+
Ewr25bggctZC8wry/Vp7bwm+ndwERnOwXMrep6hnZTT7+3H4mMSryhiT9R9BdxmTb33+L+/P334d
DYNT8tPZj7for1+nnkKXDKXYXAUa8ucTag8gGPEmDE7DZGLrw1sdP5zb6RKX3Gok+9wZrrHDP/Ik
I1LU2658ysxNWB3T+dOJfhnhvq/kKnWhXTf0lKe0btYlybDVOuxWbnzx5IqwWlDxj2XSTXWI07jF
uv0/Pw1/Je5wGPFn0so1OQt5CIk5/Ov3wqjhI9FW8yrFsbAgbG/DQJ+EA/2A5nc9b0sl/+W5/4N8
9Puj4bE1e3CRgP2o335L4RBMl9vEsQYS63z0mUaJfwkdiVq55A6t0FhFSbcrPI7DrhThVs/u6p+/
9uMh/+1/QbpSKeU4RIbK3w8qYndKt87VuAJHzjzGPgnAstmYfyfHzNz+zz9LA7DjTX+87r/jIKTh
diaKp3mlI2ROY7cwtesiuCqQSQ1mv/nnT/srIOGPPyi3GFcf/iKb5v3x+v/ppJ9KARkUnOnKbsWJ
JAC01yjDFpntQBBI6y+J6y7jpGE3qf/llf+bg4VPdkkdVA6XrPPbvTaOIyS11uErEibFHqyNt1Ov
gn+5Y/7mU7jYCTd3LYtg898fWHRwRL/xHVdhy5y8IzZ67Usx/cvz8Vtc8x8/I9FIoLsc4EVgC3/7
GRP4tLno2FvjFVhrlkzohsK16Cxc3YzkyU94yo0ENeTIvtloh385pP/mbnAwZknJwSkpV36Desze
wFwTRdGKHvWxRv6sWqQx5tQjKW+m6RA4RBG79b986t8cBgRh2xwD0uRTf69MmJEhT0uDGeUeCcih
bTHB9hCuA2JhDc6Q1i8X//y0/u0ncqq6ps3C3/ydSpZYVRIMpBWuyL0mVYw9Gx3dIw0dgN6yNP6L
vTNrjlvH8vxXmeh3dpDgHjE9D5nMVbIWy7JlvzBs2ea+k+Dy6edH3eppJdORGa7n6b5xq291lZEA
gYODc/4LrbYpdoMrH/cPh/9Nssqc2XH87/yj3h2R0s+g4chh9DLt3qyRuwgstH+kW/weHf3Kdv3j
WCB453PPYZyFs96P5Rt9iPEVY9HS2PaYzW+KAeUgK0ZgZFS0K0fwT6MxEjqW5LhEG20xWhulQcoG
8ZLuWY6ipwdd0BVB7h5ooXFlGecjsIih8AqhrgmLvwikp4PpajDQ7ePNJCKArgIeEzoqIFgu75Dz
KQlVx+QWMqSBMq2rn47SBVMfqC6jwKA1Nmb6Tcrkx2jSZBR6dOVmOoudyJuZhuEajmlYmEgvNkZU
uXrXN2BHXYPrD2pPv++6AKEIZBHHBmO6WpsODTr7jRUeL09zFkE9XU3GtqgbChvjCwL3InqGI2RJ
mgxzghG9TnX+3MSwNAdgk15TAGxRcRUAkt4BxtxKDF69emqegQBcOxxnJ5Lf4apo72HK55CZLr6q
PwArbvpa9fqp/Sk4HZtSNXajn+wSAaQuUujW/BtTJx0lEbB4DZnIuZ6ckbhypmyQnerpCXW1GZvT
V+6jBQmEEqOB4HwkHqOu6FeuWTmUlo3fuXSpEo3JtV8yj3SypblXWHpef9jVW4a7yIZwo9M02wbB
DsKk20RZOzPilKMaVyA1HfN+rjBQpdCdrasiODT0ygZvpaPphneKIcMrSefZJcCDk0ciTVJUcInH
i0sAyTV6iFo8O+licpyE4RyN1xXyzlVfW5BTwmNWhr8vfw3j7Fij0mu4Ap88Hge8dhcbUQTWINLI
GT1VKyDL/pY8EILgpSh/cWbQLjBXsCh8WOjhprG27vQ5s+6M5E5tvqXyc9cdhPItRJRptjwsV4/R
LAjV7wM03zF4s/Pd7H5k/gIGj2KGgbpN+uSHMEs2pTgUwed4/CpDipGPffJhaO4vT017i3+n35dM
d0784GyTPJuLnTYplhbDvuG6qfeGelR4fdrmz9F5yOjv1s3XKgfuayFZ/alIb3yHV+snlE3o+mYh
Txjzru4/ayCTg+rRALsQtS9Wt2vtF6fc5zxrix203dHdVtUO3AWsfumV6Ro6YKmsg01lPQT9pm4P
RbNFENyPD6mOBdVj3j0qGImlH6S40cvvRf4BzamvQ7LXKWtZXmfhaIpGgqe/DF9Tse3aLzJ8StM7
oDBmd4sagWWiWmCGL0P0IicA+rTlnibjoCN2E61RogKd3/ub8eMM6J5Wag+EuAVF9NDWNwLrm+q5
cKnHs68+9a8xHJPoY+5vomCXpGsfL4NnTBNz9SGc7kjH4RLRFWqmjVt6IEV5Zpv6DYBwByOdHN0g
6sz9s+0/Vd3asW+xjyN9UZzDnIoCMKjsGyCEjrqXX6H2DTAyQEW1SMl5KA3e4gVodfeq2GYJmhKr
EgabcoQHFcNv1h5CP9lG7WGSP7Lwx5BvRnsFnAOPSgML4gylC/Q40GKFAfBdtT5UhwToJOxPufGH
G0QXNRONucMwQ6ev3PDnAZM9ZXPmKS2pKk/e0+jlcDtlOe4cXljo9N40dDzqIN4ESvZFxikGScT1
K3fin46oRf5ropGsG86bNPC7BAa8c1HXw5zj83+sM0m/w0nhu1w5LgsxZpLgN8FuEjOhcjNp6iIU
zJiKCpri6PXyHvgVfEpLPOJHCjVhekUY0VG/lfWnsfs4GD914xfS9XRF9g70NqEewsaDbJHTfIay
J73O2UDga/F9dnf9jPwO11rjWc5LDF867zZSvoSPc6fso3KTYdpKT2MTPvJoMcQKT5sJkaDgaGN1
vgqtbXjTfmhNDyIrDr4TNsQ7ABJ31ZNAmSpdWwi5RB5mSsUjJYXChfe7C+5kelt2ewzZkIs/INOU
Y3j0KttPTvSUI+Yx/saXV93QtUMQBwYuh56S+2qsaEtja6+aX8rpFWaW6d806IBIzxnvIng8DSye
l7q+K8O90EBWe4N8oiLg2KuWrtew6yZP9h90lK7w9YMmWW0N59g0X+ncto/+9KVInzNjWBmcMql9
c+BPt1l/bDWQP6gxWsp3cOdGea83lMNAI9bVg8yORbe3aXaOPy9/8bNcizcjhWxqHITI+V9Pt3Jb
tKldwdfyegtbFTOSr2aNfJZiGjeTT//470fTNO4Y5DEc3hyL3YXPnyEbcEMeHrfr2KCK11dI39jg
sbwcpvDl0c5fdJR8qUU5aJ6DFQfGezq5Omnm6vw4QtNzaLRngOEDHfQwWFI4Ouw8K7EH2FLJmrbr
E6gB88r1M6/e4vIhTSaXNTV8E4BAnP6A2C6LsEuY74C94zpJIxBpwm2unNo/jUJvhPoyyTIp82KU
Wm0mJ3EqYCmF8zMCRraC7n7tEf6HjTKL9gsLPP785Rb3qEhdqRvgFb3MNrfpVNsz1Ql6hYY/l+1M
4sq3O0+E5rEoFsFBNSlsLNKyuCrcrJMoKtaFBXRLOboqZTQfRTxcwDw/B5BtO2F5JbAvJ4nbDD7w
grI/VX+QGsvAXvpTZcK5w6O+/1oWPbxU54OYflR43lyZ4PLhwVAMI8i7ddJuWECLrSGHPAAGTllb
czHdm+C0gByxKvd57iEL/yij2rP1aNxePhTLu4vin+YwNXoDODDwK07HxZhQF4BXG0g3RFrsOOIV
MhnYEuSQ0O3eUyfFvjLk2TnEsAFJaJPXDmk2T//FBtVDFcUJaVNYN0s6tEr9AUaTZ/cjoHol2Uzg
BPCHEruuq9AnnrQr5+P8q6K8w8DUdWb991n+5/2DPEoVYO2JW3gu1Bo7HsH2F6RN9UitoZ3cj5cX
eLlzmSxnkUuaYhW59DI5oLxk+Xhuloj03zc9FEkVMKpT0UYvWzvcolrwrc1/Xx7z7KMKHrEUr3S+
p6BttZghpNR2IpFFwdAZakA+KB/aIF29Cp7Dui6730lWRFc28Ftp6H1wc8Rc7afowCMAYSNzsZNg
sCla0fmZVzgPU7Sld4uV1K1TP9sVGm+1slJLMkYQSjXgIxcpN/BA2S3/QFt06r8lyRbvsBDvZfVb
KJ9p49N83kbgFkwcv4sP/H0s4k3v8uTFqhzdQf6zbvnQac/8GdBG+APM2QWv2WKUzX9VyTAs9G+n
4vny4p5tH+Y5uwaQeFGZoxV4un1wSjKw10tybyzrJ7+vlXVVGnDbBgT0TAsjnsvDnQUGajjsnLmN
4rpUJuZv/S7TG/pytIYwiwAh8AwEI0YC4QL7LMUmTdPfE17P60aNHmRu/NNdRs8++FU8/PPp/lfe
ZQ+IerTNf/3HH0fWGJ7kVp/LZacjTxogvraoIg8H7F8YE2FK1Zto+MlQ2SH4vsVhCO9PsLzulYHP
V5gpUxCkYk5ygMXL6cCdiJJGx1uMLqW6G9XZSC2yeWyNeJSU2bWb7KwZgRHEvK6aMddeqLkuTktq
IrputtMAgbehUdV4uH1be/wvDmZvjXcYim5zV+Z3NMoCz0qbwoN+d+X0vJXGT08PyTb9UKrN/Baa
Madz1kvbHLJ6wGQVuESGVJOqgCV81iTZqED524g2KsjIvaoFn6RC95QOa3QwECXM0wMbfiqQa1QT
EKqbMQF6hUgW/oUB1BagaRyQ/CmkM+W0W9V6cKsDD3veoRBwsWwDWALEBV/A6jvNF7Q6OUz8nUOo
oUZRU+BAkWpKP/fRtoUKRsaz0nErV299/mjku5AUubLn//RJ3gx/iCM0KeklnK6GjDUnyKDBUYa+
i7QBnKGZtTcpDxF4Qdq6z9UVagmmVwfmY9E2UH9wYbvySc4C99wsB0ZAIRX9NNTNTn+D6psRjCSe
AppMldWErNXgIIIpP9uDHUB0RcQ0ULaXD/v5zucmNh1TvPWFiaOnY6YOsKu2rjqMSSav6xAchQ+E
/IFBWcRQV5cHo4nBH3ey6XRKXRSLgUgwLLfU6XB93sGBVPrWUx/11+IjsUX9jAaKheFi8Agbwh83
/KPymkMWoZ1Ze0V3Kyn6NKshWYtk1Rgr9Xm6CQ5D7mmZl6HjY/7k793wpXPvgejE1c7RkGRsCdiw
AvXvM92aLaSshUmJ9YCePlzDtN7k4mMxfh2Q/gzHFXSTgp6ossaohocRfwduClcJ+m7crbAZxk48
Dj2AWZVJ9WFjijWOq07u2d1+ZgQixK/vFTxtKWWEWyjylbnz4zWEiTnr9uFkrPIH/X56aKFdYt72
yf6C3i8IhBBNYmWv5XuUjV1jZwQ/cwfS4Y7a83Tn8qSTa/ofFLXEkxV4hbWHvpq6d6W5rettHa9b
DMfUQ9lsW22Xq5Dy75C4bIFXulB7dvybCDQgozCJ3dge0MSb9TX7bfytie/14Ij0bbRC5Ta8FXfD
S/8b0+xvYqfc5r8QXJOJuQnMexRm+vG20FtwydsEVc/xFYGLMnmNsscMYinixg/A1ALtCDoNEXPc
Jd2f4YfpSoQ+uxrmjTPrBroqaStduNONo6T4TGX+xMZpRraBW8LGtinq6A0YlkEPjxNifOvIFoGH
ypR1uLJx/7hv6W6weedq+bJIG5nFAGVVaz1slTdFHa/g+3v9KHcK9Fa+lkkvR0IDBOYLQEBm2d++
C5i+BRSAmo+N3c1Z0syEY6vGPwjmyTHDehBUavcEdZqqSD5cGewsDpGXU+gxuZvUORwtYoIThXZr
N/D1YqMO9s3of6BCvy0hAa70Mf0etGyGeKzklegg5hfcIjgwLmAhh3vRoRVw+o2zJKpqwPmtl8Wg
TzUpZvwGqFYUFo0dUTu7iUx9xkBoa/ADw32bWshWy0hb0yOdvIw0bVOk4Q1GAY2HJdkvsLbOkbxN
IFtvShzQI4X6YtT663ZWlb28R85XjRSCzTln+IYKyOr018NrElJx8ZWQSnVTmx2kLtCePTkjrpgz
ibn40sdXnvfzlzhdMcYUyHPNUApMmxa3FhxOp0FxriJNq9DDNYedZXVHWYkbGjkKYTW7Brc6uy90
MBTUsl2h2YJX6mKW0gdUbUggURQ+2mOq/EhRx3L6Trnrx+rT367o3AsCLTJvQ81VF/swKgrZ4FNb
eAp30a5SqcahSUKcQdTd7rw8cN0jaXF+5Uo8X1T2nqpxAwvHotS5eBi70UxkzAuIokJWEOuaDXAb
dZf6Am9iDUG3GNu2yzM9Tz90Nsxc86QVTuvRmY/Gu5w7NxsNlZoEi8hBov7cUmXsJTVNa+r8Qy7A
H7dW2qMFl2Gh0okK6aE+XEst+eswiwbsjNLirYrV4fIdBwMKCYRKzzwVy/GhhYyauSmyiFG29ius
Eiq28GChn2xOj5eX4HxjnY68WHW4eJ2N1g0j2549OP5GupELQdO0N0F8ZbnPL5PTsRbHpgQZYBPO
Mq+plG8YlyP00enAIHFcbe+m9tYQcbVFxTe8Mq5xdlwZl7BKKKBKBuLz9CtnEWTgsgspAiK9uu7G
BnaikgdXctk/rSRpPU8MLgpQkYsjGkxmHCihyD3Iw7N7iAU5okcxLohgJobXwAZ/2LquAcqIjavb
b5q/p5OKgYu7UwGvOh7S18hKfkNMgCGk4dbGzVH41aYgpw5T2z7QeQz2tEIPl7eOOL+d559gEgB1
RI5BNp7+hKCmWcnliNKI/FaGczk9t0P69nF+C98apY5aRjcFinur1tC+G6MCD5tGAEpi/ioBan+L
cqSzZoh603UmqroxOSd2uOU6VIBpo8L41zcsPxihGTba3O5Yvr063Yx1DVisF8bKfSkRRA2McmvV
CX7F45ZyVY/3E+ZNl9fpbGMY9JcpCQHGpeRuWoscylF8GFhNnHgzT3eLhuE3pR/WrmF/0bPE+XcG
Q4wClWpe8tRoTr9J4TsQzpowga1fB9zeCT2NRPvalcjV0bf925mBj0TemscbotNnUGNwS2pfhzQ8
UG78UVcN7qWOu4NC6+Uaeox/P9iMOCMX1efK/mJmPqaVrQLh1KN+uYfCtDN9Q66QvshWQ2T9vjzY
2WUEbYeW2JyPcd8ay8RvVAZAbfBoPUQyKTrFaPRXrvN9JlhqmS0PWYjT5uUhtWtjLi4jBWkwW0ZU
QxzMW1doOeyKEh39JO/Ul65BwX8aaGNjpZBo1rDWQlzuQ+EeE1L3dY6gxMTjzBoU48b2HTQtdPsK
buUs02JNAAtQp6FhZKlLoNowQkqnHIkQROkoGPPo6b1of1SFj9Jshw91Ej44aV9eiTLzZz3JtQD3
GHNdnmHnN+wyOx0s6IIiRWKOg3RIlekHfP1r9f+Fw6pDNUi3UEqayQTzRl6iqRywR4EQaF4maVhu
1agA2BtSnlaz/hH+VPkDYu4jHDhtPyqodXUuvrFJ9zIa000Yot6k9FM5i+x8J/CWh16dxXY0/amp
YbFc3ianl+g/vxS+N0kC5Tq2+SKaoARc974SxlQlrQ+6m921lY/qRhPEh5I3rqt/DaPgNrJG48rn
f7Mr/p8vwciCEjoV9VmyHoLospwe5oHR0Q7iTETtPobfjlXhuK+rNN0izy12KqjoxgRR7GtBtBmH
cBMhB1kccrOuvwX99PnyQiy6C2+/x3Kpn8zXOthJc3HhDrHS2yrK0h7iKJanV/h4OJ4S2PXGbfAH
CYpiN7XuC8gbdZWhbHnlvJ4e138NT9HIgN1BlrxEUEZ+hydGzPCyAdUAgfmTgijnpKgPkPLgT0tl
uDLi6QH87xF5pZk0bfWzh1o5oNRHU2FWW4xBqJmTjU/7eiocBPPCUd9XErUUOPv/7Lj/Tz76D6QP
3+25c0eI7+l3hL2/nzhCzP+V/3GEoFVJr5KQ8VbD/m+nVNf9T258ciKdsgUUohn2/i+nVPs/5zQA
7DT1P6IO/5H/Rz5S//Ptw2IiiCcuwMS51/p//vdJFb9Z/PP7qr55GjjnNxyC/HO6w79yXOe05N3b
JjEmZCVk2eyMbir3jkl5cQqQ6Ep9P96/W5aHf2LAtaFYAeBW4OsF8JjToRA1yHkxxM2u1Ttjb+fR
izao6mYUMMovj3Qa/WB6MSl6XuQ3pq5B4JpT0neTCpO0GAjDzU41JpeqTDvuHBmVG1uxm21B7eIj
oMXqNpV1+ZJ2RvJ8efhl1v3P+EQbuqiGMV9Hp+NPWWMKkPzNzq6U4Wlyu2aL4k28RTfQfzajPN5N
fhW/YgMQH+2uSW4qddRXaJUUV/K8hQfkv1ZiRu2wDjR2l5XzSnZlpwg+L7cmAjUt7hGPSHnRbgut
DKxKBth5tMrwJvS1Gn9B5ElzPww/+r3aQeocQxBrsEs/JRa+mmHc0rds++LzaCb2XvaFe8WJe94C
/3N5vP1c26bbTU7FDz7DMZlDhEH2MLU7d6zR1RUSqU98FWBoxoN9LOxk/HT5U/1h+9s2NxXtWLot
YvnoixLhDi1K0qBykOXNhUOx1MfjzVfaawm+WOQo/5RLTOE6UKycuV54uitGF3CH2tXsCoQEGuoI
eXwoVFW2HtJF2Ytt2/kGF3nE3pAiyNDGqyfnCc0kjBuySc/vE+FI/DXcrMURDMutL1MOmUPRfM3d
mKFEU0rTW+NoxQltHR1B5406Dl2+iZFRpowcJxPKEQBcsiub7HwNKSdhKUMIYXIkYafzytNIBmPk
N7ukQa8ZdQO5NmKKIv7U+FfuttPbdN4fDGVRO6ZD5ziGuUhrGkW6IGYK9kcklbvOQOpu1rGRK79x
7PvQMkMIIEhC/O0mYYsYyEIRSSAILdP8cGzRQ3fIW8SErmCcWtCx7KZZG1oXbS8PdbZHZnwtIoEk
mDYEgdk8+33kymuURtpW1rtxUPtjM5iIIiDvcOWL/WkUOmnU0YRNDWJZQy7zxuiG3Kl2OXqpn1zf
dPY+uv3tla+1yAX5XAArOMTzaxZsBYWr09nUuDTEcaXS9Wmgjx30Wkl+jm6DU1uo1/KbOcryp48U
neEhHGQhn5ggz7wiVUEzawSLk3yIu4BCD1L8COYjWw2G+PJ6v6HoTyLOfI3aMKMc9q4D1vz0J7oj
KgBToQFDVqpyAwMgP5R9Y/yIg8LcT5O0V1OIp5xuKYGXSRqOrKq9TxzRe1bXaccMbbrjlBfVTVsE
zhVD3WU4hP+Cjr4DNs2Ya0ZLApWW9TWKi32+Uwx8E+O6+VjIEl1Rjno7CeXKNj+7tubhHBIS2uwC
oMiyzul2rZbVqpnv+iLa2FpprqXePRsy+1wnIyCNDlMyA6RKJmhvTRqwVvPx8udYhpK3X0AJxMTn
l3brWwh9d3FbqPOqVWXlO9kW2aZxxwxTTJQmiIHa7vJQf1hbLhnOGLVygLrLphF6R1HJWybbRZaJ
Wo2prEIUBdeRBARdVfaVtT1NymF1UzsGhOewrAD+zqgx0P9zOxZjutPsGDCroeBD2nYafXXy8uoB
SVd84htL1zexKOW/MThdXb6oKVD8UhcXj+PApWidMt3pRqLwLitH4cW2FEeRIeoIJKxZF/TPvvfW
5KpXQs0yYjNxYEAzwZy9xeNwEQKCkfKLqlXpbqoc84NmhclWOoq8LwNQt3CRxs9RLOor2+hsUBo9
1JtcwUULy1JfHGoEUpyg0umrxr0m95JNvZ3YVpyc/JefYDO+QoZk3FzeUGefmEFtOmMGRxZi0pIm
4aetqyWhKnZDGzu3de1EexpNYj+adrwfM0fbxWmevPa5kl2hhSzDOaHrreVDGLNJ85ZoyL6K3als
MGFOBkx+cQHLb822FlfaWX8YxaBkyB8PMRiNEP00UopM8np1Qn3nBI1EAsrRkGQeqiur+PbHvA/I
TIbSOP/D64e0dYl8bJyJooEW6zRv/WrbO/G0UjD+8Gxs+eq1YTbqsUvHYY9Ucnmw0cK/adDbW6sT
NF1cc9I7ND6wg778bc/iEtRkARWMNAeGICf4dO5IkmhZTp19V2dVQ3hE5KQcam+AhHW4PNLZKs+5
L8Geu3/uqdvzLnsXAevRQjBoCgVkS7u4SYUawtsYr3GCz4IfbFySXjwFXQ4n5cvTUeCQSmyEGEWv
UOVu3MjeqREMj7oTxr6VgKD/claWhtQXzXHuFUrOyyoI+U4VTZOR7kpbS/aI89oUpsC/Xx7l7AQy
yszW0jl+4OOWNPJY5kEHeCjdtVMx/Cwmzbqtmgwbz9ixoiNqp/XRCISKZY2GYs/lsZdPTro5YEjf
UIAznnyZI5JWy75H9HlnNtKvVl2LB48XayCu/EKHxJ8FJp6xM2g/EmkAAAZljCvtwfOPOt9kc+Aj
ZJvOEqHUGs1E0NHSXUIm8ui0uKNj85OtawfB0L7rxZVS31mUZcrA5JgtwilsqHkrv9uqUWk5SuYU
6S6L0CfzoZ4gahtaT06i4YgeJ+5+qMN2f3mdz07i26AzE22uV0CCOx3UsOsJ66kWvX6nMT1VL6XJ
jdZh/6oXSnVlRRfFQ67txWiLdHyGQVp60eD+47v4tg9To/3s8HlYt0pZfi4sO9OO+JmMX0mA63Hd
W8iCHzBjS67M+vzTCl4f8C8sQNlw6uf//7ulliEyqKQMWLzOzP0Eh3YTBWD4ISgTKUlxJQafxSCE
H3gaWDRQeG5xoS1G01W80tqy3/lRZ2+R+Lfp1uB5cvlLnr0OAMwYHFiQ7tQpYbiK02FyLH+U2MC1
vIWlgZGtprlboxzlj8EhGUchyU4oQZhxuU+73Im8nq7692TCK9poDOVZaJEdI0o42TMmLOH5cPn3
na8Cj1myQ2gGkFBR+jn9eXWXIkcYNtlOpCy1A4tiK+NeuXKznB0i3rI6TxmY7pQE4KOcjmJUmE8g
+JztWodSeVcAgYsnMXrGLJvc1tZnbC61K2OezQw87RuCQEOLxQRUeTrmULV5n2PAsXPI5F8i38zv
4Dhfe/39cRRArOQkNEw4qqejJI3K40WM3c4vO/dg2r6/heBjXcl9ztcPAi5PTKhv9JY1Y3FfEglC
zFbUbmcpab9WdEywOmUUd7VJyCe7aO+nKrlGhPvD1IQKtY95UeGjtX46NZ/7pVQKqkYtcj0eRlr0
tQpATn+5ASG5cz8DxdRonfJqOB0lxedR4a92V6LwWq0A+AOz1WL74+VhziIqWSN9Irp1XJpg2BcR
tZcB3i+FzMkFaNiNMeD1yjU7LyuCant5qPN1oyErmBGeRlAfll06rHeHVPh2tQOWAC4/NK2NVSiv
/8Ygrk1BHYIi98RiPrKeUifIrWrXS0w3nDH0b93Al1ee5n+aCuGBlB8pS5KKxRnqzTwMJ6WvdhmK
rKgDUuzFpUS/8pA5/zb00Mz55QYkwOQUnW6BMDZl1TcUAHDbcW4oqmNrwcvtrpN1dWUbnE/oDeU0
U+6B/tKpPx1KU/QxDJy82EUaRmEo1Q2fRmVSr6S387KcZPf05udnGe97g+VbXi0hXXkKadCA02DI
9lRllNeky/wjzcD+Y+Tk45XwcJYS0npDqw2LUV5kGo+K01nZATaMAokEzpDMdrVf2x/R6jMQAyu0
5qgMjnvMbCte92HWXUmPzr/dydBnrzIxmhg5pj0aV2W4GbHA8jCE1TZhM6RXIsX5qsJTAImHmhtl
87PNaGGobWJ0RaSwreJWNBlOHmk3/NJQad0jISavYcXPo66pIYaATBINfugg82Z6l48ofSHGCuNd
iieTdbRqLXbQeXftjY6DyE0cweRJzSzaXD7ZSygRKLy5gwpXjB4BLMNlsK/82keAEXlbPapkvmr6
LH1Jk1ze1Il063UcJOELZuW5s1It4hrobz0ZtnRihk+dnlfhenCD6SMCnFW3yic1tzZ+5BTBXs9g
Bz2MlTI6WyMt6maNRK35PQ9HkByX53Ce9cwFwlnoD/AiYAWUA0+WDs8QdLCHuNq3ilkjaVsGqAjh
ZYDdKaawRxjeIOpQ8qcB0CcAmLchyjSfzVj6imdJ0PlrhHGEdWynGBY0ErvQA678xMV2AjJAuWYW
/CD5I+lcwhzQbSktw3f1gwXKsdmJOB0/4f5V/LJwSvupBzG5QpjHAsSxcMvEm7pEA9U+lCOYdy3u
MXFwCkVDKkz4j7hpYBrhGw109CYxR3FlQYG4nsWUmTs4h2HqBg7YktMVjXwjRwJK5DtwOhaCFEnt
ZBvcHNqfFZARkPxlUSY4OUHU2sTKIF6qKBh+YQQX/UA7HA8Xu61HY5Or/ewLkcc4mBlVHFBwJX7F
cLTleEdRRUb4NjR2u1HTUDAjC0FwdKvNNFmbGJvflPrsYYkgO5DnGmQT0upOUhySwUw2SacZs62f
Yn+OO2S7RWB+Uf3GHtcuVgzbrHGULUisIFs5Rkqxw4zQAUOYG4fgDfZH+qfEKacUJfsJrGfgC2C9
UUnZeoUfl+jYETZSxpY59cYtWrymtq8K0uf1WIrogZXvPnaG3jdrRZ3y1yav+oMrqUqtJ7duUCdA
zD97rIJcHTYI14KRz0mKHwpe9J2HN3fwYGgZjmxKp3b6DW4J0y5KEpSeNVlmL/1IbX9Vy9HVYPXL
etgWcRHepYDK3BXTxpQNNyp/J5tEh78eagPEhBwGveLluNDD+MfKKr6dC6S1B/BuDPdpM4blhxod
ZnNNVElmylnlfO/KWsVG2E5bENsyKM1wYzQVmoFBjU/GujeC9Gtn5O1N5fSU4QzkFKd9gCnQ/QSd
p9l2vakHW1eglm+HokG2xBmSz3rcKd+VKtV/4RFOOVjjzY7Ob9sGuynVh25T0yntVzbO5s+pzGIL
xgmOYhsRtVDSfdsG2IK9hvWi+Gjt/rZlrhv+WkRTp+5sDLZR5y366rtaupNarXRsW18t2Iwv6QD0
Z4sadFbtWhxL1FtrlA4wzCxwW1QeUYVaZ7V0Z+k/maANPEUuMsTI3tQ//XGqRqTMMTnYBUNu4Ojd
Y+/lBUPb3tdZg3FtkmErNCU6uhlJrAOexeEWvoCKKaJ/K9seN6EiwqHe0/DGwHaJrrgDXRvY6ypV
VVg4A1rFTyp+ed0K5XntEXdRWDEizqJhhRDB+CLGBM/6wA2H2bVWfRo1IJubSECGZv9n8ing9kDs
IcOfGuXAtu2xVkijei3KaF5cfNkASaPfbMAwC+qfeEsq30q1UH6GaW7jyeU/83JEWmJw4nVNPXJj
GRJ9+qYPp8fOydlemF46xcpQC+s2r6d8C4Mq6T2RFZ2+x/OwetbqfspZdLPBwBmR1Y8d9FwMmhHq
3RmmPUxbRe1ddxWHDg9rMhFERHQaqE91otXYs2tjeTvpsZts+iKMxw2JJDCqIQc65/VRB+NRU9MB
fXzhW6tWDcbZCGwMFHr5xTQhC4M/aRPr8Sd2WvyQBErRrLneum5VyoJCVMHT8ntSx37u6Q27Cusa
Tfs2FL3trmr0xx8AeZvaemzU2Fprdh8RmgIzvAHAKfF1jNIw8IxkdtYaNCdEBx18Gmhip8KByg0T
8zkUotU9tdSUl8YX5WuDLSskDRUhTSPIumrdm2ifI62aIfjScX/O1Cz0z23Ht0N2wnwBVpYY79tB
xNFO4Tk5eIAvk32Fbmz+lFpTjxCOiAy2iWyhagmQ4dZOWjV4XQ25dWsTFzBOn6w+QwEHI0KEUey8
qxB3mGrtubAjLmOl10t9FWDMsUlzU8gtSt95v5qAxzReg3UjVGx1mFSe4di7AyQdJP4YJRyUBGl5
vKVF6ptHzuvY3ww0yL8IjM1edW43G4Cwaf+wo8RFLmqwpid0UZDwcGNZfzHwuMYVqQKkB09pGBTw
lHr2S0VAQHAkgrjeunxNZZ2akJsSFNozOu1m/RoxCxuL3jjFEaLJqPJ142imm8StlATrmbipVoMu
p09jFJUp8NMIpQ4ZqtXkNXpWI0EbdmoJszTPUH+kufeStrLXZ3JjEnjK2Ac4xNrSsjfc+wK1n67h
h/oatgY0uPX0oQxlJtZywJmonZTS8gZEVlpoiBV2V5Kq1U2PRL91xCmSK0w4cWV9wKewK/D3wGdj
G06hxQScqNL3dRD6/n0xJFm+EX1uI1TiE4jXeokd+crGWIEj1OriOOuqf7S00X6dUldHijcWUCFU
kpdk2+PJglB8rtnNc2Zl+vhJzyw5bhw9YE91WuP8znQ3+Exk19W1iuEXQKNokB8b6i+kbi324HR4
fV16MRwzHS2YULs1Gnw/1n0WBgmOzYQWHO4dLtwkGIhxWdSK30ZQoYqoB26CEBuXGupkZaptXW1q
6lXkSjjgQdBkxiYZ6FWvXSssfjYppSXMvBWh3Rgtyp/rYQAtuaqm0PhRmjikrLSESPegtqr6hYZI
bm9dzHWhNiVFpt8UAGXiPboeebctueURs5GNrn7QkSqTKydQOuM2zPVs2oNHVMWVN9SbRsC7R9Rb
fkZhUscVHCoTuIvThKcb7TbH7tI4jGyfD0S3zKaVhyvvqqwMCLxJRUUWa5aqdTk2QC/JPAp0uPK+
/9S0lDM8YyjJNXKq8eMqAnWhbaB3OB/GMgpcD6VLQ8MnIrV/1Ipj5dssdof7fCzLDINkl1vscr45
/9yz6czdHpfuM9DhRUbsDnFU5FVhHFrT71DMrQEwt72+vTzKIkt8WzQasKTeYO7Q+l4U2szcNUOj
Kq2DmpIiGD160TZe9QfH7a810v8wFO8xk/Y1L2k4UotXO5DO3h6iwDr4PW0PPAp0CpWN45DdI5z/
9/OiPiRwBkB4BcjtnMy/e4rJSmpVmWTWgdezWMcdUkrKWBMsTLgEf72E/wD4qUOD8l12jUaVXu5Y
tNbBEehI9MageqkJg4PwEl4pvv7hCQKhlPI725yS9xJBV1Z6LdDpNw6gyZPnCQGevRYJBTKwEoRb
ZWYTXJ7bolAwbw9TzKBByHr8tVR65BpMbPDS5mFIxxeSp02b/F/2zmO3ciRB1+/S62GDZATdYjbk
sfI2lcoNoZSU9N4F+fTzsfrionRSSKFmPWgUUKjqSh6SwTC/7R6pMbzo+vTXpDiTeXPyldXp84sS
8LKGgqCgOsFcptZzc2R51jHU3fi8WbpxG/fC26b4BrZDpLG3TXTy2YZQfqVp+uSjsxikICL491C/
neCm3mJ0dM3W1pFWQ7ox+67d55azfPFp//4lrOglKZbowIFhfsv8HjWSV0palcpw3e04jf68ojF0
anpffd+/3xBuFg6rbAkQ1/ESP34HWHTKjOpkhaiRQ5PEHbtz+/Hpz6Pkk/shgREs1iEDDTjO/HiR
eaEkzuxkf+yzGttU7ZmgmLV33fWi+UIKeUqEMyKxGkLQImOAZOOSH68V0sdTz7U7HMe0j8/CqDLO
Skqnf7RVr52pTlM3dK04gemM1db1Iu+QS48O6SIbjr2y+wPUn/WPPxKerYuEF0kH9stTqDhC/zYa
c9geC5tKj0JoxvfS1obL2spNCgQdqiPtPj/PM9f6xwMJRgqcn5IEfoA4JZAjo4xEP9fjkY2l8pe5
Gc7YJBG9sej1/s/v+PeBhGaXi/zFLiJDPZlQ67KyMsMd5FFXJvt+JAp40aKv5tJTPzWvV4JNW0yl
sPCQQCcfYOf1YVY3fPtejjAmiuoksG2t94FH1Q6YyzwC2LsEDDjmq92O4dYL+5b43qE6070hCyYD
5xYHd8NPVaxtYmtKHtUkyHukUHhniS7cL7VR+/QtN4FmW9rW0LEz/vP3QgK0ibQdWBfdxsldAEYn
sS4SeexaW3+sjYGjaJ9ibChXZ+qfX8w64P+2T1gl9KuAibkZ8hej5snHZ4iGBAA1Nsgw7Sqw3Mi4
b7qe/Tss917SZlz5cT5NXyQonwwHMEcUKfDpEOpYKuxTnZjClGeVmpceWPuc7QAbHlhe+FWo8SdX
+cshwPQF50py5MeP3bFipTLToT62nAw0z5yqDohDzPKLZ3gKP/417FAT4jOkkwMI9WQbNDV553ip
JY4xQv1kbzWh3gVLK8z+LDRHWsiSYXXdOmHuh4J2HsEZxwjkQmOpXzrjkAYz4CQAK8vzLxgiAkH/
/JZPnsT6AwHqV74QMJvD7clbVpGbpgvQwVEORA7WgozRcpbl4Z9fxV2Ne7xVBJanuu+6AKV01+Uv
i7uI2uZQYMgdvtIY/n4vFmEDWBFX++OqTPn4VkmWdVtEwuLYju4PFAQwvGUpEIL8+WZ+X5XY+uGJ
RzUMcosG5eNlltYzRnuJxLFKO/2B8wvhlbWVHOj8NLd/vtRndwR5zP9oSUBtcjI5Sm1tVUTkdkQf
MB4teux3iJW+ivf77IYs5MLYUzFJu3/NnX/b07b1SI1aMZp0FRfWFdWV6saayRJBtDR8IfFYn83f
JhWGG5ou9s2I9qAzuNzHZ9cnZjHNXmig0Jlid9O6a1W5EuogZUx9bx3ONfhR3ZBl2JX9F2P9k/vE
oMJYRz/PLux0745OpzfjipMPqQbNRTkSQIf1fz6zB4K1/vziPrvUKsbmyAjo8duGWs86idFFcp8L
cJowWvrqYgncmVXGPx8ja1Q4V1v/grj8+EidxpzapY7MIxL0lGLVNiLvOPpfjBESb7Hq83URvXY6
L+dhI0WopDhG5ZDvuLkwUKM+kj1PLvifn90ng55LEQDO5gOJwSnXa2qD6wxs146zWQJfOi4xrFWo
dn++yidviNUFtSwoJeyWOHlssojq1itzBj0ehyvQqIUmonq4Yy7/ii88WUnXQc+l/mp2WMnl09NV
GXsq6bLePA42Bc8JgDHFcro1iaOyi+hAS5t6TKhr1L8YhJ9el2gGdJ28N0TBH0eGni8ZzFBrHss6
fm5Bx32a7fae8n5KObe+ProP/4tnusZ2rfMiJ6yTCypLDh79bSaLiQeR5SXQVGjZqVnJ/vmVGI3r
WWod98SEfry1cRryLs0Tgb13MG4byyOchG7ma1DBfyjP8jjs42iFQUQy5HjWXw7xv82OzhS6qFJY
Ic0pUoiKl+6y85b/Vyb3wSj4d7feb+9qvQpCX74troMC6+MNua3W9HPOoKeZR1HCMTf1Te9Ql2XJ
kq7WHLLD4jQe589/fmWnLgT2WnwEgO/r4Z8jsX7yJA0zdwoc9NWxH0eHbHg04w+uVY6PmqwpPs2s
zgVuHY300OtWZG8KnfyrczceI4DLssU38OcftI6RDysEAASGQpwyHDtAjk6+y4pJTveWoaSdKV+C
ipruh0kJ/Qu1wPo4T6+CaAUrKCoROMz1dfztpWoqtOxonioy4OmT1YA2D7Oqwp0RpY95qvQvJptP
boplAE/q2l3HXHCyy3JnSnktuRTHvo9xSNZi2OVN+FW06m9jCIkmGzkUCRIYQIiPr/LPr4HspN/W
auBOdlLEX67aK9bNj8/ItQsjDYcwPjQoBr91YQFLEuv68D6MWfMOmE6ddePZWBphSrreL6Q3dkEB
IXDTRZP2fWJn8zjhBv1lKdugVztVWUsy+KTCLUuV0+1joVmbuixJi4hLaZCPYY3wQHVsDGT+LLq4
7OZqpho5Kbs7b4SoCpopj8tgCXWSz/SmrM9EZeMSq2sJtE98Ha3IeRK3/OcK5z85hRkYvBfFhb6P
7KqiO3hpzJDqFzW/KIdgryDptFTfVuUQNkFLZyREJezjS93Xc0hqwxKKrWfIkei7Ikb14Gmh8WaR
uZRtCb+ov0U51pYgTaH46f3Mxfeqn/Zjksy6X7aid3dJ7pIBMU2zdVcjwMwDjFU98RiZbqFHMLSc
OAsy0qZULPOdQuWBFtN16XEZ5jzKfHOIIDBGR473mGrdmBwEh+A9FIeFCGYkh8dFgljsqVGN78oB
ycKGjV58peykyrf51LGXMiExXgtK7fxsdPnXA3aYKOuo3AvzEGNjDzAdLNnc3C8GbmE/TmoSVqHt
HSjqoRGXjaORP2+g7Wt8PW3r+64rsfBotDk8LXHV31qxJp2tRhEpAuhopvW6lnb9VkVyuY1DAuPI
TE0GqgIdBW/SWiUJuCAuyCsgH8HGl3nJQ78fqYbXYmMaafOVXtBbUR5QvqrIb1+SaJMO/OiNyxa/
5bhkOc9e5FCBMOLyUURuFCNh/C1agg1bi/xCy2YCCOs6dO6Vo5mPonaBaLKuH55o0ZjTrdtP5nMm
0/w97FE6bLrEin5EUuU25H46dTyj0GaAjo62Oh4qfu2I2ZhrM2OmtCn3zhEbm6HxWOPsWzQuBj0S
Eyc8RGqu3CL1GK85qfSMSZshHdR9yu4TU3D1Rlc7IYqpnqS8BE56BxIs3FdLLMN5bCIE2SgxLERP
c5zyAjP25ETTCc3Z/pQbQ7G3WzdXflZTQgAnrEXAEp5O1a6SzUzQaNqaPzlGq2Tbwjp3/Ef0WwbJ
bIwGFF7dnPXhQtv3TN/buRJtZQYVNXUv7tI1t70HE1ONeTIBZqjMAvDAp7ztZuTnm1KU8ZMeecsF
hb1wH7EW9bezHTdP6AlQMU55glgjGgbFLyoVYY3RYszvTrp48flcV52EO4+yI6TYSK4PyBC02iiU
FxDqEZGSoVuv9GS6kI6mPv0yqrggmaqHnINFjkmTKKgQRpXHivVd87zlp5mGzVvZJe1tYqbjY8E6
TqajlpbPWZX1l6rB9ux7SUPbSUSv7ZOHJ9zexCOCoyDX6O4mlTVO350siuS+knphnpM7vjxFeawl
cEsSkUmlSpQQUe+5rwWJncXWXmr3aFfQxIeFiOzXhOJiKgoaVWW+AJ65oTVSvU2lgOpHVdS8DlkP
ihdPMvOlkTRXVWkt2VaKVr+eCXaJt5Ciy72VNOTO6iZ00taYWiP3qawu3zq8DXHgWFpW760pgncu
e0RCQW0DOyIMawtfb6fY8rUOfRKNLi5exSqyW7GRfeHwy8O5p11zJDeR0KeuhkocktL0aVVzoPuw
eyr+fnavTUZ0y/xpdW0AgdIvSFPkfD2XRnUQi9fnq0U9tzYKj+wt5K4RY+BrEovsaO7nPHIS99Ws
dNYC6DnghFm6BTHqes5IMa3GKbZjNDTFlnbz6uhNMy1ymZY1xqGyJXexLE38FgkM1r4MceUGhsWe
IwCtb+rALWIM1aYozW9m3fCHh73l3lpeJZnChzZae01Cvu84LimtFg1TtdWo+IW0eP11crPa9Bcv
iS4pYbUoxtO09d1o07zq2GQnNs0SeSqouq4JIWFTKlhqFJzmt6jOOmYvudhPzYRA4QAt0+i+p4/2
k+byafgeGBL88+KWv9ouD9XWYkmLUQm1VrKbFwNlAkx2+exi3zpvCgJtN6TnshmgYD3riHW0Fxov
jDovD23VVq+56SQMPUIXnqupzEkpHTokhanh9dbeKXLD8lF3LFepPTsv89hWyX5UhiSQ2huSzWgt
MJMxtLftl6nWvbRITqj87CyLpFJL+5FiHUx8FVn2wY4QiwXzlKbvPc3lTDRDHJUbqWeNc0CZE72r
IWm+q24pLRKJtRQSjxAFQaVhBRWaZXmrBbNOkzOKAm6iR7AWbQAuDZruG1Mbz0dHWSwc8djVD3kT
2+YBvFVoG1lrxbjpZn5gYBJGlgeybFtnr6kRqy+akAXhnSuba3Cz3MCFb1P/FREyqh/X5pU8CSiZ
z8wjpx9iqW2ncUVAe/egP9iTkYwH6h6zbJPJyH1TBmpeP6F/PqTHVlDWPvaa9pQWaSf2ej4Sd0CA
ZwZq65KhzliqwrvEQr4wq955l2Op3kMripD00EZAhFPudJTKQAqH/oJoh/IT3he1WCgLnwA1zFuz
dtR3fsT8HePEfJfJJvuFoMB7H6ecgdZD1J+Ti8kP0Sq32g62otFoyONnDcHEL2NyaaPtu5VTnpJE
czaaSsP3Keyyx6wS1i3qRfd2GVTE7iatdIInazkdnKFFZgEMCdLgtWRbbNaUfQitWFBViOISsV2v
tbpLn4slfjTlMCeXJH2398xSurOtRntAl1RD1G7pnemzTTcOyxsZcUO3Ry89Vjj/29Lzi65EjRPK
rAn3g01tSJBOcT3sjMYr7b2cM/OKTzicaPI20nQL6Tu/kd9tx/vJwH4SLPhqHvU+SonHcBdaDVPp
1DeNlSc/0jDiV+aGCBHqUXbW+jXEy4BdeEqo22Lx/6Z5yAA3rgJ4s4fMKwMVUXiMcwMJD7VsQ36X
dsV0QUPl8Nr2iAG5jdlL/KloeZ5t0hUqEJ5SJB8XbqizzhOeO03mIoJwKruUfeD6tUDksVUsgYlp
CUw6MqfcvItum8YakZeQtXrjMvZjymEJDqB1j24wjtNozDZsCcmTMwfhjZvZGVKGUbeqelb1zX0/
TRk2IptqEB8VUfJr4MigH9m6TuduEzfq4I7dq66i1ySVUeKzSeHsN1BEtu/YcD50hU3abWgh2ll7
5aurTCRoExlmzmVjyYiHlJqJswF704eNdHu7CTCSijBYDJVckRUhABCHYYn4PU49BNJswukb3sf4
h97m+uWip9XPUdPGK41t65tBA6xxGBXREpu8QiIUVLmhCP6fF9qhbT5bquMNjbeaFEXebkRK3PCh
y01+u+PV8s0OF/MhQive7hpZj2dpOttXI+vcvHWWxr1S4WCgY8zSOfJRu/bs71HqhLshiYcCDUjq
fV8MmunP2qzibQmXFXQzDhq57OBQxnTuLWTNblqzY5KdtFh7m6MpCjwH0NeqilycNRx8x02TlvX0
qNnRci+GqEehIU3KuWJjkS7hojabjqx38EtGHWHXnTB5h2RpddeJLsbXkKZmgl1rr4PfWfr6UvaU
mQdybBw76BsLseZAWWEVqKZlr9enaY0WM5Vps63zdHGReHjxQRlheoF00UT4l6BaDgpHT18zy9Se
JYIqtrzs6xiVNJAZ90PpOUE+m+da3j83Yjo06UwwAzXIflSrTTRrDPc47HzLaW9qa9lZ0t3ayO3n
XtvNOJwew0bgO1+GOSbgpGlZk5t8esGUctl60/CcDW27jdHWsgnk7/LOu7fYCVynemo+I1GlSW2J
4H13Q1q5txoCJb9qIveKpABr247dNnOqzZL1t2JiCUSIaiGVGlNjC1qBYi1tzurJuU9kbm+I1t9N
HsHhRcg3F6AE5xClWRcIf85US7J+2SMEDosr4eB0bkN6zyxEuRJpeGBMieeHjrw2uwYRaGaPP4zQ
XLYOhS0PhRY7HNmc6axMWv0mJQP3xhgc+spdMzmbveosdfpuqyXSuRm0YaDfUFR+0hbekyvRQ9Xh
gwAI2CRNuFx4XpjdzbS0b/TmhezupFfT7WTaVykisGZJDiPz4+o3hwMlBUV/mZgSrWi4npbsJTQR
hU4jcQIDhRS2FjhNu0WI6LuxfSR/9DAU07XjLBtC+e706BIN6SZNo58Rp8QsO+rG0ODmnB5yAl/H
Ja8RRI2UrTsPLdtEzSTKLiMjlZiECXw8mssgFsJHqQGkvEnt5PtCbTpFOZxUaOTS8minoWvwOX5s
YrVs8/iCJl1v04uk3EKPUqXu4VGteQVgoyN7AdXfuI4ClTQiZzfT8SWWMjvXRNFte6N+c2aOFhrk
0YVD/s0TKz5fAoJssneNtObcbBvxvLdytVlsm/CnsD+U8bKRrGm0urIINPlNmtU/W5Ft3XCgFW/s
5U3SWBdFPL8leUG3hkZVnI21a+/1zV3hRsmDXifm+Th0+s+hIbEdkZy7sZe4DzLKDEtlVNvEcfvA
mqxbG6vTptBwl6T5XWwL7bxN6zIQhXg22LAGMcpsv66q1ucQcIm5vLvWm9Z7dZzqRQDmbQw7t7YL
Z/LAavNL8iX3Luss5fbL7A9t8mPNQz2PGlUEhdsebL26N0V6NzMzIFacfEXKOlFCP2czeRDNt8Jo
3txh2fXCOKtdHUlnv/FmAugT9w555z7Xo0fdXUJkfPggRptTDLOCR8DHptY8yi/4VzW6gNrvZ/dH
Fotnukl+xLl4EqCe5BCv7eB2HJELMHB+RJT5OCvseBDDVlE/mjJ6dbo6eo/SXc7Ua9oZ61cWbvKJ
lP8lL28hFpG+V98jrZ6vkGure1nGzrmRWaVvd0bA97vPbAdomkKg0eqOrVGzjSu62Q/HurkTFbJk
0yn6s9opD0zQKBDyTF8CK5IaB0b3nSMd84tlbogxJqw/7XcWGx9f1iSP9/WuivsfaeLVwSqaszg5
hhfslKs3mdje2xi66T1fPo1IOmpVXH/fQ47gO+WJy1xE95lJ8JFG/e1VaFdrE+2S6XkAOLpNUsT/
bPPPleZcKVMGAimhcqofpezoz4iLhv5Od7lhWduJwr2SyXRo2dIPiPaSLlK+VZbm0YlVs/FcZfxS
3pJQuenheGl28TRdM1Z+zhWdN+AgjfZQRzk7/1Y+ktZ8HWmhg3aqVjo/rj6X6qhSGbJa6hAMgzHY
Z4aoxJknfzDOlw2yeVEGmA1HVmpgHNwTt02eFplPyy3tb15vnJlNZ3ubOkm9IHQF4qiGKISwiOZx
4xVi2Ht5FQk4mLRRO5Ok17RoS4eVxvDYAes9eIsO5hDIfAAdi0a2UDuW2vzoEIxnB02j6frRDZmD
ibqK0ztPV3lxqXepqd3LvMUl5iOFtfVnprXOCYzWEdqxzWlquY7zpn+qkOLyQFXd2VfAham2m4rS
7B7mMq7AR5a6OQ4gGPkWwxCO4ipE/b+HnovQ4vIPKlykTjy9tpAn2Ao6nYGZexYa67KuCZGrw9wt
HyfeRPtTuPUsWGDJHJXDlPyUZj1rO/5zJnLgsnDH+asgCz1DmLGN0w7duFuOExrNQU3xvotFXe6y
rK3esccSAolOyjyg5TFAUdDYv5eTzZLX98Q47Mey7r+ZROj/9EqRPIkyHRw/bcYJ9AV0+vsSTc4d
ywB+iWmU1Qu4iimI0V8UjZrA+w+9jnCfnpQmGi94UDXrBcGsMpDSKm+mWPDOkFXJ+Zib2Ks2+lCl
0TVgaJgzt2XtfRy7Pbkmcbzl5D/lR7PzBs63TUUAmQIuHQNC5LJpZzL3vIZO1/BHL0rD3GEoiglk
3dX35lQkV4NNK0Ck10xiRaquGuCMnafXzbOJkak+yAmzwy7uNOThqPrB9bWefaY/LnyBgbDm5byN
0UMB7S7jdFMNcfKKEhtHyZzoGadM14g7VvykY7M7DOWz1kXs2he5fgPz4tbfeY82Gcv94GE7EMmI
QnYRzU+nDXWBP8l1Ml5NwR7Wa3IdOLnT0MVCNgA7Mf5ZJTNjqL+xJOTvzpygGW6p0/K2Rm5ml4tD
yB819Lno3qVqbYAzS2hBbGJhwSk3qNe8z2LDz+YcKCWiIIAS1ZDCprQt64H1q/RYwb02fMjbfHo2
5jIMN+Zom2+FBKYI0lDMTTBX+VRs8pLs3UOi9+6ERyfP7rrFuYyAXF/SoZyGa0H9xBmla6FinXRn
Zq7OycCpE6BUZr8kAZAOhfbeUyz/LLJZXBixUNpWVzr7M7fNamPb1qHd4Yewl7ukmLX7sU28Ihgm
WYOwG4SG+LWTGE/2sDj3Xlg25c408vE2D9E++0VqdM9mbNePdbsU91ZoJ70PTs/mTPRRvXYKLauq
MsyxWOg4uPZ0S035F7TK7zyHKxFKr0Y7E17llLolz8jqmizsj1JpIfGr5XC9SLv74iq/c1acitDp
kZWARZEKko9Ex3/lyUyjut7qx1mrjXHP1p0c4LT63iJdoBk3Mwi6tcODWXviHq1ffjaBxO1EaYVf
8Dq/kchogVEPCTg0lGvwaB8pkrR0K3bGORLdNs5sf0wVoGGp1dPFYsVfRT3/zlkR677mCyOF9Ez3
lEZWcW5kGel7xxo4b99zjHucWEK2s23x5deW/fAFBbRatz+SZLxNXiaauTXY81QvawyML46zw9HN
vLB7NTppvxCYh/ytrPMeGHIw6PErEjkDDI+pNe09vhw/qohL3P/5t/w2sOCzyOhb9Wika0K4fnzQ
QzONTkNJ4tEcZc1lVLevzPKrtO9PrkKnDYgwnS8uRNr6Bv7GChot3TazRcd8PXfj3iuz/MIroaX+
fC+/0XToeZBAccQjvsomiuPjVSZqpkSahMsxbGzjyuHYd2hsMT7ayIk4bkXDTtB+Ffz5op+MVJyI
CHaJCSQ35zT4AmEXyeylsxy7hEpqajuwKxoEfiAdWb74KD57iuiwaF1EKbJqlz7eX5ZobSsGdzkq
s1jejb4WV5Eruy9GxGdPkbBXAt749FZd2ceruCFgWbvoy9GWmbjGU0nNcT5SbDP0bbUrBEdJnabJ
Lx7jX3LUD98EN7QmiKDno5kM8vjjZa24mVuttZcjjFVMkGI4s8O0+8x8A42dOEERgjGsdJZ6tMQ0
P82gpvZ6LPIyoLNOKCiJad1G65m8MNtIA8xtdDjKzlhtV39+6Z88IwQ0iDFIhOS4cKqSUK7T6p6a
0INPIF5y7VigYnjTLhrdUYlCwFkjgf3zNX+bpSC511Q0tKO8fv3U+JHkOAErWOFjDMPWUSa4KUQK
Lxen30vo3z9f7LMbZKO0RjczQ9nuyVBr3GZK2HHpx1LMBNxV0UgiW6Ml/XZyYv2uxHn3sMyJ8fLn
y37yMSHiJ74SFzQxAKeqzlh6CjexA3LX59l5aKGeKAtOBxXFSl88zk8uhdCFxDmCe1Zp4/oE/jYl
2XOOaLMx1VF6ZbttvBFftIic4ViUZfaFFuSza/HNUtmEwRu9y/rv/3Ytl7hyF6PvcvR6WT+b1gyR
KgCT/DyfvS90vp8MEwKAyflB4E/Q0mmPJ3v4WHbWwCRY2XbEQTsnP9ctsrOI1+myiQPG+/NL+2Ra
wkJNLiML2hotezLtdizTSl9nwCys6AySdDjC5oq7P1/lswmCuCyklCYzH/qSE3XoqFXIzA1ujBLd
9nVh9F7jkoJq7+PKfNLsUb8sEmzCKGLLW4/F9Bxy135RBSpE3xSJugjDRG2HJERMAWQY7eGd5y/e
9GfPgtw7dv+4cJC/nPzILimrupXacpQI0zbdQqtmP/TDF2P3s6uswbo8hFUmexoNM0Wzp8bWm4/h
4pr7IoElaYzoK23xZ6OW/lAmHW6HULgTLXdcGH04hu1ynB0qbM1CTrsZRoZjP+KSv17u/4Xu/4v5
+m/j/LfQ/av3+iX/kLi//v//k7jvuv9msAt24Wv2+396LKf3rv/vf7n6v5n//xOqRMs8/on/n7gv
9H+zF8HVgzvwLzU180NXDX383/8y7X+T1YH2yFpT5flazX8SuM9P+bhIYCqVqB/JCFynoL9NZ6lW
zFE/pe3Bya32Fn/mcB3HYXFEv71sLVfTbnWzysF3+hFbR6JhGtubbaftU+bXuyojb4KVudmGbREe
knhOtlS+D7+KIrE3JGtkPycxjAc3c9bTZZqO73mcWFu9L/KgmgZzjdCcdoimKOGwZXyPdr+7iqsR
CQC1TBlx1qKCcJ3UpVuE0T2w3LJFLKG/ZwS9Uzc4ty0kUeYcANuyW0+HBanGSX9YaHFCXJGE7h3y
TuNoe737fcQfeaTnLv+5kHbyjMOa1JtGa5qdXQHIT33hnmuGkep+pGe0qDchwGlXZhuEh+XZpCik
krDOx6aInbsVYLoS8dQ8NWYVrrpY0v0BL4zSIb9Aip1qmuo9Qd9x25ixxMk+xNqzM6HQ8Mc2rK/I
K2gubX0kACQprJvedQK30qPzLsmMK3xS6gDtNN+NaZ1/L0wrekyyxmb2Sz2IDk8n10TGYvkxVn1/
XhQaGcg5GCMgYNaoLYYGd5/lsr8YErP+oSxAHuL5ul8Cl/sVhOTwlpFOepF2nuoCIiFg7xVMhz9k
o3Fs4GOelJ0Zm7ZbxNmMMzdBHxVHuT8TGSw3TSzbpxDiGGIab9pr3czFa2UW5XHpu/otszBU+6lG
Mx2QSIrBQJ83HTrwXSdkuzIj90ZJroXoAQc9mHIkUH6TVU8qNw42/AKxCpHnJxmo+VIP6V0E6lVL
Dyb7oazZKnKMcrYEAhZ7B5upr+EQtinXbqJYHmKjvxJG6g8LkHXEUemORF/jEKaT2GjVr4ie+X0i
kjyAh298TQzbMl1+2nN3MLxirxkZJfYWhZ0j5XomDWDjIO+6Uq65NvlyCDNtG3vRFsrlBUkAgSzu
jcnh8ldawos7NIsqHyWs/jaZQ7ghkPZXXY/TN4KIu22D7yNocpz5kr+ATl+EmpKDl8dPkwf30Yk2
OycZc6O6n7YJJioxmveat3cmRwugeZG9/LAMflaWLdsw1o5Jlu4dzSt/mLOydm5xhwav3pUaLDgo
Uq4/DJhSqyK+xBFu08FMe1nikB4DseGU4y0+B3a8xXQziRBEtR/2UZcfzLh8RVHqYhIutgVUhl2q
IwVk5PUni706X1inXTQGenMt2UeexU6yiSrr2U2iN/hsmtRbItNN6z1x7JssCSe/mChWN5weXBJQ
zpcqJpsJ/AwplAacFl0UC+RwR8AFQPKNE3vb2JnoVzPR8LVUG8siuVti57YInfax8TRaaPsk27dD
uu9gwq8IwgmUUW4Ku043PfEayvGmTU7m7oTfze8dNz3UBiPRlrIkubt40tfoH1E0u2pAY0C7tjwW
Mr83m/LXkD8iL9ADcsFodmPP7Au+TxIXyesAbtvqVI6fkUxg+tosjp7R637LV/fgjKZ7gyCTAaLe
bXbUZ1iWHkkDLG8GpXHrrvJr2Jidh0asZ47N6Bkm4wu7+yDuywY9Uhvdug7IP55R/XZuI+dX2VM5
F8/hdhgLtbHaTFw5cnkhqlVPMeLBhBLXhFIyrrwWhWVMnxAOhOLWbtvhRUlemqHK9nqSVrTX+jq9
0gF8EvjRpT+vORZtxtoIz7IK+tzXloXwi5EQiJgp9hwp2TVZFPXrPC3iRaum5HWJvfJdFLq4idoO
i0jTELLq0XKduxIIb5q+Wb0G6mCH1sHSjG95BWfgGTXDLeUQ51rD5Nve1J4tYHmcA1UFLZZJ+5er
xDlpTjJou0gGi6tXCEf7Hzkat55Q5Q3bMHVuwJKclXA+21whaDL67ooohzroi1E+1BQl3ppSnZcl
UolEjS9DamQ3pYBydka9i32nCq9Dxy5ewyp0XnOI1tkXQymvvJRPNfsrwYjYQbcMjGRWWxclz62a
y3RduOaBOocHbRpnxBTGbREZr4tc+l1sJcbOQrLzMGr1Gpdl0NaEp0AxnWXqIjfxUIfx4nzvVXPf
FPpk+BWimJeVtwpqlAAB+Z17rNwXBBQBnbN8MKVGhbUj25M1xzPyA2E1s78GrXKcFxsj6uS0SVRn
GZsZ4Y8dhLHd/qxtOA10/dN5P0rOsrk7XTnVWkbI4i4ZfMtk1FumsXwjE4hzP5sGUW0yxlnbXhpJ
3/MHjUdp5sAroxdtvLSxfLDJYOQMLorevhr673ndFj+rthZBmhEbh5gv3HJesLY9WSIGVBeSVJre
eRUFizFSiFRzMMKk2oGXyKvH5lDF/0PdmSzHjWRZ+1Xaeo9swDGbdfcigJgjGMF52MAoisI8A47h
6f8vMrM6UyxJ7Pp3bVabLEkkAgG4X7/3nO8I5dSMfNCFinpzgSx1gTCpeAk0OKroXVWUyuPgPiZR
qjsLZ7bZGtyLztJRnMZrXKK9dST1ntFJ15+rhszp6ByaoQ7F5jI0Jqs3zAoId0rvy86Eo5GgmLDa
1ew0T03a+cNofHPUEdRIPYK+s9qAuyPvhxL8Qo/B/xgTF1IveJUcJoMkP+bNrtKVlBxwS9/jN5WL
CZIRUaPzhEqXjYMRv4/kETVlHaxK8VWxO7mEmYR4muu0CnNbGhbfYT98ydP6gJ/LvjiVM3/Mhnc5
DgzPG2UwWV4GaCesftJQ48WcSbFB/F0u0hEjrj3tnHRgKhx6va2hDqstr7UEmJOgcj1dR9ynmCrA
GdeP4gw7i3xQJ+VltOqC6aVtEuw5JftJwtKKZv0bXZvTjBYIteqw0xVj46bJMUkZ74yAiaoZfwXt
/Dc7ZYoaTzMMHpe4bJgzC23Q66Wtt98m1cITdLLM5lnm+nk0wmld6kq9g66/CByE8Hadv6PmR6Lp
+KxFCNLC+oUip9v3HUHnpMfGa9epNH/Wh2MvzfQ67PfqFCiLvB4FCKRqb8N5Sy8kMY3wU6s+Ekgg
n2LZb/TxBpGv6vXBG6o1cQg1awm0yu8YaPjEcHpG210VSrSS2GNDiGZtVzxGRY8SssgfNJOIZ5oT
kzjjqz5m3bRVGeLtkhphJV8LuWTRK8xAxp+G5ZUd89lUn68xRBymuLyC1nKWHby/KDc2kjV6YwqC
DFGTrZyx25ppe3RiC9A/WCl7Z0i5qI0+2socUSEVwM4uooc2U4zbYna+iXIiYP42cqLaK7r0qRoZ
qALAeXPteV7CLUyHMfHGTH6x5hgtSUD7JudhVZgu9Ub+4gxxckB25aUqfQi0lKjJzSs7S7WFjHWQ
ZuMTrP/4VPVG419uk4kydmXlZn00DMW4Sq1bRoYPKPC3pjIs6zrObvR+/MZ4gDlZWaoL2XIMHhyj
+arE5p7EPn3RB8W9jNW7AW4zYYPtgWc2pejKnxw3ZoBWDY43Zc7MW5aujLQc2PLm3AMId4bfoqE8
MlEBkbi6cJXU8Zo8e7YzOFEoWkPLaFeaOYiFNvGmLfJCCdZmHhkezLVqmRbJFXHLhxwd3oLMmJs+
tDZVB0lRce70fqDSwJ9z20N1R3U3UmMUqNZL3uhy8vr4a+KY515X1wNGnegivByGnMnl5B60asa0
XTMh7M9WmO1T1zwyoMV2LBGPu3EhN1XaOaUP7o5RPNA8PPLQiwRgPQVBCw5XQvUGxViaYwqeR76B
6UpWpl3NCzEW0Roo37ZxqohzzfTOwq/k4X6iFt2CatqJUKOmmjc5tWnMttIKtLbMOqpbmkyoZVLV
uldSfQcm0TyoVbl37XpeZMkNxqvJ14xsk7k1IjpnnyjqXUPJI2r9Sy0bTgqdeZIti2gldU/M2ikw
UyrcpDywJx3UoHxQxrn2oJ7sQhZxxynXJaO8KMsidPLdSdVOsSO2rTVdX+SyfCMWsqpe8LIKohvt
udojPrg11M5dtm30QojXMZnxegwh60a3MJWYdbqp7qx2yGuU2G5xxaTYeg7QDpqJyjFMDl94YNmH
pyZaE7m1UCIiythAv5kmngK2x0MyMa4LRXiljDC0HPWJYiqIuFrTT+KewsdVh6XdFLd2bKMeFxrL
apk+SFikvCdo6BjY8jjMRNVYJYY/cGVlodRbt/naWIgxJ+TFaEHnW5u9xQuCB0WTO9vKjE2eIYJC
3GFkCnIrlZ3FqloPERa+hFRE/hCas1c4wnkr0nh86S33KlZ2sdKNyHTDJR20g1C5nK6TaCUhzHLu
rSmAOiMjwQwxvt01azct75XR2gwMV9MeZlfRQSnRU8NTamNdVOF90V7KELdeEeHebZ3ShG2pw2lr
m+42H/SIV4z8VTPpxSqxrOsiRVwFE/BUtvGb3SnXtjZvpG3ijBA6mjZ3pzUiXNe9CiUe5jfIMy1a
RbH0pM6NyOWVSLQn8F21p4vygD7lfbTn+AqNX7IwRPFl4q90gch8SW9plSpirbjakxQqUeih1t6Q
pom+Q8352y1nhDizkgVL5As0NrEsx1Cecyefr+nvtQstVj2rMZmAJ3OzsKviXNbdTawZhufmWPwr
WRz0ymq2suobXymUL3kffUUM/2obKRhJYokYzyPUQkf5ZNO5eyoG+5Q7Y+xzjqh8nAl8jCpdW1p2
UO0hYSm6DO1zw7kxXeWuVrJpkwSVCcHP2Q9u9U5QwID5pBn3um4TZ663FwCgFq4vehazGnf6oN7w
zWN1MM14eYkpzFqAY3RwHF9tEeXzeObHrqP1kYphST8j9LqI/oAVi20GOaOQNdqfPLhtjXE1NBWY
JKUjzauT+zrIN1YS3mlNXq1HckvXrchVHzr+NSP9XSKNtzZGruKektDxwt55CxOWOLdL3gukHgvR
GEtN0BRQ6SUOrjjn7kCAOCW1TeU1GWBKXLSYYXkvS9ScuLTXYRTv6yQLF00E545ZuYN7WUP4S3C8
ABO4GCYEfF2i8qIKe1klEyKBejFF7uzH+KX8WW20zaw0fFKbY2eNAtqa0BLKrllOioGoV8baoVIs
JL3qPjdnuVRkeIKVuJrbYca2Rvgq3+qiqR8bVuntoIGgjSwr8cMqeGapvTLc4DYD8LqoE3pHKRuG
aAYQkE10KgPxhC30zBg0XVrD0B6iwNlVlfolHpz3vowvBiot8XpVyRG5jNdaoQnPThyKDYboC/bV
lSK7/rrQ60dN6vdOxK5rjR1BC/0y6s21qlFbdXBbuwzd7Wjc5V2/FJXw4qHteEmjrRLDNhXtly5P
7xPU8kZSnumW9V6YOu1ixqaZTdk18oxvQRBenhRE3HimShbZ2FOg+q0UgnLqKP2WQk32Ql250ZXk
rFYzT3quebVZQq+80Fpn9r6Up8eIoGIoCK6waYR8wAQ63pxhYuuH9q3VhsDPTWMVioh61HRX6mwc
ywmqXdisAiP6lmjxaujMhaqN8j5skAkoFKMV7RW4/5xOqql+0GPxJXPYCWTV8jfbLFkmqjjlZJit
q5q5UjYG4oIMVKJrK8PhMLnUDxycfMxeT1yxp8v8Js9r+FXGUqnz5hREVbEjRbB+lLqJjrN1aAJ1
8TMD0fM0le2y0a3bMuQmzmL0p5giQETmQzWOHDwmG40eTZ8+rW+TKFtGQQzyJxnXuDnuGs0+FvNw
TGLJ4SA/ZuY9sBjHByT4GOPyTpXpHZvBoVWaU9SlS7zY9Up3FFw8Tt8tFcV4zgvDV7ATLWPuB/Nm
EktSTII8inZe4QEot8JUNm6iqzzo+jI39Yj6MqwWQxjsLAYbKOMd9Dwolx+by+ICADgwzccYXIkG
3m1lK9W2LeZDa80r0lFupIMMcwqih7SPVjm64BVYhH1dyyut11b4Zq77sEdxFqFlDxmgOTMnjiHw
KiNMD/QFuK/FvjGyduWmNh6dYaVm7lleBD3snZ4tFBRRFVYeUy2vgL2eXAi11M/pKTDgrSB22wRF
scoMmrXsT6ka3WRz8WiMWHwteUH/2gkNF7A2U6qlnlOo19AL8es0nYfze1gTPFDzcofq7dg+9lax
ifXVBSjj9WbIVJPeD0MOFX/B2yWhqU3UbtlHmn0ezHQicMtca2GwTkTgrJyGQoVHfSt1ZITJXjGc
g+2WJw6eu7wzv5LbsIhS7W6UWQv0WHmISlpYuNop6qfHPoyhGwpqgOrWspXat8tHN6XSxkG4aJtJ
3wzjrYrhQzac/fsghvgKLSRR+/YlA3KqqO1eQVCGyKzZ0T0lg0y1kC72us9/nDtkd94cTXdIRE9Y
Yna8Ugd9Tu+lBOCKxPqB7EJSApsYOVW5NwvnqpydtWVdpNtzpV1PZS84X02eKbs9L4UPUcTTNP0h
4EywMBRloyfVORmap6SiatPspl+jkWBcqwfVXjT1Po1o85nGKTYB4Yps6/TOiTxXFF+pP+LRtNHY
E55qpp5GjyyrOdqJy1m5eakqDPK9RVtWDOs8XKtiujKnglWgLXYo8dBaos9zGkFpH5rNRY5c+yqF
vmFRfM5DfGXrnP1ymAiM6L2oRvs1pDunMJjT6xlEMO1NjZQH/AmqV+PeJAjHfceiUC4al+dblax1
Ms2mm77t46VSdtUjvUU9KQM/GjjJhFTnqP78ejKfbdk9AzaO/Qw75yG42GHVuQmvHLfZmOmws+o5
WYFJ8aempMySs2fkrb4pgZeb3U6Ls28DOrx7S0XYa5h2Q2oiX4pMXXldzHgvpxhndNOiP7cQqyGV
4bDqJP2ecSBs7iw94K/bFPYT5th0ObVtyWEcu0m/nA2aZzmDynGUa+aUnmyqe8cMnrPc1Xz6L8Dx
Xt0svFPleHBksMrnm0xQONYEA0nnW0ilbjCZcGz9RWTNW6FWcE/j5WhiFjCVR7Oxt5awlvOQbYjI
e5ihQc5F8hVo//tkUq500a0irpHOUjvae9XKrgW030Vn6YfeCQ9BUi0rkE2JakVogpVk6QqrXLQJ
7dTYktNejUPjGFvx4DUR34JLY2p6SEQtPBrWAzuvey7n5G5usjPzEcpbh6FAQOuo4XhH2Aya6HEI
76yGNrTjsqbQMWK9I7uqNsS6L6LXTk0pY4OVjS9mZenGvRU0A3MU7ZyOClhdo9IRRbbDCmXdjOWu
L1cTLc1lPR0F1sixuml6I7JpikK4noo3dm+OhHihICzw6IoovOo63MSm/doNGjbNwVzZKlQ0jeaI
3VKXdLjl8miNXlj3olK9anmyWmu85QB3Iul44o8t62A62CtFvXRjalcTve0B35LtN6Py0jfpUca0
upX4KyXlg8NAaplWPDMp9dtWmTR7Afo1WKZC3UX5pQeKkTC+mGZDhG0LjQFB7L4LHOoLO0o2YxRf
1Pe9J6Rm4jlT4WjNAW3i5ltHrwNvUORLIy72BSOXMev9OC/FNWD1eMOJv9q7MSUajWgqXPZLHHFu
tZTCJUXLjb0WgtCamV2JtQRfEeb3UlXOVa/SbSGujgpG3USBsFZJjak8Fi96z4sz4y+MqmRv1mB9
RjXOGVt0vH2ZKKlbJktRj9I0202OQWcnk9m6K2q3IykMwep51EsTHrnjvoCzmo5NUJSvZksTjcUt
RGLSalq/6q0cl77bIgBq09FZ6CVYdyO8HqaBRMeeKfVIs3+07rJKJbFGCfLqOPQJLsdSDWS3wlVb
b1l3aB6IfiViyPiTipHQbM9uX0a4EZI3dcoOpYZ6PckvsID5iM+qvRAG/NaxqquZdsGXugqK85hh
eDezxLkODUnjvp9opWVODVRBhlmyrrqM7yoUzWuiyoJXnBpYgATOW+JtYuGTxjrvQOUnNgeYkQKk
IsxFkgMLg7ZX0SKjiLbqSV3Be9AwEye6+7XSEoXRDY1r8HPOviSHYplx8FqS/1GvLuzqS5mhLWeM
xocUotBVBFrXr4Ye16RhQlMPiqp5n2DfeviPuqXdc41p0YM4H+eh2xAnJHYD/APyBWP1BpmyDYPP
MdGLzBgWF1T2QeylfSssLB19t5Wz1X8JrTrbWnbKodmtZ/Rf7TIwKw7/CiVlhYnHK/NpOHBHu5XD
fixWSjIXozfy3W466hzhBaLB2k+7Ph9Xs41B1iuyZlyrmLxOkz46h0C5mE7CSmu+jQDH8VxWvDIu
Sur7WbZ57Bm9pFukaor9CFJtWLZpVW4aMXG8nlNX3+aIePZtQ221SgKFnciMihi3VWtohzocqJtk
DpE+CDNshE78ks658lXBeTwvoqa3VnqjhdtAy6uVya8rqLSB3+g8sa/hiG+B7sd8ZVbRvGJSaxd4
xVMMXeTmXhtzJfxAus2q4xVJF0lAiPRkddU+pBG0Scf8GT3VfKdpSrnWXU4Z7FfBAfrjeOVQz5zp
YUzbpMTOpUNDRIRt0GUwK2Nr6X10AzbaOEX9mC5VDClrmXGIX2AEMIYTZx3Gcg64GIp3vPrzFnJh
SEedt/9LEyX2VTv1QMdKxb1xdA7sHmEhylGnt7OsxniSCyVx4+fOjZqjETnZadBKY68NbvOMbauZ
dmlr4sUvqYoP9NjJwVbtWGmfiVLrvFmOVJWlWuXfsLvoePyIDliF6KfjjROG2sisKZE0RcKJ8WOx
z4qemVMm8YDlaYfxaR56LPOmGM0zC4hFjybFuiguiY5YX7oq9O2KafYgS+xygv7FejaU4EatlBtU
fnwFisOyGGhFvps7d3yYFdk+OvRylzUsBy+zZbiFKTweoaHpa+G85E5trrHhRC5WZc29jWc9h4eg
V8sZHiKxyV0cXbeprFmDyg7GQtnk6bpniSdIPtLPBGhb5Zq3PQgPhhw4Cg7xSK/dGQarwkAgXbA3
wbyv9ciizYhzWPMsh47Mymm7s7AyTHpJHx0djpFgohRlWsoc85keJG72lf+v0t8gV+DZhhvUrJu8
IMaAjaEbUTVlCBzUobsLdWHrzGQH86HncPVYWzboesWehl1v9OOBLhtc19JUD+U0Bi8YTExaIvTP
vbKYJ9+JtODYQPBZlildfDrVVBFqEr7mRp/euBZw0kv17exDNzOe6hF/tjRybAxF0V/Xdm1sdGc2
V2kxjg9tHd2iKouuk1CGK43kDzynSW0/IxgIh9VgWAYTQXSchrQK9aw0c6/cAnW2r+zBfjayWn3v
6RXjEBqY9Jn4PvFnV5zXGkJSvMHOXWJHrCo4a9gE7mY9mu9zNiWL5CF6btM980r3VsYGvkHUoMWi
gmwJ0AmbUDyyKoxFMgCqHxFDkIVqYOEslUdE1cZyyEocnk536VIlRFPkujU9crvzw2C4NPQUJUj3
KgdfrKK0cUjhajyJ5+Ew4SBDCWsY+rMaOe7jzJhhbRr5KiLAZBlKO0SwbZuPvZvbAMlM1d66Efd0
oaKRWGL/Hu5ANpo7ieJlmVolZ5nenDP8A0Zyp5c9ne2amW2s4zC0QUGtyB0PVm3eJcgO7JEQDVLg
fBQv7OEkT58yIdv9lGbBdSsG/EFRSDc06/JjEE0qczyRcqYdiVihd4Q0xiJ0kzNVyoggISjjqkoF
RtWxKPV0UeEfld6c9e64CHlejo3RdM1mYsaYgprI5XmeLFqngV0Zx2nWA6reYhrgVtkz7tSq4rSB
/LHlsDAaB8553TJEiUdr280WmUv31e0FLko9oBPYToHO2scExW7q4UugUBriDpOncjLMhRVY1ckk
y81TCtPMfFbmCbOvVtl3ssyY0pM+H6toV8Lq1cJwXS51g9qozFv6rUqYdTHlBLT/QWU/0mEGxTh6
yvRxcho3xA6cyuPUSPlqppq4hgvK3ApUrkGuXzI84Tdm1KbDZV2GTsqJn9FvfhJGb7Ub4Taqr/OI
waRFIyAUN7qyW0X3aRIXu6kbmm8WA6rFUNrzWZhqe4DBGG5VqtMlVgBwIP+6bu6uzPnff160dm9l
xUGRIIL//s/v/mv9Xl695u/tx7/03b9p//v3Pw7fy4tK7bv/WBZd3E3X/Xsz3by3ffbHz//zb/5v
//Df3n//KXdT9f5f//7Go9xdfloIE/87/dsl7vU/fr/+P3/+n//u8gH+69/Pr83r23v2b9s2ewXQ
8k//8g/lHBz534gHd4WrIl8Ev8rP/EM5p2nabxoxmBfYGQgAXvv/Uc5p9m8aqzwIRvT11O4XRfCf
yjnN/O3CFwdpiyzZME20p/+4wvMfGnZu3k+JdNoPdXOG/bv75m+6OSXgZqSoT3dIha4S0hxFkO/S
Tr1KS8OfR5sGhvLEvnY1onQXDe12V4SsBeFGC6x+QbbIWzEGHnvt5m/38M8r/Dsjz+R+/M2Q8qeS
jyv6kDE4mp0go2Vqd0ml7hylDtGxV4zY3LyAREc9XkINQ6ZHQvbUHRyTeLTaaNVFPvdf6aY+1E4n
vNGYd/CPXg27Dhea4tg+IA9GxxByVlqR3THMsVcMS1mQZ6A/Vsn0CQkfuiMaH0Gu7rI+fjb0eTfP
5d2cJ1fc8odpbkPmX82wKQBEbPJGwUbslN2S8jxkMjO/m06wDfPSh7J7VsvyDiXaXZ33V3ae2pwV
Iyg0ZvKkg/rwakV7Gxr1QetHa11k6u1kluGCrhw/qbNOMxSGX99Q/XsV9v/c0I9WIjwZsK/rUe7c
BAmSrB2vx3PnhZGDyBEhB8Yp38oiv48RRgbVYaqS57Kwt/QtDSROoS9bpDCMMUlKLDd5aL3Dulnk
8oXxPf6n8dwlpuLDyAhXTjHk2wGKjt8JhH1uIuSymfILgUL2EFrGzCNdiaXXsO7o3zPXtSWgDXv7
648qvpcJ//VRL8/U355mmtyqRMopd1MwnBn67ZsiQUKkH7nJG8bc7MmGzLzIDOzHQOf5xcbxjJYk
WcqZEtXsaqZWdGSq8JbiZg1H9613OmjfLag5O8ye9FJQn1Z6cR1N4bkPGVx+cum87D967NUP2v+U
8zmAHLXeNUG4mWZ6W+YuBneBIdZHXL9WjeDGYTgV0jSnJfEsLfXBSjuGSpGfNoNPtyTzspTHV6uZ
WAw8tJB0tIOrQyizy5twHG5/fakf1O9/3eUPWtsIwqiZ2lGz62kFaHHhF7g0U4kHUDK95Hj11pg8
Pk55l+nJ7dzgzgmiUN1QcXlNWR1yXpXF2HxmmfvZl/7ByWBRNWimibjF0ftFj/nS7Hmz/tzWfrpC
/o5A/8sM9NenvQjf//ZMAXRlfqU25JsTWEUzEWP2NCxqi9Qi89K8kHbReZGK7b4xtDXnCXbzCM96
JvLbMKe/nKjRKbhIRVpocmGWrnUTG6idxc/E+9xqot2Uif3+6+/mJ8u5enm6/naxNqbncQJ9sBsL
BFLhu5s3+L8K+ucM9Wz7kyXlQ4b3X/dEfP9rSNNqYxB/9U4rh+2lMWfVOfcnXCMdXBiXuqmprnqm
bK45eb/+ZOJi8/nR9/DB/hMUYVuMWVEjJpthKaIOSFEwuUaULdrB+gY2MvAh9Cj3adhDv0s2iWXS
nVBmX6Hu48HoaPlJeo9ZqD4lNQ3AtpFfXOSAIBYgg0FN/SzL+MdqdANTxPf3xzInxQomp9p1g3yu
YoIZBfyDi3ZmBsUA2iyus7UVuvdCtGjv5tFzjPyxERiYnRBFHdvLclK7p7xX/CCkUahR07qBj/zR
SyMCqMb4rY7FDYSQGSGiUH3AhMs2Vz8JyhA/Xo2wL37/AWanrfHs6PVujqmMU8SmLQZMoVt36iwe
ETLQZe/XuZF6Mmz8qbJWxCRybFBODNWPE8guDMPXClLfWfQ3Q8mYtLVB5yWbIAdNjGL5s9jU34Gn
//xcEGLx/aUWBQPvPHDrXdIqSAx64RzmDpHezDHjyh1maxly5vSiEYEqojGQKlp6U1qVejK10Frk
F20PwkoaTCEBlzlNbjNA6lUEuc5Aqm03BNDdK0PyQC/9nri+F5eoL84r2ZruxqvKyZ1KJNa9eFRL
tIPT3snJdrRM404vPjPZaD/7Pj7sDkF9kesYWsWEI/KsIt5bVrDLLTBjBFKCM71Kmye+rr056yuO
SHtaKqsiK5RPXvjfke0/uskflvzC6ZqeYM0KhW2metk8QSnNKXpQs0XnipICeAgUsILZLql/X1Ld
eKuAHANYs/Gzu3qztjhDqQ4us2xiUur2X8ecIw4EA5gfbYLjINeILasgei4gcuQ+wt7rqkqNzRh6
dm75etXs80zujUvQBgCTwS8ix1zCtnFXRS8OTjWka+CYmywQr7NQHEozCWQgRyyuKVRTHJ3vZyfb
6vgyF2xKjANq9QZi9gBcqXkxQc4gmQig4UcM0UvlShbdfZrZj5GePksWcVQziLVCfVNF4XIcLpir
yPjEqyW+t2H/Y0Wlsv/+KbbVdoBdJfqdOlLQtmF910oUXBUO6AUiLzo5keDc2MA0UvpOX2RDIZYW
i6LPTpyuHEoRj7H0qxvRooqry+k/IP2WrM1dM4wkh4wUwr9eiT8wg/+61g87Ik4NcuH0Xu6YvF81
8khoNsCNs6ETyNjgsDB6c8fkXfijDeiAugByBE0ETAAuBUMbZusRUmQZzZgNmlM6Ps9hdrQVZ13T
56mcelONwI+gwLW2sWlmfZ0ZIZ+VJGs4j1lq+U0Nq7p8oQ26yXWheZPd3ECwoTXNoJtR5BRogJSu
M+vA2kvj5JDLr6OwVyEA0phJ+6/vw0+/sw+bbUBwRxwNstmZkOrWdL+zu7Rgct3hLd9qTmPDccF+
UJKu6JX0OXkyVV+Z3XWvmfMrzulwYyRzjUKJzNNWrW1fr7EqaEIylDawgLQTQKdPLvayNf/oDf6w
ZRO/TP8EUdwO6IwJApbwxW1sJdMxKKKAWtk5IQeCd3F5ARE0256BTsoL3fJgWFqIcwSUPVriKD47
DBBvh9xhmjobzRHeH4jEouwusC/sHVWaLK32k3rG+tnC92HXn1D2XMxa5Y6mb+fPBrnMaZdam7RF
WSjdal7qUdWhs0jQvRmoM2VORDX2SuSWYX2AJHxj1wGS0WljaggWK5OaGVBbtBx7y/AkXJdFjGUV
fFTSQdVE5m1hZVsIkVggOHJ4Tqk9MpxC1OGG5w4KDiIiYWwwp6QbnYEjFmTwXVnEH9QaZgrkydOi
6vAyNFNyYwYUfZeqMWiz0o/SdiOn7BmCxDkmTa4yQPDwFm3rgKGwUiyTAGHawgYsuAx1FagVEtJt
MKUp79GlqleLcd1K67FLL8o+uwyXEl2jJ7IMxeDgfBb89ZOiF4j598uRVqdWz+G12gUKyEzSCamW
2gE2yZAH46XtGJIWSfPOLvv30cDj0ykVga1jWy3doh+WJZGry7rUHrXW3KWzfi0THYlBVHM60c3T
KOTBKBCLFLr2yRb1k1PJP1lDy6EqDDupsl2aOo+R7F66C3nbVAeIVCI6k5D4KIT9mIvoNKJvW5NF
zkppKUxjCvRl5Kye21x7nZL45tev3E+v6ENlorPkRqNd0MmotfikTaiNQOiK7jbQi02kWLhMhFv7
wI3MZaQZmo/LbthktbJrjDKy1ywwyHpnekbHMJhjbEJB+Ml79ZO+Dzmg33/BQsI0bTu12oXRPPDC
15C59DZc6xkQIYoogncBzdiKdeoIr4am28HPJAtiaecaJDKMK4x/SnWlDL2gnwDOp+JB/GSH+cn5
wvoY3qKhMHOqHtVqYaRbdL7rARSWqjhHm2G3xat+Aa6ZpuPlWnT9//ltmd/fkRxZIvkITCyCWFt3
abBWcxNyaOzs0d/BQFXXrev6tUku7oieIAnuW3LABO5HOihIsGcdRXjU7T+5nB+3wayPyAu+dHOo
NW3cwfq715PM8vROIrVLx3OQgOVMW/ooZlq8M83dQzzb6lF5S+oAkE5jNpd6h2YCwt9bGRuIFZrk
1XKUT2z9v2eK/GAv+Yia4LlUq14Z+10fIc+ghxO+BNTM37RJc3eNLGlKIwsGpKiv4ljuU7phWdu+
qGZ5aMBHeRIv/UY6WPzoGMQ7qsvhugst0LVadmNCVpyt5Nkmdx3N/4Q4rTv9+qb+bMd2PmyCQaZA
2+mcfqfV8t6E8Y2Ia1yMnUIOQZM/a2n3ArC885jHMIXqkOQSQoxmM6KnEF2BIz+2cUgqdm/rq3Dm
eecmCDRE8XtYUNX++iq1yyHrR7f3w55nVcocYaPpd0JD0e+qyVGrxxTfS/FVr3tOT2V4sjj4Log3
OED2O2jE6i0g6XBlOZfHCns3O2xYdfBoNxRn/eArlejWv1/fv2SQ/180+o/xW1O25bfu/0Cn/8J1
4m7/vNd/WzWvXTb9qNf/57/9R7ff+g04FoPGy/iKvYXv9q9uPxwRYamgs8giMvh9APguZnjmAIS/
EmqmqtBUgD+xBP3Z7ccmD8GBn6MbhOwKcDv/Urf/x6cMjuDfr3HEGOty4und6g0FVfGGnMbPOd4W
GpLti76uKnfucOrxIf/tLp3/eGj/3s3/ce8ZYsD3vzAvCd4SLbsJ+R54I/Dc9yrigDl+iKfqy69/
x08Ox0D7vv8laqgNEZTNaZvSapgNiILY2DCQwvFeyvFLgNpEQhdt9Hkxx43XIWM0kDh98tsva8c/
v60QEL7/7dhptSk2UmWrYoQp89TPgosDFkdgmyMWOKukgPCBF4xqPWXMD0W++eQ3X9aDH/3mD6uZ
7iqxi9223SqOscbq0nHsMKWGmWfa96o8D7W9ty/HJQTQaA8/W55+9hB9WJ5AnIdYC+pyi7nUPfVX
2al7jCKveCjPqLp//dl+vPsBcPn+pioap912LgPMLbqPY56Qj2E9NSew/fD0cQamxmff349PGLr4
0OqKp0F162Ect0hR1jMu6Zi2oh4IeL/x+f+Rdx7bcSPbtv0i3AFvuumRhmTSiVIHQxY+YAIu8PV3
Quc2VDykOF51X6tOaZxSZsJExN57rbkKx1r50byngjz14pEj0qYs2+3ff+SyxLx1A1+HC7ozrILZ
GCHoFcZ+0O+60ds7VIUp4ywnN1e15Irap8bH4OUaH1zat3cXlpV/Xlo/QIbAeLwLEf2taui6lj7t
tcHeQzQkvDzi2EkRM9r/2S3e7Z+/+yNfrTkDoXt+QwJ6CCDyIf2pMQya1qSuRJ/aS4Tg5sPn8r2r
+WqtySO8FkCf8UFpHiP9xxKDCGLD348PeQ8bnLUNYFkjs54INfnw8XlniXsdvOaMkabGqCVTi8px
nT6T23upkkvykDb+LrkTIdq23lvl83rYgBd3jwAubsRlkIfpxJjge5SdaCFG5nE45zcO/ZHn7M7R
vg5nBJUr1sqYRJ6v1U11X/Rba5Nvm73jXLRtsJa7lj++ZlnYXfCefipIfZk+adth9Z2RqLnBI+bL
Q2cdJdYj0k7RVN0P99K/GFtjXZ0Rtnl7GXJKPDihdkLtNe2mDRTdaKf27bHadvrO3qiQoArU1fJ7
cmlv5CEtj92hvQnuXf7GAtPg9Fjea7v+trlrvJVIr3b0LftkneO9P+ybQ3yq0PCuEQcyJP1RXFOM
PO1mIJOOBeNGO47pZtq3e7H3slN/kP9yZfzd1v5jDMKxKYgLTZFNF+grrwtonKcH/OrNyh2yO6/y
NwappKRgrnz+NxX7B+/W7/TRN5bk3/X0Hx+sWWPT4EU3w355fXVzBctzg/ZwFZlf8Hcw343Wsv2S
LiY+lpWhq+/K1NwruhDdh2+4996b8HqFZg4qZ3OIQt8+6XQM9RILA2qVMciOiIWYQcACkMUn4otO
UYn3Aw/rcU6ctSblxrFxSkPG17eS2JiJ5B4KfIbXkIfRNE1q1PZ9jKqsSZt7pJ9tDOyuj83hOPqY
cEo7JVKi3bAn9swIiltNQyA5amTqmJ1xLscekROnWkeivGz9NT6tT8BeedjUU4ZxdFpSrxzLsNZD
rz4T5HErpwQnGb6CIrbvJsO5kK2OtqXA7lLinmzAiYtV5nnlTTKIjZaVQCqThyqRB6x7zqo3yoMO
S2anMgohPXVuRGXeEuOy7upvsf/F+Ki4eO8Y8rvo+OPeZ7aFOg2Vbhilh6x5CYL4G1rAzZT2d17N
FZy3nVvfK//izwrSxqJ/1j9Yhd5Z039XEn98NEQb+DvIvkIjar4l9FQECVepxREg8oj2ojPKo9i1
1kdr+jt75uuEe7vFjoj8KgobseenAaDFawVInl0TCM59QqEq03vwiSzv8cH7t4NH63c7448fOltg
Jic0nYAgqzuR9ytR+2iuLDTgPqgHQNzzaXCuorr/YIt+75e+2r1sqxykhTbmKMI6CI6FbJ+0jnwH
bmpG9y3XLgMWA8dgp3bN0xwfg/Dvn/zOCeh1vrHSBBEotZsdBz844UmA4YiSOEDt7qpTzb8vx6C/
f9Q77Rbqkn8eCSp9LJCoYuaslH6XRMhunEeb/mcfyydM7pyMAOoTEGV+2Dv/zT99Y6H8/RL9cSOn
WbYCmJgRDlF30tJ5FY33fqA2ZZKTQmCcgA6sIuXdRhxtHb4KbrmPFmnzd7n/1oeb//y9tlSuVaQc
+SaaE2NwgJO889kcMvgIK2MKIkps/dkuWKLyvDuLJGf0FNwySzea9kaghJ+LMSTU8XNtVWfLXMuE
qT6OGliva42cLhdxLblUx0buquqkZpaifd7uNO6eQVwD08ge+IZ5UJQkJicDX2OV1QFayEPCnY0i
OOs9Es9k2bjXCTOC8d6aT2P9zS7uag6JyX4Y9m0QCv+AsGLyDnN78KadPm1R6KDtT5m3MQ3DIRQh
xXyxzJuxPEX2i2Pf9+ZjMH2q7V+d/VyKhwWpbO0H79fQHTwZDjLUnZ1u7Mv8oBNhPC1fWiY7ZPFQ
ILThkMRh7IROctDqHQGAqwzIRoRDjwbDefAVhQhg5LUntENmWbd52z+CRjxjmuBnzTdGnJ+ChRQf
WAdXNdvYJKKH/JW8D8IBpdfQ3EwqD+fMenDbbt9Ds9DnG9v/ZLkYfMUeGPShiNlDed272j5lhbND
WL5P/OkHcZ74f9UDHCoCYi3/lyaMeyX9J7u7Mao2pLX5GFjiIqzyO+ryk5dC3rBpfsokVNLdJoTa
xKWNegPXWaBtDSW/jxqYI045BAFu6kx8nXUoAD6K7NRXe4V0OcjspxLjxdyIdZpxMTQpilXmQyNI
8kd0x6HKVk7xM0mblY3/SjZfZPQrjQ8tqaDBphgUcwJrvCS9v82cdq8TFrYt8C1Xo3toYoo6krom
gDJO7kO2NkNk7dvSnO9Uo699OawGfBakhIBkOMK7OPm1fzWS9iC6advg9wuadMvYY47ZbogmGWT1
UEziFg38JjMwqZNIBPgIh9I+mprl0txSUz52+Se45fhwDWoC7BoclTIAdOP3WuDmFfoumOvQs/uw
qOXFLfStynBW2t50o1L/p21OD319aWwihHRemgp90jLDvQzqYOrpcYzt+3yyL71yH8bY++bPDGRB
z+S6uaAadspxzt0qd9VdA6UMfs+VNMSz6ecE8rjhqPd7h36FVRoHLapCZJNMQvyDm9xhrNk6jnPy
u+aUkdmZmJ+1OuL9na5JDKya43aUEepk5+lXO5A7et9YMfqVpb+wsq5yNLYivTPc9KN9cllQ3lpo
Xh3EDBXQyTf7PmxUOEsSn5phQxDhNk38DVie/fyrzOD8RByp3JlW/AfHUPu988Cr8tmLitkm73QI
CeTA6xBd4o4XvBx2VabTDnR4nhH0S1Qx9Y3ELFCVDxEW65gDn+4+4P9ZA45dw3bY1DSe9Vpf6x06
b9Et3oB1FR0yKAsxcQol+TIF8QE5WTS2eJTis65z2vmRjuY2iJzdCGcsx37i+do+qhANcEQjZWLb
m2o1BlfICbW4z71+xRx/7T2WuOf/vqeZ75Rlr1WPczLMOVbenL44PHxxiopjYT4K/TM7zMqh6vSn
fus7CCJjPEHqTqLuDziz6i6+AnTHU8j4bcKFKrBR1F26CUzrzMntpmzc7TXJ4w8239+88TeekdcM
WTqEyWw7eRuWUNgSNmFvATbH4160L519rwc35AKtvbRe5yaWe+PsC5BrojubUbcrR0KR8AX1oMLM
y5CgDDr45qlAR9jUXOZkGZiDbCSJE/Fix+NGvg5BLEW0l3qM897Dbgt/CaZETAosgoIdqUhrOSSb
2dGXFCjMg1uJ3hPKBKmEMKyqx3JxBc6QnwD5WQDIfi0lgOPq67RLtpJOdR57KwOXYWeXK7+FQMc6
VXdftfGLEY8YNM81Zj1TU9fOUkAAmba217wLiyQ0s9vFiEnKL+0znkJtWhsiPUNUrDuIVBirQXqR
gAJjIYCiI3eCv74Fr0dM4DYu3XXQfRaMqkrv0Wb3tqdvHotuP3/EonaWLslbd2v58z/OLZonYiuX
BnXz2c+MPfYVfV+YLjacak/KLuy/0Oke+uw5HmnET5+b5OqUwzoeKaVdfLc9MoBOPto9YtnihJlP
5um6zX4XWUdkzw9OM22mBic+ODNohts+11ae1a9VgLUc6X+Qi3OWVvgMq1XpmmHpRCvTBy/hq42l
aB/Q7RyBb4g83jbDfCCQcI0SDuMvuu7AO+Rms8lK9lVHbOemAtqJuQsZCeHr6Ls+krP+Tmd46zq9
PjdHhAj5MmpDp/gckaGIl+rC5n3ShxlqZHcgJxlyaHA1e/tHraWPvb5PPP1icuPyuLix2iYc3OZq
tCHpoOTYaLezWxWrNn/CiPnJLGXoxrjvO3OjwSQFuL52xFJEL/Yq8dmV7ZkA95OvkWVq2pDsvvbk
BwbspXOMw1xpe58c6ISnUQntFmPebT26YVyPmwRbTdP3B0N9sSu6fUBchqnCXz1dakjcKq1hYUV7
SKXQX6N9o7vboXX3xP5ssudmRPuwVMzVAw5m7PnOmn9zvXQ76/k+h98wLeL16KPF450RMwzIfz6O
VWwyNLCy5Jg2Lj5mzOG1vPY0MP1oOKnudtL448LHB+dsGhk8lZGFO3Qid7G7gxS1/7it+Lul/9Yd
f1VEzGqIbFoAWuhngWTxsgCg3RLpTZLKMqrM5/6bVRTnwhsfOX6H1vzQheBETk5lsP5qmIy6K8Ac
ZuQz3NG1AqdfPM2INhOXtsJYwsmB3cUxxwxWa7jzIV6pe5gj2dFCsmIGh9EJu/yDEed7xfx/CWlr
7PbdSNhHE9n0xpIXi45WjbrZgI27GTL3JLr42dStUzWdyCDb4H5tPti+3/3wV/VJPqMX8NuBMQ0N
YWWYm0bgu62DxQ93ShpzJdRwslS8XW4jqv5Ty23VENj9fe98rx7UXx1bCmG4GnEFHpBh75akmpOF
7T/qcybP9PgrupVL72p07uYqe/77Z75zYnmtmG1R7cNuUU5oUNYKhkW+jyjJYoBionVD+ZrgrXL+
3d01X8tb9SXbx9Xx52Zu8+SyNjtRsaudH2Rvnxz/sVxyfBj020l7pznq5CXzyaEO+vtPfbuyN18L
VodGwNaG9B+6Iy250t3P/Q2oi03Gz5ToDkwoWX//pN8F/H+/k7/tQ3/uVuYwq2TuqBMbdQvucJP5
5ZPOb1yurNZr+/aXRLs5kd1KcQJhD9i1a3M0RQr5wTd4uxVpvk5ZETiuOsua/TBntyxBLmckezFn
37lcz0VM0XXG3izIZeXokfO1/uXnvloYi2Iw2hGVeCjRXefey/LuNtGzRAVIZjR2YuIFkcdOdX7X
VB9e7/du7as1MFgwXw4T3HDq+2pNH1CKZ3+JpEX6A9XSQy97wFg5MH7Iehiwvn2d4pcx6r4AOL6L
6UdbrQ2V76Ph1ttvFcES/9weyJ5Je6entq4L8yvwv620nVOqO/ucKPmq1E+tpk5G5Hz0vL09GjRf
Bz00RA+31VAH4Whm33xGj6XbHhuYp6xXPsQAMwUbUX1KKYb/5X1+tVRJwpodeKoBqMpoj+t2Yzr1
xhpfIkidiSnvRkWzuH5pvL2uxf9qrcLQ98+rWsLQmnCQapzYB+z0ziljWtbzBi/Loi/AmTCsNNh1
P/iN71zV16EHPUjOos1tLYxp/S0LRsV7OqGLXVqBZquvIphktoTb4kT/+cz/nzUexnK/3ld43H3N
U9l9/acBdPlP/iPs8Jz/sXyTDCITqyyWXoeD7X+EHa7+PwQTId/gxGWQVLY04f9P2GG5WD890/ec
3//FYlf7P12Haf3PklKCwYJklIAtx/5/03XYy7n6v1Z6cl1erXdxAOk7BkqwxTzpR+dYulT3qU+4
I3bCnnqMJFz3Po17VAgGQZrVAYP1VNV7E1QcZ/JazV4+4avMiC41h4kzYmYbSYiAX/1SqfACIktJ
94vjoA9RgJsK34pG06aGiJxTioHkWFtVT3ywMwKtLbWeDDs80+UzHB7Xx2mYTuTXzkOUE4Qgom/O
oGqxSfN8fJr0Oo8vqjNoBERLNjanvwEthxpm75eZl9jb6bHl7VFU4OUV6YX2DVhl3z3HHeIy8tfA
H51yTSTxXRTMrXj22tIbT4TdV1W5Gg0HZiuVaIuPfy6R35w9tKFEMHB+8qddlPXUm1YH9HpbWkXU
AZAYIfrSgoubT1KZHJSV8gsTqjfuvCdMTs1diQc9uJ19p+Bsa2HJOBLETXdFZC3Dq4CkgfKsVUB1
7py2EZNFnHDegIqtOOBwUixcLge1eWEN574NpvQL6AajDmOF8tbAJe626ZUI77E4J+bcY1c3et2r
ruAU4vqCsY9xD1EG42Bc256I3rDUiTFYlVPlM0BuC4U+0uozC5NaG8EYsxPI9l86oSEKWbWQNQuS
DHRP+kAXKWgpVr2+zIPvY91Exi+vL9rm0fI62gx14YziVrPh859alr3yFrrdwA3whzxaDHeAZnAl
gUicly/p2WW59rwkTR6hLDnVbZw5fkZmJbQRzDdlZ1TdOZ+E6z/nZgtXupc5/AKmxFzlILZTCmOS
G8ngdvMyuI97xxhvu7KsswuwYRJIx5Ls9h/0LKO233aNsKovVIvyBK/QxxhRSoejHTDeaXgQUUbT
sEnjwngkOdEyN3XFvtBKoPMI8UvIpRbbNd0DgeAWNNeYzZshKbubxjObmxiMA8F3cRl8jmy/jo/I
aGGQr2QUt5C6Gi0roKs2S/3pl8vFqSHGk2yLjHFs5abLnfTTQkWUzAZK7Vjmbatt3TYp6Ze2tX1n
gEIMO3+wwCWXVbZggsve2wHYyQkItjXODD5JmcMW8zjV/jAsrM1idv3PoGBGhTTAj40VW66/zqXe
wlWvzF2kG95nSFH6qiMcslqLpFtY6dHYqiUIod639Wi9jK2rnJV0UOtvpzgl6DLqCKPb1+Sh/Ui7
QVtIhO6D1wZVBVwumyPgeXZcHaqmLvkqLanyjByDR0uRRygCd5x2Mnad5AZwEvRHn2UhNJJGfm5I
ATqmPRRqMzf4VnlOaNIa8OFohV0QpdU95T89qgQINqjDAmLOyqjLoL02ys+vZN7SFm3HyLibotxP
NlD3dM5uNB2/EiNehRWt6GtUa4DOlKNFw6YT8r6QRNMrL/bqzWSBItlpYEvqXdcaatx2JnwbvEgz
bIFYWPqFTj3CJVRjTXaKyz6FsdJH/RiKLK+IKNcKcbDmSMitUVlKXjKjYe4ytj+NOebqlHG2kfA/
0bWgbQ/zyuieRWLzf889hQUqG0YCHyBiaevWVpYOGzArMyZCY/CtzIiV2udTlQAhNyimSMelTYOb
Ep9UF7nXdLSsAlUIq80msmLzZAF9RM+b5+rbpMobPZ0pD4t2zC7Yh4bpVA9ONK4NVhTgJY1NSIsp
teRn1jrBjaflN1Uz0eztkYndyhbM+0qWDoQPIYfnJgMa2Xa2drSIRsDSwKIK8UPFjouwgxb7zhNZ
tUsmXuPGhrwGfejkEPhWL3BeTFXN6Hf1Vmo6YQkQbQoSOlidvbMHg3l+5hGZ5Teky0UeJrBVzp2G
uf8hEr0gQcGPRfdTzmR3HIIuCfwwwkH0NcVqJ3YugAmyRhLZ+ddeODHHa9kZnzgNYU63dcV/U3kI
YjFRmjrd2zbR+lXN2zCsTfwK5xhNFVp2zyidtdOPCcEokWmQ0zvNRrxWc23Vm86JEEzL3LPw9uK1
I5zbr/Lx3iWmcvHzF9GFVEVk7lOXthnJOF7fbcq6iNRtbfN1NhXFjUFDoM/Ujkdu4HEog8Q6pXSQ
mL24jTucy4AH4qef1CZxEInwZ5wVLgBrRJ8Lqd3IyOeKYnM8a0jDqkMjc1ioQiQtFvAiJesqz/TT
TOo6wbMZu81GRYPrIy3UfExVmZNou1ZP1VPX5uKZwJXU3iRJ3fahMZBOuR5BPFu7uk9bJkZNRH9Y
SxrIX5PX66Gs68J6sSsvYRXuQY4oDKyQ2IVoNh3c3nLtKDzn23as/Gbv+Y6CUN/XoNaLMjfA8zr2
jHG+omGjTCvPripK29tyULLaap1K6ZIYph4RJtzkoeEAyjpUdU1+jFOkQjApi/vrBBoUtqtBRO+a
zpQuj4nm5R2jKXzUEG6yAF/X5OratdN7/PFRn+BrHoik7i/d3EbD2pUxAui6wV2xs4CAmavYFyZU
VzbMeAwNMuEaGrBllq8mc57yXe27XXNjDQnONDw7cC2qGXbsakoDMl07j71v1eBL638pApiDlc2T
ACGpkNwwGRHvuWma2KT1bbBPCR4pvf3kJxHxzI3hR/2mit0JxEIzyUc9r+oU7uZsnVu/dIaD5UTD
j7H3hbar7AgHKnHQTX9yvSbADMSSs9ccNnKcKtJRj0HbFs6qMs1RX4u4U+VdkwzWS+3UJtU7xDF2
wyBC6okMZyy3iW1W6UaivfX2loYTj6BR5MjkdMbMHVEux/F9jNlLvykDZ/aIguhBWghDM7kCpdnd
+NytEqTlGAUYpgLjU+9pE3e6SN1cHLRex4olUs5IoOzS0ropPIxMaw7XNA+GSea3g9l59SohAsKl
oW8G6MyCJC9ODUnSjzXxB96a8yLSL9PwbzMQSd0mc+tU3s+U7vd8b/2b5UfMRwl/FWmoz5Jxnd8p
f/g+D8o3t2JKDHqtZTeqTeal0nuOW+m2TAI1N2cugvYq/taXndftoA9qKPknETzCS5yyre8lPMwa
uYTpWmmdLoCE6dBue1YgddLAbrZrm3lYQ/pOVo9r1kL9nMZiGjhpyUKcyjmdoH72PlOSukcgASt0
GraZV09fGdpPWIridBzFQQ4Fg1dZdIIsmDZHpM93HcjG8Hhht1lJtO+2t8B23ybmkE8PVU9Yy4nG
DenCJsPwMpwmQBSb1sMVTiiOMaNe64g9XM+GC/qKUZtPtOtgJvIUdJ3qDsbsAk4eM3OIn7nnlnOy
OQ+3P2shBpNBsT03X3PIX5jesPZNd8pJlHG1Bq1P6KhnuF1Eppc7JgLGS2USQ5VYVob+y2iYHC78
omSP7dIkLcduonkTiIp+eS2njK6dTX4UeKmo8a4cephb6L6Ttk/g0ev6kiccGWAHi+nM0L1rdzp/
842IZg4zZZlYxVNmOmV/zgQ2jRetcOzqZcCX494aUKr8g0I2/wg50mIWlhb1bTVAIjm0ENKcDUc4
mL7Y+gOBtS/Ak9g1jR78RFvc4tdOjRmHnK167ax5btQdyU1PfdBSTVHzxtTVvGoyJ1jMd3ZTeEee
eto2pk7b7zbVo0i7m9yAXj4UP94gbnaWuMVWBNynnaV0NbL5LOIBw+162LTkij2SF+ry0LnJPFWf
66rPxu9BxaLwHXORMf8IBp5c+cskFK/SQet7RUs5FPhutO4L9hHYJNVkbWUDlwYbUjCeEASx9RRT
DG80b2MKqTjtmGSXrvsyTa30t5NWxzq8Tw/jFqo7a4x3HB2kyWhI458RfuCcEDqUIGNTqTtj6LRE
EcVi5UO9YS1IkNYVvY+iJeOADiEvk5yUu0SZLVZuqQVkjLErbaw0V7DqLYGEGA5jTGpoOlmIESjs
nsHTxnCo8S9HpbcxLTDJACK8KAL+6Q+Fsl8MM7O8TRZVnIngN6Tx7UB3Mv7JMktsLcx6Oe2SvvH8
0HcGYCsrJ5ja4DNEQFPek0svvHtReXWxlo4rYk60cQ+/r7BY/DzW0WiLPiBOAwREnTVfuK1uesJS
EzyYwk0zhCzW0Nxq0uLoNLDCZMeqasaH2Sqyjnl0n9jXOs0HsJ7UpeDg4LQZW8p4h+zmMQfS23K8
Gx6kkjrb11yWxVHJMRrI6jGsT0j/zV9m145Azap4+qprnvGAP7uvVylQ8naVxL0lNkXV26TCjGP6
UwgVyXoFGJ9JYTZUOU+hwRyVSJxC9zJ+pU/LUNY3JWeSAy9h/4I3MwJFOvQ+YiOiVzLdozRy9cJz
1uy4k9xaJKQVl467AhImb/oqL1eqK5mhzdlocSf62bnL/KhuV2q2p5XO7d3Af7cHWmiNeUfSIFNz
y4hqa9WVbG+gS4TDMEwrgD8nrWTTQwEXQMhu9D4miZ1d//tE5CdTTnNCcyzaxAh4twresLpuB1C/
mr5kmjmFc2sCYJJ3Tq2ItbLAxIj1TEFWbFKC95LTPKWOZH0rEouOqCPSbUqt04UQn7SL6nuUPqYl
Rv8sSU7kvK5VVsrs1a7dT04h/R/WpOndZ5Iq5HSbeNpADFVmozw1Kyda5nnCuS0cGOSwFAbbv/JX
NA7qJc1fghQMOI3S0QThu13ZZOig3BG/etP7lWut69Ixng2dLsdqipXzkBseHYDW4fFeF5Nb+SH7
TZeEtpNYYdU1lbsv+9wCcivdqIRO2rTpha5kiYW9HSYIqaAoSCKMqjFZAY9polMLpLUgxYNT6ppy
wr8fkyYg5ikYyfRiqpq+gKNceIpRa65js/Sfot7PCHyog+QRc4b7Ke/hoq4NHZ1LHXXzg+8JVElU
USUZkMoGNZlYwZ07ROkXT+8LY6ONuQj5EHVnKUvbsrDmV1BDkLSKbhpLwol8uXdi+Ephmaky2RLq
aUBuz51meWR9h1gqjgHxbrIolNnneoFmLWLJPGqcGJOHeNC86kud1xxzTGlV9i+t8ePkobRlgt/P
YJeiN+D77jqFlZPf5EFXnKXCcJr1WjwAdDG8Ztu2QF/uF0gjgiLNZNWN2LVET1KU6YB/YVgOJ3Mi
so22jVa0q9+N2vU8JaVcF1TiK4e43TyobkzHU0+gCPtDXPi6OnVxJdrvctIjNouy6+KjpiRSU/av
1CKNI8ss1Mc61dg6yBuyX3B/adqd1ajk0lmJr4N2rr1w9ifEqYBqPHsDVy1On8oYpOgdIADb5Ixq
DBPRPXF8pV1Yqm0g+/IGKbSlMAVElbpMDVlOVjM2JxWZNqFlg0DV70RspF0QNOTA2bb/zSD7MwX8
wMlkVTlp8GAB6j/GkVVD6O4HAvTmIZ2eqYAQkmlaq+aVNSNuPGmt59ZrCGbqk16NYxiBv4QlEUTZ
TT1U5a/C8DyEbC0ZZiWrZzGXp3KYi+k0gGheoiihla1VThLZBgaQZkJ84Z4xSy8Ggukc4aTRg+fE
kDq1jEDFoibZgqoXYPbRjPq+5mp63U9iG/MYR2UHHduYbdXs7b60Pvf+NA0IXWR0m5qIROwouPZ9
EuAZn0YoWCyb80VaKULDQtjiZyFd7+rTW/2s/FTPjyIxiujQGgXzDZ2csn4/L2h/ItfH9N5xLOtq
dxHSQEIOFeilyXsxxSiA3Vliq4thpxLqekxxo8UrQT9dji86XTWSaixOax0jVq6hfhNHgXtr0Wsd
1lIiadgOHJ+eE2Oewoa98+qrTjIacCfacQVxPFfysOfjID1ENCoKimNc77/XmK475ZJnYOvjxtuT
NwRi1V26jomRxQ9mEScvhs/DlfopfKnJdvp9VaVw29qU5tGaZA5uReam1o2KC/PGjWf1NaKh9IQg
RN6qOuiMQyCM5wBzg4IB6cTD41wU8GHbLo6PmUN0Ie0lJzk5TZKE3BgN7YALIQOWQElxJ1tk+lx+
5ykitHDYuBye23WvFRC2ln7OL2seyCsI8kWsn9kyuA90EpnSAJS/ZmXQIvJGxQsrtoFRHaEBuGb6
OA076m0bbV6q6PENut18JliedoMXWRad4FK7GoHWhViEu5p7NYrvtjOrn74aanQ9mnIatoTS/yWE
qH7YzpDxn7rNkCMC7ABOp4I2MF2vxHwwY5qh2zoY+8+NKUAzjIIUASLK2i7aVIGXtSuYNtHE4VBN
536a0mxN6ND8SKvewgwzgJq5Ra02fqEdVYsdghT/Jy+WeXDdmUg2qyRy0cgv1tzCwXVrCxeMS3Yf
y7X3LS+9yD3/MYm4+08b/08X5ZtjPJr7r8aKo+ELNr6qJlXG2EasRuDFgVOQMqZeFM4GgoJE+oFw
7s0RJp/1amRoFjQQ6asRT2bO7b6YU/jAZBbg8Z+vFF+I0Dya8W3wwU9b5hNvzS1eSR0K1qI+N6Z6
64n8XGNFifQziInr3y/c20oKfs2r8SB4FjaTjr8+kRVlaT9tOMDdBpaHfQVE6owSpzRGJnel33JF
+xNR7M+p63xX3Qdag/d+4KthYeJ1ulbJuYaWLgnSibDe0GkFvdrHH80Hl8fgjWvoLY/NH5o06UVN
lcO63Zb2cporUI0Vqd5SK3eVtR7hZe6M0TZ3Q9RYK70hkRjU5A9inLFNjAbA/wA+U27W1rT9+2V/
5xla4sP//EIRE28hTSLu6Lf8InLzgVqULlJQPaWJfdRwZq0D9cEtfuf6et4/PwsNtmOYOZ/l8XBO
bAO5bu6oUr78/ae8M1fzlj//49rOw2ikUwPWZGYEA+F/n0wcI737upXh3z/hbbUNlpbll/3xEVWQ
STt3WqIQapo3bbMfl9WQEwEoylWvtLUJOL+E+0w586/G5nzm6xWlA7EfW5yFIL/qVbmnZXuoEXya
8bNGIGaT7PSSO4YOxi4+ekyXFeStx/TVyiKQYDTxIKetZ6Bg0iayDTR6hZeI9PIq3Tdi51O05sQj
1cjpvpXdB0/Ie7fw1RKD39OuA7iIWyBq5SkxFWLYFOofNfyMG6L68D18c07PRX212Lit0kzeQz4o
0Y6TkW/4IXZ5UYG411DABlKta6Nm0Lj5+5Pz3g97tbQMs7EwuatpK3jZCZ7edSby+IltQUwffMQ7
O8+CMfjz2Szs3KK27rGV6OKg496EhokabcfCshVuzLb+S5Qf0DmM5ZV94wFxXy0bMXHrmkGCx9bV
jCMfsnzmFA1bL22fi0V4h1J4JuQ+y+74hw46zCFxiKQosUMNe5qD9oPX471f/WpNmbLKk17MF0kr
j97qeGFGt+HDzOoLRXlRA0pwPtj/3vuoV+uLLSa3k7KYtqZPqB6TPGF+G+gmVtq0RXa4mq3FwLr7
+wPztlwUYMWrpSahTtABnk9bpX0KdC2sXdSr8qg03EjUvtSmtA0vgfxFbu7aZc3Gn77V1Nc0+Uzo
99+/xDubg/tq6aFnVPp5w1NLn32b0hQVzotWlvvYfHBd0v+6Dzah3wb+tx6nV+tNZvwvZ2fW3Diu
ROlfxAjuyzxKoiTv5Vrscr0wauW+7/z189EzD75oQ4zwy+0bjm5CABKJzMTJc6Cei5oCHweLF5XU
m5Q8yEKMEgHV8feoXYHCexmQOrG+r5btUFXsOTxmSPOzV53ysd6nUA2hA7pbzatseNlgkerRuu95
7VIi65qONUDxUEqUf2Bz2yVZs0X/s/qM93684LSywFrqJqz58cTSoFtBkYfIFse3hrbcd7zl2hwG
rHBq7MN6EC/vzfvMPiujyf+e9xB4feauLqxZhm+OvfiLgXm4E8LPnq9rwVGbnxyUaUNWsevuxgR5
tZ6iCI7OunVm9LkpwiZwKw5TfWq05KxF3c4sf6iqc2idl8u/UmrGguPzetXIIujtX80YB9AFwPxP
xUyChSWvNsuRKRdj31E5m+enCb1VrhNnvN604vcbGCFnFzxjpNfRWKscpaW9y8DYU8hCv+3e48wy
X/xTZPygJABHj4pQXrFh1NJhBR+Z1UvUUM2ffCXnBZTWao/5V3ip0v2ER+wwTJaCjv024OEuHf9s
LLnEHl/7Id4EKUlqwTRi0FQ2afFjmz9rVsFT/nGs7C9GcxfB+5lmkCjB8u3Cn7QxqMRVrFirt7dP
k8HGGmu4CsVRjnVyb8bdAQ1vntOCl1abz439k8DBmmPUObjV567wmXnVO7dxr15bA8TERUY3y+Z1
uPqod07lStDz9gc5agfHRMDF0EWq54cjsuM06safNuYrudAtwTVmahPXxfL/L8DQ+FUGKPw2zv2c
3GFavZHf0Sk4jicbJtBU8zly7qjdczGhX3K+/BtkP0FwmjbK1EGmBhO9c3/NPH20l/wcBLFvR4fL
A6xL9d4SCo5NR9CtBvsEdQylv33teP/KsjpjSpc/L8v4LMGDRYOuFGpNxIIlOOq/AcE4EELc4U6P
oEF9HIH72MHrDT6iS80j4OWBZbYq+KQohZZg6sOZJMwb9rU9f+2C8Kcbqd+qGcmUuf6pG+YW7FWy
S699f29Oo27n/cxDx4z+aQ8Oz71fRg+JBMN9oNC7cU9LbP2V/fXNGAnv1rnbWji40vqm2snnzTBE
EvOYQng1V6gLdC6JQG4Yt1D8HlkhVDGT2zV+nfvhaIfpF5z15Y2R5VevkMk3E2lhhZmzmeFMp7xv
ZtAq3VNeXif4KzwmJmEt/c8PT05wEZ1q5/Co4ijXLGcgnkB/+BgQWAWI4b7mNpu2LjE5U3AXeqJn
4DCY2Fg1Bx6Bfd2IH/AN4ZTQXNb8IS6+vISSwNwUnEKYRVYGkp/Exk5+rZ5/dUPNdwizb4YtWiKJ
XzAFv9C2WlcOdFn5ozqfwyL3ncWiRbU9XZ6CzJpFt8AzdJNMy+SreflS6sEnMszLX5b9cOHgD2oL
SesMF1YZz7+zankpM+e7M7R/Ln9ectQNIc4IHNADg25MPlDQP/Yc3tMpe8XzNq8UgFYvjyGZgrEa
2JsTQhF5npzYxmfCZ8iDlNMAC6sfu+nq8vclB94QDryWFmgSOCPBw8DTk3qEth7c/KNe1qd6jRHj
x824TLZc69/fTAVwTaKZCe4/Se1rzcT7cocuKprzRfnB2FwktUuDyVV6r5p9mz61NamYSAsM+i7X
o9ESgQFv3eNQmuq06VZkgZ9IclcbRmq6HW9GTgDVA16eRI2we13N5rtl1f6aHavzkzXf49Iu75vM
LoRzT7XGdC0vnf2+cf4lUwe13JQvRwLMy9+X+BVDOPMDOoedxc3pU9/+rAbq1wYd0Mqbr4E6XSna
l4+NIhz9HGQ6jxbjjPIpfPDQU+/Aut6v94xZL2evTA8fG0dwBE2J1GU69rOv27QzqpEGPWr5Q1eh
sViGx48umshXl5sggLyE6TRaft+X/X2DGhvyEQ+zEt8N48e2RqSm4/GnBMs3zP641ERn6dErexSP
yudKaZ9C42PVVZGLLnCroA2om/m27fb/L5MejX0fAXBJkmFjEMk1+coQ8MYlJGET2FbFIHGYwtMd
7GNdXzNWbmMXsLaWx/6HDOBVlejNQKGSDqaiYQBROiD7Ot6VbgflVGASi0JiZWTpRqIgm5Fw8Uel
1Tog16DGdQYaP3P3bBjkPSlPpV0YHfRu8G1t3qhQSTyqLjgBD/AMWBQCW29OHzxEpHlUr8+NW/8C
OrmxcpLbWaRNm0zPAV5F1uGGAy/haT3s6E//2O2mC+ffHLNWCegH8NWoqhEwL74BKASfsbE+svhS
5P2iSZgXfi/CS2Zf+vm7S+kBru7iCBgLEgXMetK+1dXHzqXI9FVEFljqkt2AtLhkpdofZMkeDQir
QqeOEkQbaMbGzCTXtsjy1UIhjYgZWQZTcuCWdyFxY2orVqmG1NTq2v1mlC4x6dea8Juz06XGOBnc
rH7TQ2NUVQfoye9fK8yutY8iyBO3PJtsv16rSm+GKmfF6eDyIv2wlBNVGi18yhNoUqDsaR7m4rFJ
M8hBNoxPtobr1fpmMLvV3dirmRdJB25TL4ezBfAS62Mll7Wgbm/ReEluU5HFKwSX6KCqifupxq9W
6K4qdRSjUth1hrSdkWHZLMysF/Q7Sfxr8v1mVro50qKNtoZv5AYPp6RS6qkebOwBtdfDCERsF0bZ
BMhq6T7rgeO9wMSC+MKoBZ+1qFX2lx2ubHGF+AElQDtD6YmYiIej3HY+tag+JyCues1BNXD62jbP
49abmcRHaYIb6fHjYZURgGVR+9eLrQYZHEBOl2cicbKvtvpmQW0r8PpQqWcIsWCbaiDccQP9Sz+G
+9EwN46z5IiJjDiKnvCwoDIGyG2/GlT4K8Zfc42gDJmwTfVbi+OPhUIipw2wUiWwBoZaN4QXxDwD
YEh8lylcg1vPX69+6B0rFCXzHBoWIc8puNiT6EftNd9nOwOeBgsLDYIHJJuux6G9HSbHX5OA3II7
1Rh/0XhxuwZlmhd/Kahq8+/D21ecL2+kxEpUIf8I7R6+Prqf/FDtH0LONopl3y9/WnK+Ra4PM7fG
qlttxCpNWju9Y4BMcj8hzTFk3u1aK7w8jiTqV9epvbFFqAkCOyoYZ8yC23mA/ogi4OePJvois8Y0
u5bmhGvwYmu/3cG9RWn0BmnAn5d/vcQnqIJPACM/uJlDtLcAfz4OcdWfDRPULY1H7R3cRiD6EB3f
e+XQ77QMXovLw8o2R/AOgIu7IUpXSJ/ZlXsEpu+Iza7bPKdYQulkZ6wSSJeHku2PkGfozZwpbUkC
4PB+Ner9IW6srw2u/vLn33cTqsiNMSlhUc422+8poNc9TpHqlC9JSpChldd9N13n1dXHhlp/whtL
g5pC8xr4oX3Y5dZntHLJAHOfeLi75mF5abYelteV+a+joG37f8cBHFkslb3g+ZLM+BXDwVs02nnF
1afBXQcKIZuUHEiobe+mtt0Kat/fJ1WkvgAcXZvVpM/+XMbIq+tn07IfkJ2/vHbv3xiqKBhGP0oM
uR5f1wr9e2xOX9po+BrAJbx5UN93ZWtr+v/sTmLGBPsxq1bFNMCUFspzVNIv/3rZt4WkArmzaXZM
vo1w9Oe1XKKU3oablC274ABGNann3MF+dRWiM6+/Liz9fvOHy5ZdOOdBB13ZsrDsapTRHdff5iv2
gl6qzXKFbATheDtR7Q5OpeDAgu7AS5tZ2F9c80qpsg3LkQTAqsgnMS/JpHoLbWz0YKHV+ETY2+TP
/C9pfo2sHKNtZviv4dE7Z2+V0n57xue4qWLVZDq5UUG/GR3GbrnSuuUmUcPz+t6uqCYAzmHcQ9kS
gvl3ni+bmGQdRYUj2+biTwqNe4bGRK9I4PcJ9mVtHKCZ+9gI68hv3BdUJ56hxRa5GCD4aUXO1vlt
D8WLFxQbEa7knIi0DlMEXKNuDFIwY+poArH/bT/wSBy9iCp10kQxqqRe/DJzc7IDtEDSQEkfC6ft
bvuq/qlW1gKnCTjxy+slG1A49G0Dbh/JGiTbaE52yUYQvYK6bd6FQJEDGwmErRxPNpLgAxbgyIFj
hEwtzaqzPcK5E0dztA8KKNjyvkhu9FhvfMXi4f7y3GTWJviFhm4WSICThVi0mg5JNk9XfW/FR23R
tHNIs4x/eRyJd3MF74BWNalcXy7YXHQcHPNEY+NZdbWNabwfxqgilBRxT3ek6wm2/sZ4DKf2Vu3S
m4YgYAdS1DfN1NuIMiSGLUJEE6gO28Fih1ASuaEL6FmrtvhyZHMQbns3MeykqzmWARj0NelNXN5G
4/bG5sLXNxkOOeTv+DURGEq9Sqkj6Ib9AWCoaycntSlupuSOHqxtwJbEqkRoaFQZDbEeeJZm9I5I
MP5SGuU+Cq1TrQ4bt4FsiHWD3jixDqIqLZzjxUcp9Un1eIilFmJDf1y3tDNeNlrZGMLBZx94idGY
RhJ3PVBsGFjNqU9ow1+iK7cfN4xXNoxw6uuqnLwmYiqjOVX3wwiXqpcoVyR69HNrG05McgD/A/LM
Bh1NMw76Ag88/MbzneJC2Lro0cbzksR3OcIJT9VmtlOaCNkABKuV5WzZTyvgK+H1Aknf42YpUXY1
i+BOg4bHORnxx3kCZcR0b/KKxGNSQft7SyswT0t1TsXPbfbbobhk+USMZxm0ce/OUO+sX399vqIS
D6hsyf4mNMMVwDyL8GUtjPFgolEHhD3YJxm4bIiStbUF15CpmlnosKT4vJInxcvSTRDAwH4RDGiw
f09pH7k8jsQF2auFvjlUSMOZaapWup9SYhwg0p5c9XGOqAb0L72+ldasdv2OC7LXNX4zShwhuqxb
je7nzrGCp9Rx1OtpWhXDHxJYIez1lcuajmls7evln7VVd3lfRY/mHMFlmHllu9zkuh+jrTzpph8Y
Kg3yR67vqoKvdfThhLoHp6RmT4ArEZKFDgqwXptdJ150p1UcfwsOoGC7zCo5+q/ysW+WwtGbvnY7
XlqiKDF8Ve1oCIeTf1bQvjDzvtvSDpBcW7bgYoA9m2ni5RbYK8S9J7rBdx7UV6fLZiMzTyGIGIYI
hqgsRA00pvnU7hYblqHap0kn29Hh9DkJiC16bdOA1u++Z0CCq4mMSEkQarG4w9JDQyJjms9Tfcyi
9NDOd2XxEivfpuBzv1VCleySiJlELdhbRjWyfG20ryfY7tsGVl2VCmSibJw82RDr0r4xhIUWYIKt
xPITo6O7wDG6W1p+x6swDpubiXT/8k5J3JgIh4QxbAqaoLT8UCv+oEVzy/12ZXl/Ln9dlqGJwEf4
T4ps0VcJXT07dTD/TQCSTXj3ezM9u4v+k0ZGmO6bK1rZ/l4e03vfFkRoY5opJDOrZQeaBZE3iSDU
27BndeUdasTcPFeGom5skgTMoIpAxzaM7AH+dYtG4bV6WZ+t5i6MrRODDeV9y5CJe0yn46Ikx+16
seTwWkIYUo5L0+YVo2qAAuHu+ToEj7q5IJR1bKzvjD0hTz9290n7tDbYuchvKFsFftnyCo7D80b6
3JAf9fOqvRkRNKlo2O7GU16M34elO0HUH+97mGAu76bsGAieBLY6241IF32rOdN7/5RP1j6o59u4
dj44gug7RsiKgp4JNWp9M9F8lk3pT9eLqeUdLs9B4g1FkKNR0aI9lAHeaUFDIzfBUavKjb7QL7vk
1000ebs+eLw8luQ8i2DH2ci9AdI/0y9i6MZcxFVydXip+w2Dl1ieiHhUim6pwViZPs3L30bL/BMH
7tYyyZyFiG9cxhFeqvXuM0IIiLxffYlUx+04fsn09DCTnVQIctvFhueTWJYpBB1askSpvRQ2HUG6
S/wb3k1IeFVGC0fABzdjXcU3Pty2sx5PzRCakj/pnvktQztn8x1PNgHBC4SmUpvLlNs+NAIDxGf0
3TQ1AHpNH3+MkFltbLnMooQDbwytQs8lkwiqLtuHTnllKu68T+rc/5jJCkccDpkYliIYP117goPM
u4mNGtKmZSMWkS2TcL61AGJHXXEtX8+QuVFnHpBDh97AlbFsp4+ZsWFPsixEBDialj6oVcJAtg6b
yuAdVzOOxj9OxYgmPZ0A6pIB8iZlOTRbiESJbxERj52h9ckUWsRxSneEfu96WrKjCnSnpYO0XMx7
wqDL2yQ7niL4UYeirQFNNfhh9o+GBdsNvoaVuRu5g0aIoQDrQQ530CEPuzygZONEjd85qgqY3PKB
jtVfVW0/OvC/qfWXsdg4natQ8XtRowh/zJUw1urUG3xoQM/wi/udAr3CLZyXvhcjEkJ5wi2VPW86
CzWqAHmmnWboZ5I4cr61fLl2VE1l8bkJw0OIpoKV39lhc0U/URxp3zz+2zotVnjWYBcvHrD9ymr9
orzmL+aAQhdlaitWfqj0+4GqcPliki03XtL7TrQxSVmOI8ItDdWN7K4CEmvZabjsvD6DxKjQYu9a
Nc32y2Bm6p2zTNDdavPenrPxToNR5xnWtfEGje62htcOMoXjMBlmf5qGorob9bF9IJ0ivW46Nbii
3SN6RH1WKTcSQtnOCx7Bc8a0WiJqg3VY7MfBPWTWcD0Vz8lmOVqS1/5HlneICzuYKOarkfJkwpyQ
WtrncWUGGAf4SMYvl01YMowIcQwaSynpuTZ9E3oyOlsDpP6yT3NUHOA0u84V3dg6nBJbFmGOUMPa
XY4AwKvz6aL+DjoF1Cuy6Zi49pkItE6GnRNPO5hHL89Nci+IkMclXYDl8JaPIkhzC5L4ZwSJ96Ka
Gw9rsqVbbePN3TmHleUWboo3zW1vZ9ThvVWAUs7d8lgoy3dv3PAysmmsf38zTuiY0+DAYkjBaPnd
DsWVm8BZk1Uf/LwQAphwJc9dU5AJWzTDdvFyN4+84mwdb9kqCTFAbRp1mrqL5atW+inSp6/ltHzJ
xnaEFxOals0QVrZKQhCQkCJqEC4xTh9eOZ1z56IQlyBpcdmWJEmFiGx0IKtu4pZpZA5Ar+zkQBxm
OyiQF09Wdlq8yKfP5fJQspkI4UAZB4uT9MzEi4ZPQ8/bjW3fulO2cRAlnxdhjZECf/QCGNz31H8V
oK7TPJjHUJtd/0M/X4Qydr1l52E8WD7MjrfBovhhEN9vRhOyX7+a2ZvDAH2qno4Dv96dK/MRCGt2
1Od4voZKuvp+eQKSvjZVRC3aVT/PpjFaYJl+RONRi1RYsc0dpFLKPqqumzLAhyl74pa8eKHI8jET
09Ypv51aDKkhTJfUU4qHJf3Za9F5dYm5+tTXPVRBDmJTG0NJYjIRv9iFGXhFk6Ha60w9gDkNEuuT
vrRQ637Wm3zjZpfFmyJ2ETppOC5XU5vN7mhNauaDQDm1deOvXK+DO9xHFYS97vwcz9nfzdlJbMQQ
XE7Zde2kaetLrmM8l9FftWlurWoLdiaNMgVPQy9yVXcqj15uOTiHcOm8U5kb/3LoEw91apd/hkjv
r9LG7ZBWXVum8y1yIsnEXms8bywkGFEcyxyOVjOB8lPU7GttR1dNtaWrLMmdX/fxzfdRlCqGKaVq
A2HcXT57X8fNKomkkVx9Xc0339Z4/o67rMEWAvNnaagIl/b2DXyBj/mU3i6BdTUb+ne9bLTXzETV
Cx9E1wm2dWg8iHzTormFSHDjjEsOgAjQhHWtTY2UlLE1kl+1CQXbhExLzXscFGq80DfOt83eQUms
KCI0tdZxJjMge4w8eBGj0PubdcZLtXxLdeDdl32WbAzBLUL2OoOp0i3fcYKXftEPTtnsq9h42rzH
ZSsmRDtDrcPNW5HG6Rnqh6Tzta3tNULT7GSHCjJdG0Gb5KIVoZdhOmX9UDKTdFFukBJ9CXprD4Cb
ANGcA4B4EENvuUHZURbxlxYKdaEdOMQ++CEDBd6JRmk1gOoBlUUSLJgY7QIi3q0BJcGQCMhkDdXB
DBkPrpUntZrupshAgy27r+b2MG7h1aTTEjyUuTg2sn3k+cGKf4d1syy6s8oRSxPX7+PiHgT0Hhmk
o17azca+yZy9KqRESkzJ0IAzzp/T6moM+0ODKMVx9DztoHsQoy7OCHF1/DlVUc/RbO/GzCgGXDZ/
2boKIVMKCyo4roQCjaU9pAUy04tzGoErB9Btbe7eu+4XJbPVZN+4MNfNqmk2M9tfYK9G5umkzvVN
Vjv+5Um8e8L4/Pr3N5+nRtahy1DZfkgPwW6Jv3kjuqhqrH8phu4Jwdx5ZTG8PNa7C8ZYgr+IY3tQ
jRifpPaA4HW3vH+NAkkArDyBhn2rGvvuaWYcwWvgkSZ4nXldGcvPCVUDd0ZCAfKQos12QVnuwi45
L8rV5Um9hi//eWRjtHXj3qyg5Xbq6K33l0bfFkLKxh0ccF8p/yD8rJSfQHH2xzhVv7VO/zyoYYKS
dnSI1O5XaeXwE+fTfuOHrHb33g8RcqpJ0dBCnTkLpvJU5g/kuFoZXEXd87S8GMqTVRS/Ntt53r20
mbQQ7ah2NsTuwsXqmHZ51o02RkG8Pl2eiWz/BE8ylM6k6NV6a8fdrZZpL5am/p3C6AQL7vxbq+r0
YI96dI7M6M/lEd9/sEJHTzgGSlPoTqxw0SjA1YCx7QPjMc5VlArXTItn0g7yNNKuVD0twUa/hmSa
IrNdU2ZDN5W25RtxlOwyYzyBXnyabffKLpIr18lfikK/Nt0l2lhX2aYJznKc3SRpk9H2e0cL/ZUC
uMv0rf7+9/0/JiG4w5FSC23Ky6ujugpDc7ltvfhPVrpf1RFBX8XUHsDtHpoy+ddplbYR7kvco4h1
jVQLcq2eOWnRD202dSrZ0X4ulWrjVL0b46DlKBiGOhpuCW237ed9eQILsR+b5A5lKP+jDl7EseZh
EWtOF9u+YSkPA5XQuKMlI0nDdmMKErfrCu6wnPROb5eIJVqivaumX/U2gpDPPdFOeMq2HkBlCyW4
QZ6S6zIouKf0xaRLtVYgP0art9edw2ZRSnJiREQrNMG9Rz5i+6N7Hy8/O96ta1hSJ2SQFMdYAzY4
ZzdWTXIxijypba2WhOk9q8bbJz5gdafO/aAjyop72IT5vyba73htV3B2k6k41Im5PvqgPZgkjb0Z
wvQeldquGLP4jNQSCvJdVp5cPT07CgpEdep8HuMZUFAxZwcHGY69k2/ROEqchMioOk5obHiQoNOy
TReSicIKDylbuCmZkQg+wlLmPKf5iFA0NHgImvT+sVoKQl9TiY/lMLgbmyeZhAhzjUrEEiKTx+uq
ipy9ZbT5J7Di/1888ff0f8K/6NxmM5zgb+l6JT5HhIZW8OXS2YLjThvrmtP6VZ/SqxxOisuXkeS8
iqDQoB/MkToMb/sRojj97OyS+hk1gIxMESGYLV5S2Rqtf38Tt1SlNkUh2i2+lszWMYAX+KFPS+vX
5UlIdvpVN/zN14N5gki1ZxJpGfw2neVhiqNrBcvedDiywMsRTk6FakwZh8TfIN0Pg+P8mooCYTgz
PKsTQbnCE7Zl/fZaNIUi9EAo/nSlessiorOwEfxJnMR/wKJJmlNeYJb1qsLQh92pacO7JOufAfI2
uzzQp/2UaBsJh2xNhdOjoyOyLBU71ofaI8JJBap8sMeHeVb65YxcyOWtk5i3CButK7NmYVMb9oH8
UGn1Kpm+69R2A/8qceIiQjQbY2U0Mk6PZWXmLo3K0xyNh7SqkZXAVDS0zT36BqpZqzYOlGxC60F7
Y4uJklEPLADL2KbyNemaxyxG/tKqymR3ecUkR0mEgzpT5YSmsZ5YOML2qwYL3L7Ly+WPS3ZdRIGm
eejMjcXHjQFZTC3Jwuu2LZY9jNfLwbFQDbs8jmwSgj9AxWX0spTjZLjWy1Asp6poP8KRjUa08b8b
YGZLkBaIafjoPyJxpGs/get/MrzPl3+5bIUER5BMSPDYE9Uby0H2a9DBf5Wg2ZTzx4CNTECInLMJ
xZsARSS/Gbo7TanoaIri325g/+29csNKZbMQTnekIJjwmg70Xg7frfM5ThWkp8y7zYRDMoIIz3QR
eEWKTeXe6oN7KvwKhRreEyYyjssbITEhSwiW69BAnjAz2Ah6wLw4mnaaWf67/G3JrWgJh3jS69BG
6o3XA5PimJ463bXdLE9DiGyXUz+HkTVsnGZZMiiiM6M61Q1lYZ1c1fF5MCbuI/pDyOSwxmitfm82
d2u8GeIXkXm/PD/Z2q3O642TUs0qLXo40XylndNrtBTdIxKwW9Q17xfKdE9EZGoOTQ2xw/LNAyKJ
2alXkz2kLJ9q7S9FTp7EqTwDXdg1ev/BDRMOfQSdKGTSrCKFqyu9Nr83ifcYoJBaasP2s4vkBraE
sz9PQR3orWf6wMHJaRcoTGwI5vpFPccO3Mrl4t6bU7bV8ysbTnAEVdyHIYokph+mhuHsClNvf1ee
xltW0aTXFZJRd0YUV76B7P1W0Cy5vizBMUxKg8AL2p3+MM5fIqSHkBIForVleLLEXcRhNqEG8bwG
Kj3T/2qlvXfr+bhGs9qS7NCe25dKdz3bC9HMBiRMsogiGFPVzUEpTSaEVtlt5AW33ajtoyz81NnZ
s0385mwBrSVLJ+IyDTMowsGxTd91kfpBWHLl4B+2107iUUVopqaZgMxGzKExDQL03jooAHBHGlIV
SMk24jGJ5xMRmfRWRUPTWKavllq2z6MoB2pgLNeOs7QnFQnnz5Uxphtu6P13aMCXQhiAqN6ApBRL
1mWTeejzeJVcien9aNtdUOkv4ZB87SGB6ULUAG3nTm/TP82CQB/sdefLrlC2qoLnUCZQVikuzB/H
6qnPBnRYqy9u0H2ZnGGjbCRbU8FtYBOq7TiGiXqM/ctCg3MtuyED+IkI6HqTF1E2EcFbDFpmUi5i
FNgjPMCO/QEBvPxgecnzZhokuTdMwTtkrtEbYWmyWKHzmQLJsY2bLXCAZJVE6GY/DNQhWhqAol6N
fJVaoVG7e7tI9Z3aulcVOIXLO+5xyb1TBBHhms0Q9rkG/gFAWN19jVwnu89qBcWMJqp8SIB46lNN
/bocDe8xQa11w9Bkt6KI3Ww9BYpnUzWpVZ0ahJQUSzvwf/PiCSXwXT7U6N6qaHLC0P5RdyviN5Uh
1TqkEk2kQY19nYBGKu8n8Bw9/6D91oianVab9ClshDMSAxHhnJ0eN6E+M95iAx9KSX/aqdvISGXf
FpxFEVq5Be+GhbjVnF2VOj0OvAu0G9sjswrBD5Rlgn6tTkjU5c0fWxkfzNqhlwgmI7TMfNo0r1Hu
+xvq1qfLVig5riJdpZcEZq6veYQyGdd9aDyHKZhXAwE6JBOHn5cHkVxJhuATRjNyy7hjkMiF7Lwz
kGB0btqtLh/Z1wVvUJfwns0FGJsAAKufFzQMRlnha5m3cXdLXIII3bRMpaoh4ScMn5YdHCX3BMel
V1+DQN50aZJ9EEGbuha6rWkyhjJMd3FWf076+rn32h+d9iH0vu6JKM0Erc9qskFbebV+dAxkhtu6
qxHIcDewupKTIZJSmmag5OHAANyZza6s9avE9dqNIy3ZZZGIMnMqXvQDDkYAyZE3e9d2VV+pmvdy
2URl6y+c6iVrF7VT+byNvOayigaD4G4SenY30QKyGQhHO8HNd2PJEH1Z3nVa8cB70ZM1fIgigO0V
rncKtGZpNRwDEIyfQ0hiDjO8JygwPmtqdC7SaKOwITsNwmFWXQPxVwrlPnyJh6GtD9wcZaY8gjzc
9N+y+Fzkn4y8YZjsnigitNT9KnFGBroKQMzf+wy11c92iORxfbi897LRRKTmYnk85BpcF6iUnuax
uzba6Oe6eoti1iBns79kWiXRXnJu4832OYnJifhN0+3ToosJ+ey0bh6T1Mi+IuBXx7tRKZVd0mXm
ho+XnEuRh1KNosZwDcKluEvmXYX47WyU+ccidRHDaWWBrjY9aPOhSwcVmSb62zM9ynd5Adi9nozu
6BpN/evyVkmuRxG6WbozjHF9w04pdC1QFkzRFu0SaPJS49fsWWc71jmyW3GExNb/A99EcbqDiN70
LT0y94pq5P/SWV0OcbhUh6myi2rndVHkX57c+6O5IlZkQu67ULRkTUPgQdWMtDlr8yq5NdswrqnG
gzUOHyLW1D0RMRr1Dc38YYtNmPEDfH49KJHU70kUh8wId0uhbrz4y+JNEUuJgG6DYgS2ULbeyVui
O8PNkUbnbWSXu9NRyZv4Om+n4WxUGbafWyW1/nGj8C5L7V5/1ZsSU962Q15TiQFD2uxd+F/gf8OR
rM+mdEVEGvLEz6smnWUnhxYh3E3TkXj7V1/zZmBH9fJ6KTO6L4vk3p7SpKfnYm5uFXvyvn3EXjwR
W1kPbdgFTUodCBCYOU2fnQlVEDU7JXadUJKHePzyQBJPJQIr03pKG89loCJvD55qQmjXf5vKkoir
e7w8hORgi7yXijrmVZpHpt/3PYzMqbZvAzDZq7Ni986Jov7K0kU7gSApttz+ejO+k4GJvJblnHtt
7CqGX4I5GWFzQEPl5+AUe1ROvjljc2iK/sRlfbRB1+8GYOKb4EvZiq5W88Y6ujwYknpAMjNv89u4
NH8ioncTBdGnpdhK9GRDCBFN2eZ9vdQdm5aiLTc/9fZwiGBJHeeny1v2vrvyRIyl0TeZ6SHQ7E/t
iHxuXn9Zr01bQTosVIc9Zn95HJlpCIENYZ+CJDGmYSXqQx0ohyn3fBOi0L3rhlek0McFqOXVZrYq
uS5FfCVUUVPgIY3s13NzNVQ8dwfaRnYncQqqkKoYsRqmSsynHfrw29Bddi7x1HZvzvt77orASXXI
e4sIxfDtZIAfyOh/QwwDrqv7HlsbyZBsCPd/LVevOn0MQ4Zw1oqplhzmyLh20qrdkUtc3vD3N8D9
D5bRVrzMnRlC8xI0EZX8Z7fMW5VlSbDnitjFHshRMyh8fSqVc9ago1cs7IFtV9OekPa+Dk1EvxSo
Z1GNOyMbvPUesa7Qf92NK3JPDiRbVTRz5gOv5VGgu0I31D6oDsUP09a+TdVwpYHZ3din90+NK6IV
S5iE1bzhXYpez59qgqmZ05z6c/TbSRi11H/URebtpsJwPnRLuJ5wTtM0B3afkYA4jvVFcY4BkRgc
8qe8WTaOj3TvhNxDi+rJDQpSKK7wvDXOoD5huXCrYVeGwT6YwkNhTufNR1bZjgnHVSnasU4DknID
FJlRzfM+A9edJ8lhHLO/cd19FBHnipg+xVaLFP12uDTS+jO67mAhnfMHqwuuiOjzQl734hGoJzwy
+3UySQFFZp4/b2K6JG5BRPSltjosyfpU6aJnp2jt1151ro3EKIDwbLgF2e6LoL7CHLJGaxhjLP+g
7YPGs3peGee79Igh8MBnpi/5B5+gXJGmcqg11VOnhnTddu47xf0ykwJuTkZiWv+B9TXmkpIXQQTi
BDtK5lekTPfuGN+6nXnMAvPLZnOubCSh7GArJU/UDo6g0YNTOL92OB68DsYDc3Ru0c/+kVjz38ue
W+J0RGBflgTEvQY7NFnnQml3Q/WQmSaPxt/NUL0Jur/O1eWBZOYmOAJ7UqdhdOAHWUDSAyneeY33
kPbD1WaE9n5044qklLUVYb057wB28xtmwiPNKqa3qqvzeqd8uTyL98MBV4TszaFde5Pr8NZgjhEZ
XnwTuyldr9UHv7+axJsoUwWmlXsZx35ubapBAc0OtXswU3sLNiC5qUU4NzX7yE1TjVq4nYW7VrP/
bOZPkrzRFRGHGGiXaj1FmS6YH7PBugIi34HJCm5cJ7pTy/6fXWakyaxaGM4vuRVs9XhJ8Knuf9CI
lVvwFEP1CY6D22HMr3U1P+YkczvFG57/L2dXttw2kmV/ZaLe0ZMLcovo7geA1ELK8m6X/YKwXTZ2
JPbt6+dAUzMjQqQwclRFVDlkMZnbzbuce87M9D4qosOct9+JyD67o94B6XOcUGoVRlzDpdhS2rh0
QNY+vO1SIzukiMqWHNOKfUMT5EK0sGFRL5zxNWAxDBsj52SGZx1zsgd/lfguRBd+MWArP5qFQHMG
7PvD84f9gh1aQxeLvBI8KFB3ylBbuivKOvgg6n6Y0XDbOJlnMqbuMuXSX8ir8K1q3qUFXNkJOujR
iKWyS1HnXBaQhqBf3Gogv2CF1rSWJjQFaSvc36SdfDxBukxeFekPV7u759fswv1awxIzXkhHDBpm
LuhbfwyAX8lIteGvXTDWa1BiDabsPoph4cBLQT7kNVpz9onR9eANYzfF+2oYheMV9dxYPwiUC2QE
d5rfOw0PRCyPTBMykj0bXKQUaNHtSB34AlQ4nLNrFqR3kB/cOd1WYvzCLq2rxWFcxlWfIK02Q5dv
iYkki/d13tymkfPj+X26MMS6aKwoHBPLlyFmEoPWq9MeAOSLYAzIRrui/PJbw6ypPkkMjg0If8Mc
MPl57Ftkwm3+ljcdIBJZ8vn5QS4YhTWws0nLKCUOwpTUGT8BYgj+l27XlPq1jvuFTf35US4AzvQa
4kka9FNNPaJ6hEQ/eyZu4gK6ErVsdx0rodQb/prRmVxrAdnP6lPd9de/G8KuuT4lyY0dG+yWFEh1
0rl/P5Zpu2srgEvNtJHQunAk1vhP1kZ2wj8L0xttPZLq2wF7VQt9U09/Pr+GFyzqmrizlGDtLIIK
zzskwU1/FUaTh5YgSILuUcL3RMo33okLVnQNBZ1sQBxnTFA5RNQaNDz1oN75ZnM/Ls1jFWY1i1mJ
w0zsi17fQAf9Hr4Wa5K9LOvDQixC2G8VQiDzeOoP1WPoFG6Ffh0AothBdgHxqZtPG/b0wo6vkaCz
BA1OHqHVcwz0PpTjj6wLdxxMVZuZqUsjLFf2kdGEf5XEcQOU+siiO9Wazl/OVWHTm6SIthIkF+7/
GglKomkuVIqGI5JV7ivIXiXXiQpB7dQVMyAwcbIvpiHaWLNLMd0aBZMRkDawtFi8PO6latqNwVuU
1xOOggSnr9IKrazRu4w5Gyb0wqP3hBI0z0KaMyDLXVn8FZPge6CLwKPjeD1OBoTJgOJHHFhGgJZ+
7/KsUahlT50BLPpA4i+sfBH9FMa59YJp3ihxXDoU/PRQ5NWQpuGAvp88gVZi1g5I/evkbWjiYp+1
5dXztuaCCVhjTudiTMqsRU8gXB12pYX7Rs2t9uIxrjdwNZdehLXKeZFh+0NK0OnmqE88iN+2JYi4
0vx1Mk5f+6La86F40/YkRXcWYNZ5Iwz4GbdaiS9NcGWEKGuQGRwpOkBYW3sk7u9rVr4pt5LYF3Zp
DTitRuj+VRV6NskUfMtk1Oydqb8JLDqmA0f/+q1NWoNMTenkaQ100n5YxLlJK27An/Ia2NyNLbqw
Rmto6WjplKWQ7UGXVtV9pxlPUPC1LfRH2jKb3j8/iQv2Z40vFdCDFjJAs38nkutGBYgrrXMUUi0q
V4jxfjdltcaYzqZpiQoytedlzj6g7dHeDtrO9yJuR8j6Ie/3exZgDS8ljR2DTGNG4P0TFNkex9zF
TVJbT9OB/qZDvTID0ggN8odG70ewABT7WFP9kaQW3SF9G4MrHKU7UoGqMJtKf+xyXW9UZy5Z8LXI
Odqf26YUMcCYlbofrOw8PlPulfPwenmdqrH5XGfxe1ip0d90GS4ERmsQYw6y1rrq8qWsmzrXCbKy
cdA1G7bu0ocvd/jRMxs3cSaSER8eOcVXkdO3dbil23vpo5eb9eijQUAdx+hHAa4lDL6XQ/6F1nqr
nnnBjVrTO3aFygIe4bN1Efsz+oOlRueGnv1YlzsTfNp0Qy6YgTXtE3enNGQNBrJd7pGSRvcU+ZGS
z9WGnblgLNegRNCLckeDy2ffj9Sfq+QmiFNog6vDZlf1pVO7hiROU0LSIULqo3Qbb8q+AMSEBHJY
fifRXwKmBsqb3m+f1tXb0rqNVRZJ3X0288HTQAHQaaux4MKJWoMT7UxIThLA8Z22+QBl1tdWOfGG
4bpwotagxKp3Y9tA02w/joT5qoT4QyeE9apy3k00/sYK6LBm2e3zhv/Crq/xiW1XJcZC5XKf6/ey
De4QBdiq/riJTL/g+q3hid04kyCWAKLQpRMyNweArz34moMMvUoosGHR7QN24RVbwxWhctMNOVQg
9z3K7q3Md3JK/AVeM1mzJJGfX7JLoyyH4pE50a2tSgdZ2D3Js/xVUsfWE10PO5tGLvro+hY82VOx
ET1dujNr1ewOyn85F0Cso66YAP5UVH7az38u/nKnyz/DOYY2UUF8kdIryrKtXP+lE85OJzlBbcoZ
KiSCE+V8h+xOu6Nh5t48v4KXDt06QcjtFAVq4Rat6rzdE94lbxWHuBIIjeo9a5DVuXp+pEvHb2UE
eFtFJlvoP4lCC3D8k6diF5fubrHUVAkvU+weDUH750e7MK81pLFbiJ/mKALHoca7WxT0y1A5t1B0
iP18cDfe/gv2YY1gBIZL9a5CUxOVgZcvoRpenqahXtR8gmN1PbUbA114cdYIxl7OVaA02rU0ja+G
IvlqdP/GQYHp+cW6cMLWGMY+HAM1A9gPT9B86it+ZxK1VUy4cEXXiMUaHddSLPQP9RD+DHlz34VV
chVTfkMT56D1sOVlXtrxtS2YKEDkAUgsQBRXFzyGdHu9s+C/ud4kTL1AP6DXqME5btsk7l100+a1
zm+6kAwKNZHIcSGH3GRvChIA22eNlI6vo1h9dNBd0O+ocAXUXvI06nYdEOjL72c5uxrKgG3Rol3a
w5WV4IZMvHNQepRL4VEMknvdVofBJcu3RhGKgUAKFdKBew0smgghZKOGEEKWrleI5NDZVwHKqaBk
2S52Xzo2K2shBBqyI4ncXjZ0tvRCHojgUBPkez1eFkYeAzdJy5tcUoAeHm7Bf55wfDT//if+/MOW
Uw31h3b1x39/sDn+/efyO//7d05/49/XP+39t/xns/5LJ7+Dz/173N239tvJH/YAN7fT2+5nPb37
iRR1+/D5YCFZ/ub/94f/8fPhUz5M5c9//fHDdgVUw979DGNb/PH3j27/+tcfbMFw/efjz//7h8sE
/vXHmyjO4rKMi5/Nk9/6+a1p//UHZfIfAkRIEsVrjhbaJfIdfj78hMp/GJcaIaCk6xLwrP3xH4Wt
2wij0n/gylGKZIgQnLHFoWlst/zI/YekkoJaSQkIHVGCNNT/fLu/OVj+e0POc7KcHnkFbA8TnFBX
GbxMIPxcztAjLyAVrJnqHojdOkqdK6b6DrB5U2+4ZU9HcV0GhhcqUMMXZg3voUleLg7AfGd6wUFT
VlV+E+Vb6pbnRnEVBuLKBShhTUo29a3OTG+mu0IH1p9bZ/Z1A4KJR/v79wo+ZrFZFZWXJXPx2VIJ
oZalY8vXeLRk2jjaSlWOd3ywDdlFRjWhp9xIfnQg3/x6FnL4RRpRfcgqihBaBqEWOyEz4N1iJ2Vb
ucEzsxaaa/Soc3SHy3UxpHObUCCni1mTvtkRMN8epoBvsSycm7V00RqimUav5xMZbFnloxOF5XAX
t06a7eY0RpaTzk2X+2B+LakfDpwFXj8WWe+j2zH/NM9dJ3dgFregz3LYsOFKnr7nyzYI4EGIS7TA
ZpB1m3ehqzoALUZ/F8/2uyrc9IrWoPV1ICDx/IafPooPA1HwS3Oof3Im2boGCHe8LWNW9XdTGNkf
ISw4YjGZQ1WAj/dWW7Mx3pmlFrj5LiYlxWIVVumYMOuaJCaYWa/60rdoSNsl6TB+EdY2n50igHqr
k/fqVyCn5i9Ky+hXFkvlg4oPSJDn5/7kcLmwNRQ4UlggzH8NNUL2qZhK0LUcE9iPXR6iVt3iCm5c
qaej4M4SJjS4noH9Wwc8NCkNog4jjo5LGAJp+YtaIje89DODSFhN17jSSADel21+fG15QXEsy/Ku
EoDzt4pWH2Nl6efnF2yxl/8H0MRhcZliOCVESc60u7ZBddeVFsRu2R2nYTxfRXmRVOAPrHu9RzJi
+FJqaIh7YFLW7sZWrXLf/z00jqfSRBhl3DVAmARRiXpkY+8UHMfSB3lUWuzqSvNj24/R4IlZNe/m
rKzZjYBSawLY6iA6r+aSo3aZTtFbR7dO++7FC6IlRGukqxnILdd55azPa9YXqr4DjLSzPq/KCQm+
mhS/siSp9BXLZ/dXlbTIPj4/8JNr63JGgXbEC0tdTdcYoEhxVoEQLrszQQRZYCUKKB3rYNdADfGu
St1w49o+PV/LeFJzQvDYQ8vk9HzlsqnDihXZXR4OzB9GNuyNsnz3/KxOw6VlkzmWUWE+uC04JCvf
zjXgau+KKruzTcLZfUrUDGnQ2W1HIP9Cq4+9qcYP0nWTn40CidPGITszSfgjeMMlBy0R7tHpJG2R
jYA9W3tnIV3o69QZvB7MUxv2YAWeepglXjIqGMeFpzjLp8OAayAPbaWLOzY7QEEMTpZKz50L52uU
ZNDUZFDE+tFLEjte2NjqY29U/tnIKu38cFLNp1yWkOqTjWNHDyjcevDTJLebhcczq6HxNEDxUzNc
93X6OuW2FGnGijuHRtAxa6fomtVzvlNDFF8rU/SfynCYP7IxTq5lUyqfJ3N6awSJP4OHIrjhM5Jh
pgCLx/OHZBVrYP0Ug3AOF8I1CLTkOoKfhj4ZIPE+HTOI8t53aY9COGdLx1lJ0TGl5XwMJ9LeoHtJ
3rgzSkvRFKd/Pf8tnqzOw5eQYDaFhwvPYXVWqjocKANI8RhGqvugRJAfSJJtnpXlXp1YXAwjMMnF
IeOgE16dlTECRSdthvEYLJSqXob8LxSnOS9Cf3CBQEuiLPvSkYK/L9PJDXblHKvahyamvrLpjNaq
boRi28Y9eeKcKBh/V4EgyGi4ZWsgTFundmLjOB6dUXBQj5nmdhJsuOKVQzYuy5mhoERJKDYbrbN8
3SPHcl4OXVt1x0TwaDeCuuAYT/N47HUsf714Rw1XeKVdeF9cr4cCc0tRogmuO5pu5gcuahfsD/EW
g+gTw40gSYDUBn2lCEngc64u/5yQnLtje+zStrvJ+sWHLp3pCo2i5duq5sGLKgXLZcF4nHPJKCT6
8D+r8Yo+YzPHeNB3a3cj8Dx7PrWJjzYOAXXZOb1+fhWfuAhKIGsDthT4rTCha5+qHWQwVKGqjuGI
dlCuy7fdTD+1XL8fneFNUDD54hMiKcERkULj4WBrqDCtQbaewek5Tjm8OTgfTfBlQv73Bk3EZAOy
9LA7p9dxMT5wzvFEEYqn/3Q1w3oKg0AU89Gp4XZ4bkyt8tzcpnQ31BWZfDtMc+b1hibxrRrHjnmy
orry4ZFwqGsPc/uBTe0AFZcuAUqlsTD2PsxlEV1FReOEfiogyQpq96wF8booJL2rSVhASaGppPbh
os4QQOtHJ/UTR0Orb+qXzIcQU5V7ccem3HMKOoSg9i3dL89v7VOTh8lLPFoghleEyZUtGsw8No1j
yDFhDRIs4ZxdN7Z5saexBOsEvhSV+C8yB6dLDNz0UBShS4/GVuPPfO5cPxJcfHx+Lk/tCkahdDGt
8Gb52n9yJwvhc3emx6bOh1dZYMYdWGd6yBWgxP38UOeWDUE1vH8uDERfVhOaQ5lZJP/IUYIG1edx
XPtcgkjp+VHOvIqYEeK4JaGCeHltvnLEawGhDoEyZAsJ8MI2oDiVKEp4EwiZ9mpALQ9fpUPHRuL6
bRnYnWq6YiMPfW6yLnUFQmlcEuRFTneP1jKFF2DpUaWDvUpnO3ip1cPGkj6NBnBI8OFEI4IEFnEN
VmIR4KSZLeiR6xZSD1AX7v1EN9PrQNZJ7VUtI8wbArf4iDY3ynx3dgj13KTKUPzN20a+5VnSbb2L
ZycvhGaICCg6lVY7zUq840Mb0GMZzYVvBiO9wkDU5fmdPjcKTJ7rcjATCHfdUDSJGv3gLaNHHdbo
LTQqeD3MnG+Aps6MAmuK3AtiPjwc617PoDNhB/x+e1QyLT47yBMchhIq0c/P5clrqGFHJAQhXfj7
BKmt0+MinVw3yMROR9em0TeCNqmvSPAaP8W79q5Fgvelr5PGU+EyOI2MUYUreToeUvRDj2zLcHSy
GLBqE6j6QzxnxZ9xx+s7yyewa9dxtXEpnh5XTTEannyx5O/EuuWQqEmrPmzpMY/n4VigPkh2pm7I
2zqbuivSgETUK1kSv2UmHA815d0nyvqWezzMyxsy8/z2+XV/ai3gOcP5QCSHc7q496cL0bPMoPKQ
8aMZXBDMF73b7PK8ct+qplaHikiodCZV+KqFJ307owJoPGhXqo2o8km8t3wLF04C3FssztoZatAw
iItk+dHJI7Azom3J+HPZl1dBCMnzirLZcyIuvhMnSF+aMFmGNngAXJfiwq7V9LgpUhOEPT+qQqZf
g3GMvudO/O75ZX5yiTQ+folpDVW4sWvg62h0PBWyZcc5L7LaCwNCfMs3abXPDINUmoYpxNvMkcE8
3UyL+GBGoowd+yDJvmQ2dm7xGDn7F09GCYXzgocTvo9Y3dVRQckVkqDsKJsk+5TUVX5FEF3Zl5q3
JZtB4MohXY9k2/pkMict0WNUsmMSpCA+C3ns6y7Odi+fjKQ4esjMMUHWkMpYFxS8yQk7VjrowQWJ
xgcns/OGeTuzMdA5cpcg0UWdbe0upqqy4OOvMEri6gMixXZXz5psXOYnLjdWTOMtXN5deGXrGrAs
xjbP844fuyQo3yXCTF9zRsSOJEhgsD4PX2WRG2+4wk8tN+wHauVYQVDiwZCcnrlajXPMnCw/0iiu
jl2Xyk8wVs5NWzTTNbSjWbZxLs4YUY7MppIKOVsJ33tlu4EKiMI+i4qjgmyJDyYP+ypzw8HLaM9u
jC5T7bVTLA7t7LpHo6vmdV47/U1C0+o2D02+RX3zsK4nwQCCX4NMKBIA4AxDSud0CcasiCZdVPmx
kn2eeXoo7TtZF/LOdqT/qdkgX+suB+Ea8PRhtuNQn9UeqICab7VTQg3Ziccq3jeaR+V1aroy9xfX
7f3QgCTec9yiSLeWcDEEq2+MBx1FPwnrp+FEnH7jOgC4uglkfszGqkHbSIx2AtAtvkflRhzDMu7T
fdOMwy9NJ+MHee/QXTe00ZaftMS4q6+BCPshTU1BirJuV06ZktKmeXkUQwCyG5JrddWasrgNZJ9o
L5E8K3xrSP3KBnNceVE3R92GNXsSAMBMClR6GEFGUyKRcboUIM0nAB0JfqgkRKmDeDA7A9fA6yaI
Nb/U1iz2DLcFxkZBHYmdDgX4fIbHpmQHJwuaWxZk1LNwiX5jFJSvDJIyEr7Gk1pnkztRU4JyAudd
XVdRX90GSbhFZnVu2ZYXgCukL7GAq7kMEYltMhF+iGt1D5K5H07vFh4NqnHDNTgzEMPTiYyFVJSy
9aIxDoeQ1nlwcIuwOwxFK0Aw6OSHuA9/vXh7wKooUDchKKAgl3C6PSYD/Mh1M3PQTlxf024s/DhC
R8LvjAI6KYSbSPqu2zkmOBdMhHgFIijE34jGhF6bo3ry/ChnVg1ejWBLsgxWae1PW1FVYFzn+hA3
lHlVFZfoHjOOT3WgNyZ0figUJxcLiJd0tWyobNS1Mxl9sAEvf8RV811hiZGEcEe18VifGwoeO95P
EGRIeG2nO9RaFFCcKNGHDhX8H27lqisu3eSOptlWI9dTj/QBq0AXul+kvddsEzklpXKzKTjk4Nn2
MpMW7xMkWuG1OWW+Q5GtPbZWxbuhScItlr0HAP+pXcTgCrEQnnGzTPV0no7lqRaRDQ5DFaehDyNs
U3+cmfmWtv0Q39I8dr+Z1uZfoTzsEq/tUuentaa8jRMNCncHh+I9keh28CiLs8ZHH2vRXyVNWn2X
NYtH321GABNIHoatRyfombaK9WiISJiTIFvA0URNQzb8VSeL9AacuyDzGo2L4encmI/tnM9iN80a
dWnbae3jiYhAFt9BkXoUcAZ3ZWWadxUDgb3fByq8x9+POt/VsBL7qi3Ju3Ys2QQlnlR8q5qGf06i
pkqPNnTm2puqMjAbb95T5wiZJI5DCloQVHnXjl5V1mE+l4E+cGs+ZqX9YMA1hs5T502eBG+gBbMR
YT51+TAeVAaXkvpyilZ7yEfUekk2a7BwwrHsJz0c8gBEbs/f83OjIJJE8p0aBc9v+fmjcq8gZFLZ
cs+HNE53RaCFn9S52gDPnrl3iJXRWQ6PAcUHtRqFjaII2x5zCYxQtw4Eqd+40Jf3XLZ5785tE+w9
skYPS7fmEyzrupRDP+hD3s7tTrpjcY8kB+k8Kpv4BklRcWWb8reWEa6zwpOJbPxasUcnYR1A9wIT
TLW9TuOo8ep47Dc266m7s2BLlocZ4T+WcVnmR5sFHoGIzx3RB62qyE8b011NU9ndlkPdvwlnS3Fr
+HBgoWY3bZdsdV2eifVREUWMb4hQiEXWUQiQtYOtx8Ic2r5odj1yy9d1EDKf9kvoM0/lwRoXKIwh
35ddE782HK1/G9fw3IF1BZJWyJ5TxCvL/j9ag7aDnq4iqTnA74OYGWvq4WsqhujlXoOLcjjybChW
owKxun1ZayGYNbkYZq6M5/RlPqN3MuZ3wOKajQzZuW0V1DzEIuiYXcsEi4wFRTxzc2DWCb5ktB3e
9qgb/+zGFExLvA1elV33PYJK62snnOWPF1sAlECR7UXssdRAV3ezTApAvQfHOYx9kzFA2lu2D9GJ
vFVeObNxkmu4YTBoiP7XGTMeskrwVDmHuqynewLyoh2cKPHu5bNBMZwsVc4F0LCs9aPjEaOzsKyN
CQ6QeC6Pss263diJl+d8gEQEfgVeGIwaKmKno4xRkZuh18Gho7lGN/1c76A2LvbPz2U5Y6tX/AFR
BDAOQWvZOrJADxDJBaiRDkUMb3xWBf0Z19q8qYom+tDwcrOkeMZMo2KJFADmtsiNrOxLQXLVhWkL
13JcSjJIbR2Grkx2oXS26tFnTgNAGrhg7CFvtsa19zSIooRV+tDz1r1BWUXfIp7dytKemZAhS01v
KTE/vVlRyCaWo3X/UIgZfXJVKe+rNjLH2Nr04/ObdebdAT8jMEUCuQz4e6trNPVd2HUKa6dnYSFH
p8kuSerpTVo66qbvY/qBB121kXvkZyeoAbEEUxbmuK7VZD3K9Eh5om1rcovDWDDn1QJi+gV5BXqX
oiFyuO1blb5XHVUOukYasNsWNBiPBGUd7tUjk3+ivA+0pTMBmOQ1zTB/GVubopiMFlHqt11GPnFX
Qblel10b7rI0aPGuIi+AzpdWjDUIJUIhrxEc6Dsz0Tb1yr6LpUchSf+Fj0X5RkfF+MnhMv2TwYy6
HunD/Fq4tpqAgwzJtHt+J8543ngiUVtF6R3B2LodIBqnLqj5pA+t0+XXYGqzt53L8tsiqp1rKIDQ
Q5q0gECAdnCLsfHMqcbQ8NUg9QuIxcN2PbI+Nh+zqrJUH6ZiJl6lUn0Ys6F9+dsEmAiOmUClAynO
1VFLFZ7VtMIEF7p5n3U2Q7t2HPqtO2xFMefO12LiUIWDRri77uEbK1tAQKqECUJv101I0w7CpTH3
Ra3Eho94bu04CLoQpiPuNOv27S63BDwBnTroLFCv+4oJb6xU+XKvGtPAmi2ICfi8q2DTdWyRpAhy
DmE31jc1xKP2rm6+Pn8Cz60aUOc4AAtWHDHt6fMAxyxWQxKqg1VgXwloIm5FxfLrdGRbAsVPUbBA
zAP9Dul51ISRFFrlUWCe4RKOIyxAG00+6BTBdWqqu1iGpQ+tTOaFkw292i1uctahE2o6jqX99Px8
z34JuTRoKAq8IMKJ0wmXedg45QCnGyh5RBFVkuxd2wU7IoNsh8yZ2XVGfq3QFP0KG+vciiBMrwPd
N1s0W+dWHlBgVBWQKsf9W62GdhFiO3OMAB9NGdei77ObzhmEL7mcd89P+szrDA8YGRgUHAHGfTJn
GhjgueGMc5xXHwXW8H005OaGwBs4upmMX56WM4uZRzcDXDUMerrGRdvn0NnDyZ2VaK+MStBxDOnl
l7vXGMVFfRHwRbgcy6wfWTBBatUmoVAHBJ/qBrp79MByVm9YsHN3fTGRcDRw11G4PR0lFryPIC7k
Hhqnhyh66saIIcRWnenck2w0nFqUhpeQZZWZdRI2hTFx3IPSFb1mLHD9BgIDfjgjNKrFMINsu2g2
lDmenkDgeRBL4yaiHoQn6HRqwArTGA2P8qAa2vm9qqOdytPGw9XZMs4PTtKpg4ixYMkoinbojlnz
vTntoBzIN4tDVPY28JgODbuag1pBiyxD/sArrUk/1GmP1imqOoCbcx40dwKsPMpjYYbcPCNRfh26
AwE9b1BBLVWDKcZ6fVO0szcTSLLg3a/oRsTz9O4o+EpI2S/FWo3a5ukiOVw7EaD77kGwEDXTfCpf
DW4+3wypFF5aC2erUPD0wGFAJDNQPlvSs2sauSzuIGpdVu5hWiCALbStbiGxpjeO9ZkAWaE4K5E2
RcwIoOHKDibDPOgCSe9Dq0PAx8NK1B7YBRlak2vExSyNbkdQL++FztUhgw7QLxPX2ca3ODdXZFGR
/wCiEt1Rq8U1ASSpTcLdA881uR4r8WNqhi0n69wgS2MVfE50WJm1NeoJgfwJosRDnylo+Qk971p3
jnYvtbFo7kBeCukchqdl7coFgP04fUjlIQQhtg+0jbiChSz9HC74FcLJrZLxucurCZqVkFfE9V2X
PiLa0gbqfuIwg53ca8a0Ogy5A142bbIN1/3MAqIwjRQtUntAwa1NoFvJbgxL+AioLnU9mL2H6tii
/Yu+2KCj6oGwBOk3ZDPg+5xeNXR/VtHUB/KQow7zqnEBC0mc9N3z+/TU0uLDAQ5FLRB5KbFmMYBe
fIGD38oDLxsFrv8OhYmAyLsWdBm7Fsoeh2mu3Q1X7mnaBAcCMRfuM+4bWjlOZ6ZKxwwE9K4HQC5m
NAD1pPs0g7LkezT2BtJq+PFrZ2imaOfWkfmaTYzVb56f97lNXNpkUFfC1FE0O/0KUgdxbZrZHIap
d99XETWvRbf5jp05lYtRgUsM3xhV12X1H73JCCOtoZ1BLmpw32uH8dekGsM9aTd5es7MB017uGyU
401Bi8bpSCjFCHTcFsGhglvpo1GT7sJCORsbd34ULNvSJ4YXbHUkS2bbvEqi4JAgHH0DPSvwTDc0
38AVnBsF0D6gMgnysXQdT2SxOyOSwPGQxgb3fDK512SJ3YhangabQHkDYKrggwNjsobVUzfBv73U
h0xV1Y2bhs01rG16lCZB7q6vxruhJuyK9aX7Yn8QI6PBkqFbCw1wa6aoYdYzcoYpMl2lpvcdL+vY
qweo8m0YkDN3GwZYol1r6adB1H96JmJUnPMsm8ujjmN75FHgMs+A5zX1CADCuzRKm30VdPLvHumT
FunHDaRn9g8nkXDAkVBNRa/Q6bgilUXghoE9ZgVl4AmC3kWCttUNM/yg+LPyoRQiQYBBHk7KmnhR
ui1050D7eszmaXbQ1g9tB39J8UcQJ6DldZsPHPoFIWe/ake778jIk97rhmE+lgIdrv7UF1m8i5zJ
ag/1LcZ9Saoy9uCTtelNmM1RupuSaf7quGkb+nFVEn7Vd9kw+mkq9QfgJMAMTNFZEvij7kBu2vKg
pVetzsvER5mZRfuhi9inOZhH4gWRtOi7hzn85QCqku2Y0uCQzWMVE+xIlA5vKlS8+Q6K7ja9HZOg
Tjw42EHnp7HU7zNL2tKrajAnfo7nSA1+Xpkg30Goh3xNJ0HJDtVx0t0Qp0ztbTsNNvY7PFLA4Muo
b/dAdudqX7ZoPvD5WHXTXo1NUHhsjuOvoehotrO6rVovDsLx69SWqsdE3Z76ahzse3B+2XanwWL+
WpQiQSfKCJWBOJ0BR49lA5Pdkh6qpgVNPkNzdMj8BPlppMVzlvXQJEHb8GtXFeLPROW9+yoMwijz
0AJL4js3a1LuO0Ve/oqofquAMNMFRzddahw64TmPs+zGygzUxy2FQqvfIlQzV5r09LoMa4NCaQhU
pyeCLPvF89w5zrUIxh2wI3mA7rE4+Pz88/Hgiq0O34LoAvpBL7COdfpOD2HeRYnsjn1fF++ADwpe
6cLl75OugeJ0GHXtLdijhxvlOP2VBO3YFQgY5D1va+14IgsDMBUk5j0lWbdx689+NaHwvKIygf6o
dXhLO9ti9Yvx2OQifTPNHTuSqp8d37Fo3QQCGqLlv2rgBKZbAuUleEt52trXQdalOM0qK75bSG78
FeTU1h43fbOlW/zUPiytE8vLj/AO8I7l549eRT7gFbNoJD2meUBqv0OW/16I0m5FxE9fX4zjwr8B
xg+dsetMNenK0Awgyzx2VaFuG8iHvaUlY1dII8lPz5+HBwT/6XnAWBJpNtAZCKQMlu/yaE6ljhpL
EtIcVURTvqMy7j+YPszAKm+zMttDlLGO933UgiKAMdTDh6YXdxxn9yPTFty08QyfdZfpurgfi85K
iMV1QQWm5JgUu0lP6LbvhRnBVq/Brh4mBbiyUOF/zWlJXZTm8//i7DyW20baNXxFqEIOWwAkJcOy
bEuOG5QjYiMDjcbV/w98NiOKJZbOZhYzU2qi4xfeEMAENERjRytrVkVVU63f5ewiD0C3LRve+OO2
BOiJL8M1UZXn7wx6eTsGztubqPBvnn67u61z6a71nEguhNgUVfO3K6biJDfVHCWklchr5Hp4ecYv
La4P9wzYzs6TPydqWuZQlIQPc6IqDKo8RxRvwfWsx7LItCs574X9CqCKIio0A2Bz54UBuym4LY18
TNjSQzRuZnrbLeby6qiAahSoKn/HohKIn52KDZIeBHdjgPRitLHsjC5GxuQavfbCtEFW5mHZYx+o
L2dx72wbbVEaxZBUzmJGtfLnaJ5aeWiL/FqieXEoiLR8jul77JCn26L2stqd+mZItBYRMb3S9XDV
YSb2DS5YL2+GC2VMctldMoSAihrbeW8ZDYselwVCHeiDVrjuTjTOmllRpy35x7Vzpg80Nca3MDaL
MgSVsmxhB/L8kHXNNRHY58kNrVIYm8Q9YKQh4jz9bJ5bbUJsdgBgqfVvnNLx32kwUzH0s2qYYpnq
h2MnVHZTc18c9HnSrrxNl34ARPS9mMud96y8aS4tRIPA6JNBGvLYjJ6LQ2hlqiZORTP/0DSPjzfG
4Nhwro45sP8rYIfn52UvD+19FEJAOkxnWYLWuaj9wA1L/M6u0dacN1RrLXF8ec0vjLJ3OlF2seCK
gQx7Os/lWmrjYALfNoPZALjhDDeNq0+vPpU7rpcWJN0mLvZz4ETgB4upSECTVp+1g0vdO9KDqzfo
hW8BrUYbAAg3Pc/zfjH8iyovlWslpT21OxJ1PvCOaFci5oujcJPRTwWLShL3dMboQlL4zis7yfti
ut0KQ34sieyuPbuXhtlFamjRcPS98+JtPQWTMwQpqgxNNd4PS57dbWvpXanWXhqFJj47nMW3iCTO
PqbtvGrGai1RtUa/yamb+1lbjYeXN9m/t+vpux7seTtgkr29/gxSW/dBTy5Y2EmnN+V8sHWpfTCd
PIgLb9JB243Be7WKOfalWA+jWrrftiaDFsG3oj1kVS2OM072B6vEox7dExUXVenh0NU0B8JLLbIX
2R6wAcqPcki7A5U4eWfKXiIRCyjI0HsswiaRxQIU9JVL8/n9TMebHN6ia2cDSTorGSyeRZTuVWZC
N0HBYPWCCMfHESML5/WvDqVAaj4ECDzZdLueLtbcFgvXkAHvSQb+96B006jjGv9kZoUWv7xiz4MR
PoXaNPV7yoHPaIHbSsl+Jfdh9+XNgZDXuO9grT3i05lTOXeyv00g5JVb4sJUkmHTbt2vOxgY+5X8
n+gvraWn2sJn0E7VN9vSO3cORDYRqsW45hX7r3P7ZEvS/QSwttN8/mkDne18qzM1UQ+uTETeub8b
tA6227lKzTGS89ikB0erMpDSTTP2UepK7pLK17xD0W92EeMpsyUgxKzv5oRifjIGCHoEw2ZUIaB0
7E0sc8y3CDhJ+nfKq96Iif36JKgqTQ87px37g9Rrkr+uMaGFlYqMLpzN2QyiAq3rKRbDlBVRI8ch
iDRnsczjMkj18eVFfnb4yW6oC4ESYFNRaTjbupNOqdyrtDWxvLR4DyRkN8q5Wo5/tqoQE+Afw6h1
IZk+C2BSTS/HBiJC4vQ2op0lLJoe1sIRGdarZLy9uXS2qJTtKIiCq+GKPq/f5Z4+BYFmF4nd6CiB
6OYYG7VRnIreNovInTv5Xh/kcluK0jpoztyEOSI4UYtswpXX+znJhtcb7Djt4F1i7FlfOi+2odkV
PZJe98YPZPamEXpAfxPhGVUZ5pqfNae2GZ1fg2+sn/wWzZZQ3zr9x6o2Ch9iovl6Jam9sBQUwkFO
ELjSHTlPMSa8Wavc96pkMFSGcv9iHuu1KQ8V9Y3XRvt8PggQssb94qcf+PQsF4uaEQL3GWrZlrDE
7Ccqbau4ck1d2MFAGWDSM9N7Krz/9//cGBDcPIIxp0IjofZCY66raPTEdnj5nDyPi6mPoTjFGwbu
UicRfjoMoBYS1l6VCW9yWRzMxZrvpnEqqUP5LHGYBvXmRcDYsm+B3JwyqjJf+6Uq1T1AHFD2a2M2
fg54ONqrwNst99zuoRKSF13TqkQhZ3zo5CRO69Rfay9cmtt94XYsEVHwuX0S1o2j5qddlaRbvxxI
r+VtL9v5Sv14n7qzE0u2YdFz90EScEs8nVoqU6m9mmmfAKov4oBUHuX/drxFnqWJGqc1r+yYC0cA
tjJAbyB1hPfnVWOFC9mwuahqYEJi3KZoTxyGdWve2ZrZvTZQhGO359a0EnYm+3mBRm74S8lNh9Nn
em04pEH7pka24solfmlzwordEZ+2A2XlnLNqypXsB5W9ROvmAM7XaItPWeWqOvZUkP02gxbXSqQK
fnuG8vpwGqhFhXOwdkNky8q4JuT9LHKgoMfGpPkLJoRX7ewRb9vJrft6FckE+uawwMnzI2wtp1Nv
BKIIZ8YE9WDZ15LXS+PywuxyCeBrIaQ93Ui+PwGKDrQ60cfOu/WtrIo1OetRN28wQApj698aWOtd
20//fLfONjDEfm6GXUFsb8g9HTfdqrE357pJMnPAN4SkGFR2nRrGA7s6F2Hpj9P7hYKm9jnr8/oX
chFdHcrcdn9pAn/cg1M1TWI07gbjB9PzKbKqvP7OV1Tft3qeP1Tz1p0wul29aKLjDIYBAUsPsavC
+Aa6v/gxjCbiEHT36lhr9UrcIMIIfWjq2k0cWnMtVQgqXW4x8VX1axQ+5bTet2ozXnrN+bQ0Tarz
MyHKoBuv/HvwRemt3kljuRIqX7hRSGbpNoBHJUE7LzbVRqbMQcoGjQInjTxqqofWs69twH3Cny4I
0iA8OyC66Rja5xuhXlYa82ZTJkUFx6mAC/QJmEjxMLbC7o/Tqtd5qPXV9rsSthtCyuw/v/xc7KWJ
8x/AjtgZSKTV+nkYixzBYDSaX6LukvHSm26f5WFQyOa379TTGySKgzf5OKks3Fzt2qXz/Bhw2xDP
GbCfgN+dc8sNq4XmtNXlrmlRh2te3tjmaGBfrvQwXxS7B/25V68r256xqAwiAgP09ekRqI2eR9fh
eayqyX1vlS0sJ4HT/JeX5/WfHNnZxJJCMgaIOQoy58CO1nW3bq7yIemnIjj45RA0yBcu8+/U9tI+
HlZ/3ON2Pe0iHz1vjCNGZYkob6T2s29HcBNaq1ICH3QEs3BBj/SXnwf5fOShaGbIsS7SAgsPxI/F
Bh716pcH3T8I14BFgAgg1fF0ltKAjNbs6HUU7IsjBt2/g8L6SExkXgkPnj9xDESI4HPS9nzqbDms
aaXoEQzUdCHiz2Gje13sW02aiM73X1s/IAphNVBLYMMR4Jw9307X2Tny21OSL76eyDrXb40Cw60r
gev+Z56uPNx/Ynq6/yD/iCyfzp0cijSwxkAkeanN8NShyOFptJaHTgCwLErNuobPvzCJe9MHYAsk
DGB6Z8/JUNZzN6yOSKoSeZMlcBaaD6t52JyrzqvPr0U+7j9DnSHm5LY4nWrhkutOP8SbDelQza/X
nQRs+N9RzKdTqPKpMazcE4kgCY30zZ9jT7uqdXhx2rj4XIQU2H/n1RBbL6XrK6ZNlNMngc5V1FeG
Td0l3U4v3wYXZ40KPOrK4A1hvDz9HhC0xHg2I5m61d96mhgOcCX9K4f2+V3OrP1nlLO1sdVcz9TM
ReLNnn7EPMQ9tl2fxT1VhQ+VGZQxcJLxFhLRq+EbRFE7rgFIuEM589zvsyhheoklaBMvGJFoN2o3
NlX+7eVJvLBcrBRatETge35+9nm5GCqLkhKftwR6pOqhvBlVJeJWN8vDy0NdWC8kiojOUJBEBunc
t1s4g7Z2gDQSaWbjz5pAP5E+tYfXj+Kx4hSz2RNQEZ7uCsk1nw4Zo6hm5hUCurHHVq33+PphuIg4
tLswHyC2p8N4AgJgnmYgKXXfCKXjyRiBw2suNRdWBxA3xWy0tCHengu4CSf3O9+mI1gPc/7ZWILt
IAKlHhCTfn0ijYQRwfPOQackdJ6uW72DpZdGEtGmvnmaJ384pAh9XDlNF65xhO/4IvJTQKLn9YeO
cCiHVd8lsm2cL7M/d0dV4Mm8VnX54Il5usJDuLDnyCmJSGz4U2DUzu68ZfA7XQVulyzZbL91haki
T7TllRT24ijst//rbyCD83Qz5I1WTrWpukSzzO6Yj6AyfV3OV+bueWBHY449t+9uB9rnvln+U+qo
XR+dgJXgxx9F8aGSG/3sfFZRWXvT/ci0nhbtqgjdheRy59mCIuMq3Yn0Z6MqJ1tbdwsAP7F33rim
LPswFV0WG7Oz3Gdult0aQNjvjEXvTxnNnztP9uNj2afX4A6X9s6uUgsyH2Y/18jT7/dUiiTfmHbJ
mBrwuVo7P/XlXHwXsz0cAVn412KOCxU81hJoCmOidEax+OmI8Nz2qHdtE73uEk+bnIPpqSJWq9th
XAzGIETWTbvPZz84iMpaQ0t25Un3V3OOVnHNZedffPifGIjSE+IZPoEWv4o++nnVxzV6zVyHzEl6
9HLD1bPTMTRbgE6jZmdv+62eIg91sYcyW+0HV1oirnrE/PLCXx/BmblhvgXa68K/f7+J55fO9L4v
qYw9naLSdCTLvziJoZPjVAVUr9GctePLt+3ZPfhvFITV0AcGLAwk52wUrBNLd/AMN6kpK+5aDf6x
RhoxTifLuH15qH8Uz7NZphPKPQgClPbHOVBelLoxbSq1Exjt+b2cG5M0jcB3iPLeLh6LaSRZRprR
/7lYI3jv3saoCqGdpc/wPNywDvKnvIjwMvZlOHii/9U2epOHi0CJO1wn6T+qxUSGtEmnII+p3Ixv
NGeo/yhT0x+zwXDqSE05ePVKNU4WAb1V3nH0WqFHE6+ejPrODG6xrkPnTVrmWkGA89MthAosZEQA
Rp25mwXdsma0jCqi29J+F5s/4EORrtsbWW+NjKtqMxJnyYcPpj1jxDtNFt2yAjTIteTwnBNAHZjr
nsoelvQAXqEhPN0jQvilrQQyZHaztoAmRR3cDbWZlSG5gzwsXpPdup3qo1VxunYhqPa41cE1bNHF
3wGyiA40La298/P0d1DgzHbBCSNpBhNwWWcX+FBIo+20IyLMnFnQhMEc6lDFUN7fNkQDt9xGm9Zr
HeOKjuHZk/FvTsA1UBfkVQdkcLaj0SfI2wLYQ5Irab+vrLx/PyPbcKUHcXkUUibQWzAIzvvhIDPw
UtJ0uu6r3x09E/rnqrfllUD8/J789zEsK5uPf2DbcvZGNIBHF0uYZqJJtRanoJSGc1qkNf4CSzJ8
8f3R+KTYJAOOxEP+A5rjAKJSyeIL92fzQF7cl+HLx5guC6t5do53Xe1d04M+DE3np6udo0nogzHd
knFZxu8ai/Ab0nL5IAE8BFS70hHR4SBdDy5CkSKsWz8TodCcpjmljRBLqLtZkR3S3Os2am2jtRwr
jSY2NYUc/GmdUW6MzGrR2lDvN50Gn2ana+ja/cZVYXmrdzKGWpax7qzVraO87fM2C8RqF3Oqb7xq
lR/cOQdOOFToVUcOPI/7Tuh9FRWmDrG9Yq/OkVessopkHhQ55l5l+g5oFb4pgzWO9/mQb99dDMeN
42KXBXidsUeBDBKTBud/2+YyVhiBoV3b9tqD2vizYVXb9Lyk1ft/UoeazWEYMtA0+Kn5v9pAIg0l
UmF+GPhs+2Ch4NGGACrSEj+GoJPxsHfeYlay/IJdg/NVrBkXld66DYrMaycVHCq7/Or7/byj9LxJ
252Hxzuhg+w7SA3fXbqfwfyo0VU1Q3KP6SjAWXQR/l6NdSjmAa2dIhXiwZJeLmNhDExwP9nDHFnc
ikMIF2Bp4xYRHg5sMVHLcnRsNII6MN6N5pr+MNr2jxxN81OeFzRYZZvn73RLjsdNYU6Ln9wK2h4P
nAe79Jp3fTUsjyk97i+9O/nWCVlT43aexcDucNPiZnDH+S/+PVZ7dJ1tssMgqGnsVsE03GfZjG9D
U1qoUte+T+5ka9VovPHXssXK3DHLE2btVBul7NV6yh1z+eUrexiitd/6L/qyBTe5Nw6/3WxbzXCA
yw6edWqGH46vOnZjOjcP9bBMt6lpjb/zoaymyA1qH4iis+m/ms3Q7oYuq82oXQd1N9FD/DYZZX+i
N8oNR+m9deIdM55Hud63P+miU1vQit5LqCfL6QT6V39fWxoSh8IJpm9625c/+0xt9+XcbT8kygEf
FUYmWziWNojmjQkOHZU3KHCKYjkUhdvcdnZlPPbFOLXIhKTuJ59zsIXTqE8128F0ElMp6UdSLvWd
yNz2IZgsu4py0S9l2NtO10XTunX3sir1Mhxn23uooTfNB00rUo1Qus3sm6l28s+B0cjHXujpDxTa
/AchIdYcl8Crtrj0Te3LNM06LsTd0MrI1BarjdjIpvyg6O18xLMaz9UWm9cu2vik6uSP1rzeZTlg
xbhp5XyHs7X9ZWtN4L0r3rMENGBW/qxuBhKlg2013mTVYIiH2hbGdCfN1vyJmcDy6IBLK2JD9cgI
eEamZ6Eh8nx4v0y2/oC287QDW7Tg60j7zIlo1/lGZC7rgLNDIbc8Ul4bNO8qfCc7nnFZNyHewKq/
U7k9vc9Lwe+bF8EttVaTx43StNqdqvUGvXNUBwg2ZCHccHI6GCU8r0MENUgedKcMNuQQ661Hf2ob
PiGQQ01wqJwH5WruL6SEK50n3/IeqyVrf1e9zT4o1hm3DKPuZtrVkkLrm6ktit/VksrsYzZ2xqO+
+nZxcDL4VGFlIPbwxhhXlxh86sUdykQ9keZQ6tiQTn6VR7QYpyKSCLf8NMEsq5Crz/wBlnHLPhSO
IapDurRTECrNHsFrFaJ+uxrgCd/vGsL6yRAjyP1hHL0i7Mqs+gsgI0jDXDhrfqja0v/DYy97duWi
bsaZ5DLS3WZLI3wKzb/GIuf16C2zBngIqlT7a00d5ImdVH6rDK0s4rl0+jYM+DASGzPtfkyQzIGn
wvuLYeQHf6qxohEirEK0UdqtUobp5IxOGPQ5bIYJnW4RemoM3FjrmnwJu7XlHbAKDUkgC/WAG9vr
cXtnU7IfxaxbN5YzdBPo9cb/mm/jGpmwPIZI6pn2pvab5Su0Xe/TqMvtM2gUzX+nzED7put1VR7X
1ZzyowXuaYq0sg+2sDGHeQOR03PRZ2uVftk2OwB9NAtu5imtwDAr+LifUsoM38t+2u7qbONNGWXJ
A5EjAkgKuU5p9+gqJeqbPpdGc9cUwFBis6zWd/OwQgWZW638Cscl/VyAR0/szBlhvWTo44egio1v
ZoHZbTdoPEPasBUfcXzRskMBcCcxZK9bwNOn1Y5R3EO4OVr6piuSOc87eaPBTR7uON9Y0yxGvjpv
q3FWQQh9t8R/CXGNICy0xv+21Yu/Rq299YTNW+rfNIWffZgaa8BMDe3+9uBW4Fgg/XfZwooKN48m
LXPNsIO0wwnOhsaPQRI07OxKuMHJn8vdyaHgeTpoYzMW73wjBwSTBc1cHia+yWQhO8xNfVVuHzMH
ogQx/WiXUV7qJgLoxaTe1rklAIoDmy3jXd+nDEVplH9nk3g2LLWmgEPWbwaBuz+5AWcz7b5sXjX0
JyVTrTmCMeWlFwNeDxF2JNtNkNLSfddA6arD1i8N68FOG60n2qj74jboev1GUJU+9r6b5zH/NkW6
daJVfxpXr9dBHY3L79boy7tsmtMqdDJ4K9FMSDyRp2bs16WS1RgZrYN4HTZ+joy0wTa/DPbaB9T+
uu3OBmTb8BgFm3tC3LR9J8ZlaD/mI+UopIRNhPGNdNDIa1imMUw3fJxjmgHVfR5IbFK8xdJIdJbi
e59n5T1MYMuNdDRi8GUQuVtHS24PD1A9Bj2m2ZIH/Epj0ygUL4YPD8ZcbhD3tvuIlrb1F6bqZB9m
D7uG09qqzg8zz25vRqdlijsilLeNMTdfAkrnODg09sZ5yzz3Lqjskr/ckRfHg9/nPy3Ntf9iJ0u3
hxtN0z8uLNXKfBSaOlhEYgRbG1ZcUaeqFINeLqYgbJd9Ftu0DawI8s7ypynE8jd17GEMu701HwIN
lHR6XX+NC30YP6x+Cfmc8nf9vbO1bD2IovQgdrfBqm4ErnufFbniCtIsdfLvqTs28s5TNHTDNag5
bQjldNRQSAbDzK/sxy0tUsQkpKfnIQLY3XCwA3wSY1pY+QdZBdVPBewHHkS+vG0BV/6oMphbCIoO
QzhtRfkx3Zwuj5pCWvRN0nVuw3TpnK+5XQGwSJ1JM0Otnoy3czFnQ6iNqKrF41Ts0v+Vmm+pjgwL
smZFax23fJc87AlZxtBulgpEgW5kTuxiGfa5HoNqulVNo34RG1XlYcHV701TZgY58o7IwFloKu/R
V5incO1qqwph50oDAlOr/mzIFRShRlu3jYtZ1QRqdBqmsBnd7AFvyLxEUijTTrO7Wv6BUqKTOM3I
k4r01NpFa4mPd60PmIfoboWvx9znw2HBvKiJIBoNbaynqXxXZYGqDvw1+VlCI+0/BKUgsGsnpJ8i
WWpsZ3sSSMv67ZoSvNXLjgPUnBYAup9+y+3ALEIYaig8pkVmfxjnYHmbrR3O1HD0KMrwpI52mLdG
RRN+EeUf6PhiiMvBNN7kM4ClOK2tlOOiJgIGTesQiIQtvHwHtzLZpPN68960F/6+ROQKGZ2m4qA1
hSmLB0vQ0oyw1pBaCCRkQN4kW6W46Wo/x6MtKPzvrlU4XohaukLfQarih+Fq7QgQoA8wALFxQQrt
AUX6yLMWMSaOsJf31arIxyueEuor2RA81P22DceatG84oOPX/G5WGt6xJYugvUXuaPiijLLt4jrH
WOinmrbWPlljziOa9X7dRUOO9FgYrL6QYaO5WEqhQ0ELullJz0OeXMfk+h2bP8Jq5g9oIan0UOdd
/ugQ/3Q4/S7a+jAZVfCjmYLsD66o1TfDEZw4tSpU7rPM+5SXMv3lDktwKgPYQoc898nWxcqC3K1L
pXCrylGGjsfetVEgzQvuOZBOqR6t1bhBKWqY5HizFukcMvhZoBGo9vWHDiGILF5q5Xb3s0kpMyIf
XO6oeu4KkbOrPtm4YHW3KWrh8u0ml+V+kd4O8ektjrDLS/fe8UdPhqvSjAywwZCnf2y/4stLfVvf
ZVrVT2R1COKFVokMCZYFTv6JG5yeNacBD5zFqK0pdFfD/T2nhjgR9acyzpTSPnvS8su3SLNgsVD3
43xvppJrUKNs9dHMRy84jaDJ85vObs1P+MDZ76whcMY/HlguM660EeG5piyaT5gYs7tyaIHWQeZp
mRIipd0frWkpbcqhhQTVgkLmJwHWdQ8akkfDLXIHbhsjMpdb72tPuN/g7asl6oiG05D0x/+iaqY9
zChmfvba0Xt0yqzUw6Dx1Zc88zcjyisaCzJYK4ot2kbMr/XpIBDo0PsfYGj0t52vT0W8KUP/4Y1N
/6uT1YA0sqmcd87gQjANTLXTs4nn0qj33OanT+rwDowPQSK0nSUL3aZPs5sNwsbNOJn+GLXmNv1d
d8czjGNEWt5qU2plBwvLCj12kOKYIIw2k3V4uRBx1j/cayMgv6AQAk7cMRl7Vfs/VXsNJ4N0Hjor
2fj/3jTd0u31c0U5RoqtWg+BXfcO0doUFGycQl2T0HtWOqWBSHEXtUhK2QYdhKfjU4BBQa8FrOy6
QxeVCAxHItOn33Lr6leKR+zfSg0IvOA/RDGiGE/HykbRYBHX6ok+ONZHVBIc1FUc94YzdU2d8qwZ
sA+F2DlfBcgX38ZnqMG9KlMDbk6mzno/mGvzltpFcQC8aXyfg+ZKlfviaFAg9x69Q53wrHJoA70e
u8wxkrQz7+t1N6FS1Ek7ai+noVNfXt4y/6zgn5SudkUg4JA6VWgaf+fOP1M/uf06FWuCla5Zxc4s
Mu249kt1hC+tl7E2ZRltaG2sCSY8dx4ijTv3S17b1leDMFaGc+rW+t3g5xkovH6TXw0Xh6Ywb7L0
GlHg+QYDALLvsd3uF7Do2dwIX61YkS0biw47XpG0RWu6UoJeNPN1fTYWHaF0yvyU8wAW0G8421++
ZuV7QypB0M84rNraxo4/W+9fnv6zPtu/UfB+cNnFfBLOGU9HyVOvbJU2qMSFcfpGAZS7X+y2DR3N
HB4xYDLiaZTXtJWfV2rRZce6BUoC8CbwBk8HhUJgjKLrVDIq3YhSY5mjgLJH/PKnXRoFWBxFUYdu
Hlysp6P4aeNvlJpVsnh+SwgZ2Dci314HKfg3f5aOxs9+6wHBOPuUeVdqs4tRJTwGeoJCQ35YIE18
wWBifm1fiA0BExEgIZ0FlA7PhuqVPpaCLCtBKTS/cdpNPvou/jqzRXfwSkX5wj4H981H4TWKKLx+
Nnfb3HsFokJbMpFxxjgAUuLqtubAUOWVz3p+3UAZoMvFVqDzCvPz6TKlrWfMmYvHUU+ZwJwm6r2Y
PKeakVIdso0rm+LSfgcDAgCbk8XCnX3YwNPbeA0KV7yYCmuiFeFGMLrpu04vqY5vY43kwrpc2SWX
tuJ/Rz17K3S/9Ei1Be5maEQ9Nmb/GIxZ//Pl/X5pzeitsAl3s7hn7X96XulECG/gYaLkjen04pSO
Wvpdrdv89+WhLn7PLtIU4IHx3GtHjYXVUFExElMzFsJkx4nSdNmu3ICXdgb4DFDGugve+HytwHNX
jfJw7hwWXRy2ycluSyrfRbQbZixhbypU5l/5YXSd6bkCcoG/SVf0bKHMKiU2yfCBMQoxnuqJcmUw
9MaVS/fZ9O2jwPcFmg9aA8Lv0y0/2msOiDqg61qL/GiIpY8I4KvX4VT/9ZH3JeIcEzzA/3o6Cv46
TVvto8gca53c6IZQDOX8/xnF9gEO8DIC+NwP3H9CPj/zJ69rHTsZjbU/1HWnY/3itrevXhcUngG/
wagHDnEu2+IQx1fWZnhJAao7dqtKREsd1Fe+5Rz/sU8ZcGLQR4A7dWAHZ2+uLfw1oGnkJUvjmB+t
QeCo2W0BwbndnhwfHfl8g63RSNs8BHXhn3qscU6qBJb+yu/l4gXXD4KWTjJ907MfIkU5TCN6k4nh
YlreT8tn0xvTK3fhs224D7KHyjz+/8gLT5euSkXbZ/gbJj2C/RHlUC3MPdzRX/6Ui9fS/nQhykI0
ea6Vr5q2pg1iGInW62TQNBZios7s4BZOe+UpuXS545vFxYS3MM/x2Y43bcqnwFW4AQ2T2ifo6ls9
tdSbCibcPV/qU9kVal2uXBr7m3EWwe4d/73vyncSxD6dR7Pl6h8l5q5+ZbgooQ3yRHU0IMUa6nQO
HVnUnxtza8yoMUiRrox+4aOB7BLoBBZq7uiJPB0dS8C8SKFzJkZWjt8zhJ7to7nO2VEHRVFEwyD0
Oupst78y7r944+yzcQfgyHDJmFCzzvZoNxh4LxjjkuCqWT8WQ46GXtGlRXFYDavXT8089t8EkiUr
mVheQUMI5vaD7TSoKGlqZ7uWbgYlLw8acYPAoEPn3rI7BHmcQH1FbwUJr8U3pjwebXt8qIGjfi8L
0/2JUAK9NNWotgyHcsnSu77NEajKfNqLsT3rNfI9vVKfTa2v38wlZY54g8OqIkuk9k89k468AxvR
ZaGFwZoKrUUfvlDC1Yq41hf5DRg9CSr1YdOOh0xRFtuyHI25tAKXGumDmt6KdlUruGIv/4a2EaUh
x88RSm4WCy08u6eUWJOfrjE9reybZ9RTfUwxvkEfEof6T/nSzlS4+Vw3XKREstGyx+/jYuc3vtgJ
MwikNSh9rakXbzTB72o2jpYgvGFWd/2iBb9WLbXuOkRivGhMteUTQhWDeyw2omhobE73hoAYNzCF
Gm6Bn0Bnfw36glqQOVfGF8sUYro1adKlkWyM7oOofFGGOi4qP6vR8sTJaG2KWL6OJUnYdYb8xEvl
f8QSZSrvfNV0BuV0Ie+lqjrjMGvQ3A90yC0rnGgRXjOiuHBPEdM4ZKQQOXEMOosQi6mmTWpBlC7Z
EsdilMOjVCNb4OWL6tJBYi6D3U+AS+Qcd+VnGrJm3A9Jty6U5yABnBCJqt+Ldhnu9MYDzIDi+pUY
51L6y372YJEB+AJ9fXZ8rdqgu5ova1LDz71VMqiPXTn0vyxpdodxHqsIco1+8AdL3dHt9I+oIGY3
gdU4H5pRSAS1OlQCfN3oULbe2th2F+33yxPzT3fz7KRzu4DNhmxDJ/BcE8nTs662q35NQGd133RN
me+UyrKfmjkN0bYUv0pr1aKUpkfC1ssOq7Tnd4FIg9sZ+yHaPL5Lj01voixrzdPLP26fn2e/DTIl
PwvcK8C+p9ffWHg82gUJLOAR476Snfkx081dCkGfvuZW0H199Xg7lAmfHgIe9ErObj25glzTOpNQ
vqsxHTWbwAK3IdO3dNCXFvxZll0BeV94QCmmEdgjFrULSpyNyI3ijCTLRmKn0++q8hvga3UfC68p
X135MdmIIOR3KtfOmX46l7opRpb5f5ydx27cyraGn4gAc5iyg9RsBQc5Tgjbx2bOqcinv19ptJvd
EKELbHgPDLiaZNWqFf6gmWd90FxoQhklWCVEUCxV7zugZDbWuwZ5kmTT+JHdLSpawGqXC1pDRFHL
+OBs6cAcavReftW1SudXoevjm52iHWstMh3GQKnzgC1dHqi1Uf6OG9F+AzRXMZlQNmn1EqK32lLg
ISG0oXdLx3dNmp1UICPW6Jhnmjq87LjPDjZ2UP+8tBM/DKfWvgrQkkyky+IZ56seYf7OAi5SGeXJ
nYz2qQmXNHt/GsXXB1oobSOBJqxeVTU2LSZtsXXORkrWtqSN7miJ8BkhbxHAb2w4qfOL/BJMMLzO
ZTz+T0rPkxsDd5x5bkLjj2rl9v3gWd/MTnQbWf2Ns4vOpGxz8WjYHK+eyRORm2YokJ6XZNG/p/Vc
Pup6dkhA1x6WXAs3ju6N53rF48vWnSzAVs9Vo9RtjDDozq6gbxcXTN+QSVmYZKrdRiVxayl2DztI
wi/R6Ll8hVFoFhBMy+k8zMzci05YzKzG+NBp4Vb/RP7qy91qkO1SKhh0iSX2/3KpZJDvLcLjA4lH
69wyjtgnzdBuhNnry5GvpFJJ0uaCaro2DxejlaJElcxn4BneB5U+yUsEy/YrRFrzR6yq9kvtjoxb
3w62N1eFO2jLHUJmL0/qf3aitpSxEanOdM4R9MdoblG7rwOawz+ttix+pk5d3i9zCgP57WVvvFI0
XiFzc9pebR0ul8U+PLa6aRxoSXfuQetrRG6Kdguver37gedy50u5Acmc11eruBOeW2GP+h+E8UPD
AJyRKqPiF6KJ+WkKwy2l8OtNaaDqSgyhz8bXXGtQR6M2c5GI8eyAoLqreuHdwxTpjp4oqh/vfoPo
bMHpQk6H62QdrTxrsEyl1ftztxTqnYUFzW4Stnn/9io33iBNFJYBhvvqxn35BkUFUrIts+W8xJ32
yTKFd8z1MblLTQxol6UGqv7+BaXykWRk0CZYs/3nCkZKWrnzGWPkuPVpfah3odmGe2XO7VMdg4h4
e8EbOxGbZPrktNnkf6sDgF6UpiSIzZ7rYopetHScgzGp3Y04fAMsLgWdWAWmBcdtzSMTlTUwADZm
BkwTPHmqoo/qAJfMi0ttF4nFvNOTWD9KQ9wg0mF+dWr4TgtSGVUkOJyWB7M0rMJXl8GIFqSdK2I5
j4SD0+w46n4uEKOOga6//61SL3iY2mF9AWB8FZ0NL9KcCVTqOewr5VM5jp9JTNuN2+bVFWwVmGGw
SCUwgghkolU25U1JRKlmz+eoG6u7Wa2TzzngiaBz3eyD1QLaWwTqAI4rFNDOobUXVa0jq5IP94Lp
8+jHaHUGNchaNHEN77teZ9P9ZKjtx7Bmkj+nOcor0r06r/Rog0p2IzNDXANCIbkuQsnQWy+PVlEn
C1q+2QTVRTC9x4V+qnaAhtP/wSCHZQ6HCDRGlYbq9Dy2YNDuoIVp/7Q2itwTLZ+wO9dTCnREdyd7
/Pz2qbhx7i2bm4ismMIGubjLHzfa+H+kizlDhrVRp7KT5s4YAT0lDjKJaejoGxn4jQJIDlykmB+b
kyVXC6IqDDfRyOdz0YBPQ3AIFSWQ7EzenVrUH/W0A3DdZl7zYXYTJ4KKNFV3RphN1UMXh9pvBaTJ
XybwwClnMXnfe2eiFfD+l0I2BROegIi+6SpUAKUyubO8Gd3exPP1MUp8Tcwv85C1Bz3Wqt27l5MT
DRcjIrpPSJhdfgOshlQ7Bvl01hezQaoeMe0mCpNHw0vVT1qpTxvr3bi84FCihYAKupQyk3//n1Qg
mtoBeFQ6nzUhip3uiHlfRkm1A6W4Zb1zYylJO4RCyeiBZHf1aE6qmKKLZ/OMOWJNIuo0AKbb8aSU
U7zxVDfiOyN9AjvEJjiva5rjpIZ63Ya6eXab7Fe3IJXA5NXTf7/9rW6u8sp7psONQtVq+8LhssPY
pMzSan24N2hlPPZta7y8vcr1a+OfduUgWWJgzddD9J8vBCWgSIHBGmdcgDLgKhEcLIlVNsLc3eia
XD8QbkFgTSC7vAoRrh5IrXtrwAJNP5dVAouBISx65G2zQVvy2FKXAZxxpDz4UshCkvEut5w9q6M5
CFeD3V9/c+P4EUbtE141Hb1BBL7y2an9Xt8iqd94NjILmoPc9jL/XF1OVrkoIkef+VzmYbVvRTfv
p9FW929/LPnbV89mo5hN8S2JatyCl89mgsZKSo2RdSjMlF5CHSS2MaGuped0dLRD6rrvna0x5yJ2
AizhSiRwrwEzU0rSoGeZd6oTb3qk6zvsC+QEN07U+qPJVTz6F4BKwE3w4S4fLAKinmo69o+FyBbw
lnba/tIhJj6Xut7RW1YW+7nS0/JkAr+kadlvcSqvrk5+Advfkf0DpBr09QfEgtssSyUPT05lpwPY
LANeajQX5gkBdpCvXSTuXHhTj/0wlS8a3psZLVTN/grWd4I4MjjPLXyfjQ9OXrz65K+/i+xOqrja
dFxW+UhlKwmKk1p4CutB+WzB9+r9kZov9FNtGYydg5JKGziFiQBTjmcevI4uwzLdHYYGylipQfHM
uwhTSKC/ZrzvezNB50oMdcYt31v9LlL0wt6X6Jf8yrzY+6ykk/DuFpR4Ay23mHIO4MNrP42ZDMBN
8pTHWKJfdhZwy8aH3aHCzRjsX7ml2Tny5IlrQ1M0h/CefEI9QUwxvaMaOakOJxXgwn1oOMqj6KIQ
eK1D+gSadq6+4CLg6f6QLiEgYDWG5DKiSrVXhaLFgBvTJd9loevsNSPtqr2heBa8NHWutVORWvl9
0hjxp7YZtI+1WQ9Pem7DDRJm5u66qs7+1hodK7r2C0YLSY74zyGsldzc515XWfSsWguCRTJ44Arq
JPtcmyHQxqXpK88v9IToCHNmkD3efgocFIgzHEQ0BPUhgTjqi12kyfjgLomR7PTOnL7ESWNlu6I2
deTeozr5oXTJkPhOrmu/XKsrH40IpgsQfx1rtdEtWo1atbEFxPl5+WtFufFYxlmNbAxuKP8aiANg
xitrfGz0Rct3lV2X5y5XygyYLfYpuz7tMebCZczdeeWcfgc6WX9ZrDn8WYdDDHUvUvKjDuEiPOY1
9cgu7IwyxuEhcg0/cyG+1WakDUhWA0XYo+U8/3AWw/ofblEz4TIchbmz8wl0cuLo4uiNZTj6ECzg
CjBMyT/mMeDHrDe8D12GH/pBWLryu1JDb/ThuRgQQcY4/9L1kL19Y+jnbieqSOt8F0hcttcgPz23
fZ3+TwCH+G56A1w9I5xaa18JFZvu3lOG8NgvJgKK7tA3404b1OUn8jeIZ4Lvbn9rUCOR4q0T8aUA
CIbGmZyA7UPhLD9nZOlS38u7vCDDInXGLc2jU9nEoz4dKTiNnCaFEn0gV1yYc2oYUB7aqsjj3WBk
1ePgZtWLMIUF1zGcF0gSoZKMOyUuu1/RICD/ddmYf2jmdoG12Wrx/6xq0KwD6HAj3Bnt1P4vRz5F
2zuTafwFZ16JO01TynOM+115SLyu/ZsVRfSvizLpAIBpcOVrqaJ9S82w+mnVXvG55HaOd12Z60+i
KKfvMMX6l35k+AN7Mc0kXQ8MEpEhS2sSfEtAfGs5E5wcUbR+Uk3T59509YcUAEXrW3MHn7WeHWU5
OHyJcecWUWocta5RFt8QFcBLBZbAVzNJ8n9TZorhALRbfWq8Yi53nWtW36OwKRufBpnbnrCTdn+7
jeM+mWYefmYKCOmGtpcB71OIodsbRpMNu6gWU4p7dZNFjDyAeT1glojpRAQS+UlVJ6Hs1drTn3Fo
Icwlcev8cEJlHg+FomXPQ6uFy6EajTHDwyquxZ6vCcVe8Ur7MWRG9GMZjT8TCPKaV1b6S2ZJFTv2
1S96TiLdzXoZdX6Hwv+HRC2iL5TnIxBztdIVH2eDKjoqwOfLB6uJkg8wDiIYB0NYND5gZbrWDTKs
39tc1f+Oo5e2hzasos9zIrk+vVEMEdymOfoGOYF6Zq5ioFCxqSimPwwe26XQ3PRZiRXEDBO7j75Y
dWLV0EsTE+Bv3kbfIjPuPmgZm2ZfJh4WiIU35N+HMPFOPQG4P4wFQc3XbGiXlS0ciChKUld+buXN
l7fzjHWpxhkgi6avIGsFGq+rS6eF5lVg0QtN1F0eZi+3v3Z2XB1jQx9OpRY7Gx2hdVrzuhy25lIh
VWonrG5/MUy6EYWwUjUQv8/4PocPeWuGLxkV+h7ZVxN6e2JstS7WKdvrqnCBPcn6B2qzqk1SbZ6o
yA0tcBatDxooXscBou9GgXdrFbRxyJ1kj4ZR6GVmgzlv1alKrgVKHUIvTkv2g5blG6n1OouXzwL8
yZYFNnK+r/T3/2TxaW66KDgIPhjw5nPs6cuOeAp+sgfz8t69wWFGNRdkCGU1BiiXDxTHCDJK9Y+T
3Vrz3aTEw88+Kco/DQ35pzbO0n9vr3e9ORgRggohEYLtyTTtcr2pMAeozRpyEnBKfxdO391BQage
LSgzhj/3LeKME4jijTLi+rsBNZSoYdlywsBTv1zW06cFaczeO1kp0cFQUvEzzuZko8a7/m6sAnqS
2Eylwle8XKUIYVcJNUXKEpcpiBeO58cjXEk1TbdK/5sP9J+lVu+R8W9RZDSvT3a1zPtc4ng0I9/y
9r0CY8l8FTkaKWhAU4OR6+UTRXWmFQleUyc7B77iqyC/HgUvbvCJfVJzsVatZFfNNKj83Gy5JtwM
qtAOYXrzGbR4XWyUFjee2wH0zdmgIwsoa1UzccerletF3imBwX1yZ1f7mFelsnHMX7fhf0sznpux
MiMB6ZgKLHYVTWgaapjI987JW3rwLCFeEskxnxM8oZJGS/bCsqePbV9CTLEKG211skjj2VABs9IX
yaLfFWjTcKeaFg7ReFMb6KQ0qBEARIINc9JyU7x/h0vfXYqu13bna+Xxn5gBydiIcS1yT0pTmHtt
mp393MMAfPv4Xr9+RtKUdeiIULGyzS/3Q0I7lMu3tk5LlUw7fOqSXVLr4cZHvuqFywDIxYGgJFQL
IICrKwQZgtBy20wPckjbT4aqJOcGYNuXrHYojZMoCiLPgnhF7n2vR2OzH9G83RiMXx9mmq4gkKjL
MbYn2F8+aoYXSivbn8FQwqBJvTn8X5cU0W6ylOL722/1RrkKkoGrkmJZjhrWGoaZmiLLOs9qYGUq
Zwg32fkJs2TTn5wQ9FQ/hvdKnaRHXXOKIEP7+0HYerlD56R89pqsenKMyv379o+SR/vyCNB34Vbg
HUATuCpVS/xFlNhp1UBvBnFSmxyQkdN6ey+s6UXr8FPfXu/G+4ZmSc+P2Mnxs1Yn20Z9cFBgciNU
W6Ch7xWm389LeiDQbbVprwA/7Cx4OQwzaZVZXLSr6ImfymBiIyoCTWmzs9c0iKiFunenC3YaSNpk
N89pcQCgMT/aIyivEK91ZCe66SXCKGLfLhY19RSlL9XQmTuIid7WEZBbfPX6iT7wM2h+0jZcS/r2
aazk8EH6gHoTrqowD2Odf1YG7Z+CXoiLQYvVii9VDOdR6bVHBXPAw9sf5Pqs457A3Bfhd6waAUlf
HoAyBibYx9YU1DnEfseB8SdCEJVvr3Jjm732KtF0pSl6RQYA6yrSxWhEsJjh8ME0lvoj2bG2a0WV
HLN5ERu51a2nkp0h7MBMeY2sPj3AugicoyGCKs2UFx3mIUzb7L0qZTJ0ER2BMDMGof0kN/t/ovGi
pXVtCZPugr0Mp95qxmNbd8Pnt9/djWdBX5UxMsUvyLX1FxpQENIFiqeB5ZXWHm6ls6vgHr9/H7CK
RDeAY5eNw8tnUQ08G9OQL1RU9rCzs74+dlr1XmwNAt106pgDOvJMAme9XKXqLCXFcWgIGtR19mjw
qHdOYpa7gZ7JRqS5fm1AiyRPSE7V+GO1sYu8SqVshB6EQ1QGM+xTvxiseGOjXcczAFwgcxlj0Cc3
15Ax1GOmJHMGI6jJRx9HrYnuhNkMdw02W3fv3QcshSk4XVe6/9BcL98dtq2dhzyJEehjbO9HvSp3
SIBvITKuTyqr6DqNeAlfQBzvchXDFKE7zqySt5otEA8SyXPiaOUOA7fGH9oqeXz7sW5ci6zoIL6N
3J8cM652nqk3cxfOfCiHLtxzM3X5uYyr+RRVwK/mCtU/NF4UfDGy5LlBb/zvWMx0DCH9/1SnITtb
U55+2vhN8tq/jMu8ZoQwoI0g+X51LaYzEXGeOz3oytj6UDLZe4jVtr+zItkec2rXPrRNI/aT3tof
8eypd2app/E+Nwy0odRem55qpa2/R2OsPyWlkX02DOH4SO52+1bNt9i4N38usD5LTsF5k6ssxlEy
TwgkG4PMiqL90BvtD2479wP8SvtOTy171ykSm65UW5DJW9sFLAKjd6BKNAJWm7Izranq0ScNyI8d
1yfbS4M011sfRQ7zMW/G6uPbn+b2gtISnGkoQ+LVbqndBdB54urBFE3qKVcUxVe56L9ldM6OBpJx
X95e71YYYUBEi4P8CIeB1QM2Mzb1gzHqwYyC4vMYetrR9JKtQ3AjjBClyD9Jt7mL1zUl0oDIJdmF
EaQxV1XRt/ERLBSt5Ml7920iQxVQA/k/8B2rpNvGzqJAqFcP0CDKg1yhcV6k4xbe9MZbk3QyloFI
DUNktSGtuqj7UEWXwmrs4hgnVRp4KE3dv/1tbuwFmghgBRghE0CuCBleFYclM7SAdpN5poTN0Ryp
7fsS9TmU05p+Q/fwxle6WG91e01NuURWT4utKvr+kEbmvNMUdAyGAYuMtx/t1guUVDx8LSiBEWu+
DMNom6dY1MVaQINR7GJXH3eQAbZMHW49EOkxPlpgugFbrT6ToGlKSllogSiKBBz5OJKb9eNdmdbv
HbZy8+NlApGbup4cY52Mp0hzzAnEpWDq+3avIlzipxVKY2+/tldwwipwc4YkiZsNAaXLuHxvLRz3
zO1UNVCxxrb3KlL0v2j0dd2OQN8c7R6D7l2LtMmPoqkzi76eraC8heunvqO5rT7R8bOkUs0Uzb6u
5TPikjACxA4JPvc0RHnT7PvELf6YS6H8kdwo5EbCWkKEJ4N/CENRZU9BwzQAX+1leH9SI7MmsiiY
c9Rtq2g01UMMRdpyg8wc3H0/jzHjn2lLcOHGueLEyG0nKxMaQ5cv0TRrY1EzwwsUZUbVkTkU4d1r
djNOrceiDtONFODGNoQJSAFORGCUsUaJ2ZVi1oC/nUAQVI5qp4x3kx2ru6mzjY2QcWspiRUjbwc0
TDZ9+WgJ8/3JMhM3iNvOOE6MM3yTKd8xtIp/b2/FGyvxnUypYMDFQY/jciU4A2Kces8I0OGCOjQg
ysudrDwsmjuc3r8Uyt1yDE7zk/JqtVSUzrXH7C9Qp7L/WXaq54cQo36mVeK8fwO+CnFAI5BaBmtS
RqQ4tqrEuRMMXZ4yT9W9Q0+ZvAEDuxH9XLIupnagC2CcrE7x2GMc2EaNGpRd6RxttCsRmkT97t2v
TQ5KHJnlMqZfy2/03WQvptqpQQakKzA1JTvkSW3eRfXSH95e6saJwuOc/qpserggMC+/kJfDh4Om
rAZ9XmT3HjPFg4dEwqHURkTdM/vX28vJi+gyCrpUcdLBghDBqVol8b1e6ErldBVthXI8gjnITpOu
RodKURn+EqQFslx0Qt5e9XrHQ5wBRgPMCkwNvJ3Lh8yk6UPKfDEoTbs6hKrZfC0Lo/jmIFW2sdT1
BpGuI5RdPCUT0HV97016x1iwLoKeopWEt2YY2iG0+/YDXa1CAoMygxR15nZkJ14+kKUvVjfM9hLU
4TJAB8v7s9W1Wy2x61VI+Zg0oZ3BM7nr04uvfMl4swmD0IHoCM2/RAVtNjd2oIwBF1tCqtkAGCO5
xLmAh7p8FkNP8alNWy9oKiiEiTe3ie+mtrWH+J8fWjQ+c99Qy+LRTgx7o0i+2v2sDeyOOhkMGVXK
KmcPpWKhVRVhMCfotRWR1/q21n7TdetF9Nqntz/a1S58XQjijoPYBQ+6+miz6JphNoQbOKhIPasI
i31AbT09oqDYbtxbN74cCnUkGeh20NHV9ct3itMr7p9w14IQ5LTfJkq/M6HEbXy5Ww9EIsiAkOG7
1Ai5XAXhZ0JxaHlBloXi1BLpH5DUbPeTVY4bCe7rzb7aJbBbTLBA8oNdTXWnJbWnERH6QJtjcd9E
CIEOs5Y/9Lod/UNw3b5HqSFHTUG3H5AmkzKvnvfJiYd05+pZ8Rz2nnUqrSwOGC8ulo/gFjqECFzH
ABzK9vjuT80skyaP7CUzbVztKzBDJSbNjhMorjLfW1pTBwa/57vbTsv/YymmtBY72Jajl9UVK7oW
tb624SNA499HxeTcA9rB79CNt5gIsACuzqr0vpLdB/rWhrveVziLxGAkTCLC5Iy4JLeV2oN0Xia0
JFWJPSiFFWpUOKDBj9yjMIqnum0dlPsq/Y/I2umbLcbc8Gt7LtO7NAzjctdjWOj5i5JYn8K0K5hg
QeWefAXc0LcYmbgHePVGSU45h2GgxUoGojyMw36P9La17Kye6xpx2dj5IqDEfbQFplyStFg9E9dm
BL5FU3zWe5fmeVnFiS8A0D8pcaQBYlJrG8iUXrSkq8h+/AOIV38P6zZp9zR/LEBeItKftHgsn81F
6R/Mwst+9IOmZb6G5AmyyWVjRXslicav9kQLAF3DfvrG/Kj+aCtO+bN2W7MgqkXOvyQqmvQwMdfR
X2pPq8o93GK12uXp3N8z6+/+lp7be2CaPQWfL4At+UmUs9kHcg7yPFVW5+xztBwiv8AKo951TT2w
oDmWqg9nII7uBbgYOFK4K/xzEkOBOpCnAnBsldAhmyE9+NU0uuPRVuf23rSzTkceuTOMXZII5eOi
g9f3dVOx9uBak+loNIP1zVDz4SVmTAVONDK+GSiqJSCc2r442mmiNfuotVBqdlO9n6Gue+pjAfCF
oXDp9brvYXzQ+V5fLe4+Si3kRu0yyj4h/Rp2B3PgQCKGZ3TIlqsd/s9Dg+nLDm+ZcHlwGiP7YfcL
OEAlW6oXOzWTLynl3N/JhIsFYqzU/+cg89XsYwVvQGjQtnN0jKZ/qnAElHjFxnaD3qgbQICj4TWH
qLRr7wBq11A/KlYu1S6mWP0jdIUN51khcuMZOYJx15SIYu+c0oTUaeUGpAwj1srx3QGUxgoCS5QW
EiOzbjpbSJRCm9PKM7rVSNXabPvcz2oXszzdwPjj7aB0PU0H80DWDwEMBj0J3yoNEsAI6eUX7Xnp
a/1FnRdNIMYRho6vkFD/Twcr9ldfuAT37sILB9FVzrAws9YFrlQVaDFs/aDreCKJi0jTwKLmTlxf
iUAGAKXPCCm3bmbZ+4FJ5LwfQtf+XXl2Vu1coSpnZcih/8yZrYQnur6O+mBG6Ccie64Zo68XYykO
jAcpjp0uR8VE5ZJNj4ab6L8SgYcxMhFl/KvFLqa902N3+AqcdPid5ZMBYX2usvigJ23+uxn7FGXG
qIs+ICeKnBbC+Zn7qaxQQe8WxKy5RxetCEZApd8aCs7wnEehmlJBWc3fwvQa8KoAL5S7RK2M9IB8
qJodxskFm5C1BRoTjZJVbmCkWfrBwZ1w9Gkm2nfF2HXpPg8j749Kvyvyh8Wpvje2VgzwiRtt2GeW
03xItLL5mccz7EcD/v8darxzvcuxPEH43DFy77AYqMz6c553mW+UqhLe2W7Ge5pSrxX3eBaYcKUb
NEN9zS3ch64KMWtw+9m4Q3gWbFtchSmSnhn1xo68sk9PiPeWX+tBYDJNGobE6xDn6F2XWDw7IH27
odohto/GNJ1f5UOrFXa0r92pEvtqrtx4R6fI/DPSQYyQlxdoUfD7lfI+Etwvfmflrec3YdpUj1Si
2HMXrQLk1E49kd15iIh8ENLKaic0t4SDbTTKFyGwrNx7veJ+6/mSPzE3iONdZCdLx2dP25dodgjd
1EpDQOd0aB6jqB0ZXkdRgz2Dof7OvHGaAy8Jo/6udMt6kMSqvjyNmrKAgs3oS28U9lclD91TOhXk
mCjQoX2/ym/7BAX9yaqqc9dHJoDZqPtKwmbet+B5dwKHg2PBH+XG2brOAFkVV2AXJysmJuvZnOi7
esw8q8KiJBmPJfvjE3rC9UYAu86f5SqyjiMbcEBlXGaAjB+MsLS6Cpq8lAmhl6A+i8QZjiBjxodB
67cQQTcCBtaUpFYU4IZqrX3J83IQja3GzRkxtfkMFrg4R8biPXfZoG58t5tLScUpamOJjVjl0IYq
kI5Ae/w8jZZDCw6TgCVVmUT3WIy+HQhvLsWk1vNkU8uyVku1RY2si700Z6h82CJZ1W5RKxx0Z5AA
b690Y1sAN4A7xUiLsZYhN+t/B8MG3PdcJPW5sazxVNiLgz2Srby37cNFI4cSss5/NeW9XAUhX+FA
lmNbpEjetnQvfQ03ln0GXXfj1d16IDkKQ6TAsMH7r9JfTVfbcAzd+jwPmhKIxHQfK9X+/vZbe23r
XFYfUCElYoM0jGHSWnusr3KGf2YXn8tQ6Qq/rAqZFxja8tmOsUkA5k8zxxeLlZ6brAuR7jXa+CUz
eq1mUFdO6r3wvBJllsoc1QNGavAodLxxwG1NdR402GIj+o1dlEH6Zad/8tCeflqRGgVxQX+SYaOO
Zc7bD3Xj7Fog6uSAgjHnlWpKi7xFp09zfMappv9jqLHhO0tefDLANZ/mBFDZ2+vd+FJImUkLKGRq
6YKvNrlYvG6xRytG6SHt/X4atO9e4XkbDaZbq6Dz6dEeoZynIrrcei6eZZIXkpzLVIkP85RjraWi
Uf32s9yI6Sj2wLEk+mEntu5Da32vjlncswrmIcGikRbodmaisD2P9VFnLP2VkcKWjNqNZ5OsKTCR
jJSISKvmI5ariSLoCJ41p3SxTTIW2BUJbb2NnfEq8nK53ZnDebSvZF+EPb+KEoM5m2Hr9tEZP4PG
9LWxj5Z7M2yGaRdpVhztrSxJzc+TrUffw6mLDN9F2gz176UdvlZWPn6LMILCbGOYlkfk5Ft3l0yR
MP0SUan53tNycqWyceuXPp9DD5MP5nL+MNo4SCGg7g9qIWHpixB/EJwY4p07Le4PJL2N7yn11bjT
Y3P6zIgvfbShAf6tNKpRf0AL6QWjUGy5NQaxwu8zpQfy6OFh62tZPdUPUdwt/b7so/TnEo12t7eo
90ZSEeEVT1FtJdO+agZ8T8zStaOdHdI33Akn6vN9WmXj72ooFnuPR4L+1OqN+3mOm87dq/Mwvwg1
gwsoSGqQ/BdaVOxMWN5YuIQZHlgGbJn+0ACDLvcF/XfvcXCaPCH587SPVaQk3yar0D6o0+jZR9wD
0nsVU7aHrI5q797DI8Xx+z6xEn9Uh9w4lF659DvDq3iawdTyP2qHqT1UEtdqz8mMxZtPSldOOOAN
0TO1ZvV7mCsFFoSX6JqPWQJW6bOZ28SbMlli367aYZDYwvmDLfLoyRK9+cRP6jC4qj2I/mWZmsSo
mNePfUqGZMrbJ+oqGtFTIxbRbLSRZGWCdHluG8YHGCmLNFBML71LYqP2p1I3sQKYw7sx34JKX0M8
peK0nAIDctMlGu9yvbhqKrVDqS5w08U5m7XXfgNbMf4JGwhHhZHrB6OtMiwLQkXJfL5A9IvGdbHR
1ro+0YxGJEBBynEYyGtd/oolXtwlraP0jFDxcEzHZnmgcNtiGF+nFzQDEc2UyGVkb9fd4sSKOw5e
owde7UWHLsS6qA/NiZzesd/7GYHomEgGcU3CKb2W80mjCBW6zgi6ODL/FM6sPvUWJwy+cYE7uz19
fXvbvKIcVqGKzYImGUUkQIj1ODqtsLlQUKoODDLRe3r8tGSg1J7Umt1qFV511DutuWsw53hSEnv+
5FlluC+wUHnWQpNKKSuql3SoNjGecsNe/jA55QWsTKYFdm2dqYZ0DSSlMT2L1NC+LmFoa1xHpOB+
bphGvhsmJAcPyZJilZnag3lwnJE6W2jK8GHjHck7b/VT6DAAbCM94nw5q11WMEdYnKaMzkae2Dxx
HM5fmYm7/6xeFH+KwtS/gRcvHzErNEe4YhNuSY6KFYfvqIPxmwqTMODBXLgPR2f5k6cI/+3hgszD
fiwGvG9KVetd1MGW0fnz9m+/PiCANFT6mhLzhLLx6ibCqXChA7eEQVam7CLVbvbwX4yNC+/GKrwe
U/L94QxdFUtI6xfojJRh4IYFsn9F+EeN7Hfa+dK1BpPJWA9IA2mXtz6FLuj9BNsVN3Bj7P9qI3we
OlicS+J9y8tqY055ZVFJz1ny8FmG9jMjh1VenPFzVCQpwtNcVDn1eNimu6otiuc0GtJ/aNnmPkPO
8FDRsDj1kOn33WCpz7o3V5Gf43uTHd/5JRkyEuXIgyHS84pXARcOdii8ebBOcS4gRJpE3XYqw434
c/UleV7GpiSAkjeBvMtlQB2UOLS9AdB6AR/u0I7obSejsiUSfGsVsOJS8VSqbawbaVNTR0vP2wyM
0J3RpAujXThpw8Zw6irJJHZICC+9QUwzrmSVa6OP1MGtI56l1++m3NWlpUzEHVw0+ySa80NSmt3G
5Oh1G14EC7kqxY5syhHD1dUbFDG9UEtvoyABla734kssvJ051R/g8ga9hwxQPT1U6XSXi/p/I9r9
TpRhKdM9xcPy1FrmbjGyUz9YR4TqTm0XTYcqw4KxdjbKCbmBV7+TAAtoh5/IT11TZLwCbxarHdMA
PbckpuE1Wj9rYee/BdIJRwPCwM+ezAjDKlw9N17S1YUq35EDeBuNcMava6wBCAB52Dk4dCm8Y70k
2cFUaG23lR5+fPvY3MiLOMlwupgn6XQ8VgGws+BALUMYBWOM8KmDqRYsjLQA0GsmXxMTa8GN93pr
1yE6hvAE9TQVwOqyCEOdQV7InGxAXBGIken56qwe4WtnPt4qQdGE73U1eIVS/GfJ1ZazK4SSJ9SB
gyQpvreFph/mDFJP5kZb6cn1wUXUFRlTyhtqUGD4l+Fh9gY2Ril4m4u2nPIw/Dl29bDB3LnGDUsd
dBIh8gxuFW7cy1WGpp1U12qyIJ2IsX5jxkx5pthtCK/a8DfUvHw6MA2ObV/vk3TyoTyaFPlK3ul+
ooWIEpMK249qDuBp//Z+urF1MQaQkHCCCqnA6l33miqNqDk2FBPRAQyK90hJx1ytt/O/by9142VT
hMtL22DYwJ+Xr2E24U3lxpIGZVmgxQbd/tA36VZH8OYqNkQhMBekf+tGJ+NIgxPvpIHVZfPenMT/
cXYezW0j3Rr+RahCDluApERSsiw5jjco2zODRo6N9OvvA9/NEGQRpW/jWXjKTTQap094Q/ES2Z32
XnobEpVo1tBhMmmaUX9fPstQ2VqYW0VyoiLDJ9hpewbqg7WRh9z42Jlxw3flhiQZUVdFEHFeikax
05Mw7fo5FKr9pI6R8jjqWPn6QjWHjSvm1oJLReDCr2DdNdOXYStMXzXNTwDdUIPuVYtIjRImyHMJ
ZjnpD+8+EkyeGIuTksBhXs97WnRevbjUxank3AfxjFjelKTm+7cRuMpCSKEBuYyXLl9WVbZ1PsXL
xTlo8UFp9WNq6mIflvVrnzA3vv9Mf5Cbq5vIWrArUCBswsqaoCJ6pbcNxLFPotIz8Rg1Q/2C51/4
NRJzf5rlIo4Axkn7bTVKJn0GrsPfuM4jpOEVUYmIrJcV+mHpNeTnYp4QWsH2tdUeWal9XZzk0AJo
bTUOGLTXWNj3dR2EaSWZmVoLXa/EwAds/dSND1Id1ewMuUy1AmbWo72D2lTvDGwv7X07aY70RRLm
P3pEed8sPcumjdvj+kAtXSPQIODf0bNef42MrOMucULtNKTSCRSnBX9agAWlJkRBHW32jQN1TaWj
+mNoSVa96HbDMbh813MsOlwzvfkUl0plBl1v5z/iOqzLoIqMYfR1Z6gsv1XKXtvFhlmZmAmnunGQ
nfQioLfCWaaMev1RrxIjPKQqDquOnjDxTgU9qPtH5TpW8WOXYgYgCw1le9WcjFNZUZzyYxs8tZ6k
mzy3RTi+t6ew7Ag3OB3QBWa3Lpl0vevQg1HmU0o7emcbOLtr0hk3vrHre2QB+S5MNlo2BKxVqAr1
EsWa2tJPaSLNHQ6n1SNavv3LAsV5r1fUQqcgGJII01wg617lQLFWIi0ySfM04Ejkx5ad73T0gjae
6Ma1DXme1AAJB6BgBI7Lo+QCh+iZW7Yn0u0gV2T6kDRi16fFCVaNX6XisExTZWs90w16mqP2GC8f
1+zlW2DxG+eEvhTlIqrBC6h1tbmVogH/jb0amA0JNirqiIbkxnvNYdhWqJVLzKIsW0ZPl89Lzp5q
k9QbhDJs91tDJhSMUfJumgqrEAoIx0AdQKTpl6ugzD7ZTWo3J9jL3iFSmm4PmTV6/6FnuooOLGm5
jb7YKgyArRCNoYT1yXaFcyhcrTiWNT2J+9/vja4huq/MmoDkAqvjG758GE8XnZUrRXPqIis8Yn9Q
PmNPbeN0n2UflLyNH7RR2omPyk50mCmHn5VhDB/v/4obn55DzxD4AEkCSebqdDh9M9UYVdQnrCGs
wNZFflRsO3zS9D7ZGORdQ0b42pbPAYFiEnTSuMsHrg291NnR+hRZE+pZRb4DzWIGRph8wIZVgSqe
gNFUNAYRtZlBmx4r9NWG7sv9R77+IKj1Fvzf0pxxeNOXP4Ncuc7LyWjAiRjRQ9bIeqfAnd6IANeX
1x/RtgWIw5SPb+JyFafGF9uxucitJlJo+9vuwRC6ijSPLp6juY03Lq9bT8VwmQIWgUnGv6uAY8SD
okb9AKRExPGuQO5kN/ams3v33hGe0YxftGmgfazOLINxuk6Kkp9knoWBO1conXWgpe6vcn0oIW5B
2OZDXwTv1v17rVecXMv04mRJRAHiOdb3iY25p8BrdaO+ul4KVAOXHLU3EZLIdfma4syVSBepRJRx
NBRgYLEVuN0Q7ukDbCoWXrcZiJGL8cVCgKPKWC02G25vmeCrT2oc9h/Bi2hYj2H1YJc156TvjM9V
WIMD9BrX/nh/S6+PB4PMpbWxyBguW3v5nGHhIDElasnx6A0Mtcv8NS9s6+H+Krd2c9ETAunNTcBl
frnKQAYVl5ktT17ndc/VaM47051g1zhmvVXf/OGdX6bKFiMek2SNqTNs7lU4oemUmVaf94BVK32X
4Rpzlil4CPSLVed5MQg40kV2EdvqpfDR6UO6DU6A8iVCKOqfIh3xq7ZSAmxHK7M4mAi/b8SAG9vx
B1+MZRqhhi/zcjumcRGuTPv+1HQjABMzzR96G/Q71lHZ2/2dv/F+IdHR4QPzTjK47rSYpSxHfVTl
CbHKYl/NbuU7AIT391e5Dmp/xuDYAhgEUBpSlw8kcSub9YjQiZjqa4jBc1K0oT83xiHLUXS7v9it
R6K9zUyL64LrcbWYWbnSRdurOeGWZr50Sug+VCLfitM3V8EuAi7HklysVWCyOkbDUteakztP09ts
l/gPmrLbiM63TgIJBZUMUpM0ZlYd9Nic5w5sE6vU3hikzvgNNcVk1zjTp/ubdr2QTSwzaPFCvyGf
Xi0E/xETdGTeTuDUs2Myzf0D4s7qAaf2LZLU9WHgSJPaImMNix7t18vDoDCHXHDhzSkao+KAjuPo
20YKYE6bs70nxRYK7daj/Xe9VfKHYl6Dcjx7iI1s89VE+MKXdRJ+7m0735h4GEvacxlbsIhASGxx
ELYASKzSooQWyaSPSQtfqlSbHykIgA+2kdXeEaU/rwBhjQs5SOSWFCUV2fx3ARPZRMxwDtOHlKJa
4JKeYAQuTUWd6YOEomOirqXJk1OiaL3n4BtuYKi5Yx5EZ05fI3oqi3259F41dJXAsOfW9F2vC3HK
YHpm/mzbw19hXKjc7rIqvuHsrI+LK5jQ3v3hcf26VO2LHRFx1bh8sbVos5m5Xn7itbsPRSaGnSBs
7e6f1OveMDhgWh302ZiuXBGC6kGPskJUxSnXJuPTRNvt42LhHflhb6sP0lWz3xXo7q/3V71xaKEa
Y/gIa5FW+FqzDbeF1phjpTgxWsZWvUcAcgai3ZOb+m25xfC7kfKCQGCGREsMgTMugcutjDK98urS
Lqhso+yJahFnYlA3Hy1PyR5kBi0ublD9VBKocl0n5CnFp53eeJkVGy/15oNT0CB07VBxrIma3A5F
RzFfMJas1chPzdh4o0Yt9jITpQNeV1E3UqslpVh9Q8YSVRmgLRDBdfxWeqw0rNBI6aawuXFa/IWa
2mtTWACC5V8tMh++7pmHwZjf37NbEFukj8ukemlgXO56qHaxbs0iO9lWLx6KGVu6VNGKnUSZb48I
bLSRr17ndZS9ZBbkPQt0YO28QmnGZAP/BLQ9tCIJGqYdyA9O9o+QPnIZaEUqUBjGmOht1KZs40Rf
X2AszgVJFUeZQTC+fNhxTEJYj0Z2MpBl+RaBdH/S8uzdYmnkjRZdBGpuinzEjS5XKRRnFmaT5Cel
1+Nd05TVc2MO00YL+dazEHdMjDTgBl2BSyq3zNwBTs+pBbC+70LNeIqFWT++PwZAEIAQSy4MenC1
Y5Hdu2PfJnTGsQJ7UM0xP2qN0A4JfeZHr0u9jUh34+LiYCzAafpOOkIHl3vXGe0s8FkDjvRHXMbu
s8rPHbBeUxjZn9//bJAxmCUuYk2sdrnWUIZcZlB+TnWt4LhYgRI5RHlYjEQ3azoi2IZQ6/0lb7y0
hYZIwUYTkmRitZ0e3Ytuhox7Aj3r7Vyj9XYCDdz3r0LCSVeGCelyFFcNphh4Wp2Axz+lsV77kO+G
j70hrI3Wz41L6U+CBoxrURBdI4AiZ1aHpCHnVI02fxGGphyl2k3PM/5QH/RajZ9UpD6O9zfwxvng
cCx4NZMTRh16+c6wIOYa7Mv6BMyifyR3t3Zw3ppdEZrvL3fJpA0sqQE488rWQoCtE1t6p1rlqTfU
MGjN4jdWfAYEN1G+/9AvJQKdOnpc9AZXpyLRxwzh9qg6IUCe73t0Ah4yeGUPedJtMZ9uvTSOn0q+
xjwNi4PL/RsLISZvNKFFim7YxZ3TvzgoU0G6Scs08met6g+5FFuN1VvLwiHFKor95KpZLat5kQ51
ritPyze/U5osCmKn+dgNCUM2T50Oqla+mxGOyhs3DU/KyqiZrna1HBFyVtOpPJV6+pqh4BoIObkb
r+5GqsBlBrCfXuti57CKIdbUIZKXsp/K0OTHJp6YArmK+oTNV/ZPGndiYx56oxPKXHuxNKI7jTzr
2gwOJjdldNlUJ3sosskncGuvRtyrL5B7omynVJMSP6bNACWUgKYfezceSx8v8i3wwI1Q9gdNBQkZ
HMgVFgc+mDXGg12dZG1oT6i9O0/IzL+bCr+oIS+ui4tYwkJpuDyveplMSo8lB9976z3Whiwe7aYr
9/ejyq3j+d9Vlmf9DztjKisj9iq9OjlTZE8+IOJ2b6sJPZAiM49igsw8QHjeqqdvBTNyLkj+cHuX
gHa5bM/oP9TBUZ6ipbRA5AnsdNEz4q7MUWzNwG6dVIem8uIPQ19tnZWoyPaqscrUIU6g3I8GXOxU
DJUvakw/axL7jST6xvngc2AeBlKHCLqujBq4gjhMlsOpGD2TZ5vqnavEW0PgG09Fr44qhV1Ez9pY
3Qe60TiN6Kv+RKLUPCYCUKddy3CXqEoelPMmmPDGK1t8AynjacoDQ1tO0n9OitUBxk6qpmfETaLe
4xjw2JpxfnA72zrcP5RXG7hcdLgGcgshE0JJe7mU6/ZJZ+SKeczQ+cv40g3rIFSo1O/NFlbrrA5/
Bsa6nRqXc17X6dnOgQWESRdufGJXeT+rLFw1qmSQY1fKmIVRYKNKEnlUnSK3nqrUVl87e2xxutaK
9qk3OwPccNQ0XyarTTbO4q3FF5XkRd4HcYB1+xO+Rt7PfWoe3UgtvltyxIixbuxM28mk97zHPtG1
x7EfPfmYN7msPr3/TXJi0LpalBSoDC7fpIpgdI96knEUUqBxqU6KbxnR//IeoUmRs1B30FVeHc3a
hbFOGDWO1HsiMOPU2qNQamyclqtQyXcGC3BBqMEbBrqyfhYrdLzKCY9WpYqHKUqcF8Md4XnnzR+7
GhH0WSLf7m/g1Ve3LLo05TG4goG4xhzqkW6ENILDo2eJ8ZNS8m0j1iiOEJS32vLXwHbCMYkKTRaw
4+TOqwdsGyNrjLFwjr1dGT9xEuwfQOqkX7TCUp6VKMo/hE0qnlG5Lx+yqlEeEmHbD5mXV4fUU5Wv
fa/F8mGI7XbjC7qOB/wwThC/j3YVMlKXOx/KKXZ6MrZjhcn8IRNJ9XGe7C2hyxtbDZ5mGfgvYF4a
pJerDLrZSrePnaOgI/SXmLXuSdL+/2dOpb6Ry/wJzhddjz83H+pe6FcvHILViTV6x527SmctgX+4
nSWEuQ7gSBcMFa66/qAUeuerIEx+lJHavFiYm48BclmhFdBM1x3+jyR6xu+l7nc4VIuvLJO/MMWq
4EBPXvwbT5G2Dvg30ZWblQYNNq/QR9z5ajqGLawhI018jq4ZBgW3hQULUA+/0eWBWiXyXDY+BiD0
gRJIBX4HnGOrMXydz7EHC1oPNgx5ObCD1X5bHiclNezjrEg0nR16I19kN1WJLy2jO7hemj9yq5nP
mhjGX7Om1zMao3q0u/+F3TpcFARgaxcgPpnW5c9IDAnJLccgTGACtGhpJDDcBrGxyjXUg6dd5q7I
QunoNK2vzzGL5RDB1z7OGt8H3ShD+mVeN/iqxMVBZO34OYR1Dpyo8l4QiE4nfOsbDN5nXfd1Cr0T
KB/x9/uffVFAQhh4CZ7rxmOWJao2ZDi76jGIdb1s9H0zvL8lz6O7hC5qSXTlAU5d7nCfZSL2rAmH
ToCwgTHX6OjVbhck0ttKmm8eKq46tGKY+DG8WzX1JmuGY1PgBtpkvdP6eQlDchom69T1Kl5ebWQF
Wj8VsHNcz5epi0aCI5328f6+3ggli1A+OSeECFp9q1+hgKis6rBgDuDU5nf8A/o3Z/KQOgANFn+7
v9ZVHriQfRZlZ1bEomC91pSFuIIx6iFZajr0zVxtjzyymfqiM6zAnLP+3VpxrLgYtcCAQr8NiM3l
+zT0IWo9RCEBKSF7E1m1fOzS8Ds+Re9WKGQlCK9AhhCxBHuyWgkBicjFw0w5DmOH3zZSEAoc9d5Q
cBiatf/hpS2db4ALlOl8o5ePRTbkTHOmK0fU3IyXLiyGfWH05muKVsvGhXbrfCw3DBc7kHe8yy+X
MnNbKLXpRacRs8ezo5jxw0ARuw8x5t4IPDeWIvkjvtJ94Gpft/q6ZeKd51l0ShZ5l1FBoklHFXTX
lLLeSJBuLUXRjZ8BiEM6VMvf/6dCMIYBLrI3i5M6adXj5M7mkytm79kFQLqR1i4btLo/ae8tKRHc
ZKLq6mDErlXpiR3FJ9nj3ew2wnlAZaTW/UpVhk+dWpY/gYOKPghH2X8RwttqsVzn1bSFYftYfyY2
hLXLZ5WLZcIc2vFpmrvw4CwEXmEiEIYI125SWI4MIyChsffv/tqdpZmEHjkyNoBrLte1CtJ4qZTh
scra5GcSNeaTkmjZhyyb3Y8GigUbmcqNd+oAQmfOhykCs9r1c2q9VMJOKkcocD/0uI6xJe0EOWii
PNx/suW6X79SKoSFVslXiAbR5ZNRBUWw1OC2a607ezvT6Lz6cfa8HBWczNA/l14zw/7jZvzr/sJ/
Eo2rlQHXLfu5DPxWiYhoOiccyF1Po53quwHE9H7WJBKAZR/uskT/ncnwlfiNPNT0ggLD3nGVPZKR
4HI0URxmKy7w24z6Q6Sjv+wVXrzxEm6ddpqj2sLN4qj9ufT+82FRPpamMRgEXK/RTlkkzJ/FYGTf
bNmrD1Hv1b6L4s0Zplb4WsWI+NzfoBs3DJAnxlPgU5ZByCoxzvkMDLXmzLWtWgV8FdkbbnvtE8o1
6bfSysXXd6/nMP/g+6bRx6FbRcfcxTCLYi885ir+TgUy4HuY/ulL4g7FxqFbYvrq1f93qTWwscUP
NkU7IjwOGUZHbjUhH4ae3/tjMKtQhlNZ0VNf4zq8ciQAJ6ziaF30Ouaqu5sVpfw4jXje3t+7a3Q6
PVn8NyAB8c5IQFaHuaB5X3R6ER6TWamO+hiW/0Chw1a1q+sO/FOCLviUzA+0+EsKjKZ+LHN3fsCK
vsPOVDriGKe6fg6r1PQT0MdfnajxXu//yBvBE9gEYpB0kZb7b3WgVGEPjaqM4ZGfczBLEA1DWb46
43BScTVi3hu+lJ3YGNrcimTw9uDrkLuABludKsleRTVausdJ4EAqjcJ+i4FFPDlJY/4vS9FvAeVM
QcHruAxlLW0yDyqLcmTm+sW2UohWQPkOnR5uXUO38l1C1oKyQuGTnv8qaZkHte8wIwuJz/q8j4d8
ftYKIImFk0MONKPuRXXL7jEU9Xhwh2R6bAf4fPdf562PaJFZWUhE2IusuamjF1VVje7XsXZQs+Na
DneQ77eMnG9EIShdkKIWjhvojNVNpJYZ9MvU9Y6ZMwF8YdpdPbYMOfelwXe0QwC03HiNt54LaXGw
EEtKyPV3+Rpl2CdgyWs4lwCgd/gT4gIllC3O7a3nQgp2KYTR4oChdLkKtJ1imoF4H4cQBjRT5/RJ
dfr0OOZ1/Cmxe+X9aS7XOMwy/KLZzLWkCyqWY1IBDDuiYzh8j1K6PCVF5uuAUNBGdL31ycFVpuuA
bpbGPl4+WlyXjavYjnKszal8squ0+O5gJbLDOWJrqVvvitsCgiE3ByXm6nS0qJWi/ZlGsPZj+yRF
3J6srNhCI91chWuY7BaaF9Xs5QPhOVQZBQIQpwHjnqCUhvgJmyb9fP97WkL06lKCW8gSKpk7skWr
5FYtUOPDIMI+moUzP7WK5+2dRgoU9UtzeO0yRNzIB/KtD+zqbVGtcj9BIl3WviJShXUnUjMfUXNJ
emc31pHxmCiVuy/sfN44GFf7uBTGnAs+UpgTxK7LfaRMScJSKM3ZzUbn2fAQsKmrYYtqeB0cF98D
xhXUxuAcgbxfLmMPqBCnfdScw0zTcNJFgKcKJqHXMdZReTYyxaiMDxjlJj0N+F4HfG+20a4wXeXf
d75Sfgm528LEIlZf9Y47WvMexsn8Etsa5I4seMS5Skudl2RqxPhgJI4HFD+20Ra8v/JV7sj4fmEg
A9VzyArWaHKvrMgBZrU9A4tH/zFOVB2RR2fQ9u6k64+t24YHS83tf820VZxDm7vmBkzy+mUzvPRg
UBCzyV3X7Z8qlk3YmGVx1orK+w1C3/yUwuTYCGvXQG+6a0sTi94teg/IoFy+7JjLvYrqsTgbZdd8
9MrQ2DfqUH8DcmP4di4SjyRn6kkv6OH/nGyX4tDTcI+apNMdbFlCJEiV5gkceA7NKnM2tuHGaaTE
IIknryVMIZVx+QONIdNa1YrKs4ALiYgBpvE7SOHpp0rwKyzwB3/1jDE/jPgKPE26GB4Acr074XUo
HRcExCIuxy263Eb/KSVSFwN5V1TluWu7+cVKpXuSTWy9F6H1Z5U/7nZ/CIHrOw0d9XLquvKcKE69
a1olf26EkezuH+1r3OSyDLNIGil/vAtWJSMdVakNYijPqaVNb65IRDD1sXKqyoFPeS77h6xvoxfL
Q2CpNs3hcx7J4bGnynx3PFvkjqhaucJhg9mrQNNVmp5PvZWead7b6CMj4vhDs6ru2/0HvvElwfMH
1AEeDZDTNReMCgNNk+zsZB1dfbv2kKbZ9CK9vgfIsv7gMcFGMjxeXT9J6KaVGxfZOS1wV/UhXWov
2ThZ0H6LbPxx/5FuLYbiJS9y8VwkQFyexyxVO2uaEaMpJt35Aq5VeSYb8x6Hau43PsBbu0dkYBBC
BglxevX9hWC1h2rwyrOH4LYxdXWguFAD7z/PVTa3CHQwSIArsHQT1iDP3i1Sp7Tz6tzSHf5tRrZ2
6MZi/DeZ52inmhzJ++v9YaJeJAssCC6anhApOB1853IDp8h1sIsR2TnEfUwBy+9pIxJmZClBOhlp
4aNUhximGRfOUxXqHu7t2YwFUD4MLcJVQrQObkqI1kQmmoL+PDEDhNuE5HfQDKn195T0EqhEV3vf
azrup7oZrMe+Gbp4p2l1g1RfFDqpb9ZjeGKUUiMa0A7Ji3Qlo9FMmLRtp3I2fiZlD9sEc6+Q1mCm
1h/0jOEiGg2phxi0ksfRrkEzMvHT3krMXdTJ8lgPdVeD9I4ryH7dLKddOdTjJ7s19OjBGPr2h7GI
w/kCbFnjq3JwU1yShToc5eABbs1Qbq0Q2W4G6bu9Wmn+WIsY6k841BGxNy9+5UMf5q+tdCpx3Hgz
bPzqxUBMxNoWrQO2bi0+aTbIuIsYmdCKSwtFeGjzjpPmjNU2lexufEQ0yhcG/CLjC2bo8gwoFBdi
gHV+VmXi7L0K0oHVqZBFzS3+4LUsqUP0YcCCfDbZ9hU0kOGhOswtS1mUpbsW/utjP2b2PmykekLN
2z3Vyhz9dqXQ3iwvbPZ6aZpvERp3Pyq31YK87PUWFYIkekQVNn1BxSsPiiR3fFl2GcntLJ4gL8jT
jPLt3nRS42+EDsyP99/Nja+UAT6zKHyd2TV7CRX/uQVtzG29YpFwjRTLIC3Q0t1Udcgih6EZVEn2
/f5yt94P8H5eDUN1h/NwuVyTKRqUZJUgp6NzNhpZ75e1qx6UsNwirl83Mx0waSipQVUkAsHpvlzL
oGqdraZpz2bF/e+7kTOlu7YrvLdonrV275ZVVx5d4qD0K290H1RPTINPdaru9BqEJ5bnYeoEnSPD
Nw8Nnt8tDHU6SbPW7KWV1HLjFr/xLpAHhmm/CJBwna9ugDLMnb7qmuaclO74L0M7A42aHuE+Ipc6
P0eFs5U3XKfEJpgUvkgaFkxG1sTRmfPVTnWhnqOx0faoD+EIMPRT/482Mv3e5aChnzLUw47x5Awn
zQ7b+nD/QCxBeRUbFsoQlx6viRHC6plDuJeLjJ16tjpnZxitenBF+zEx03+tIksPIAC2IDI4WF+v
yXUEpwMSJJOgde2K+mJTFDZrCpHhPVF3MXgqgr4+P0WZMOpdZWNI+5ByEh6cQoQc1Mi1QiShDUzq
8rojsZnBcPP1tuNg+T2YNg8OihX/jfhcesyLehp90xbhB8VOxuRBLezp24z9UuaHIz222sYxgzYK
Ogr+pObFKyF9fovSXL6hoS7habVIARhWXDFHwTyOYzA4Ss9N5bafTSufQJ2Ny0/P9KF/tXuv/7sy
ohnvDzjNnyxBx9Gv53L4nulZ8sNJQjG/DbaSpNw6YfqpAJf+fRpM8QFOlfu5bvXulx2ZVRJU6ZA8
F1qUKPtGht6vOa3sODD6KEJfvBj7f5rIaQc/RzPlbUpzYDi2GX6C+9+i/2/N5q8IKi1XrKopZzWJ
w59ClYX0ezEBU9XCKEewPxn63B8zelU+o2/rS+XFVb6rmqj/bAiJVj4IjcyXsWBzYCUAgmhiGE/A
NdgqdGkbjC1mzWnxQ8o9urkuo3Q9iJtmfulyR/5DnesAeG+K7sVRlSjc21Y5yId0CEV7kMXoyqBJ
85bXVrbe4Pcw1rqdI0LtgXsV1ZF8dNCxTBKDSXndDnOQ8IMG9HIGvATCth/+VvKeaRbXWN48W1Ge
ji9YDpTNQyiR/w+kmmRcvqHpzgG1tapzp0uveBA9kFKAiXXEqUI5Ow/gzGU/3AH9cd9INedDlg7o
yoA94/m10W5R5p/deJ9YqfaD9CSfqMcTuwu4xbsykHUVV4HmVqm2z3s3qXej0Vt50A1F/tRmhl3u
QhwZUOLVO+VfCnseto1DxYZcX+pxIMLR/A0zMM99JdTV8EnMg+IGPf+RftHa7a+FCCT8Sia63IN8
ynQ/jJPC9unJKc/OmE7xAdGwPjwkihb9Aihvdwsza1IDXh5KwqoR8o8jCtPhCedOdYxpoNl/TZDn
GgJJtsuB1XpMI+ISvXw/rKYwOQKD6d7Qj85+pK6T/t3Pg9X7JFYy28hPbyTBdALIFZBphPuxnlvW
C8hJ1aR6bmC4BbUnkqew3IywNy48KBgminQQ2YlwS8z/z/2KrubgTb05n2n+lHvq3nmXoXa5qxyt
3QilN5cCB0uTh+oHmOPlUqVhzFM75+rZ5e56zkvElry0nR4jD/+D90ftRSmLVjAIgCspN/RKRUsG
P591Pa9PGSOEXeiq/T4ssv6Xk7pwuCar/nl/0RvPB3aGVi1zMHsBSl0+X1XS358JbudEVavXQgHy
69PCKr9FU7MFlL4GKTk05GhTLQ0Crok1M9/hjujyVp3OGPyErW9yYxDicN1w/HnOmymAE6W8zJoV
I5DtztHsx7Cx/sXLRZv8nkv1U0cI+NfM2kLZeM/XBxck5AIfApi4EOJXOVTeRVE7k1tyadfldwv9
7BNahHbv39/uZTsvb2b4PMvDc6IWGOSqizS5ThZFkSvPLQbwgWkyiS7LvPAr3u+uEgTx++vdeCzW
I49GSWqZD64yATVFGKOhJXdWQ66YWhhin+CPuL+/Co39W8+FBhr9MSQlSDtWxwh5xYmZanOumCNP
ga4PyolWPP5ZmpJk5X7iUmfiPXhJ+5zqIjp1zpigimCHltxZTRjnASDhrNp5VjeOB2vU9LNpjX1y
AJjqfC7MXP/Sok/q7NSsamffSpKQwX3b6e0uAh2Kd05bOl8cs6mQI69iJjhjqo3qLlLrsApizyx/
21FdqX4/SDfd16UifoVhT5euNdzqs+5MoR4oauVNh9pxFM2vOjlWgY3BZxuko+KO+w4z7B8yjVRB
KpHruZ/ENjjGsejxS+g0q3lzMm14KyhxKTMnaRiHohnbhKdMjQ85V+2IEw7A7J2uyOynG8Xtj0wX
bbqXM0ZJfp+YLn5Appdmu45BzRR0ZCmFb42u/VZjZ5UGXR4P3TmaFBp8YRa7qd/zy2JonXiSvqTe
3Oif2HSIDkpqd3+PwtOVh1aI+veUd/HPqGpk6dtN1DDSH/OOHCysHdUHoYCIs7PU7WirRAMGaEZZ
Bii3FK9DBcInYCQisyDFGgXBFVkpZ6GZ0xcFJMyvQbOGR7OaosjnNpJ/jeRL+kFIHAFl0SnZwYst
XoFoZrTSlEFVJVLWHjrB2tx56l5woJyHeOg7lH8iRZvPY5ouxUOHNPNuAMP4O8z0uEW5eUZY0s6z
9lE1pGx2gDfLvwuriXs/szuKERmb2Rv3qmz2KrpXn6vYNn5yqmp9h0yHogfwi9MisI2ZYllDO5s/
095DZkXpyYjufxNLwFh/6Qw8mMqD5l40Ci6/CGmOWqd5Yjg3Ih53grbJkWoqqf2oj8qdyML54xA2
MX6X/0MTFqAeYFMNBgwvZi221TjZoOFBNJyHotZ8IK9RoNbdFvT/RiiD3U+uv4Sy635Xj2K+l+pu
dy6MMH6CmtC8GksPJMmnbAfOudu4Hm+EMjp4gA648cHJr/uG6uwOmkhjCZEisT7Mw6DkfuyG1bt7
y7QWQA0ApAAdwqNdvjcljfq+MhJ5nqcwO8/GAlsw0Xe+fzr+aNatjscyf2Mattz3gJQvl6ldp2nb
UsgzCvajEXjQJT4gB2g2Pgq/TuPDOB7PriKbH2pZNGSdo04CwBeQR77iZPZfbeaE38FrmdI3lbqB
HTAJ86uWk9IGs4WwjD9TkRSBqZZODLN+Tn7rYSPao4m14o9Cr5N4j+vGnO2GTqEabsOJeqQY5BD6
CT4JyS5sQXfTHpON3GfOgHtEl9SIpSt99BKZufsyqGn3W2Zz+K8p6/TAQaxbH3ZxPB1EjwuMH8Wx
l+1cFb1YX5czBkBccdLDQYJ2QEAKKTHQgIW2RdO9rkUXHAx4hT/cJbKa1eZiutVmQu3OovZarDyk
0mJUEyfHVuj6HkWp/N/CbNxP99/pdSrFqqC8yW8WENVaprCpi6zuG4MPwkzDz2Jy2id85K1nmJTj
RrZy8wEXAjLDVCYC66kb/kap7c1jd6bMtJODTmn/aiLy94qGtEeL0yuXqmarO3frAeHTgTlmXwHt
rTrcSWoMaRgq3bmiTTP6oVqFz7NuZF+UyNIf7m/mrYyCgo0WIPxn6ltz/R1GTcYYl9vONSprDEY3
NP2ePn8g7VwJ6qiYKl8xZOsnalQfuD7Uj900ps+SDDrQE9U7hHVfP6YyVn/QzlLoRWT5C0YA46OT
6t4vM5PRc40936tji/yJb0M71ZWZb7ypG3tGD2gRx4SIjJjAKgEz7D525dz1ZxPnmDN1afpISTae
mjISj/e37MahWFC4C7iYBJt+4OWpVxscIQdd9mddq9qvNCGybEc5SHdApV9np6Gyy00NbfP7y964
B2j3IEqLVCEgljXIX3h2NyXd0J+lCm7RamgFuGGbn+1S7b+kQ+luPOY1uYUz7Hn/H57Boa07eh3T
h9jNzP4cla36S0+smVinlHYSaOVgPjXg/n/GZte+ZdU8BwOurP2Uur+XhgNNjhL9KB/bz+Kv1PT6
LzKM22gPK0J+bey++oC1O67TNdjfr7kIZbUfQ7s+DbNWvnSxonxuujb80Gmi+4p8ZfY7tp1G97VG
+WrHdAqoeLW8PEwFfMrg/jb/H3Pn1Rw5kmzpvzLW7+gLLa7dmQfozCSTsuQLjMUiobXGr98P1b0z
RbK2ub1Pa2UzTTIFgAgPDw/34+e83f7wiXvhbOcv5JjyyqeZxpIU6pbPp1qwDORXq4T6svyeINPb
ydzR3AB4dtQ4uJr99Z9O1rE+DqJSmvmpKCef2n5DY8Pcf4wHTT7UlCHeeai3JgsPFQUmQN1AhiBv
eHW5qmg08PbZaYyShe1l8TMxakDGFoWdRdIHgAPvwVB+cQgljIB/fs9T0nT0unAS56ha1bpRnBrI
oQtHH5Ml2zddGgjp5NhyX+ZM/NDGc/nUcihsbRXy4c/0U0F5LlczPVTIXQqjR7Fk/Nvab/QJgaGn
85tK/C7n83I8zBzAHQn0AY3DiZwGTVl7yvG9Fft21F9e5VVdWyoQWRJXXCubuBmMpbBmnMHi/CRz
XgDpN07+bI1l8NcG/AsEBTsVtXSQAUw6vuLlw6FMnU6dng6ncYRQNyNmv5E6fXMnoS4PJsX2C11N
KpCj2XxQBkMKWzNdP4mjpDvTJA5BL47aqbBy6zpq0uKdu3vrp/eb41wOIOpHS8jLm7N43sUwkuGU
g1MCcC9rcAyLo2cV3d+m7GeSmWGC5z0NgMjPy0sZwlJuq9EMp5rACJ2xYSHNO77LI727+5cRJpeh
RPwDArsvsJeXqSpF7uOK+Fzl4OmSjYw+VVQ6r9JpqeGIyODGjazBoyoiU1mbMk/o5+VD1+t5ANat
/X8YX4T+mHuyPyQK9vH/ybH0sTBwlpU4vCabcKInbbpGULHzF/ip39ly33pKKuSAf+liQM2EGOnl
pbqO0z9aIiyiXhls3tU7Rr1k3l+b81tPSScBgFEKlXu897rKI5tZV0YSGzv57jTkmD/aCvkstwOV
6LX91r9znnzveq8WbQ2dUjJyNjmtWjF8pNFmdNV1hD62ES4XeX2PZOAX4BdMB1A++Sp2BMr/L0dx
QkW4bwxrPNGOA3UKGnm1bSRyGTZ9k3yMqn4h9ZEsRtDPenUxLkZ1goW8c8RhHN9ru/vF4gRSTUVt
Z0R+y+jZx1EqGbVG1ozSjx0LxXYBnSoMk2P3nhDO2y5lQijg25pFs6ZGp9ZuXT8Z6tBZUz2Y0XCK
hNa4z2mnT52+75BoN7pBp7CVpeudWSJI7gjjWn4UDHP6CD0JzJO5QlrJWRr8mbdy5kGGj2T/ezpc
u5t8ta5hUINMi55/Csyvm7uq0liUcSOFqMeacSEXa6bZLT2Ax1JpJ0cqpC5ASqlztEna7v7a5n+x
stBfok0DmTlkrn94+J/GRoX1WmJHnE5CyckyjkolkNvhvcPNL69CCYGmTuq1tBy+nAG9Ltdc6qPp
lMCe4BbdVAfaEuXvrN9f2BRoaMq0OzaSDpNX84wKX1FF+3rSCog2lTj7oq6d4WqUft4Jcn7xPFyJ
Iwy8UTTKvaYrjoxYmlUKaKd5QyKqmpvJHVCtfucqbzd1k7QFp0/+D5GT1w525cZFs8Lr4f7wQosq
ubQOoBilrJtDIWUI0k14jyP5VxelqZ1B5IxGXuZVvDKQos+ajHOoAPrJ78c1AWpaN266rPNRmUv9
tssF8R3c/NuZo2sHvgswIvgl9pSX9gHIrs1oZUIxWVjuhgaitlauP6MNkb5zoTeFfJwfF6ELjqeD
P/+VC6ybdV2LUtaQfuimL9HQKLBHlfDJyEUv3KcIzed+UxbGOYMq5SLphdb96/X25klp7t0TCUAQ
AS68qRa0AglUGsjbU9/mpt3lyuZ2cq84GQH1O+bzxki5lLzDJBQwRVzz1bNGomCNghG3p8GaCyde
DMnZZpTa//YDgUeAlAcCKRqKf0h1/eRAZgqWsyVU6ckQB92ntezWQF3dG5L4/q8v9BanQmmQOSN7
sFcjIb18aSRTiSZQpGbxSc5BDSGvmhgNalYLtAf1staVg65oQfp8W/PYXxVzvbLWdv0Id1d6lSrT
VCDPXiMcp7alUaK2McbftXpa9xbM2lDpZYcgI/zre36zmHazpmIJsIY1TPvSy1vOkXpM1dgUjiuI
hAc4qHoBFVM9PSXqMF+haJfqTiO209+V/sKlg1He2164NDXbl5fVrRlakjpOT4WiVbAkdaPTpFXr
odddvIeLepPV2RExNBOR1sH37kCvlxdbonhJZnVTiFuy4iGl1eJmqxZO5HKsoeVuFVKRheu2xseI
vqLJAV+7lZ/7aWtvpb6ThRsFTh31ekzj9JCnQtnYorzqlauppTbDgCO0CqlSS7CcDL7PAVpV0Rjs
KBf7J5gvo6tZy0ADiCWNeXYmrCsQxRJCMaACfaZR/zFihH3zMhPdrZka/WKwamnHLXScxIxIbfLj
oMX5TdwZRuXkUx2htaJnSuf3sOrC4F9vk7vEc6udrLVfP1pE05IrtHr03E/yeovgNvK70sAxpx9W
9NWsSFqgPEI88GvVTIJ4SEroT1gQmdo5RhprhT1JYzo6iawXmoMofB3OkRghnRO3LutG+VaqWbnz
euTdRSQXsezERdlEDi1B2gL1IuJY/kQHE4o1WwqGo1wm84hSZ/yNUoyl+bE+NylHWvq7nKJftSjM
NwGsRkqq6FwZKcU24o22d1tt06+0qN2G0FK3YXM0FUSBp6dj9sms86YPwWHror9KRYMaZD8O1a06
Zk3vAYKLPwriCDqxQ4+AR8rFUXRFhVoYY971KdCVRPsWWXPEAqMBGNaEQs0k2+zrumVzlpPHgk4C
VIfQTYHPS9iQ9YzKYf5SlGWPpInVo8azLprwSSlz05e3XvrcQi0y+yuSwFdiJ5SCX6RlcYdMWu+v
qWb6+VqKiTtDRHvNSKtfpbSXj+3YGgfZmi1vGqXuxprn6gOnZNW3+qy8qYYFUL1hfFi3puL2YI35
uOry1DsQ72E6tNXA7L6qT5Ad4WjEbfhiQDv2tTGAIHeI9+U+qukkI2u5Gr9Usp5svmDOaKc3SZp8
KpMheyRxvli2nOHg3KoxOpqUx4Y8BSzagIQSU1mcVe4SFf3SEoR2C01F7cpVb5YIGCp6b+ez3D21
e4qKftrhuWGBc1bY8vrLZibJJ0qwNR/OaTbylDqKUltA1P66t7oJCbet/UJNVX5QUcz7woDFOaX5
TbtTstSsvFyuZ/CwRamULhidTHeSVlJP05bFlpNGshxIayzV0Jx0S8VkzWtkq71FWRtW/iG7aUiw
EELnqjjYjUm/VtuvTagbjVh4JdT0D6XV7NNe1/lCB0M3mraeCS1zXQPBdwrTrNZDRJccmJ9R7B4E
vS0+dZs11C4HPk4oq0DCM1BoUbwuhrTo7HYFQeO0XdRT0t2ycnEyadnHexnG7FCByJMdszLjxzRP
pcHbEDCOHeKd6YOEMykRaI2mcyyo1RdtbLvKpy8qvkvTrTKdGLSidW5AB5+tuF1PcqlIs52AV5IR
b7QW3a4sJNVtU8vWxdPQvT9xlIQuo4/i/HImMtroBp6pi09qDaanVaf8Y7LAT4lWTzrkR06xfZoR
3GtQK2ironoNi3B0BqkYD7nc6xkdVIt825kwkDtDIQ+P6AFqI4xmCRQ+cUdM5Pc8khVYwtAuHmem
YnClxkjuWIijGG6Uqs+9npb4xBhCAxs58PFaXaN1dkseyrL7fu1Vp10j016yZJ78htNRYmttZrbe
kmlolzQ0ndh1PjeLZwzK1trDvGSQOUdmLNsmQG3dW/GO0GkPvalCDZRIE9CnrGEZjHhf27Q6gIA0
K8f3c5Plsp2NwGOcbcHBOuJWmrUXlwqo4ySDTK1Mckl1LEHXvsVqZt617ALR5TRl0+OMCd2om7BB
gqxRA3UiJevOebMinqN26XIWO6NmTgdFv8ubaWhdCEBy8tW6UKyB3IGadY3ViMbLpoB05nLIVkDl
QiSx8wKCb85WJVWfZ6lBMj1Lm+bLIMjA0MkDQB3QgZzr7QEtCLpraI6mgSLqUVmPpLV0lDJrBur5
nXFScyVKvAH/7MbyFifOKFtg4g301j5PpgSCV1g0cmHNXkHTS3q7g7JIxVsdt3pSkCOr3IFs6Rl8
vVrCc0+u5Vivspjjb9T2sx5t9SFltVNgR6ehsIWkXpGXKGDZcgCNsd5HOY6uVBMhGFscDDEQV8IO
J5lXiYXWz8pNXdVMS1I0yeAinFroNli74bZtcmX0ibPlHkH7Tnti+26uyeFuaijhezqboZm/AzfK
On+MSJVeqaPVqLZuZUPsWkXEeu5MY6vdTuz7Z4rvOi8Ki9nseqtAAtJxK2a2W4CxF+ZoUC3XNDTv
XcD4tRlkmYH6qbEuwrMRrfxZzvjnQxUqtW61ofdO2bRIk+skgz/TnyP0g4K1krZsFzMZn6DDEzO/
Ha1ac+A9HLSQ3jG2o3hqRcND8a7qvI7Y/munifltOqrzsyQAK/E3kBmro6QCiARjoLO+jZfmYZSL
+pHGiwy564p+e1rg5dwvZbY7xi5WdE/SkrXy5LLOUjeTGs58VqsKii3CvgXytVmWK1WM09UjDxFJ
oYLOLyfQou0CBBpWXCS1itaeoK5Q7aZu4NSWtvxK0JWRyo5SGo/9llmfM7i2vtbz1uquRBmq8gfa
Eu5R2wI0VTbQSCRiO9MKCfm7Z6Fe4DfKRDojF2LQokW2IoM6bmUkOAgEKINL6ba8pj0zk50tBWcr
9+2qOsg4Kr0zgxhMHL1RINQqtE7RID9qjM+KXKlnMDpZdtOBj8ndligQZk9V2Ba31NoIQICeNaBz
6fs/0xLC1obUE66waaQWrEdCKdfZopZW/bTFr2uzOVV0erTWtQiB6OdhsIQPWtFrrd0IvbSAClLl
zBYkvXkeYUP6JPZmoQCJ1eeLVJMY3KUfhHM7itCsF9YqPEi5LF5JSinNrrKMa+TANLOd9G7L7+RV
huKiHxXwsNbQbLJLSTJ+zqdOut9GMf8miKlpeUqHbJ89mF39rJNSVeyaA2Fhd0YurjbwXlSIkmJS
nlJAOgXeLF1Tu4rGNnZQfW1OYEzX0kM/xFTcSuNk4syjgoErtbQHeQWu2O3LNFpoqy/IoE2rnH+u
Jqm+E9ZujB2j2Lkq41oSvpVxARinmCI97COj/1ZmuvFlZZPB/vuROqlKCqB1xk6TIlbE2jU2nFU6
DYpkvsiIkmt/SqauLsOZEtozTSQFxhsNkxx2qYVShLZaA0AEIK53QjmvHgoIfMcmplXjGGUMEsCa
q5r+1lKBh11qapVgp+jSK4uWA8pnc5yD+cqWaTvS/gJ9CSnS8mJKFOmzKawybMjbpB3EtR0Mh2ym
cF+JoO7sfpiLxzKaUVeuRausg46T0K029KLiNEXFJhgNBjChOUP3KSzafrxRR3lUnLHPk8/aUM+D
jdhC09k59IFHKqXZYzVuieGmUHt8yRJzOnValpMb20jr2QbNqNp1Nc3oHCxRo+V2DJHrV7NXypsF
IK9gLwuFRKeX41ZweoPwPFtXAcUwhAGlEPJawck0eVFd1ewzOdCRE/tWG7B8eCN9El9zlOQth+03
OpVTrec3baTiA5J+G3pHpE/w60L+4X5NytH8Wuhp/1xX1ZA6UgQpI2BWADbOWsA0ZhtYZwr5UKp9
7CbL+CIPRtGGSTRzFAU/r22eWuT9uc/M1YRfl50TLNXWf6MlAp4GY7AS2rVAl10bqykA9ZoarbZn
FAHu5TjNBFDCWXZbjCiZ2uqUNRNzLUr3JNmV7yNEII3fykaseUay0hZOQtx6j8LkTdp1PxhC/yLt
DGPUOV/zWOcCKXqR/eWYJnMSiFE8fCQLKl2qXVdczyVyJfasGi2CQmm87dojSxgVQ/NgqNnkmEak
3XRUTakaVtr6DvDoR1bi54zrH/dG1zgbJjXK11K5dTlNW6pPypFUQuzEkzYiaLqww0dDTiyvSbHm
d5GJYHiutkE7AJIvGin28221HHHJpBvKFKbTJ43iab20EdEN8zFT0y6IRRhFTZEDr7213eK35Af+
SHT+1+Py3/FTff3Hjfb/+h9+fyQl1aVxMrz69V+X6WNX9/Xz8D/7x/79tpcf+tdV81TdDd3T03D5
0Lx+54sP8v1/Xt99GB5e/OJhocN6Mz516+1TPxbDj4twp/s7/29f/MfTj2+5X5unf/72WJPm2r8t
Tuvqtz9fOnz/52/wgfyUYdm//88Xzw8ln7tLq/ihqbunN595euiHf/5Glut3Ktw7hg02G6yPzMf8
9Mcryu8kUdGy2HXKSX+Qiqnqbkj40O90RdMAhcoGGLE9C/nbP/p6/OMlyNBJgiIOAA6CdlP5t//9
7C9m6T+z9o9qLK9rCHP6f/6mvir4kOGkFEmZeicx4PvEV+mgJU3Vde0EuASrKH9M2JnLbkKMPgXu
kJGx/Cjra/kw0BiW2Zml0O+wRJM02CXJSlvr+wGheCNCbiwy1/igzV3i9SBEKfsZ49I5xWpwXm0n
yfDpA7ha5EajKSQWMxC2GVbdNUI8Odh3ddUV3XbdNFFW2fiIgnbGVPggU5C6S8nfpzSO5OZqi9Z2
JYKPh2QbTvjCiaItkESO+namp/qnYlRN8jSgHxWbEExw8tnIc3soaeaxITVqnCJvtwNawOI7iL4f
ibOf1i8jSc0IyCB5VFANb9qh2CiNAQBoHSybFuoRjXJdp6UHs0fHC/25iH1sLf2O9D07iTgdC/p1
omz5opac5IDDPiyDEIcQ5FTnTlVOejQU9HUUT3WsWV5vKTfKFnEYqacO79lslxuIBtfI0nG1VcoX
PYdtQHWRur2Tn94t4M1zkeKk3XiXrn1tIVR/634R5zqoZuGbBRQKYKBySXtK5UiJcJ9VxFpR3r6X
xPvVVXc7l2BWJbmwpzF/yuFqSZIVGYjIQFAmEqv09Pgp2CLbKifVhgpCCn5atH8ujJ8Xwqu06I/Z
M3aWF2rZMHq8Lmx05aQsgqDVwarK6zXgQ/FC1trWleY44XS1dXTNyO9JDr/KvL+56Ks8ZQ0tnN4t
Zh1Y9PvaQIBw33kkeeilGf5fP99rSq0/rrWDYPbk786l/XJAK3FqYrOzGqZx3XxA9BxClGMPH9tm
ZZILsDp2V9gc/c0qzvkwxE5STdmj0fS5WyaCbI9lWV9WG61AOhHv36s7/7g7kJSUgffKH3Crl3fX
0aU2xgbB2Gh+0knVnYZu28iQZXOIAM/fq0L8cTFO1ns7CtiI153GTUydnv7YOjCjLTlggbE/F8V7
RJK/sigIQ+ibNtFefqNS2q1Rr3ZjX4MLi9RDl8UDZ/VmDYoynxxtAQu/Sdnyxzb8Yhf+2YxfFVj+
eDSD/h6THl2y+7vF/bRsdD2t80Hh0eY5y5ylgrC/FrP3tCO0VzUrLkO9HlgC0GL+UZp7eZlhrnOw
+HodJMYhHm/N7hB1IskKy6tr6VR0jTeXt3MVCsKnsV1dtaEVt8lcS3gWBV/qLB/NX2eIPtAvYFe1
4qOit0jfySju7ECAdnIn5TC4Zr44NygHBpGih53iFXF/asXv6qh6KxXvuH8oo+1AE4hZGIGqfh1a
L7EOUXHZaJqtkW4qKimooxslhv15Wi9oLKSlbnbKUnPyreEEQRZrmD2tTv14oP8fEpF3DPsHNelL
97lrooEOpqmdmsRrPFJn9ZawpXkbZAD7fI41CSdWTbupMgS6ssZYnVZpN79WcP6k7SW7MmeoaE1y
BZpWdgdxLtJzShYpiIRVDBAGApodtw8toq12hYKaT1oF/Nhfu4tf3jZaNigC0mlHWPDKNaE3Oq2p
1HXBatLobqsQcrMvPxoflOcSEVe78WhG/MTRvif7Ftt6oN/e6H8wRv6tmPIvo8UXUeb/Mfr8/zCm
JNZCLFn5aU7expXIsj7k4z8OffFQfe//y00f6nUcHtJ/3IzV94f653Dz31/3Z8gpq79DpQwGCmWb
nbSaLf3PkFNWft85V5BPA+Bp0hTw75BT1n630KTZ8Si8gt4Hd/dnyMlLe9Fu59iGCJq2QfVvhZw/
oGf/WRJ0DcEhzh77GvapbZyt0ilTLrNDemqP/Vm4EkLFblzaYsxL+bj/qp7Ns+7hHCcfQFW4HqW7
jgbiq+gmPU9+5FWX66c1jLzFL73sag7So+yQ0jhmF/lDcaAZXKGqsdrNQQ3GU+bF7uLrjuSjiufK
ru7px+mQe1OId+FnWISDxs1vo6PstcFygnnHaUMK4Z7qCN50UtzkIISrs7lSmIbdYfUGXwxoAg/Q
uHdXT/DrUD82d/FRcSU3P/dBSvPVJTwfh8ZvfM0vz/EZ4UPJV9whVF3hcq5tNlDzIr80QthDjsaV
HrTn9TJxIUpzt2NxTg/oYvll2AeFr3pCOB7NY30TXQvn4o5k/Zn20LA9DmHncYTnORMn9oRLLTCc
CEIE2Dns8jK5Kkw7oo2JDrEP0TUpRnv5Vh6Hg+rlHmSVnuL39tPB693Iv09ty5EC3U092YuedYdx
9amW/LgN1ZNCvsFtA8XdQtWuD73vidfRBX2LQR3kHgkLnmwMKjfxZ789bJ4SdKfRlYIu1L90p94t
fcXRXU61F4Y3+0aQH6Rgvq7CiU/Nt+VN4m+BdUNWtj+YfnIzu4aTB4huq3YesE86VQDVnpM69Isc
k2N2hBPpWTrm1/l3+dH6OoQ19wERtD3eOyS73ME2nMnTjv3F7OtX9UH1Cby9PGhC0S/dJBwvjJvo
ar1Y3dYVfdFVHJrRXf0quxUvyu/bx1a2a5qWJ5oLbYBO3Vl0O087K2frsj/kd82HymsPy7Po08t9
MNySL0mvkxPSs2EWaIfMGzyoy/3sUr3U3IKNC9EQl+R0emdcG4eOq1HCCkBx+Vt+XR1TV3OzIHXF
T2rYHOXT/Ek4lO7qytys6Q2PKT8jIB+qt+VJOYwhCQpar82zeitdY4lB5KV+4bWsE5G/fR9PxQfp
Ov3G+uGdNB0c1oCmNv2oBoKfXuV32WV2IR+LC/2yPpm32aXBCuguskNyrI7qqX8np4EAAYHAr5b6
qzhkrke5Rupbulyd2ZsSVuHgNi4ybCE7rt1wD537/AxayDdYlcWhOSCf7Yke3YiucI8Git175UNy
PTuFI9qCO/izJzuik9sfUzf1R3t2ZEf2LNNOQ8ntDqwwPw+lkDJ89ph6hocVOYnbOpKr+Iafeybz
rWDlAFXjYxnQk8i/wU4d0y2DJaxvtJMUUmd24yAO0iB9Klt6FY9a7/RP27fywxQC2g3yD3D7LGEa
rFdNaGH9SF5Op1vBMRzho+p2/A2a0i+Jrx+Kk3rIncitP5hf4kv5IJ3j9MLEli71KwzyEB/k++1W
uzW83kf+6LI0wvgwHeML2sHOkd/76pUWKPW1ybsjO3ZAj18uAcT/mPeyrwefjJQt8ffn0S6chy+F
/VjhFWbWAnU8F3mG4+Aq9vfnjM/PLmuS99JX6WQOGXuXb/L6A6ijiyycggzHap7bcPAXV/OnA81S
kjt7I29O/Uq11xC5Q084xZ+wOLdxHijlHVIHzJe939x3fPiFGjApl8Kputj8yR292ak9Os+uC0fj
t/y8+ehheOatathFYGEOciAHmkve1M3dwiu8ytHs6iBcrcf9usXl+i2+onuS4I08pZN5tZ94LIED
bL+eGsSh6C1ubjeO7HbnwUldytde586O6kin3BMdxU793J/t2e78NRjZakAJ2KU92s8xO8Lk4vXt
xa0Ommu5MZz8h4x3taF424aZY9wbX6BzwvzSzx3frrnKQWAHEjDjjEczHcONbo0DiFxbDoSQrmI3
OTYfYvc99T26Dl/G9f/ZMve//xTPzwY8xoBqxMvW0y83trLa6QPBHtw2pJ9bYE46d/M7lyDNjRnK
0TEuEmaiYq9aGArLFdy7nA1o9DR+TBmNj5S7/NUr7e+VUznod9j0eAQTI2m4TVAc13A8Uf1lyVGG
5VlHrra4X81ADyafrdkW7MyPvZ5dsfc6n0rabjb7JskLbuxxh2yuE5/WA8nvDuYxwlF1vokrjzza
e23x63gsDvsX9qGOjYlOeSYpyU8JTrP1ev6NXkdnYjB6NNY5+5+woIfdnvtQc2t+F53ukN+qfFHr
1aGFSchcJjvMzsLD7l/eetIhw1gG948HQa3WhWIXZ5C4plu4G1aZHfjUpenMDuSdH2m3sGXMR+dh
MK0zg8Ymrvh4L56cteHXD9k938+4ynbnQFDiicHgb4yn5JZeyj/CYlc+8n0MNzYlXBcfIs/0Wm5p
fWZanMZlAX6DaiW+i2I7+cCRBttRg83VGTkkAB39gPaZk9oqvnPxK6aTPnPX8hPWrAsqzDGDgbld
d0N3RW9yVxbO6gjMzP7aPmajzQILYh+6trDw9o2RYiQLgaoJq5FFdwBY5O+mXHsWn5NckhA2Te0e
EAHtQrIh2Hajw/44e6g0+ONpDfEEzN6KtTBAvEOwd9MDKsTgVYfts3k5H1eGo+euTeaeeCKIguYi
OfTHdjdUVw+Eq32mDXcNK3yAgQHHfhcUXufcldy9wNdDYeI859wUPYZ2glfIWbP7WGh2xk0X/LQP
8sDN5/xPZB8QiWga2q4wWG4nlE9DoId6OLArp27kWaFwwgedhOs57MMVO96vpRLl7WskdjMv+WGY
ElvFzI3CphN0uiMcCtwlG49nsPJ2k6gu8E1hsVsy3oXTmJfgPCKvC8BGucQdDglGp/e2z9vn5FB7
+uomAe4q7GN8kMFWb2DfajCkdoHliezK7TfroB06X2bNykESzKHAKt4tNT2bgXycfCHs/DBy5pN1
6MMk2JfDwFsqJ7EVPPDkrYQhCaEuLtoRwuQwPKq4Yeti91VIbzOkMia9PyqlO7diRBXMoHMNrIpG
VWf1GNGAJXVjfphv1DM+jbkuXemydPfxbrgZ1clDwl+Xb7NzF4gQXi9yiJH8jvuogmIfDyflPSvP
X+MRzGBmXuazxKd3xw99HOHqyEqI8EWwiTsTGwXrgjBaDMxL7VFn+Yo3a2CyxXTO6jYPQlDj1mo+
M3r1RyyAqF/mSXo2l4y5gVSA8aagahu+zEwVB+JXh7AthL3bbXyL54y5tnQwPTgwXII5p2CQB5+B
dcWj8sO3iT8sfPElPNa+8+yrdXWgGdu9TBWwUh2F+BPKEh6hu+g1jETAa4L4ccAyuEB1PRgSE4aR
cGff9biV6YKSizvZpJ3t/Db5Xp/3oW6PGjdaMAx4T14HjEhIDujgPiLEbq7KoCVQSVwF/9QG22nT
L6ur8mZ9op+UQGEgskkJV7oQz8FSjwKJt1lnC66eE6cSr2Ad55fxsQB46Eshvx4rvzzmx/iI3Nl6
IfC5q+XUXvaX/VNCtLz6VqDbuUMQJNrlh8LnSBVyLz7VUUe1RR8Ds8GvBa2z2OklpyIbhieipDpo
/DSEO4V3EY24GUeK1C6djqhoD7sEzietQx3SSXxEwL4LTsyZwXIab49bGo8J8tfL8bxc6E7mmy6o
KM8KBgK1JWwg7OTrZU/hVBIdlMgBARUqAQSohOy5Ix6g7jtH97B5Dvwg3hkfWv3D2nn6BYGYl/jl
YpcBKBtHC3TF4RRgpwyL6Vqefj/hTA40XhzqD4wvhqK68tXIKaQ6ydezYIPFST+oB5kITvmqfjfv
1es0YHh4b3aHus1B/5I+WefupF+XQewVfpmj+G7HXkzV7kbw4N8Ky4AtkjBzj0OpxGleHAhey3OW
RIoxf444L5UOFXlndCP7cQgppdpawB/s1unta2LTh+qhp2C+evlFerG3xTijrwSz33iEeSFZA7UN
IbZJD9ZXsl0JH/ss30Wiq2En/FDf82Zivn16hf3QRxhGtR1LNhnD+rCfw6wf82bxhb2fPUAFIHwl
PMUAhf4iCnvXtON7JbblQ9odtiDxa6dysy9IGLmPC5MYPc7u7C/eA6BInEJnm4CsbIN7NBzDA3Nj
61hX7zbYLjVze3X3MHQi7CaFz6KKWeOmnWwOraA2Zy6Ol6JrBbIvSQF/XQWydc89bhWWU3jTAAvF
9/IjvMaHzkvOm+Yvz6vfeSjXMIpQlQDw5PjVcgXI2myZK5hcibuwd1BCKNzIvu63/n4bA3Fy1tvx
9+K2OK9xoPo1m9se1hEE4dZANDhNyEH00vCwdtx67Gde6eqsh5Ezn8R7GnwDew4Th+06D4OjsNFy
886+aBquToLxR9Cd+nuwvRv3dtycD89ZsMez+3DtR5DB5gjNRVa26MYRPwn4KN2mPsR9g3Viz/vh
UOwMByQz0HDS8ZPEQQAIG/+dGbKBfdHA/6//i7oza7ITSbfsL+I27syvcA5ninlQROgFk0IS8zw4
8Ot7kdW3bypSJVn1W1tVmZWlKcUBHPdv2N/afk0kvUV12iULONRIRis2ux0ueRyj7nYfPHTS0EO1
H/ix427lh9BjZpPfwkGPIBoV0d4N26eazR+jgsN86Pj56147bH+S4zeYby1uwDx6Z9bRU3vieXEo
qX3/aQ2R+bApu5y92X46uEdY5T4H6WGrvwyHZNuG99tTJgVgUyYsuJpSv/7REzFqIVC0fbZXnC0E
Lj7/Aj+YQCpMTvo5vclOW4ztOoT10icDMXeIVAnEkn3znVSbE2ZLFzWiir8V3n7RGwKX8W/S2O2f
/y38drU5hdjXiGuCVCLNcg2Q+B041/ffiFP21HIXzpDKCEgAeAHIqjhkJ2pBVI7Y03J2QESEHHWW
v4W56y4+FndbvDWfxHYuHBI2OOpT1JKITP31NnqOrqPr7sq77U5yP53UQVDh8IhY+4AaE0G1OlvU
jPpPxdOyj4/DKSLeU4HNjq2z+1OoOZbn/roIEaEcK/5n79iE9un1cLFP2444hu7jtKVt/MLpZX6Z
/Ttoq/vy0D+vfnXbX2eP/fftGECZwc8vKd7ke+so/JojoL93LrP/PvFxl5wH21bl+ZTaOfrZ5znt
TJZzsrOO6G8RIHB0pGzBBX842yW0AIgzt3PF3XUXRC2h2Lln+4cg8KV+BByXTTsLKx4ehSWKdNuR
spJYKkJUrh9QOQmWEI9J8gzakGQ126E0872pHdsEf2aL0aL7OdyiG4tCA1GzLz+tuy022Mp3ct+E
PRvZ9iA4Sw/awQ7rHboWfmFC8CmDlm2KN9JzjJiczvVpPVfGfW/zufs1payJHX3wFZE0Ozky3+qA
JpMd137k1tkGIn/dT5+0+5UPzdjPe6QmpPoWp/Z05GA+LOyXxp6PgzwrDaEmcPjPxD9duMWRaLGJ
ELcYm2yBezDI7K3h1rtrrvWX7L5sjqlOqJddKz7vbROBUBgHAW1lPhQUUClLsNtta1Lx/9FI6Zfl
EofPGZHieMINk20aNd79jNL03G0byHFLbUmu+WYV75HA3OcDvN1CxJH4ZwvxjH2rh7BVmnOx1/lB
W2A48+DGE0cre0nDrrGFdA1hGZUcgrrGuNqSEvw92VLZwbZ97Cp6L27iO7Wb2ZO2kkPJNlMRjbnB
779Wxm/+zdcqf/5ayxxxVZG4znX0XdyaZw/UJnEy8d6z/rA+2rkvr6dw3W2BrMvWuIWWIqzutFv4
qI/Dm3VKH627+kJV7R4AzRX//Ed+44TGkTN+755dQpLkNqJ+vEUP0V18rh6nS3MRB+O8/qipb8bE
POteUuVcwvSEUNIfrkigCWNIjU9YMx1I4sLuuNwWxBr2XXdxntcz9b1df+LQ3OfnmiWSXgGBJMW8
fuNwJJbc6TfgAlhX+4qii7yTb8O5vOIUIqDF6Ysa7kiRs6U0gVLv5N278U69I2NrT21oXtqLd1uc
2N/ZxSmfU3kzbuVNf3FOpN77LcHPDt7xr1fwHzVunuqS/37U9/x/27GRktLm//pvpc0/ujVPyZd0
69P8vSvz17/y3yIg67+2cStUFIzkg7Kinfavjozn/Nem/BE0azAJR6H1Pw0ZHREQzfBNqgYTnQ7M
/23I8JfRu0axQyPfYQgRwN9//7L/c5z9S5r1aw3QVov9nxotvR5J/0hnyBFjL4RA1odWn9UXLRZB
WX+cSm24xkq7lH6+melmRlL+aYB0+8s+XIwWEj8fK2j4Pn99u387UdNKS6UUBuWrBNk3vID2qKVz
vGPUJz4i5aUR8Lf38IvD+1cXxDVkk0sxDmb+VaH+2wUzMdaG26XdUXoMTjGon2o3ukRDb+tFdTfb
6k8O2x/1MjxOVDLQBzYLZlqnH0p2taiTKpsRTgKDzRDc5bZz0RO3uusnmIV1lMQhctLmW2yhA/j9
vW5/9U8PF0eATXwEAwslEjy4nzdAL9GiSugtjzQzss3DSoYFrM0/XOUf64WrcGM8TVgq1B4/aDVK
YzWROHGVdp6GM9Ne1qcy1mTYtQzy/OHt/dw/YG1u14LngMgApifSzZ/vKMKhsloH1R6VIgou5m30
oX8cDYa0kjxCYhDd/v4R/urm8A1idh15CPq77e3+bbkYqtMwOSjbo+Npox8lSXLUZ6UdFsd6//2V
8LXd3sdP7wtxqeUC7uONCf7zYakw4DMgmMZOIXfVdC3zQnuDfV+tAQM9631bZohykZUZ+9qcXYpS
SbwbMhR9NHdM7RuWStrnapm6b122IpvwipypIq3zHHo9wkuRnSXrqEILzHHkaxAzkg1vOj0msk8h
CIgiIfIRrXiM236+kavUa3+Eq/aKnQAUSb02igGUkSHu83YjT4AmMh71ITUtH7KNgSdxjGIXQw3B
hCRy9KrdYdRdUkr2cEi4yhPRE+9mBoqFaehXhB0Kiy6RMGhHHcWxoVMx0VMM/C6sm00cw9OpdJPz
yuxa6vgev7UKSqawX2Ub1RTG9NaZQ5QWQ/4iE5nD5sJvg14XFOBkKnZwGuqBLK5fu+S2dTSPkZiE
ATT1Miq7JUlejTxSlwmdCsziIXKTcjeZgP52Wu556c5gNvbNddKUQI6hDkSNRgtcGEIOGuu3KsP+
EB3u1LSM9lXdOCNLKx3nSulmr93q2aJPV7Xhgapm9MbB1VVK7aktIhPnnqYcV6jVwjFDeJLjneRZ
pju8nGIqHi6zTnsra5rkbDVZ97mNdIspqRjzl5qYbmJoMkxxzFoYcemr8qLJpVShoWdryvQmmLRw
sRrRX9C0lyrAj2mY/G5GPrfTwZc3DIjI1mZKqdSJoPW40x/1ynAyuIbY2/qWF0vDzyY9H1/lLNLn
2uud8VOMnVoTOokBOjtulrb3O3Dn4BJwT3CvxxIw3iFP2oqCYqcNmzBPVVSQ7CSm0BnH+vLVTPK2
KP2l0nCY5S827yYtTtJdqZdy2dVlytwV1Pp5vWe2MLKel7gDWlAlaUF/TIJUvwgLhM3eHZnXBYDt
Kcf7jEeEpC7QdsbkXSWKuY2dGydMoq6W2Y6HqXUS76xHHuTpZPai+KYvDZfZj8gAfsM/YvKNsZmo
o5CRiJlBn0RWMgsqo0kxlfRiFw2S3sJ2DaTG2LaPoqr37vOkdserLp6U/qmyxKjxZ6R3g+P7wtrV
lrV7KFBQ9HdMdziSqVmreu4axoeDsi2NJhxTpYj6i2Z8MXKIiTtRySkJzCrvkhc3MfPrZu5bMvwi
cqqj2UJIfpicWCef4fNgsEsflXkyS8O43gzeGaksO3j+KXQoyIczNMQnVrv3HA+M7fgNfjTPdYrq
e68lq1R+7VmzAqVXxT39tIyRdudQeHryrcXphcQ0Z0O86Zk2xoDFdDBdYfJWrbDiW6u6txnEUT5U
217shlkAzoLCYJLgCaMR89GYSrpUQenkjByBxut3cipNtAvMJsjdFJvLzdDnGV0PCaE+6IZK0WHI
AfYeI8bQKE2sVk4yWJYAgysLDDxjbL0ab4xi0U0QvBCyliGZD4y8aYB+Gen+WultvAZm7HQRRa0y
Qg7vaOMdIPqmDtM+Hd4rw46+6gC0KCe69UITWZZIgpmnTskdHXdgY8tmHDMYcBzvGy3rKdFEQvtu
1ZFqDqORrC9NkpXjGT+BdcScJYaCFosFr+RcdeSCbEgU39aMOV9mx9x7t5wTGURsSnlQmNV412tD
V/o5k0rO3tBXReE0ials4pOYU6fokQZAvEvpzTJ0WAUzaPokSI0ox3+As8m4dqo2YZoPF4NnfRzm
x6ZLInnAcq4rwnFKKu2mSnMNXOfkdbeJN7jENKnnYZsyzp4KGsaqX4yxjmkaylS822PcfZnWTsWh
Xi9OF6JPbB9HQqYNeZhs8zL4AlS7bYanuY576tmzLPPINzSAzoEzMaLpt67ZnFKr0EcqdD1ub/2y
2sxRr7ZxcrDcqAKwZiPc38Exv7S6m1D2mSqZBEavKxQJcO8xbmsQdAcVOqHrTqqK+XsJa6da7coB
safNz6mWld/XrC6+AoejImAO85tnz82Bs698tep+fRW9B72t9+YsYoqb4SLemeLQKpmwn09GjYAt
GIxR0dDTBG8bejv1DnDO07EdlPZjZpbrltg77qFUzembhYHsW2F03dMggCL7ed1mXVBraaQzSZsb
MGjSZXhXpRahuCntuAmYo8ruU62IMh5lbTD0Du70uxQVg2GNG488ubpvPqVRbGFhkrjW4+Y583nR
472RMks8NoO7X6coxl+B4f6vRWrkV9AmwhygDBTkuqd1XTbuc1O1+ZOG4vpSqhn2TvXW9HMoh4Le
VgnSORuk8Vamrfaid579MqzWFeZN47XWZL3jmyrvr4beokXgZvNulHnfBV21Yu6AkVByNWgNxRFt
LB9aZoUvpbleS1mPu7KX9TUQfM9irlGud2lrD0eLCTIQBZAPEOo7DMhpxossxV4ZyUPjNs5d6S4e
vZ5itn4wFJ3hQC/Ks16L2QpKr0h85jJpIq1euYNFUgelnj+zKAQKQoCAT0YhYG8v1n3pqfFsisk0
g16rcFWxL9wCOisYSOy4q/OmrUBPa8TzCer+yjxrDqOzfgbsFoOmYmQ2fXblu6bl5nc5SkGReJlc
zrP5JVXOD4ycprPprcZdXxX6EfeWamdygny3lkSnqt1jQRXYcxeXgXQ6BI5AoJhHrmw8mIZFeP6k
DeKliRr9JmswBLE6azhr7jrGfqpWN96Pg9COhefQCzRgTvippS9PxjCtySHhS/yeFmOdH9zcs+8d
nstNjXf5gz4n71AhqNOD6BgumDvG1w0zUetd13TelQlRL5SFy2hG2mKP7BfFYtww0LNSgGvxkff0
nAZFKqLqyLS/IRiBKFcXVoKsI7/DNqEOsnGAOgyuF/j1aIIqPwwqKwg/GqvhC3Yp46lklHu1Vut9
A2DZDAoMeUVYMDomSNOWJQm6cbEnYOQy7lDADLnwEehaNp4Fzi2k7JxyX+pZr42kHbAwwzddmdU8
vjZ51rtvBEEdKIdaVY95mYuv5cB0zbHPZ6VCpsvn5iYRMTVCJiOn+9huMbYo17XIbp3W6dbDauZe
etLMaZzeRAfB+Rvi9N44LY0xv3Y5GvLXmvn089wKkGzVrAlG8HIdSyAG+Nc5aKYYUxZI8kPYZHJ4
xImKIXYtSzt/wgocgRpDYpWv9DJ9dUUzzUynWNBwLEPzKC4O3FQgKQu/RY3Rrb4iONmVTLgMQVvL
9geI/+k6SwzjTKzTPBhMtIoHzfI43FPDLH4w0qejmDUSo9p7bJJOUNVZeaf3i/cqcw8RvtFUzUsU
lYgcWjuhbpeb43NnkYsH0mxJfIDFw6bNpxm/KYYROxoFkefhpsLigsQMSpBPPcrSd0ia433bV9PR
y7fDZamHFF5tWV6ALkMjIccLqijK+fzLdvqUm9ny3ivXoRFTOMWVro3R7dpIZmt6BgNoArhNNF9K
NyIkBBcSZV9sTF6GXWp1FNc8mAi3bpZpT3a3xHQ2XPx4/HmBOHNbRGU+HLTJiF/5Yol2AVeMLwy8
uDDKZf6ljaACwbvvors6YlaI8VC8cByUeF06GletNwkQvFrrPQAShLqfO1HzvLhjS4Wtmqowj8zx
MtgdSkZzaPrAzJU6LrWgmWkkM64+Xnm/krXzSdv05QZrxnOQMdM0tSOYtdkL1iUkUDJbPm34SAaa
x/yK+SMGTjWZMLC0ZWIKasqzhr2Jv9hEFw4T5gRBIwH2nDA0O0llf+pK7x6LGXD0SvZ7uBrtj7nq
bJ4D+c9xFIS81dy0/gg4AxBHkzwba3GovArpZFe/6SK6GL1Z3bqlPDFEj0WBU7KPV8ghvOGqITnc
2XZ+iSNh/sB28AQzgHjWRY8QkfQV6+RrLjrEWNzC3Gbb8ThSnSp+wQURq99B0nNohi5MIj2ERORb
Se3caEMfRjOUPt8E0bnN3a4Mbx1sWX4iUjchZwomCI0kjN2lD2I3CvVMv1tHNiArNmuCIJV9AUmL
zMgpL1ZuPgkc2J+TCTqhaGIq9SBJDrFH9E/Q1Z5S6d4tOvs1vks17gyuVvnCrLxP47QgAIuJrqO1
uU26/MI50SOY7edjK/EoYITeua4oou0lA5j+qIwhKHg4TEvO6iEfBNTUNjl2kWOdtM5SB23MH1vC
Lr+skrPbJbyXMRuDSSl5NHvFnLfRfjIqGboZ/25UYBeiHPgbA3QUf8mNxz7hw85Gojwsi8T65jnt
jTCx3lWFit/56xH+FD1ckMQoGB9ovgs9u8x9NN5hc+ANMD7yq87xwtIYRABAjJHZovfOucc1DU9n
grxOvtrrJE+O1Vp+qmPMUxUqoqmFfRDmqtZOb/p7vVKPcaoBsnSc68UVw/WA29XjUMwznQoPy0Sz
kdF+7HL9qaCqYeyygulv1jGs4r02Gid9jEdcYjsNVAi0aqJROA7NIUkH9ZKWa5twwR42TLcU7DBg
ZvzIM25yNRRPRuVM4NsFfbqyWb+6Iv+um6Wg1ND38akCw8noWb+jXWv7boR0cTJJFnu3/Tx6Vn49
k1bv1nTCwclAfdxGVlgMXo6UR2MyxPsEjfaVPQrAfDp7ezOVDdiKhSQO3FZQdu3tWpWaP9q6e+0U
WnkFbwHBHxWGfasp7bvB4eAr8EI3q1P+4FO7guz3kOGfGxDT4SNPGCva02A7J4qDj2TfT61eOFde
XT7n8PD90WimMB+wAYtHi3apRVWw0V6GnvZpNo6fylGvkVDmaXMqNEUa3Rgv2YizGLvZj3iz565d
LyTHYERqdr1biI71o1CyOOclLYhy4TuJR7gBzFNhjR7RlTHy7sFuJe9AqIi+Vanqb9v46J0zTkRy
sfYymUl0KZj6eHJySw/HOD6mec/G2HYTQ4+xWd0DGUOpRsLqW078mPf1Y5vkxifNS549O3V3TPUb
Z6edL9bIYW0zDI2JSO/eOwmYGSpG1TuT2ac46pqbomX4RROsujrCUE6LH8Yi/lyvWIQUosbeaYg4
cp1RfBZR6b3WMnMEWPS5+Mw1Tl2V40PZj/p7jyV0qAh6UVyKhgaX1vWHnFFSUiSRh5zItJEmPVLP
OeZTp0qM1ddct0rj2sYHpduzXCOP+kDk0h9OBisw7FWEOQUs7C5li7Ba3/Ad5E9YLub9vQnLKd81
dkcD23XLz1bGXzWPrXXM4y6/H6esvCbud4NhKB5HqDG8BCzDvopUt2+EN9g81Kx6KmpvtAPVdDSR
8QaB70PAf9uonnGhjtp4QlYhuacZHsiemrwIY0/1x8E25nes4CeCaoya/Mqxz5XsuiMT2PUhLfQV
25ds6M9LMenLrsA+7WVqOzn7xGnWXWsN1RyMY1LeMcL9GFOE89Vi09nJCSQC5jvilbk0TQD4xFn0
sIxMIkL68NKAzzPFg2zxpLPXu7rbtVWZ4BWc6vdDPVNcs+OsfKbOZr2VYhhv4nLV2wDU2vJDLArl
0bqMj5RYFGYodtVysnvWiBVY0VZ7TifY6qCd2/EYD1KHKd+0w5eWbOCt1IelCiaw0veGOQ+C9bsy
+T/krG9gU1Gm7VavT66cOh7pC2r5gIHc0uoPEyYeUWBSzV3P1lZ2ha8PBWGvw1h47LGXUP7oGD1a
cHv26kBjUA7tztqbkg3bNScflKBHAY3gFVJOBWIE9gyy5GGNpBNaDVV9kEg9FDESMWaoaARkV2uE
U+B+NZMBYUSOeeTFscxi+ybK8qT63pxCRmEgeplN2v2YBw+roDlVvX2orIm0oo+VJIedhRdodi1u
m7myWnxgJ0XbcvaQ2/Rd8rmNBfGkyJaq8GVUzhRnSb6QLyyyfEjrqa7IgFWOW50RCxzdXApVoIdg
ZPit3mrgRZrI7AMbkLLcWXrvvdVl1mH7KtX8okX2WBzNIV3v4eE2BgeuB0Wjt6YBr1Fpad1pqqzM
8xMtS+wwdwuL7oIi6g+NdMztnT3pBU4dXUGU0o9JfWeY5fouGruZgqVJ3OKUqsZkEMJK8kPhzABH
ZjfPrhcsGAS6m8T6bCWZQrzVOWtxooyrEM0nncSmrwWV7bOedHrUbuZMe1efDDTXMBC/Lr3VXJvQ
e+sg5kmDWYLyw8bXRHntF30zfM3TiFqUm1vp87o0trcz7ZHoZtanansalsm2s1LFweeWvcKfGyad
diAaVkniES1tMLTtdG+VpauIvFtqNPyIbA0cVTi3taBOuq/aGN0ld70NLWNaoD1TSuzulTEKjRVB
xZqlmzZL6KxZeogoojfUgClAwPcwxpcWjvjMgtbnYQs/aob0Bvxwg7Rsqwk7Qq1Pjy69gWd7qcAl
eXmerX7dl+tr3bJWfLJ4Y6MF5tb76sLV3xfdIG8b6gHf+ehM5LpTw9TpWsvknI9dt+wcUFNr4Jbm
gB4OF7MnLTLNcy0ncVU6vcvJrRlJAdekcV/aDsoTlEKwLl5fq1Njl/Vnj/pfEDX9i1pSZgLz1ono
61MXcfxINsubrazmGNsDPSGgSAmTE1ENd2nhzTU7Am7qTdmUjjerKQHb4FvDkOSstpJUNca2tSdq
o0RrFXWKNHBKbbnDPW/9yvxjck09LPoGtllCJGPCdvRlG3sIieEQslfNC+V9ORXLm+Ua01dYfwqm
y1yBewNjzdTNsG59hXydUz2YsVnufPCEK4QaXXMZ4eFo1cNJzULsG69w3okQbWSFg1PeA2PJ4Q30
bVP7eeWpB1uvLRSqZjuh/NJtpOiGM9XHha4fixL4F7LeGECdL2JTt+/sbc86RHlWFEGS5qTKbVKC
OjNmlWb+5M0lRQhRCw7a2c7dfa9r2cvYZbI829QIXwvKug+tbTLgaraWvLWoMSMLjSEtBrGORSZl
3bUjUo28xAvTZNRTQjBnw/csQ//uGTMux1G2Xbfg+fqOO/IZRouzQCJstLQ+4jpRISAzphVxfWSn
VxzpRJEjfjiMZijOF1/DKOl7bzkDchQpCvLD1K6bo5oyccIxV/4ABW8CyxNqHL/jimujOU5maz5H
XuoctVx5qLMFPWofJsH4oyv6dgynqgE8NmNXoPzC0Nu7rmv1VyrB41e+bCZw3QVzbWhftMpGpxsZ
TrKXNL4lrUqvs9mFSuRxALFt5aJ6ciutfk3YR4SfpiVg77jRy2+UsyP0USCwBUFen1/yEhxFEI85
gRK1F6Z448phgUxjWd/WhWsUO6k1FDei0Vl60HnN/NV2ZgvxetpMqz/QaUfmZor1AZtWmjuymJkL
bFfDQZca6czfCZLSH7mRDZ+SKO6ec9csU3bjBJRlKRP7qU4jDsWUz/yly1JRB7WyU9SHUjNlMEyU
8nynaeK3Qjqcc4aWUUJo58aUhwHC6K2Vxay8pst6drKyGHWsO1b3DUC0+Q46tGIQ2qhWhMIV5Sif
UxyOXbcuDIoV3tQbB8yO7TK0zEiRpJnxF+hZVhdWQA+ubLpm0QGsvnvihgyuYhnTd0MV7WOcKxac
or/9nZhuQha/QFb068V1v1Db965sSjF4AFa1h05tmhcdRpOlV0cCkZiifhND3XFbrw0LV4mDo1zC
HyU0A+eRsm7pudS69rLC7BI7Gh9wjKyt/3OQhUU2UYnappMwjctmle7m6c6moo/wZRj5cEE69RtT
raAjZ7hgB324t1XxzERo9zqZsfXO6qqWYBFD91KRyzxUUctJo9J65eNzG3WZ9XTGjc2hp7iHFznb
Z6uFrhWWWNPedoPLhpNbg1ipSboUnOZ4YIV5qtSLu9Sdt7rKNMTvzZC0r5MCuAqiVComakRL0twl
daNR4pmHFzNzdOoWgqTvLqYbrL7kTRt/oizIg8DGY2GwBmnGe1yQFjz2Zu9mnKw1JWPVSR3dtycg
kGS96GRYQ1vtD3HmmEno4OtqhO0UtWiEhEOs3ZkTB2tdGbERul1vvpEeztquypfJvk7aVFST76Vz
ypQN7U1mQnMHGlAlioVIw6ZCSdCdcZNd0arisuBxz6DsRHZ067Wi/zqJpLBCDyboK+2Etg67ASLZ
PqZz1lJ64iw7cUgsDuu8kPaZvLiyqMZwWZIFzhC6HcZa7gdWx+c2kc26GwBxkbP0MS3KVvaET2kr
1bWTWGu8IySOEeAlFFsJly1Z3y32yB2kSkQDZMW5eFKtcF7LAZOvUJU4fm39YLoTPM22OgJuGV68
Eiufq1zinriv5AbFXZq6ggJqQZn0KWlO1m7N2EhPZKIy2q3M24tdtnSCRaHcub6NYHB9G0ArM1tq
a6sX9qBR0xDAsfZmy8SdQ1OahGrUXPFUpnCzaKHN0vqaFLX5IjgINWLIzo4faADwnfdZ7XhPYBRd
ovxZEiekerLelvoC69Z1IwfQKCtj9MshshgGtChJ78wBIltg6515gsaRnnEYhpInWd3nKPHWr7GU
g7GjOWI9d1A1m7BqyoUR1qyjNERyqCOxH7CX91tLFUD5CKE5jmIruXRN0me3PF4LJfdAYVjVdEV9
5QrxuWwTNw8AHVOPqOfO+ELwqdMeLYftUcdaDQ4Mr8u7VllUCKPYI3EGUhfT03bNBQ1gISM2FPqs
J2KAfg08QYC4s/I+qnwjtgsZEBHJS1bo2rzjjpqrqtBal8WY5Y8xZ4iDLZ+iMEO3WLh+S6GcATBP
RAdSA8/2kyW1HwwPDgkY1qJ7nnAcZrZ47eV7nFB8Idtfq/D3Kot/yH+QVZAGAZIxTQOS2AexiiU0
yx6bmmxtVNabrY/LS94O80vnkk+UqQ4h7/cX/IjGoORp454kSKixdaAL/rOApKRh1Tmaxrh3JEZM
tIchoXdtx1qz0zpUUVe4gc4pz5bU55BWBlWaaizgBv/+Z/xDx8LPMCE7SZyW0HR9tIkzNtoVzfbx
qDdiemKVa7tmBKZKHa/6A9r7H6ojb/Oh87gU6CO4I9tP+ZtkpuwMezOaGY6OWdlo6ocou6f2V/xL
VPhv0Sb/fJOG2Mht1MdJy2D1/HwZu61LTQl9OE6AFMMWljScQi8hZYuaw5Smyb/oE//2ev98glwP
GgJivc2g8aNrFNvsQCM1HY76gOEKrVf53KcMXNjw9T79/mWJ7bf/JATiEUqCK4ymUTrJj/eWW63j
pHJhDMTLLSwUAH2oue/DFkEXV1S4h1JBqy7OYjGY5FoomsXUnzvZOI+//ym/esrSdDE+4/cQ/X54
mUWDVIAu8HgsS4axrPp7Uqs3TGDjsNH/H9aNYXsYrhiIu7DS+fmF0jddYyd2hyOg2Oy4oRGPWmmJ
P3C5frU60U4CYLMtoVsfnTY7k4hsyLqBYhTyKb608eJUovvDvfzqsTl/Ke8scFWO8eGxJVlG4DMm
w3GZwSoeutzT+jv4lsV8wT8FK1bNUnR7f/+uPq5QVJsweDaWv21YFmv15wdoNzo5aDPDAVAQuB3L
Zh6BmlKS75tFi95+f7GPjmYUJDYNHjpVLM0sC3O8n6/mjuA5XbefD3T9yi9V3+OIiwAF4oGr6ydP
h+A5AyZ6ln1vvTexIporbeMYVTk6b2Nm5p/48eEPP+rjh/PXjyJMZbPFzABO2IcfpaN3pB4zH+LF
RbVfdN0j2FnK/HJdAjKJZg/1dbo1a4Qg+CZb4VC16KWX9E+f8C/ehcEmyFbLjkvX8eM5A6DXscDY
YyLTxweRRvUPQLXqHgcK++73N/1xRXPPm7U5yl+ggYJb//me58WpFBq39eDS4gjqfmRUDXbLH7Bv
v7ohXjQ2EWyAuuN+WFxqoEVjrt58SG2dcuQ0pS6xV+kxLLWQHyR/EHr+6nLbxdjeHRP55YfL5XJF
jyim5bBGMJggVSJkM9ZrN3b+5BH2i8cHh9Flf0NcivJ5+5T/dlxh21BpzorTm3QnBC2GTh1AlH+y
F/rF/WBWyUfJWeUh/P6wuZWC2J90dDiYQ6F+dHbmHr1Yn7/ZNf3D/3g92LgpoqVmF3Ccj6g8Qym6
ZCb9Vd3UmaWr11ejrP9oJcxT+fsJxaLDzxBYJBArZOIfhbhDvVaEMF5/aNfme5ZW3n4xh/HwH98J
wCL+chYc3KmPJiHWAM4Ks6/+sGpUOSvTBEtSeN0fAolfLAD0bI5DpIJEm+/15wXgUiKCRWlOB8Rx
2W7FIOAsKI6Ev7+XXywAF32Dg5M0Bm700n++CsT9vtG6ZDn0Sy3vU1F2OHxJW7vKEA9Mf1gCH48f
3o5r4O+sS2i5m+vkzxczqkEH3dvNB6L5iToSIkQdt4YFYmE8LtNjjqmA+sOR94vHuKEEGU7wkCmw
1H++Jqs779CezADT7eVGJKU6ZIvpln+4tV9dBoqewDdxo5TKD7e2pnVJ5Zde7rQ5P983dKDscOr1
Sv8Pld/bM+R/EgYkxxtDGj/fT116VC+8SB0ce54+K90avgnSw/d0ctY/cHH+uTaEZYEKZWUYOozX
D/dEhZtKIBXRQ+laxsEwFj2YqqE51A0lqt8vw38+PjKRjdcnTWBuuvXhsGi9aJ7oiHkHT9lZ4cP/
+lzAaf7++6v884akTmwFNIx5B6Ll/83ceS25rTRr9olwAqbgbgmSINlebWRuEJJagncFV8DTn4U9
M2c22Rp19H81Edr7RqGuBlAmK/PL9V0sqdRHZdK6sxFGg56FZV2pK7N1HGjQZff5PxmKTYItDzep
S9/FXg1L3kS2EQqtGbZ+WlIknvJx61q5/c67W5fo+Z7HU2Ek5K0wNexcrfMZQfZiSHQMYsIal6HN
MBoD/YRuYX6XCUL0HQ5+T9WCeCGiWPHO7vH2s3EJYDXjx7VeDKyLoRHQOxlemmC0rKx49JdoJn+l
mx/eCdFYchD6672NZNnFPKTsqdvKiN2wJBN0qBY3ujYxfXnnNf7hWdYNfe2L+ed+eDGKUA7SiSJh
FDuCuZPn/U6nk+DDURHHH1otQSBIhKpfLF/0pXwupbu8sTRC7zs5WLmMSTZ/tP3FtS1MqNGzETpw
JOoXcx1Rb9FRltXDpPOzrcRfaSuUhRNJnlcf/j4cHCQuTAf+Lsfi5RY71aNbidlea7+giERa7fVB
nz+8wwr0tvTYsEFAqbxcUZTfG4w5pR2KtTQZz6BfUfyaH54FtEP5ALBXc2mOjIvvY+glcju/t8PB
yMBndM1rlGCA9dHNgYyLTqMduO21wezi0NVyKuOxX0F98GmbxX7bu7b8euAmUozNx18bnKa1cY9t
jyV68XEwKGmoyLgixKC+QVlG5ELLrWWNH57Y2FIAkuWsJTXAKX++C6UjFicZJs2hWc7zZnFthFwI
Td/5POtPOd/rCOzQmJDJcSnXORfnhBWXA+mQhqeZPfuqE1pMrjrRAwp61aHW1QedADlphc2mikff
Gk5yczt/KktKQaOKDpeOU5IuHW85UMWP3vlGb5/KJhdHkxrpKWKey0sM2xrnn58h6pRVnR4nwOFV
gAIn0gPk9vO4Q3qKBdLfJ+H6q5+/StJt2AEyx9gjeNLzRyvNYfSowNuhqQZDfsq7ZSCRPwxueRCY
epPHjiVY4CKy6GnzSKqL+3Kpx/esfNcvdvlrEKCZELvttR3x4osOheMh2WnssHRkd0KvZdzZWh3t
51ypB2GM6q612o+fWyQi6DphkcMSJaN1/uwYSFJXzQs7zGhDDGz06IFRTcPu72/4gsfAFQdON17u
xDM6GTpw3efDLFWnZW2qw9uUE8JN6doNHlS5Wlt8Ki+6xdEth4WUikhs05QiUojIIf85S08zjo47
oqFxKnznAzuxRxBWet2CG+pdJY5zqfqXvk+VCpZcOPHOttamGT+eKkij8NYpRuNRNx4NErDDO/P1
7TejI5DDiz/kU7kJnz9X3netnY2ipyGwk1t6C67ikohaubN+5OrtBUM8p+8Eo2/XCGPaFnlyfW1Y
Feb5mHOqMPKhkzP0y2z5RCyvBZU++9+N0htfPTlY79wb/jAeQSKfjTwJGbk349VYGZmz1oUDd/7t
QHvYHodDbTcDpj15aCgf/z5Z3samHAQ8IQ9HZo4C6fnzpUqUeVGILuxkVh5RjANAQJ+MrjJ6LyH3
9tFoM+b8WV0ADFpxL2Y/IT1tolrBtGxl/7uoYh37niq+jYiPtmnsiA/HB+SNiao46AxHkM84f7TB
HSkCR7oM01p3TvS8gGG2Y6hzf3+DbwM4H79Wi7AeOjBFjYvHKsjlL2k6ydDuVfFZ0VQT5F6cvbNt
vhnFMbk+YJVMFs0jUriYh9iAqdxEuB3qXR1fEbKQMZGGc/z7s7yZDYxCyEuaAesNQYXk/JXRkbMW
f7sRGFZRHGiSSw6+l6KkKUYn/PtQf3ogyhXsA1xeHfofzocqllg6RoI5mIps8zkvXf2I11+9/fgo
jiDuxdNmjeUv50CHTJYuzzGMdDRe3jCKF9WWsv/oHOC9Ud4huWlwU2BvOn8YFC2D22jeECIDEjsV
w2cvVFR9MFnPJQHvG/IYVB6ABBgXcwA7+EFVYzGGTlyTq43acev1qBw+/spcLgmCcUwhLncEeizt
zBH+gGi+jh+R64MRm+bsx8dHYRrbhG18HHag8zc2ixm1JPpxksFJi2hLduZdnKpi/+Fh1hPeXiOc
NaZaZ+G/0pnRgjW8UCkWdNjFQXurSkddx6lbNh8fiBwgewA30tUw5mLl1H20GCgTh3CxvPhGQ8Cz
z5Sr3ol21wj9LGohi0/ZjewcEtPVMv38cSydRiGvrIcQfzsDiJqVGNAZy6qpblRcm/dFrI/uzdSN
uhOYud3EH1+0622fPBPtILYAdX72OquRbqSJNvJwkA3IPpvuROxP3sum/pPOvnxMpGeOwYn0z7l7
Pgw91Eo5M49ZF1Z2MmORvuSVZoChS2TykJjYdca2l3ypoUfspIz8nZ2n/jvven2XF78EuXuH5BBp
JqL7izU9jjn5GSedQhs3RwzzunqPcC46mopGJMQN7XTv0vQyvXPV+MMWvKakiEnJ33BIXiwMnjti
ZfpjWFVjfJ3TZLXV7VG76Wld+g+GgmvC9ZaPihbk4pZhl7jQdVIfw8SmfoXSZep+zvSxXne4270X
+/7pdZKlxNx6nTmeuHid1Zw3lJiMMWx9LzssHMTXlZyBFJi9AQ4+bfnQnV68fnj9M41Iha1pIoPz
83wmeeg6AWiMI2nL0njIomHaVX6nPr4xr5dq3+BirZOZuniRbh4ry5bxFPb5hO6o0burhCbpdz7X
+uUvJyTLgSOGCHHdNs+fhbUwpLmUbP+qnQ9ECh4+Uagm8ItrUIlvK0zdf3/89aHe0UlIQBph1Z8P
qay5pZdoGUO9jfJnKpbmlk4D58t/MgpRNgNwt76E0PSUG+AdcEjP9Bof/UW027go4neuRevruXx9
FJv+Z5SL7EdaysqiMWwMmyjCOJIwJxgm099+9FksHZCRvW5dFB0up4JCkoQGMx1Cqq31bmmwDMyN
wXxnlLebBEVUpgLBBhYkJMrPv0vB6WDK1hpDiSURul1vO1eQDPI4/3AehzKgoG6L85BJvfNS8dDk
Zd/queLb9ElOS+3QH3V0Ee+E6m/PNeyzWD3mWkdjrV5sDoWc7c6NclAvanEEEk9J9pqG2JZu5XSo
vngRtgrlGNGgUdTThwMeixCUyAoPL5QslwodryyFESXECG5H93SsQWoY5ql5Z/q9UbFAAzob5mJj
z2aT4iDeayGGl4JCZDbTVEZ2ZyjxM4/jzN6VuQ8KTvYl1M8loYMGYfECPePrh6eoseqf2LCQJhEd
nU+eVMZM3jQawhzLyQ195+LB12rn+e+jvN3vuXzRdsa9iGCS4sf5KF6jfKnn8xCSz5nyW7PWIBzM
rTd95XRRV9msjd5O2oiX3zm3365zEo7kCcz1srnOqfOBO1mVvWcNfThOcXvn9BHWxVbuvjNj/7AC
/6GO8XRoktiPz0eZkiwq9bpbIyFs2LKEvpxClVC7DVwM/v4m/zQUFQ00emTOKCBdDNUXi5jGnH0f
ghX9ClqPhW2H9l+OhvfRbAd5I+qVqI14hejzLtZh5MtxIOc2hn0S36Q5QntNGb9qQk3QY+Y7z/WH
D0XyHq0BoQ5QUWP9+3/F5hOSSVI35hCqvG72RdTQD9UOSffy99f3h72FeiWR1HrPIE18se5o5sJ0
WXA3mxcTEkCWdDsUtM5WjJr4nMwx18LGHU/aUKXv1Ez/8IC2gwslGWOSK5Rpzx+QTLtT+bQUhMA6
ADuX1fzVyjKwTn9/wD/MD+6EiDd5jZTaLq9SRbGgg4PkFtLjP6dHU0NRvTPpvG63NX093/4+2vq6
zo9Ri1ofujS2jn/W9vlDYbrljwUtMmEXW2XQyUW2geu2M+z8f5TymC5H7jtP+HZMkuBrHY49i3rw
pRauMrtM8ylohqNELkqyR2L35b3WqptOQuXGO4HW2+9GPIwAAo6bgYBspQ7+e2Liue7JtiXPmNgN
2arFrTF3n9/j5v7hlmNzj6ZUJoj0KXVfDIPnr5K6yy3H9/IQ2tl3XcksAHLwK46dnZjSH8IfaUfk
yre2on/4KreOTiZ1nTlocC5GtzUtnohR2J/pgfwtfRNPoMmaP/99tvzpVVKMNmE18jatS/UNMCda
LkaWQEbBNnB6LP06geL946M4aw2DeIik92Upuur6upOgikJPs+IroBL+oZiMd/bG9YWcT3wWM3EQ
mD0ymJRNzmfFJP0066tShigGkqDNavu1ywq1jzKRPfz9ef4w3xmKWwvxI5/nMp2U9nphu9kgw2qR
aRc0uSqfXK/RrYNtju6nspXN97+P+MeH89knCVktMs8XsyHtdFVTEsYMuXGzRz+F1kFzwTA3W5og
un774dHYPqhreWTxyc5ejGbQwruUeteFUthyp/RZbp2sxlq8s7IPn9NUbYnqKN/yh4Dn/Ks1ACs8
4HMyzPpBoNYzsmc0oerYR3H7zlO9jXgQs3FC4y25rqvLGu7QyqjSFKn7kRIKBPMSR+V7PO+HdE/H
UZvdVcrUXyc9KpZ3xNh/2EpIC1IE1Yn7mTeX/qxta2RtLAi2DLeR97reDtdTtrW1l3TM44AmKGcL
q6kJ2m7c0occf/j+y/B41q1Dr4HlegT/6yQ3E8OUxQL1Cpxospu7SA/TJHvn4Hk7RddBHI9mEnZ4
ovXzQXpq80nnDKA3EqqEPQ01uyHz6alu36uLvt20GIm8CORX/g9L9nwkw5toUXcWIF7gsvZxR669
xfT7nUPtT89D4MgdjrVOynCdTv96abRV4gvfEP7MprE2Uq5tilnnB342Zu9sXX94IBTA1EJIG2Ph
e5k5kJbWma3L+YmwKv+WpoN9HKei3P2zqj/ENf5/2kyeoY3/alv5/6EhJVeJf21wb/HG37M0Tzs8
J84Bx/yj/wU4du3/gsPNwUEGiusCSdz/Azh2ABwTHpKrWSMAjyX8P4RjYfwXohMdkSRJQE5ojx/3
vy0nLee/IB6TCGY1cLfiJ36EcLxO5/97sBFOrRUfhJjU5CkxEfqcT0Rhp17RLJYfCk9B8YvG5rnv
uulzRObwxh0087rPWuMBpch7SXOULeergMHJ8BL6Y8ZrElC+udxAONbpL1dGaGJFfjDSrnnmmd3h
CpxEhDOlvlS7CCHBvHUipx/3RRNdzU4FiWGZi5+dpJuwHnTrYfCWKfSU7774yRI/6r7X0XVWTRY1
bzvx6GtL44ek9s3DZFrjA2gxHMIG25bGNulFAnh0UeO9AS3yRxSxd2YF+uQgVtF14y2YokFL2Bhm
twEpJ3844B0OCmTinvjR+67IiS0brZ9o6BpbDXor3rFw3FQ5ZScfJpWmQD/SzU/b+7ii5pJOpI9j
H1lXSnjpb6KXoj/2cWlgKDvFst525lA+iL6mfRH+2XUzRfGNoUlUv/0I6QfiR3NnZYoe72Jo2p/+
tDSPeU1eajsYbfKzptH7S5vF1c6lT2frdYYfB6KPbXw3bDHEO0WuBR9ONvRnbRq7L6KYIAnmxbLS
odiFyk0c6eZKOsryYII++TIDiQ4kTeI0AbtTvnPn0rvxalUd3S7Cy4IN9RDDbdpaHtihRs7aIa/z
7H728hrdY5zuS13PftOrqu2qIUGEEGXS2ojYHOjXds0bev7wptANdWP4UfNUuKm2nxZdHvIoz2nk
A+eXd8Cs2hpn9800qa+9DUUEqOZYvqpcFV+WKDauZn0QN+MYj/s5s9oXMQBns+wxfqbviiavdIkJ
bJC6bpSR0XlLVjzf5DQWvhKp2neRkP2W+TOC54iblIbNOt4WGvnJTabLk4aK5rZZXavnIlJbbzD7
fdqk3ffew1BskLe+LneGEBhhAK050NfRHYnx2oe+Ma27ymjVtsQHxy6a+JX9QjsVbo0LxmLE+6TS
+6tKK8UekIV2zKrCeOFq2W3s2urDOjVGOhD18lsuevehc+f5d5laIBpEPqePDWizJejSeaCxXeAl
acy4R0GpHk5Vrc9f3bxfNjrgPcxBgAtBALF7vEitqNyXVdwcIZ4cgRr8pDM0guPa1FsWxo+WTWTj
lHMWWBbAETHSjm1o873taN4vy+tvEhiQveHXO3vEtsxGpWB3pFzikRabhVcWtXQJ03yZbx3gIFet
MnZG7MgwSaJTHxufmk4AGSsXZP/iOKgIvVEzXGd+V+6rsgoWei/93IROObfj58k06MY3f8oiM7eW
Hv/SjMe20eAa0S8J5mpDy+mDKtKXup+fpCNPUWo9QZl7BKbzyUzwLBxANVoYh2ZT6AzpjQWVLYoU
jNsMTUDZs5jyChhpLJ+qSn7XsulFurDcwAEgYgX4nscGsqTn2cciLh9/JJZ4SnLz25zM/Y0DA+UO
uHQUpHZv3Xdm9joncUrpVKnbpteu8xlzXQ2Lj844iAn/D/kLaVO2KYR2akgcQu6O12ZP3G2K7kn3
4d/xCqyoYhIO8KdE4133aQGpOpNPYi6ua19sLF3tkommwsU+6C1YoRTP204kaSCT3tpBCPlZOE4W
aNAgbihIJMeiLvMDWIknkUf2SSqAF4Ak2p9WotGWTef4Xhn2Ns9nEEL1F7Ap3i/Nt7SDI+1TNk1P
k51iRGr3MJzsEc5YEX82FfS+bvQDEC0wGpLTWC4bkX2e6h6fOQNrMiAYQc7+CZIN0sk3e6xg4Vo4
HOXZr8psP8ElaoLeZ7fvndt5KiTtfDEY3PIZpdNT4t0mafKUWVBsyrx6jWA5wOaEsQLU64biwUb0
BojcYfrklhDSnJIm5CEwWuEFnp2eCkC7KJW/LbV+p5R+Q4QM0mO8Bt6l3YzOhENc2jzwcbdKeodk
BEisKxfXnKT7BBJxm+kutJuarJGT7GpwcJsJW3VNpDettDFHNwIOUHIgvkrggy+3JjvVlNUP5gJZ
Wash95mkIF0n/RKnzhezAbLh861SCSiLprfUrx6gHN3l0ngwBjSzupedpNOjRtf860zrkoBucAgN
DdjVWKVksNK7zNLuWNSPCEXpMuOnxY4DqtU/GjksaMgJMGZVFXSLSYv6aN+NHgi+tGnupnG8brTh
azNVt5Fn4zIff++tNACCogK6r/Hm0NOrxeu0TUs7C7ftG2N2wQFL51M8YKAbNbfVgtIq015sq7o2
Jrw7ErFsknJ8yDksHKMutro777qkxxquto5TDAChX3wYCgBR3AJkTb+rlDr09jMcFWhBmgtOQg1U
cWWr6MX2o0NvyGtV2jeqcbJQNL9YX8kWXQWWfpZyr6J+wA41zjCrZIO/NuIC+7BZN+jqUE9JM4lt
rnczfEJTr+6ruldPi+dop8oRnwra8cFxCx02IqMtmTVv/bKImfQTs0crfea3zjHoMlnj3jtkiw5j
qnaiQBFonFK9mkkBJMamG7D8s743tA5sZ0Fjie3Dl/F9oAFtGuVXqafduPGsMXFyuABpVu3HvI0f
tZQ9hlu9Wr6P7vApqssXo3fuFqu0XpRbKO96jrxnj/oUxCKoLu4GqTXaL95UgX2Zj08aavJNmakb
z7ru2xevydPNKPhMnZbel/q6plHk1/OtiIvtVBkvruY+C6hAy4jwzxfZV7MkkRZFSQ7/niKAq6ry
ri8gNk5W98115P2iIowL6XufpXOKF06kBf9go3/x2gjCZJx9H+TCrmV6+x61cmsk1cZ185VoULUb
aY9snI14HSv3GfgbXfo2aJyuKX64ZREA4oGLWWY4JPXquGgyZkK1hFsxILLYPDaac6ja9L7Lm8ck
S56LLr2KNBHMboKzAQQ61y5uK/k46N2hUNlWleDpIOgUSfU0twCWDcp7zBQ/BNd6yu2k5RxrTxmp
FhhuNuFt89WHlTZG9dGU+h6QX8K70b8AQN/maQ3Fuv+dRc2N37cnKcrQl/5XlaWfGk3jsXBMzGwb
Glr/yaqLBiZsK4KkSb8BBOg2taBxztHcU+zOVwa83a5cUYo9M3/Wyiisdf3QJpETyMUIGj3ZLkpt
4zLdwtyzA+VW152KsJ/UInzSmKgbMR1TlbS7NmuvM2+AlcUO5rQ+ZFMQEZtWk/dAG35IvedriSol
hyOHLRJQcAWzAqyuHmOJPNOcyAA0urP3huYq1/CjHBzzhQZcGMlD+ikbe1w1ufsedOg8zHiABvBO
N+Y0HkbdzDZ62oq9oH1lM9AgGOANgM8h+RRlgzB0CrkfBlDH9rAzqOOHQOsB3ZoGcCkvxv2yM3Ab
LQ1MmYi9d+WcfKHuHyZFcdKK6kEkhGQTO8pm6N1vvixxRVLYvs+AI+MGQapGeLEdnbTdU+DlJafx
D8pXWC0U7JRIpXZ+2+oBlfOXbigeomW5oZVu2tZuy406cnj3bfRLNdj8lvNDjVwPAo2rhYUGQHvG
wk8p9kRSJuxNUOS+lF2aniaLAJy5BWl/7l5KQrdDHHvHKAXCNEq51xtPbJK6DoYl+W34GejrSr7k
K2vdNV9IkxziCEE1bFgFVzro10npAO5vEyDvme/eqcIL6jrJj9Ah2w3F0Rt4DN7eKptvaFz0jW7i
SaBLcus1cslNVkCmqEsxBHENdBnE0MPSpy9ZjwsHG3Wc1oHttEHaA3CL3c8YJbRsbaMVopjBQ7rW
D53Kn+nuTAOrUTuot4LYqn9xivlGUD5uneVQuONnB3x8Wdr35uAf0lY9T7gCiAy30d5+nZ2rOO4y
esxmwOgTHpGjukot/VfbeSOWvvhE6PGVGfVfrY4wx1/KK9BCU4AQL9/CJDtYnd19b4Zo50p+h7E1
qYDK+VvVghCcsuU7v+t3b4KE2+m3bZpAB4IZsjEtDdZZNf7wyuLBmpNr2UGp1dgyt5ljN7BK7Bie
qLR4N66ZnrTF2EZefOyFcZ3q+qbK2rAr1XVFI0wg2vipcuYkbOxUbfIJH10p280k5hvYRACpfGMX
WxzseTqAKGJzjcW2sz5RyTxJF3sCJ132EGESsXNyth1dOmz02ZMF0S9Aw75dbOs3KhHIQCMNjcnO
MecnTXfmXev2oVWnL9LCEiFvievZcoc+3w5diz2chpH7WmsfAHU/FVasV9uusK1+S4kV516fdb3J
k4ELY+l98d2yOxrJAJnO66d9DfjhCJrPeWgJu3dSuRIUJmjxoz5H1VFP3HJvpmkc4jVi/Wp62wQz
ncyUUyZ3OVR1fHATzB167hKbTCkM+JQe3WW0zrZEMWScgfTq2ikRfvTTLhzrC6okSEWEGfBimiZK
77lRgT2tVMstFmVfHBQV5AvsK23rycE9aT+NBTdLXxnWr5ybBntGahQbogb5e3KG9T6RTDAo7cQ4
1kLDMrFpDLW3W4ktMmDP13qK6quxTrWDZnhil4/ZdJz6BVPyBR6bOzggvFSVdxsVqeITyQ5rHyFa
x0CxrZwvgHVHSFoOnN3SmOqtk+jeHjGQu59dr3212euvaz2rbGDCZvTsyHb8adJadvL6vPkC38MB
awupcaMXszqBqRjzIHHdOnAnozqYaRU9Zn3t7VNfsw6DHievpgIIDkBf5trG0qbSw58OrN4m9lts
ista/e7zRLuD9mLC8opOSs3TrvarEmCHvXCA+iD7vXEmKO96nfhsEOqeyGLwA1kn4jbWlpQ7jOrs
k8qxZUkc4uQ+x9O1NaDR96YvXqZWM77XFt+BxtpfS+W7j7DL+53Z5ahgWxXf9pZ1LJL8xUv1BipN
qoewNeA9tV6NxWyd1DeaP+Fy2Q4ely3seAB3rXkGzT9MyLmZv7WjPfZwnDBMbTFvMLhnzmDJfPsU
NYMJPM615HPqe8mvaRnHb5mjwKLa5biX5Uz0LFrtZhlK7UaPAI3KaOpPiW/UYESXdONz3w/VmCTf
Czb3lovYTOi2jIV7GD03vwf7mh2N2u6u/CFW+3lKQLdRidyMRqPgvEcRvF67/tzG5fTd6frPnWIJ
1NNVzLUqrKS1kpJjJ/2hWxlbbEPvac7FaYANJjBKCeZc4uCgRuRISgzZT5HU2ZWoBR6H0JFZ+2ip
Me9wgftYWXTv6APWrPrQnMZubG9a4eRbiu13/NrqKXMqJ5RG3+4Be8igc+zb1uJaV3eYj5emuu2r
wWGFa5OLJfbYX9XOVO8XwJ0/NKEVW8QOaB5HQ4UcNsVDO8bR1wyB0NGJCfb5z/zUYShw04KK5uqc
gZn22UkOkkafbNM7baYHs5PMkKw7l2uYa9+qfCrnjRWJck8FD5ALgPqgxtxlU4Nc+VWmdvaV24T3
OsSQIOdoiq7rRrSbNk5ABc1m/BRNLozf3HbvRD95u8QDXNpYfbcTY47tPYUBTINhDBPixPkpqsr0
DugjG7iyu72UKvss/L66z029vHNj2rdSkekgKdzpIe8mfKLdZfmWGxx6TjLYD4nhzaGZG/OVGP3h
zq/n5RtHhSBI9irMOGuB4WcCz5TjtEhvmpEa1MZZ6up16BqiScLX6wai1r3tN7hsdJb53BpEdYnZ
41U4y/lJdzsOHC598Ol82vqDcQEsRhXX3C9p1AW13o1XXFxQqrmNc+c7SQNET1u2pS1wnV5086mp
kuKQRHW2b3W720FtzQ4DQPbtmLVDHfS6gXk363rLqarvOrrxt7HLjwY7FgXFGEWB5+rl59mLcJww
amtn2Fp05Zo92N3y0WldrKIj2PuuR3xhpiR05FCKx8XtxsC0E3KlNF9xSa5jhoiX/gt6Ijzvaey5
knXVrxUwcTIiMGKana2Ozh6xGFnL2XiKNN1vCaSVcTAmb7jX6Il+iZW0r2HJ0vxKmc44LHWHeTcy
EqxJIYChFLFJodCmp75WUJTb/RjHX60yLYn9jVK7Xowck5mqwvstTFm/j/gIlTt9AvPVT2VlHhDm
IcHIhxgHD11W/VMp6/yZTlVMVWbfL+5ae66w6EnXayFApc2kWjIDRtM+gMvwyCzw9yDJZ2/n+AnG
kZNtg9VVzbeCDOCLCeLahF+7ZJq9oQG2O3BOYsdU5De2j7cFwB+86NJqKradkzh3wu4GGPUgWT2t
noLelKI7lK2j7QoXG/Qh4kbo1548FsCAbkSrsEvWiVlsM6VMNCbFqB1GRzuWibWG/3p0b2DCtM/H
BQPT2cuY7b3+NFryV+5A5a37Jv2ZmBp6ZzABNR5D5EXzH1Jq1g76eUXmTCM7sTDLdgOWAf2p8VLt
5KROrwfskkBPPc1fUUjkdZt9W6TqxfVxkNpGMds3uRLJcpgMjKnEwF0UoS/oztnBIM0r4vp7lyXF
j8ggDbrLII8dRj+mGDunfcQdcfLTQ5IX/hMUrmXfK7dL7ytdgZYSboweVLote+M4D9z4ChznjgLe
BqFr3DVcBtIYn1QS03xxNYWTNtv3SWZ6cLv58ZAYhuG6Qlm0n1wCTpqEfZCvpMExXh1j/8Vpc7yx
C8vYL+TZwZUOrWJ3aZrxtNhVSTAskrblIl5H2AGT6LnCXUQeFFZ4QTFXU4j1hfgW9bn5VWjjEBal
UZ3Ektlm0OABQYbSmcvX2Bi6o6qM6A74qXjRCGzu7I6OwE3Kz0epl3rHrs44EYymsZ5pQktB6LRL
+tQUhhNOCdVyTDgyJyjW+VVksOwhmoVGZYgjKFvOhrmxJah9rLsoEOkwzQAl3sml0W7SylE/0fGb
5LuW+jFVTe1tcTYxb4emmu7juTS31eR2UPzLvA6aopBmsFJafDDOefLUIoxBkVkMzwCytONMj3e3
8UjDfvGy4TUeZ1iOQ42oJJizXTNtnWtNMwMjo3VkrO6jOG4OGk5aOx+e+XE20LusZGuFqobAW8tJ
3UcYrDqNeyUUlpBkZ1J53UrDvIqGDg6XRul3w5yoA71VWKplZI7Y7l7joSGVXRvWjWUr+dQ1bfNc
xzopp0SbMPruSeMFrpZqOyMnC0ZLqItbxSCWu8mNcI1DYWTuq4neRGlibQ7QnuQMckHo3DlWyiSV
n7kMRlejM9ZXXEzl3oQR8ThhY3nCXhIrh5Hu8QfSbvXJaiya3XMc3KXfcRHqxXoPTCBqGl3JrLDI
aSZN6z7GdURTGiacw1NTW87nLPa6EPup+ln6WpKEFpni79GSaBo8XxvvCTsp3SWYKjC3cq52CQB6
IJEUsDZCpP4ahHjtZpRdbu/QsZqhRYJcvUCmde64kRjVzWwifNpGqDxzxMKR2peTrNs7kcr6ztOb
wQV4WAEYZh+SX7vazn62rYe1k1MlyVXadP2LmWGvBZCeVDLNyD+XrKl+l2bX7AlXhmccklgKhS++
gqAHSeXmNUjxxKkPyirdI7RSErdGlms3lRkXd10xDLeRwDGhs3GCKFKR3NWQRK/bARI4rQJ4nxZ6
c0dSignV++b31MvMKiz6mUCQHoN+l8fj+EwWrcNDMI27XVzlVuDN9SpJ88t9rA3JMWUzusqJi56Z
Fq9d5RA8kIwCMu33n7Te75+WDruZjYJi8VCywyRbY7GYAUWZVA+eT5VCJ9GJTxzx9VjLcUfNoHql
6NCGU0WPKiUWY8bZQWPJdO3g6xshp/K6qEjyQ7d5kAPJMgOt9lOfNPoOew3zRFGxmzdIR4ud2/HJ
EyjEe/Y4GdJb1m5TMWPjgMQt/mFPnlnszLRutwa00MEhyQQCVv7ku1rc4Jr+l4vDwbbvNf3e8dVy
2+uuuafbzdy6cD9vqknnriXcrierUtjEc21NwDXJe/xmtPtMX5781H+SWaQ+lW5T7mzN6dWGX9WO
uYY17Z4GsOW5WPV53EGmaQD7jzAviCbhSUDSnnZcFuqp2n+zdx67kWtbmn6VRs15QW+Arh7QhQ95
KVMTIlOZSe89n76+0EXXVcZVKNA17skBzgGOSO7Ye+1lftNKgSuVZnXfmA29hsZo3MwMi9c8NttX
Ysu4V/V5OYhYf+0iyqB9XKjLUyhzb3WGXr2miJlzrUEnQud6+JklpfRYBO2v3App6pZR4Fd0YPay
ysjNFmslQ9Q/ZxbV40e3k9QgvxmSSfmBQsMaYtS0lRveNUtLqMjh0NYbGtjTrV6YKgLQLQ1Dh7Yf
0oURZNR9QEG26FN2m6DDaydqXu1y0ahGZglFxz0vVG8C1D50B4FUJlS0KyoxMjB52c2SWbqiEhZ0
C5VfKWxG0x4QL2aYkipN7jQAJdcKV5CvLzFKp0WZlc8CpPvfukHfUS4Z7E1BNvtUw+OhWZbBS2YU
nbu8LbZTI+8yI2nYJvqLojYIRCuD4s+pFNzGY41IaQ21elUr6Fw6aOrkxx74hQ0C+phhE/YW6uKP
1IyiZ6ukTdYEOMRjHbDScrp+lGX6vkot48CBe4Hw154I8bOK1xpmJrbOj02rfKZ9tJCmmZUCc7Y2
n0Oc3twwXTBd7xLHGDAfF0vcp8biMOLAxLhAuB/aRtkNKe07quXRjoJTud8j3N9W80uRMH7BEixE
X5vPNpixulgTsdSg0Ixm1B8mOdxUsM5t5vkLhevilBHq0Ub+hEnGU50t5iaB1Lcht9jOyvQqoIbP
u2edcBcm5k2WVMcxKTxavHulFF+DotiZtWhPcrbBQ+A+mYq7ZGwOWAbmLIWSrU0ruAv7xnhG6Qzp
8WIIcNdBfV5o9E1Crqrb4jiJL1ZON7QXVLpD3f2owxgYNEH0G2F6pCChC5CVK30k64Y0kb8tdKe3
SzIrqGfrzTDi7GmoP+MJQzByLstwhCkuV62qofZcJih8+7TO5u0kKBDOx7Z6GQl9qwVgqLPEpvJi
xWnnhNESOIzsTp2parw/ofdyJ+01hqbArOl9t6kS2u2coDRqWmivJ0Gyn/QREfxpzDddCQgOMGr+
ykycujtrG79WNGZGYHht7uKjSP25wk2zWlvUdr2NG8KfpJr4CLEEbFsupI74JBIl2yi7S7nqjpSt
9IYbay5Wkh4sx4FYuMIuacuFNbwkfYkZBJN7d0k7Ov9U7/DaouBZrHUS3NFi0NipKoVFKtKlsWWM
EtHDNkcf6wAuKWFoq7sQBd1xDSU6tJG6SlmkklkcbmirxEwW5A4tqwfXR2h2pHDE/qYSu+YJuPTi
4PSW7malnfdUlCqCjDRRC8rpzBaisf9mMW78lZYR7TR4m90rnnflPYoQEyMmCQfMJZ93dI4L0dW0
UtvkSxZrHAu0W0VBkDA/0No9V/X4lAlts4e51//QhR6HTopVanpN6tpfddVN2ynRo5e4LNoduoEl
8+E51jYWs+lVIaoIRrcgOUJniCuFzEsMYwJFX+Y4JEHwtpcYOowjkmzQhJlH6YFW3fCELhJGB1aC
uiNQV6vYz5MklF7YTXKwrUNFqDHwUJvcZ+yPhnHC7PYhM4dkay6GejBMLFsolIWNMOM9qhoT/mhq
XNNyKBako+JgF+myoNOsDPNtIMZV5gyWYB4wZzIZqcxy7MFbNJ+xK6AiYoZZcmKw9XnOFj1FSoBA
PNR1cSdNkqTZ48knT14s6UCeqG7ocwsRYsYlQHmrFMnLIrCZ+DNlo+7R7C1BJatgDjJLBrHZmcZW
rIzHLDPpZ2lRmBwbatddrNUYqQkSYysqYHwhVS5YUVzpQWr8kZs0vl0QRWck3FTKjdJzAJ1BQSO/
NfTspD4KYyrs6pukIgIyoxt8lB4EV09j2eHG5vuYQ4IW4PPiUR3uhqBg8ByFteCZxjg/FlpfPulB
EK7xAS5t0zI7f9G14Ih9WLUOTvzR8lUp4hetxsCixHrStjRxeMDAqlzjhCd9UzGduMV4rXPJvYbX
Fgs9mH2JsK+KFn+hVCx1p8Jn4XbpovhhbvvqbsDnQY5p8nl0BysaVPgSYQIBXQkKRZwwHEP6OSVF
WpJ0VxSpflurqeEauGUYTghA+23EN3STzOXAvFyVGEoQxIRaFP5I/IiOqCXRM9zl2SceKJuwwa0t
DXMlwnlgiRinSvoBo4sIyII1bKs+p2SpGulnJQSGywRY24vMGLb4OhbHOa/NDaPF0A+N4mcUVA9Z
IJa5XVEn0o3lGXWqJXT4ShagVzTiF8aHamPmXiNZf9p0WR4TGTvX3ox/K1Xd7gQjyzzK9Plg4vqJ
wUFoPjJqF+8js+/vZqZAhzhLaZcGS8cshEmaHYmp9aAIRq3avZFYP7Ilp2xCtYQqr8v1u0kuaEwt
S9M4spxQUBrmXKyjEYcJDQ2e3+x/ECJVpz63YRGu+0WJ6EcJlk8duraSeFn3GtJ4tlnqhj8I2Jsq
VsEwLkMiDwcLxkdah2MsHg15dCysLnBprOt3+Ksw86SgW1ZGHqP+jg8C7g61Bj8WGh8dwkwKtQ2d
Luk2L8zytk+i/ojHRHlIxkgZOYyAAhAMlTZxljORGMHfxlnd/snFOHrpBW2ObVYwYTQyCqZXZvkT
9ifSCy07+mt1qe6xI6JAXKraK0fgRFmYIz5eD8Y+xnD8BreZwa8aLD3MTuvfglqt3CbGUWOR02KP
BUawyTDB2c5yQ5i1jO6+15biqMxJ7NYItzhiXkiDnbbcn4qYM9iQyeTGpZZO7gZ3SqTObmxlyn1Z
pfPJW89wxsqsn43Rq8EyYJ/S3eoBdsk96AaxQtqpAgvllT2sIifTB4u+m8WSkZ8Eu2JRDbefRdwH
OsWId5k6ZDt96GYXPcYE6MOpVA5R1AowTNo2yOS90IAEUhMmTO5KTgrNnBswzTFskzp9Whalu5k1
jJLxZ8i/S1R3q7Bc6m9BG5kviNjrv9S8OSUUGL6DaJscc9IkTLOlDMPp8mlsc9ooSnFjzm29FfPB
OPbiQlcnrNWDrHYTVtR9vZvbUlgxwkeqPxvKW2YEfKukTFLvGsACNjSfg2cjEadVmopV5JKGCVzP
dXXTL4THRlJov2pj0d+0tWH9iMLIWEtK3YW2Qu8In+U0eVAafi8s1w39wPxjXFudlPds8mbcy6GM
j05J7MDp1IqVX/Cpe5fhwMHCO5qOC9bOgCdO6r3yaeIupLO27QfyzK4dmdOMWtXbqBppjxIen5Uq
FN4gNMHPNMdmnAs9nn6VwH1uewp405UyEU87nNVrr8D0AkDl7y4nDYmW+XHAmGtqpGHLc5RdSjvO
CyJkSO1UL+vXFtgLPJxwoU+qyhFSTp1jUTZ72LZVh6mgP+g2OTQJLY5AAGikdkcEZpLjAF7Mg41Z
e0rdbOoM7yQ7JP9htq6qYCTTUGXOL5jS6HBghGvST/IJ0PoX4BVuj4oOmqWiuGzK5xKnJZbxxlwv
1opmeAtME6DQHBjZt2we1CdDb8d8HZiCfNfUQb0NNIoFT0lElGmVtszXghhbkUe9QVBvmdA6MG+D
rRRJ0KFKpj6h3E3roQuZipFIPWI/s7giCNrY/4Axvv3n+/6vos9vy7jo2v/8j3PQP2QadAlUhJ2h
awBV184IKV0uTjHxNV73QRTCC0TEaxMnMhGzYxboA81pPBWAhVdSfe5Ns8fpsW/AI/6/ocvP3+Nc
GjTGn3gqxVFfYe2jOGkUdV6stMk/+Ur/H13+H4i6fPjlP0GXx+MZsvz0P/wTWS7J8j+ggYvoqPwT
Cg6/ZfzddmwXSfsHLF/w4cjeGKhv8/8U6LVF//kfsv4PULjQ+qnb8VRAiPe/keWy+A8EXuHtKqYp
mcoJj/5//vdfpgDt2b//tUVP7Jp/nTQBpRACosqW+htSPoSSKaCKJ+2rvXQz7c3bfC3T9Lb1Xfd0
zcuB7/jsGcaZNoEaNhhCA9vb63f9MXq2R1+4QpQ+O2H//frGCTH/gZphWGksCAt/Wtkb98F+eCn3
pS/+DP+oV4k7p0P6yQqdax6MtA+7RW7FfRMN6S2WngAiQnoKsL4arzNAWLq51UzbbBSw5mrbTT/H
wXqEp+Vncg+8K6nVVd5Phg2vGqRCdmo7QKJ3EWqIaSMoJtCPXFvPdaOTm9cS/d4q87vENL1RlVt3
kZPK60epYYKQiCtLjEb3pL7m6Sh/ESfaGtQkPU+JiPFiSpjlyJ0ZvmExUf4ZrVR3jEpTQWn1OdQi
7ivun9y1ZsYLc1IAWIVT0Kx0eqQF0GYKwHvaAevOGiok47AuTbI+AoiamnY6CPXmxG7ywinPbsVM
fOtMUM/gCvvkQY5rDcCSZYJhUtTVwATD7uqx+yXiW+cFdIVWKMmHlN9yCeTdVHZt01QrGWUxRGHM
9Bi0FA+lkVPVp/IPfLS5qjszdmlPSIch0kGMoVLqCWE87lDTrvYpCANbCELFCefW4hF03jqM9N6M
tAcYrWaig6P16IyREG5S0WCkpWj1To6C0ZGDcQZkHIROnjA/KBUu6SzABRQs+vdcijG/lsn6Cim/
ptv+Tmv/bCOduD8f9moi9EPQTLW0N6S9oB4Q62qW9WkqMlEQCsZO1+/GeGNamxDA24c49MkN9Ddx
5F/H4+zisYICOqqQKfscdXW6HwO2XzOWtU1f4VQv1zJTg2nwhEhq/0kx+ivAfAwol554Ikx++Ejw
90aPF4+05wPXuiuOtrKSwXhe+aB3YuVni3hiqXz4+8ZshPV8OvDNSQ3VJifrvekWo0pb6LfW4Cb3
UbFT7dgGCg5QJ3QlaCXxthBAItx/vahn6o3/WtVT1vLhHeD61ABIrWVv1rFnhe3jaOTe0lpuVCcH
xglekVvHolSYrSWpmxrGd009qT81S7lt8AGjbxbjtDZKL9GpxAFTCbgNWKNRfh+FakdEubJapwD7
2WKdUSqNrtMztWiXPWUN5u53TPls1TUwgo3bnfarv6bDLF+4Rc4JlTq4QT2Sw2WfDKumeaRbF+Dt
xST7m3EyDfIVcMfUg2W0M7Zj5sSCgxZO/WQIt12/bvKHKr0iLXFh+50rkrcdBcEyC/NeXTGd60e3
UPZ69ROQiocd1Ne//7tyxCfLes5vlCTcH6QsnfeKTd29uxl8YT87QBKP6WHYaH5rx06+6d3Socng
hTbtBX9yjkD8VtZd7T/kdrGZvYfGMY9bphN2v7t2077zcj97tdMV/GFrmmJf9AiXznvJXIkilb5N
uyEHgj22bvlHKe0FIMC4ZQRlw0Cof369ImfKKf99IvSzUz/NZTEsWrIg2IZKil23dosHdpnjmNge
yycG/stON5Mrqg2XIuk5I77thbyjl8MBXIXryJFssIGORZxRtqF/bS0vhZpzCbUh1LLItHiKvgpW
/XOxoUHpMNhdBw/WU7EetqaPX7MXHQIP0LVzZSn/Zpb/aynPQzbiWMj2dMsewRZ70X7QpUkUrzH9
kZwgOo6U1Ib2GEHiiOmmiwASNZBntipf2d3W33y/f73AWXTTDbqs0BiWPa6OTtdnz0iHHylvfFNL
bBjaTmJsBgt4ymsbWm6JJGCRqj40+FUdgbxDwsOL+V00LGOT7kfWKKbdaQaSObu0+G7RnTetGd7G
sq/m18WMHVJfl6LJj5rBV4bOq9uN2W+EZN+W99BfZGOAq7JDINTpy61QPbfifZ9whJS7WHtJ5h5O
zTPtF1s072TeECtyL41FL5DDe2m+UUbqU6Bdc/yGbSOuo5tg+dabqyyVd1JW3iLysZ27ZBcJAdCG
jjp31S2ma9KvU6LbUO02SFe4cWH4UrwJ20NX6OtJw8d3vCfdGacDeEinCsSNVp7IHioWoPqDTpuo
s/rXaeAmb0cIXJ12VMboLZL6Q40D4dd75VLY1c6OHYKfWdcvhF1zFe802RYP2U5ap7s+dopbad15
yw/zTdxPT/pLdxgf5H27/vrJl+KMdnYNx5hx9HnEk0PhVqZ9NeJyEtvNJsg8/bmUQwd3yyXfnlZq
rg+i8jrJd18/+t145JMQp52lUZLR0SfGYW8/Zf0B5oCziKpnMW/GIXlcNeZwC2xkY9FQVofnAiCF
JdDlN2lJmyu1fwzb+ltr3S/Trmja1yidbVqQ3mQ8MqDAuTDwRan2kzS0FwTqEaqoRS/LgRs2bEiQ
sNNJlqxOQUJDS4GRZIaRX47JgZi7TWqkfkCgSbS+jfS4hHsp2IZNYwfp92bai/pN0IO4e4jGzM7x
8VVrD6TcvpdJWGW7StMr1/6lcKycxRDQFtEAvVXaWyA1HqcHEJgvwm+dy+CQCtw6X/8S77o8n/wS
595AEXiLsVp4TPhc/hjvl834Z9oba/1BfCsfhVXrL8/9Q/b766cpp9/3s6edJTNRHy+6VPE0eSXw
4x0WGJdvWb/rIm+hrSwlzngrHIfNlIBldxvMl9bD/eCouROLtvwsbdLsuwKYOHVRKBPt1sdEdgyP
5njbQz+6pjP77sf22WueFdQ5KBxBwTNxP25n6Hal7LeLjmrYN9TDaalRabz1w22sFZtS32UIxtTK
bb+pcnClfnml3/MuzPTJS5ybzQCantpYZq1Q/xGxJJ/u5GKtPWhwNHqNbOwm3k/1zgDRGIdOei0L
uHRznP1CIjNfc+i4uvq2BNgMGhjKNpzSsWC584OUf+/SNQcUZ/mtSfvT0GDAgSsX8isqF5de4Gzt
gzGPmzbjagGw6+QTcKy9IglXTtV70/GTRT2X+k9J+wAd1/I+bmrxdUqiZd3AbvG6oQjsBLElhvGB
5pcSrI0mmeStESnSNpNSi68FLp+qS+rIGbHSXNLYlwId8HCApn6lWo2D0xyiWpWAUhPywT56PMBj
O6m9l0FjELmQcnpLhxEy2Nfn6UKece7rtOSCbnYha0WePA9rk1wtWgw7nd6+/vuXooN2lopOZtYX
akOcnrfj0fJhvHiCIzgN15Lk/RF+xT6uWNeypgvB4bzDCi9UUhFJmvdRiDFH8Gqquifmd5T8GMcD
LgDibg+dy9BDbXZlcgOh/evPvLSM8t8JdxyNUpUBZ93jIF0wtGI6Wgo3KM1d+fvvwfSzXXd2qKxx
KLOwMOd97tWvomd+f2s3o7uRbP3Zz7fGLvFpX9uTZ64L+5apgCO7b5LTrRjn/Ex/kiz++vpD32PH
Zy9ydrj0oeosMTDmfSphPv82l75UrqE+xK/5c3s3xL6+AnoInM+0m5WwhTQQPyYH/GUa2l+ie2JU
/8m/D+G6ZQa87a+Eund96E9eSz3Vvh8qniFsQmFQk3kPpYVh/mtqPnfwLlFCXf6kKSp84eRY0KaP
NfrA1Xbp3ThayTiQQI4Ugk07uVq7ZTA7A45mjKRdq1FOy/LZe50q1A/vVYfQFPqE323xiQfCD1zo
vdyVX3SKhSu/yIVNf+obf3yEbOnLkg86m37fet1+vG8PoOoYSe4St1hbB/1bfZusC69yelte5c+a
q9ihL91eefyFtq56ln3StxYLCDYc8OzFiladPNll2thIZsLV0uXVUgikQq4S6UzL3Kh6y9ZJ8AxP
G/AIhtLQPcCEx9+Zl7iNbrc/Taym531/JUW9lC+cKy1p+hLlk6kBXAlEYHmH7qbTuuMy72D0DsMT
ODPg+kpjONHgd8M2XOkNA2ugeysxPiJGMkW+CZ+neC7KtaZsW4SZYMMDZdlkwwEiz5inEPhu2+IY
NVA/kYf4el0vnfhzU5DCKOAlnV688VGu8BKH0OVqNhgEG+9yF3KurTuCHbidnTvhBojpRndX6QY/
dqfaUpLaQPRWX7/MuxnnZ9v4LJUcpFabM6kg246jXaNPK8P8nkOqN+5icT2PotMrx6a0bKw8vQpg
+AzmuI3tpJOhJsDfnjo/TF6XntsFVIAGAw0YA3gTCtnBXZS7UTAcvMqvSTa9u8J89r5n8TgVjBM6
83TsyD0cKk2J7kzoLj/rI0CJ0hYVl052cRSNJ4BBteVK0xX/h0uziHOh0U4I0GbpSbogET1Vbv9D
Ws/fUWcrjon39a+hXEhwzqW5gwa0qpXyiJk57DF+Vvz6vnLbbbGa16ALNouf/8hupR1072fhoN+W
q/hpcoZnaxvY0ZFUzx398EClvikfzGv79UIcUM4icATuWZh0Xqqc1jpMrXpbBo5k+YwqKsxo7JLq
ypuFP/Kt6GupI8BdxsDYNjHqkrzmkAy+NfwR5VvwVLoK1ODOnOw631YV9FryQ5J0G95sCIMxt5fv
X6/kuzXcJ/tEOQvPSk5rHPihtO8dzYe1spJ8+gZe/xR6L9yiq2ml+qIvbdvdtQLmUj/pNBr8GK4N
gI5hM/DIZKNm9rQvd9lq8oeN4raHGFSk39m0dWCjb+ZbyYMYkf/8+mNPP8Rn33oWqBEzyZbi9GB9
q+1pxLmTh677wbiSdV/a+O+79cNVh/ngyXiIv490hQDczLHuq2f0WyQvOcTu199wqaR5D/MfHtIV
1mwtGQ+xHoTSNqjVj/gyOhZcmm+iW27C2/Tm2t3x3kD5ZMXOdeWqLI7MpAnlvWgd+5S2gBOYbk2F
CcFQsAuYLfmhKmFB+DKb9sZqDkJ5O+p2TVrxLI8PoeUxdwBuWTwjxSXfTZJDxgFQyKj9EQv7NvXj
3FeT76DJwxYuBjo/twuNPGs9tevpRPC24TeIye8eMU6DfTki4uHm/W3YMTu7Ce/L2jMVhAmupJnv
X/bZF59tTlNSBT2HvLQf3NTLt5Yve1h7+ZUP52q1uLqr29H9vOl2qlvvOyc6YNO7027n1WvmVU9f
/8bv/YnPXuJso+qDDH80Z9m12q2Ax3ybhQ34y3nV/8HjSpE8+m7epNn1AwRh6/sPWivmTfPEVZM4
uWwPz0A9jxV6LJRTMSdMNZzWRLzm8ev3u9T1OonDfTzBMQN5A+ggDQ98t3LktdyxeUY24TABa/Pk
DezAbkdVqIO9vhLyL/4wp+Tvw77Plz7C2pNnTqgc+jPCUbk3tH5iuNop+QeIXwu2/rCYT+mK52rT
C+3wyhl/h70jr8dNCSWkvSv1GwFe5rG41ia+lKW8D8c+vNdpZGikIu8F22dT2tHqWfJpw3g4YzoR
BzPymYnZvyVGHq2LcrNdrWqvc58mr1pJTruJ7Ievf5X3kP3Zrjm78vMqq+Hy8iZl7vZrkJG6s2zl
3AU/bwH52pTMfW0YF8/tS3pU18mKKhBkds75ugk9ZV7ni598k3Zh500Ps6c/5Hf5n+CoC7dV8qK0
knftprzUG3rv435YszCbwFKeAmUU/KxM+MIHOgfYKbtyh/TnVoncbNsJD9EKEBZY7uggLKtrtgeX
Auj7tfTh4aJSQUQ93XilPXr5Md2Wzka78/CJ8B6MayXJac0/+S3OnViXLG1S9bRbGzbDsO89JLXX
lZeuRCZhgWsdmmN8q35rnOwQrfSV6VzFWl1Ijd7X/MPn5QoMLrBgEr1wxV1cRBJ8IHSOsmU/3KRu
sY087cpddGkAfG5JqAJySIpTphcfu4261dzssdqb25z2huDkj8CdV6rNRX6bbsLHyhF2lntNk/rC
Xf7ebfnwmfIoIgUDdW5v3knu42SrN6htXN+hF6rW98j38c9j9TU0UAX3ip+uRe+3sYKxtRI215bu
Un7+b1Lysthn7WmDdD6sGG6WdqW75mPsVLboSk5EmSP4v6Jr0fNCe0Y6K1/CAB5Ho/I42TFX+vbx
HsE/poX3Kv9YXMm/QQfrJnTQznFzt/WeQxdG95WHX8iLz+0NEjz2Fqvh2amterlDTu5da70rl77r
rCvUzW1i6qffqfPRmlRXi2/S+BHt2ms2uZffQ492Qh9Cu6Ot0b60gStxk9/qdvNDdks/IPQh2bVj
Lk3R7l6zr31P+T87/mc9IlWJF4TDea3BFb3Cn/b982APW8lm2reJ15ChPHXVoyTitc/wPu3pT7kP
bno/309et1rTf9lAvFvJPt6G3riONqF/LTRdCr7nfi/oS8OIP13e0s2yHz19pTrVTe1A17blTeuC
y9wYd/VtdUiuGEVe6oCeu/imSEznwemJVYioo3GTCNvFvlUC1IqBI7lh+0MivYSk4qSeqYJYuhKf
Ln7qWTJnDCF6LZMp7Zc34dvyyGCLcrz5RbbwA/KfelPlSGfa80Z5GDfqz/rl64v44mPP0jeMOauu
OX1v4+b385/FrQj90WnXAR53e05YQicKA+hrC3wh5oun//4hWiV5R+sFCPF+Yer0O1Ae+voO6gYb
7E7rXdIO+r5217hq5Fr/wxxQPMvHZJRxkgzh6/18Z92Qp+atH/0aIEvYPTTYzlZe8cqyU+N+1g/x
NZ+KSx96FsZGSG0n8RhQVdOrpD2j+k7Ke80/+9K48Nw4uxOS1GgGllGT7Fy35UN4X/npQX0Qv2EZ
IT1/vT1OlfUnsUE8C1nTBF8aZ0/yjzkzGEkJKewO8VvVIeFnmQiUVQEl0pRcedylcc25kTrmiKR4
Cc+DEgHr9ghd+rk+JDeoJIEMemzW7X7ZxhuQ+3/atbyutrLP7MDtniIqm68/+UIE0M5duaBOLDD+
2CzjH80NDpT9yrfkFlH0ZTWha/ZH2Vb3zTG60+//hw88a2tYE4JP6PdQoRytNyt4RIOOB+mKPVq2
9lt+kR/i3o0SR/8VBpUrXemmXEiI/k0hPSoMnFVNdtDN8FDed6c1bp+ym9HNN8sfaxs+FKuBjbUr
vXSxddpV9Q0iA1c6vZ8fDiDRf0eBDquwPsiQDzPEyBmH+6h+7lvtWmH8eUakvcNkPsSYerTq7uS4
AApI3nab2IOnbp86sAvd1+jHjx/ievEW73RdVVfi93s779+PyrvU+Me4Bvk9nIeJL2It91GyV8GJ
BnZOww/Bttv8tVZtMktnvBFfghdj25lOUT3HG+1+HNdDYYO4WZgqxrxkfJj+KM9oHVZb8ydaCuML
vHp5F93lV7b4pcU/i0xlsoQQMnlVAChe+hhfuUs+T3P/zZBH6HsoqS1/Vte+BVgOGa9Tdx9+FwPX
TB1pXn19XC7MtDTrLCbBqstR1T5Fvrf4Xj5KG8WXNTvZQHsLvOIRYQP9UTuYN6odPuluZnOl0KQ7
1qc+RHcofYFB1zX/4AupMXaPf+/jBeEKtW7ZabMHdJb9FTmik/nIV9q6+1tx2pvIi/36yqm5AB76
N09JYY5bE9FWjo0dezHl2eJHPnRVX3dvK1txINLblosWsstSHMIre/vCWEY7aeX/tbdxrRSMmV+2
3546aLIti+s4dtJjhCLpzrofdphT7OTv8iOSK7eCq941b+0uekVeYiNTE+u+pvnit26bH5qbyQt2
6jWXplN29MmpO3fAUdtB74q4YzN03zI0bDpgPzJwu0QUGVFcM6PWLz3mLFz10A7DRJSkfaYDkYvS
wVmQn0UP1kuNt0BfbCMxD/ieaCDXO7T1EpDMZke3oPzeDA+djEotEEtUE/S0X4sxmxUAcZf+xCnX
jgYEhjLIjN0x7twOBxXaIQhI3AmAmRQUZZfopyr6OVTpgr5mMBW9W8+aj8DGOjH9k/hI6o0Fypmi
/CNjGoYOjqask/DZMmwdEC/Qw2l+bZLHBo1vXXwuRmkVpbq99KgxIs2BssIqyV7S+iaF6YS0gR/o
jSuoA21/LXa+Prbv1dtnv9RZ3lchCCj1Y0sq/6ZC2q9c4Scq1M1Dt8WkI38TA2dBnu9KKLp0Ls2z
jC/vM8xBkKncN8LPCVUOYfLAGyAR2yDk4k3FrT6t20Om2wIDn3rTQz+jMZkx8E5k/+svPu2Nzz74
LMqKXWNoJb7F+/6kKZRyJ/iGDLWwLq484MI8BKm1v4/lNJZ5hn/QqXEzuLOXrjEZOHTr4afgqZu3
5P7UsMtW8k54BL/y9UddaKdq5ln0VfMxagqsCABro0J9nHbSLnkIt4gjbHW/W8EVmXfFtVB/+qOf
LeFZdM2iDOsFA/bFKM+P2hxslHB6nJfYH2fNtZJTZz051pG6kkwUI2bFm4IYKumv2VxspVPW1dg7
MeCxrnlVAYfGOjM06CtfL8V7B/mTtzunSOWFWqv9rNArILk4KN+NtfIw3CT0dl0lf9XLvUHTF9nv
PZ6ageb1D0ByJdQdnOUpAG4OpAqxiisb/rSvP3uXswhdF12S9gE/izn/aMzHHk3fr7/ywqV+zqSK
zbJMpqAiI5+dQNo2dKSl4nnQNq31pMWll1/zYzy96WdfcBZi84Q2ZDfxBS0Y6QhlWiQ3vMTYoX20
yqJDO/35+oMuBSLjLBAhz6InQcmmYih1U/6ot+NTeGd42Q/z2/I8vKZXfpEzPuz/xWRrxlkIAoHd
YrXNyqmr9tjss03kZK7pLo7FNa0DCKCkGGx0VnbVU7YG4fhy7b6+dEiNs9AzMNrN0cQjMNwqyD8A
MqaxE74a98UakaA35YeJUJN6Hf9+6bc7C0RSE0+JdvrU0RFuKBG9xZ3WkZ/RpkHkZxW735FhcCbv
2mDx0vPOghDi4vMYzDxPYY5h2Y9o3e2vsZUuTEa1c16Magq9hgoXbTpa0vMRTQI7WU9QPq519Y3P
d/o53yVCYxQqFxswy16V8Zd2V29G0Y2GKyimS0niOdUlVstuDE8hevDL7bRubvIt6uwuLqPHYTfs
Oq90xxuU971oixTnuEvqK5fDu5HpJ2f4PX36UHdpQzt2iUJE5Ff5hri+aANwX4JVqiEHtl4Qw5MQ
ILWzNZKgGo2ezGuR4Pke4rDQe/MOSZcaGQVwEfPJ5cAx3PhGub1y7C9cx+d0F2PE7jgYWfUasLev
O+RLv9D3Fe6hfe2sO9kdDsMqd3GoufLASz/zWZxB07kxa0mkIHxe9v/F2XktR6o0XfuKiMAU7hTb
0LRVy54QmhkJ7wtTXP23WvEfaPMO4o85ndhbNFCVZGWufFb2BhhnAr2Aepjd8AH9Tt1Dt0g5Ujd5
LbYSgpVz73L6heWsy4T7JRs7vGS7+9sGjNzHwMM/BrWlTWOTAdgUirhC7qFiN16oV/jSM1qpVhZg
snZX75jVmrKfv5c4XPOuetusBa/d3CLIqAlIbM09n5Il8BRvlXsHBgGfsp9SP97HG4qglQ/p0vub
z1jI6Q1Ol9kkmgxkonzc/bwg1ioEy0n+dOZEmiY4RcHDI30FBT67SoLZnkLptWAu4ONpZfUD8Mim
TFEBfYjIVRcuSPHVx2G8iTsQP/Jjf8J4Yi+Z6UWg7kzs6LP7ABYeziZJ6KCH7KeodezkOzb94eff
vRYQlxpqEoURY/doC5MEVFEiN3VED4pFV7v+4xXucf5b3ChSqa4bvbxXg36HhUWkGkCfBjgoawAz
sOuhsXnanuld2ZhLkXPejHmmVSPeAwZA7eFFPeEMdKVe6WTefImfwgd6hByufq829uXK52o58sNk
sJrBJb0XCRpfKA342kBL9LFZQFxJk5eDPYCvzgLQRvdZfSyp5xitovrAWwhqxp+NN7T2zBbJTBom
pCQcIvvd2AxbPbW7oTByxS1x4KxRYtMD8QE0TnH08XV2yBm2ChDO7NqNbbl2/UVGAxo84RtAYwOU
esbP/GHwQ6C5tnoSK98GeRFahIhnIJRyfDCfplP4PngjgHZn5XG8Rv4Ihj88tAEYBHXHVH79/EBX
0mp5kcGEYIrzGlxCgqEH1QVmOei4VR4AQmAe/VuVT14cnlJQBWKuxiPDefdXvo+J8fNPX3lYS/G2
xuQWLEX83RAIPDp0xsAd4wZeYlsfzrULLKJBzeu1Xk8a4A2wpDqWN+0SoewR6JfBDAPB59zSLk7c
LdwaiVoJ+eS+5r5Fnw6eOAnLdD4AyR5+0JdGaiwQ2eCWlcRgDlgzBF4ChiWP1S2Wb2V/+fk5rizp
pRRbEGf4ENyfI9r2j9gwh2bz4LzSHZKXOmpOk8ViCvEIoyN7Ss/Vk4S+HjC983t22jr/rtVYlprn
vAXXG+JgKGM8YmMwfK++TF7mizXsc1B3hf1avG9O+H5qEUx1NlbfSiwli0AAisfc8zyeGvXQsKge
YRq363+pW39+7aUsIgELAVTlR+Q3qo7aFC+bmDggv3p149evHT6XeuMOaMdJydi9E8laA7TFYQTq
0oDaBDS2awi6uNMLVk83YsCKgEj+ykW+rW1wbBuYRuDTo3IH4Zd8GDG5nhqRF1/CAuN0KB8GkGBu
XG2lr7AUFTNaqgPw/Wjt4viHWcLdP22UpexX46euFbgQ0VnpDMqeOFhqyU+yDDOwDTWstPIFXcp8
q2Jo9TFT8Xnxa2jgZEzpJD69lWd1D5WxL19Kqz6BtKlURm3y0OsrTmLFEIlAk/uk7TsbcDFvS4Oy
0gWVvwQk314a2jPaqKf3cju0IKXD+6KboaIX3up9H6CXYTI7dmDjcVR2467fcRbyP4tAmCVv9AZX
IvBSHJyEMiwLRpwgWwbPDROjyeMA4DP2xM9vdGUTL3XBsILqkoarUIIxpIA7AqBicOfw+vMfXyEN
gOL133jeVwPFBwR/fc7fkiCm+yl01beheQpFC/YcOXQdfWxs9aPWii3LiVrGKXCm5CYciTCpMNva
JU3h9iB4c2yieZcgvcw0i8cUiJk/xVstzrVA8rWSv60Rjip81t3bjc34611qnVF0BsVpvBR2GSAL
7Pr2OXzD8f7nZ/q1Ef5ysv868X+7nCJSGS6guFyqebPuyeKnWJpJaZPMrmSTB+82x1lsBMcWXGOj
Ib447/jMq2MDxc8WLmRQMRVW1gYJxN9yBmyn4FdjDNisEaaqmYlWgym8vsHK5gIMGKX0lUjvBUrM
mMdt6pefb2Nl8Axct/8uDcqpoVSpeFdpMEOGNelGdVUdYIisdj86k1Hf0BRFgU45T5/R6/SenDqA
d566rSLEStq31KhPESx/I2Chgsnhn/qn/hj50hGtSku2qyD1UTj+rUBrW155K//H5FZcpDdKB+Ny
9V4Oumt95X3lq052qfcJWpTU5F75Pb1QN7Q3nvB9k/1loXzFtG8LRYQjnFYP+AYIztPg4EhyoLfG
Ta/JQf41BaFXBfGu8qCjR+/Hjcz0+P8h1V2pECyl3no3SjNJkJBAVroTQHLuvRkOyrkxV2bM7AJg
oYb924Hka4V9u08BWFxdyJE0xhK8n+zhIcxfJ/1JfP75Oa7kIUuldt30oQqX8HuSDWsfuLSA6nHF
8BPbapyufWS+ytbfbgD0JRDSWhkvyiKPsyc+8plRuOFZer4n2SiEQUHKoO6E+Br7wk/vL8t9K3EC
6jeCykrevVRWw4yvGeDpRcC3TwcD9NdD1Q0bX/S1YstSOV2EckpkGbcHGzbg673yxosOjnbEk3SL
6s6gPYbNWWmextKaIQGu7eaqMQDynytYfsKTvCzg8eFNqt+HcPYcQcAewI31B5RtcCiUg0E2EuJN
7ghzTG4nooeoFvu6hdU0XLWGjVW28qH86vx9e0mVUiY4xiFdnE80epTo9c63TRxYdHPpxltYOyss
RdhKzY2SAMxkwD/FN2lHUcubcLo38gPSG/Pn5bx2Vvj69+830im92vUUZ4VevfQS+S3EjyLa9fKu
0IGb/SR6Bp4+HIAb4bWDpTSwunDqgtMz5kvl6lTrW9nBV5XnLwHqS/b17Zf0pSYDsooMn8/2MsNo
Gw9u963prw07KYDScjGcn57JSQTeIUkBIXNbNjvVUaldCQKGGBisubPK/A6qodiZmJ/gd+mpIB91
mjtA9aVwhIY3L1CCOryzKx5+9MHMPfc6TBbcRIDUkVo6bis3Izgcih88hhoEOAaR/JCqKP+NiSER
v0wObTNZfWSB1mGLmHrQaMCTt5/fx8p36CuX+fYQ8m7W5bpG55g32wfF/xj80of1nPvzX1/Z2Eu9
OCMwPxLCFnFY/s3T1zDa2NQraelXLvTtV4MkGDVFhFc3Fyf0E+C9BoMyI9pEVK18P5bi71mB3VtJ
cGoeU08OreJx8CVfsHHwAOV9KwVY+UB+bcNvN9FPsDFSB9Q6BwfwCSMzak/YFV7qhA6Kjvo539hy
K4exr2rut+sosGoTWngMBLMEvXz+CnsxA84VP7/htebmUpitV1HHYxVhAeEUexJAjQSlDmlUsWs9
qJL26ALYWPHtrnyCbtmnT62b3TZVVythcSnSFjWAWEkVo4ILzxoTWRx5gt9FkGCg+t5f0c3Ene3Y
hqxYf1Vff77lNV0ov8ijqgyceU3Gqs69wQndzoX76C3ZF7Zmya7mgImi/WaB+o/rhL9vgm/vjzEe
xaESW3T0p5PmZwdIisiZu8KP14Qvx5ltHJdWNutSjx231ZAWGhY9yUHQhmQqlW8bT2wliVnKrifa
UUmLEPSFvj9kUoeCcAz9S3hSJdDE5MmWOtWswseJV+xmRic8lCyZw8hk0eGkTYOaSPA5/Nz4NSsb
j7//+7cHGoK5Ckg2joXUGu3u2h+KwwdsijCCoe2GQ7yRbq8tTfG/V8nipq46Ea+tFbKAF2HYM1X2
0MBpECbBMLv2ym7a2IRrB92lOnsk4G9DZXAfnyI+5vd86H6MAE7CmBaRNy6ypnLh78Hy22ODWY+g
q3eFXemJdufeLxLZ2QGebxYUhy7GYNs9pijd6CF300f1zHmxbjAcKfSNX7DSfyJLQTYUQNBr3G8T
0hOMyMCCGboJDA+bWzFZx638b0oAv6n/3iLT0oFvYa8bZLCGKfDp3sHHrHMETEBSv483voortTii
LwJIO4OYq054ktyuM8KvV4Y5Eh+TNYBAMCs7bemm1u5nETpmbs51SURwhk8o5Cc1BmwTLzm3ly21
0d83Nlnqq+UwhImKigsofmcgO75Mhy1h+Nqfvoepb8uNDnD2SSv8aUl9lMjTEDpSBhzDqY43yu5/
36BEX4SBRlJ7lZtwASa4/TUE3EJHlaLBaLaphBvf3hVlHtEXUWCay5TD+QoPv7AB1uur9zg3NZR6
fQkAfnYUcMDowH2JYOSLsePmU9Qt0JATcOW3mo4rtQ6y1EnDuVaaRwG/AWZS4LvAiEjNA8geVfDu
MmPknzSr4p5g1m6lk9vTF43tFBAeioPmDFAN4OxTH7gAFKA/GwH4fvN/22aLSMLCBGYbI37Q/DBY
3L46inZycQVXlg3MU2wUINYevXbfFN8WUBsrXMKPODJR9ixXXsv2PEx6KHiCs/LWaMwg/S6JK5zv
rBRt2Fj0K23HuL063fj3cjSSbEsruQKPIEvZNFeqaiTqqBHIo3juo9ZJXhPYIuqqshtkJ5HGQyod
EgkWLoaCpCJ9AmatEDye4ihxKHigBfZhGW+syZWNtVRK93UV62GDH8Ox0uwpxp1EYM5VDFQDxRlv
aI/+nqHDNPS/Dx+nVbh+xAhxtbqbZ3Tt5GsTo9az8Sn4e05LtPu/f3u3/ZwB913jHsoe00gCrNNB
x43lrUbgPQT8ZYEuRcMwQ4I74v1DgxlMtw5mY9hLx8HEwKUNtQ7KHz9vhJXwrC0iEKejmlpouMzg
9O8gSxv38QQ+2OrLreTmZCkLRj11ILAaRTMDZKRz9MDM/JT5iqW+FO/Ds/iigsAAzk50EMwc9pRw
JbJgp7HZ41pbA4vWdiLUedkP99uDuiWbPGDZ9biw6nSjy7QSwJfuBzns9mAKe789DAc3R6QDpoYO
+sY2WalUkKWqt5sjuEFySPO1DMHBGJ9KR3sAFN3WRqO3Zh+mgzeGEqZ8yXc/r4eVGUyyNETo53iu
qvt5WRwtDYFhJ+wqzshBwEyNCa0mcdemlgIfODc7wwK3PbKNK69IBTF2+d8NBVNXPqlEXHn6jXm7
vLVgYaOg6W1HLjnlDmemT+CG4E71Q3bLMJuP1MveSlNWJnmIuogWehLpLMNkObpu0Rt8BP3ZIWaI
APkQ7UKLvWYuO/QHaGQtDO+UV+4ytwYo2Id0rzjVrodvkxF/bLyDv3cAyVIVHMU6iUUJkWs0S6t0
hv186Rz40rmdv4X0WX3Pi9ymFQiMKWVIEIuj/lLCJioxhwBb8Sm0GhO45CB0ZJs4IWSTEHFtbJeV
mLnUAovl3PEpbJkCLRE/OQrtocaAGoaZ7c9PbmW7q4tUh6HiH1cKHpx+ijGM2QVbis21BEZdBJJs
BJAzJTiwlYH4jiI4dsYz/S05qJfVwXBuDskjlqiduNW5CsR2lydm7suvYsA2Ht3KAQvmU//dHmoD
SvCXrrkFvOcdtGDYVmD6ACbM78loTh8ajPG2CvIr9QWylAWzbm7iVkbnZIAWGM6ZZo3hgT/8GY7T
cHRGnes3SNnd8+iPvrJZl70vvb988pZa4Unl+JDdlyR9KZ4ajHEgHf2tWDBN9qjN7zNnc6z2/sz+
dqVFqBlqSZibCcKN/sqB12CoLszonfLQIMxtnL3XbmYRT3qNDcKcULSUtaLfaSJcELusaTc+22vn
0CXBXmsUIEQErMfoHQQwzh5MYI0i81HYEp+sheOlfhduLyzu+4YPYJZ9RRc5vY2f5AmKJNgUJAlG
rzFLKJyZD99ZCzbVzCoPm545K9n5UtmbkfT/ybpmHAL81pnVU+HqdgkQQeaoqd1azca2WokYyiJi
dMKU5jPpobdCMXzmO4MpR60XYKS5BXReybCWIl41VduIiXcFQOgA2t1yFosBGi2gSOJKswUnKN04
Ta4uikWIYDATmqmK8KeOD1Nihe07vPpMFQD8PnrlXrjpJdmCTK4kPv+jww11OScRdLhlYkmYNK09
WvzpdWdSnanLrX8K50vEMCkETeZDeJKH8Fx7V9K6MPMpBZakHePeqAt9MH6+0Fq8W8pwh1gMI6Hu
5yA20xGy4iyFw8lLHlo9JJGFBQazJYHsVDVGVXpktobhtWxjS9rabWuf46UsV9W0LlfTYQ6G0B+r
PZwUjRLIq9LmMSgI+iocqWew5P1k8orQY78R9vvoo8iDuuA3ls+X7usvUXEp3Q2pWujg8oMb2t4w
J2gIdWqN8yuv2rEUpJM9hwDmafOxr48ZfWNNiKSBmEL1UsAEtqnMIW8ex6k0CY/JTThK10y9pvlO
AiJXnyK77Ru7kBqzCHeodICimeNI5iqgvgrFXqxru0jfR3SiShHIRh6m67dO/cN65x9f8SLhSXgp
aaYMT5jbh774Wd6grvBVkzn5sd0Jl+pWZsZD+rhxtZVdv+RJJ/pYCuUA74/ejHY8CE6jjb6vE905
PoANxu+o9YK1DLywsbFZVoBqZCkcroRQE2BABV4tpr/FW9ehklSWJzEC4Cl/7BSMmkRnIoPxM9/K
VHbhLmwoZWbnSRko6nxqmhuwJDAqwBYAGVZR7EiCWiGGifVkgv/WM6smlTEIJRwRJkONbdIfGVU2
9uBX6Pjb8lukWJqa0VmVRngAhRS4CbRTZuLM8i5LVVQibtoACHyHfYkSTS8yV4z/ZNyxrto/oDQb
Uf57zt77SnBZ9KHlz6WAgpY3Es5oyY6mz1x66oFpBrxXfwgzN0NVPwHJQk7HfYFdrgCy3EEAFuZW
IzwraOTwcnkilVvXnMHxMEv9AOXEhD+vJcacUZQvU5sfBs7NdbuDUQbDnwMRR5fKg6prptraCkZ4
x2qjRbqisMJL+m/yxyVqk1EZVFoetQDB4q7CrrRQsH1qvBi6O26jqbkS1Zdy6hRW630jExZoENQT
EIGNCDYYUYXRbHbTh9efN8eKgIuQ++W/lU4SLKh8lAEoHqzxAN8U3ck+WxcaVHknuvj2dgb6g7Og
mb2bBurLINhwtJJVQzSrsTbEIEPx0rlyd+ujbjfEZt+hmAmOxnCkIIZoGwty7aOw1GL3gkAA6ceG
QkDOyl9gYu/Jabb5O4ooe1FNSjEIj1kZU0itrYPGytgaWSqx5VChfDSlPErCNfT+3YXMaC5gZFE5
Jc+1ZkX1aRZuY/277xz+0oQm04xJeyHCZHS0ehYxYokJtt99OFsSulZ84gzjgTEzzq0CRT/5kMbK
xol97UiyVHanIuahOQkpotDB73x29BTPBKA0YBYEu4tedUztQ/DdvvLNVklkbYUuojhsoOsp43FJ
oMGuuRN5yq47bx1P1055S0F3ysouK+9jCgMGLFycvsWjXOMJe8MvckOZHDRyMBX3bC/f9Ev5OVzb
3JzPAhjQbrXf6nKtVY3JIidliqRXeXff7BfFT1/hNeSmB8ETrMwf9vmpOKDywQGLWfwh+Ck/70lZ
/Fphf4m//yMH1whkHbD8DeIivRFev/DspeayX+XQX+D1S1WoQmLBEDKoimYwCoT+RRKuiRz5bdJZ
bVceqiayRETB8sLCs5Y4VXsZqodUhlVgmZkN2g6wToTpvG5F03QOgR6Fjf2fOOx9GrFjKxc7rUJ3
Pq3h/pPCekSE4UzWIQFqcdjUQ7NoYEOZtPs5pKjCjHaUR/YI5mUe21KIUV+eXjlBZ0arK8CPVI4u
ClYzEQsgd0MTvbII8r45jPpDg2FPifegabNpqcUY3TsJoU0nzeTEd3zyLBqOTq9V733i8fJgCrhd
WXtNUwJJDuD/vBH2v4oKdhx5/sr02izVz6jTd9rUmdksNhY+Nxl16umZLxyOoqZeaW1q5hGwCNmQ
GCI7xyQvDEmoj1EBF12NjdA5JWPtzDSzaT/5SJa01oNdlk9k5S2M8j18O5+HNLf0rHyE/65bE/Ia
67k5dcWveBpPdIo9QXf7GiRQWvI7SnUDAw9ilwZ10gKkRLALmZiWICiRpOyNroL3uwQX53IGWB+I
K/E1y9xC9NPoT9X1FgEBiNeIEacaom9pqANGdcmAiZS+5umlGZW3TpOOequnbqv2SmGrhZL+Hgqx
+dVXTQEsSwNUf6lPeIKgacHUiZtKK4KBpMdFsFYomk418BSZMbQq/stBVGxGBkOWELww6G+XOvxt
uPYlVtroRa7K57R4ozkdAjmTXWGSrWrItF1O2JvQsXxXSXL3EsdghOuk/Jyrxp3HDuBkO6UPYXwa
+8dWOcVxZ8InG3RwRsFJHnaAuiOjV8v4HLdmFuq2FLmZYKahz8oCrP4CFoua3qND47UxDFsvWcMw
avYnJIaYnCWME8f7NPKKdEdrf2pPHVLhOAtNqa+tELinyQAzLx4NnlqgtWLpxojDilVw7gTIO00C
0gc8M3tygbVOTnY4iAIAp3HXYQriDpIW2C23JgrYqg0nX8kMsyd+PsDsoBihkmx5qxWMkGP7nG8O
IaAhBfooQKGdtTm+6jBsZBhIqerjmD3UWLfqC+NhMdbA3/JB1vqgaj+K5mPCniMt3B3E93rCIpGG
a0djV8vIM9p1mBBTcSThJishKeR+fAx+dW/ilG7G2ONCfSvJeQ5v1ShWnlryJ8BGTnkrHFqxtRu4
fHmMRs+9oDmRgnrifM2EY4HBtml8m7Nqj9tgI3qTHMA93VPYzOag0z3jI+ivdX+UQt2jpfggMXKF
p61008Kx2xWwwuVii5OmfC+nKEpg89ZFCeecEiArLA2CBlYL1lNq1BVvkvxZamJrYukN9O2R4Z3H
sKZtVKdqjsM8N6YGu3dVsouhsKcMjhetU0zz89BgQB1Wb4POIRc1pujYv+ZMwUMtTsMID10OPKl4
QKk8gbwcHh1chEYWtTksFTlPHBzPMDQKR5PxNgmp06qzVcmSWakdXhLfeEJjlaLN32e9QH2pgpIr
I4C5D5xqDaiq8IBq27Dvse5/h8AVcgpKGZBoUXfTRNadhu+qnRRD0a4r9WtTk3MtsjAooodxPPXN
B01bOJej/ehmzU3DW1cSVIuohbkD7I5CqUy1581O2ivcLtHK0Cr74ww2uZY0ARfnXoFif8Rnhdkm
+i2EubA14GsoccqDSDsgtLnMxwMe3SY/oPKkR3ZPjTZQEdlOPErX6nmgwDtjcinOLzz86/M3KPM1
/QHWF/zwS9FD2eAg13jLdZdnO1hAYNo4VUyam8Iv/J/N7KXUrOEMoRmwiBcgZURDQDIGeFIpyXGE
kUwV8LMRFddKOCdgXpU2xQEmahxN2NPwws2fcYERvfK3UADfAfMGFRT2rI8ehzbecWnuKXH+CMt2
kNazSnS7wo/R6Gi6wtWGWHUkTOHJOhyAJ8Xt8L3qJRHmA5nZ9e1kZsDQAssp45MmIwreUY77SLoh
kicMvjYMyKI3Ga2ESN7rOF+RcgSCQq1NWd7F/EzNsqpxhYjSQ1OqyS/hoU2cSbbDHLN+iine27PQ
WxaupKouhsEAuJ1UU1ASA4vHjjpichUUKAnmkKLzKIvWrFKD02ClqB46OMVoEYLo7BWf+Qy2C8Y+
rjW82zLAvT2qZCat4FGXluMr6frTREFLB5AcpQ9ml3kAK7lMBK4MTnaD3Qt+LdlcbDcSesag2lBc
V9PNeEwoRizw1N6T7NiB1J3hWDRiBvNQzp6U4SxJPiQepAFiseqY8o/FzBkVKgHUVxVb6NBiaR+B
jnLlLoiIFcWYC2z6i1wd68HugOwiKATAGLWAPxF9mC8DBD4pvWIUswxbOOeVNijdmmr3CdweyCNj
iEfl5CgYPe/E3qRsgmG11fNvWvpHhZMdxTHGST56DUECk7QV4hQELxDNAhAveJUumaLoCIKtt7c2
epQrX7qHCkMZDlW5RzcqKo4Ks1twf1GhJkalmnWNOPfKTQ/FfKtwaCG9NYSeiJm23i3pTofzJ2p8
L3O0R/+RYHPM8TtskBxN1ANdaQ7I8uDbO6KSrwrU7psCcShl15rJXoQ3Wkf8ieAUmtcJDVL4zpRt
i3YU2nMmaWZbnyc/BXzEjvgOnxiWneDPbpRCbKeK8q69xa2dlDMWbWpKiriLunwPFJU/3B8+Krra
mDk9HEKbGaT3yhkQ6Gu8C1Ru6DT54HaYQtNbJTvm6NIPjXpuqalTP4+pJU6Ny/qhNJu2CWTUARQ4
aROpOTU0ELmHUMr3nfgOa+WShZjOp8NZSrgzRk7MBoBQUCZvvYqaEucrHOxPGyAmp1EwyGSmWnoY
p0ZCeCoVeHRW7b4X1crUZ4bMStiJ0UuvomTUExVJFd8h2UNSFouqw4qp+DUP+OCnqmSlhQPxMjjx
euWSSHEY6UFh6qx+lowe1X8ULfmDWmP/Zh4+AirBEHk1+4RpjljiWCkqbtyMp2l8Qb/YaEhn8mAH
tsVoifBgZBUxYznQcxm67JLt9bmBPTGQIviwJcpDPXYOBivhHwk3WdQCdK6AfTIfv5Sh6nLhO4+S
Aaptxqz7unqBy6mrRyKMT++LGYNAYUkM7dK2rlyEfq1rn0yKJGtIuXNRemHNvwspjIQSvGp5aFyx
HvHEUJl/pGg7za72ACG5LGuGru4h+G6QhcztG2OTq7fAPA1Phf4m8k90fiIMaZ1d55cZdgACdRiM
VICaDr0YzEqkAqaopNdRlD4GzHeZPKwAwX3roUorTk1SH6pBFw2p5Dylxorl2p06OGLl8kX6m6iN
HesUCN17W7GaYR4Pc9a2VOwxV1ID0/MTDH+ifVMWYzAqHVzdShp7MZv8Ac4qBoZ5r0MlHBTK4p3E
D68VvuE7zF7qbtW+C3Nql6n+MU3wWK1Sc1CeUgXpOyT7qLMnZ1i7w5RTKH5lKQ4mQwH3thHEl6Gx
uhzyLdb7yGa9JuT2pZDu4jp0YTP6BHzfnhDOZSNSnKFMPiUd1jMRzNJkmNqr2hvPVCRpWHYK/MkR
LaGSqMojPs57Cerirg3m9C3RX3kZoeKoZnpsZNjw5QBTT0D7M7tGkamTO5trEEqGCZgdtLv33TzB
3hmjWEai93EwUW3XhtKpVttARtMtqov9POkYYcNhoA2dPEqtSijx+Gp+R2iFRvnMgikqnGROTJk9
80R5qycc04RyXwjYUKi4pvJH2r3GyJBoUcMxHpMAdiPL9tx3JzGhJi85sfirQ69Xk8oHTrjWgKe0
4yM8UYOC5OeJRpg00PCXYAx67HEFsWOwMckZkjbpuWurVybpu6rLnsp4fBJRn5nEc9MHUxl/wBkE
5o2w7oLJ08BCfBfRvyk4DNMZYX2LYO0oYAU+UBgMYS9kdlYfEWGryha7fYYmtOAw3S3yBx3HAeQa
971Lap/q4k4oYb6Fr38zYpXAQfym9o3XJAi7jWwxDspQ4X3kbwqz+hSTQ0T4EPP+RR7/YBFaOI8h
fphhUdhtnFphNllh81tRYTcufVSDPatNwJDIdWMSCBJvcPRD0ThDgCt1+ShplyKxChUUbpS6K2Ao
JtRSpfJVktOzHgqw9OAyj2GcpFEYYhxaqGNlicrLHOc+06rHJoF6oCt2Im8WPIDWGKLJZUvVfRV5
ovQ7jSzEVpq9ERUPyUwwhpHiyfW7OrFJcgsxXVu+xJKlAeDBc4HG74pfaDC2shnBtrR8HaUXWfOQ
JcyTm3WoZAh+MsLbo4t9VXfkBl9qHFP28tSf51E7RABmYN6I70qLQ7uXUqS0AKYOijmAZkUzMFOR
E9E/0wwPWNhdSC8hc1Nw41uMiydFZIvpkTTvCsaXtCGFsx+OdoPDK4cMlVtAMGGYRTOnUX2lOiJ6
tvjCDGkgYVaTv4gAS07YPzW1NB5GJDDbI5qla28RkDotnLFFT0YPMnxnjzGECc2dP1yIjjo/TRjp
63KTougEFwDBq7GhmmMoOXJ40HQYRpk46dTI+Chn9eqRSgVi0T6noN3O+lFDFkyyxhbAg0JBuG8z
S8h6OEkhZCPL7orIi3DikvTMjnBaEDNsax49tSsrUfSlVs2iA0B3bkdxopioz9HY0QUwM5N7ISGB
TWpjR/QjhC1mkjOnGSrEuMpIWneI3FbOQYJ8bAkYO24h2Goe4ibafZpHVpVKyI0TS+Gn01ipnhyh
306kP3wEGFXR7vBpP3MjcbjcCUFYnF5CzG+0Ze4x3pYUvyo+VYSeqcSxwxZQLg1TT4Sy0tAwto1O
jtc3byrxBojrK/be1WeCqY/SQH+Jwv4LESA3kH1ng50zo/yAhZHRVMpT0XlifKTcC9y9XW6ESYUG
SABgcnj6GrVgRKrpByFHZhTudXxqhwpDamldoU5WycmfOxoSp2VV7S9xNY6vcsNPryRsOpQqtZ74
HFc50ji5aUlt1CcaM44zR4E7dEhx8hUx8p1Wnxr2WlS2ALKPxM/byR+jxBV1eCIp83kWRExMZQ5l
g1cK7Z9ZUZIDUuCbzkflDlITE8SmG5Xqa1OMn1GEgxsBTiEMY9WlcXmtNcxPhZp+5ZmuGJMS4/TC
QtiwcpdKZGYHO2rcl8Wz/peWD7EbhcInpwl21Yd/2HjNmuPcmfWb1PxGj7DH6AfOPL0l5Wb+WwFg
LB1am/0fSeex3DaWheEnQhVy2BKRpJglUfIGRSXknPH087Fn1VM9dtsigXvP+ePwHOCMfl/dBZme
CtLoiKgz/SfZYrKRqYc6weDnGgLtZY40bZbSlWavrx5Vwt9+o0qvarfJaztWn/aELW+sWrlJvjMl
T+siO2w9OoWAGJbig3xKBsESya/Ti3sJxK5uKIPf0nlsWeeiwi79p39JJ/Vd+RQWj3JvyZcGR9Kd
uvPy5Dakh0HrbJhj7dxzWWuRA1iBk5Vc7Dj2s+rY8m9zfrwZtG3T5Ych3ZZEb452mfoNiZfWSUl9
nfJsRMWl4TbUDLEFRzuBQad60wmVCq9jI7tDsRmz70T3QlTn0lY9KCgRq5W0xS8jzTZ5COX53uBa
64JU2RdFvU11nxJ4rK5T/xUPjpxsw/RXiB/h+hr132O2bmvJa0mjqh1WvxKYMGoJCd5Qqdo1rlWf
KmPlOEXOFoGBZTsGubWuvNR8WGN6zDUyhXV+Ga+HRtFBTeGrWtpzyqORbbObUkdsoNcmdblLltSR
SyKw0viAmthvuvhFNV/0k1a/4CI3CdJBNlM71rcwNmzZbmS8FyAT5akbt9JKI3wGVU9sWKOzh+/b
dMeYIGDbF+k5wFRpvRXWttY+YgkDYj5ddfXbIKA3BWCipH7iMCs/1JZyQkF31ealKJ1Y/Olk4n7L
Lwv9XPFXj2cN9l/BW165BH1KGgDHQS4+wZn6+BTW20a7ldmh1V4q3PNIwAvc84ibRMHl0lvarSRv
GQjW6qcM3Zze8rxwDEC73iUOdSODVaVz/7Qhkggfj7oT/3ElhXTEzepb2akcs94gALRQojscGEdq
XGbfzHhOUwcSkWz3otqYX1wq3Xv1qzVe1Lzm+lbFk0/PPQ0fPc4OIo17xRpPYVFdqODcKDUfJkX1
4tUKfRoYY/ONn8WoLuVNjd+j+UTWsLC+tQqTTZzYaVIe6549nqVajwukTIOvi/xw6yG8l8KKZZry
Fm2rkhWX1SA3+9zKfaNMeeOJCLQcKT4LO5UM6ZLk8Jeiqd51bsmcIUyOWWbzd606R8umKi5hzyN/
0FlnSpVvAEmgqBL/THHkYkfmeclu1roy9h1g1sf2hFxtYxgvS3UulbcmPGoMtBUsWO4poTPKQZHv
E3zWgwJ4mHngVmm57a4V5yDhzJ3MI8tec6tLz9D/DeuuEMB4/eZflwUTxl/jodD9JnJpYhuc//Fz
GbE/idScSd+lGgBubvJqpyUeISzUoFuGN/zylgmW26sBDOjEBLKeE+OtLn+H/KE33QW8HRWC0r3U
va1mfHcf/F3L9HNW2k3TQhkaV8SiFl9fZ4lBDBZRV5e5+FyS40pCSPTRldGmUC5p6Jfs49HGsN7U
2QF2s45pCw6m+Eq5RZ1lG5xUI4sYIFBOB7txl5q9juwoi/cjoyzniG63Hc/7S8q9P+is8xJnyio4
QEOMFG25ZQJiWU54H2nV41kIZxzVG5LZQb0sjGyWF3LXRQ+1+p7yj661VTxFhNBYp7IqbSJ6dbAS
ad9V4Cj6CRHDWNLW5xvpmd2plLk29XxjKO8mY0VoV6stoojtLg1ZkgWXx1+mnZXqXOS2HvmR8qNZ
uaPpr1lk5+k2bv1BDSA5uIZHw56oc6jfyA1Oc2LLhMNS3jrKoOvjkJ7j7q6VALj7TpjcEc9Amv+b
ra0i/jHRNUJk60wpMnNMvM9WLGyZI8xocOymoRVjU/LMM72IzCObuDW3U6je+iqCP+HnI6iFfjNt
0/1MVcCbUsdO2vpmGrQtw8trRzFcF/2G+l4Pdysi2Ngxcn/8aVJGNRKcsOlrbvw+UyQ7O3J3wjfM
LNix4MmvFoj7i0KPr8mKArgk8i4nXIG+DkoipNsmyp28fc906rwLCI99OjA0Gluhe6ymYevJriDv
kBp40QhKJM40bchcp75xzGZXld/XXyW5y3SCCyy/9xCbPOeyXtpiwbdPMaITlY7BiVUckJII2k8H
3Pq6qCbY9qYgNL7lHM1pdu09AcMkdZ0wAvPPrLr9njTyRUICBLz4yg1khCTYyYGsf2fzR3uuuFji
ICG3hTEt/NXz+4QSGCgr56hVbaUPHTQ6o854DuwI/rGZuu2CWlIzPiPl0Kkk5mTeFPMhzW/ytOdJ
yBswQlvBjtc4VncUe6SdgL2OrN4TwAfjPM4O6U8Ke6T0LsB3qyDJQqM74wwkhhjD2BjNbxUeJ2Kl
ra36qYPnxIzNwWKeKgojh41ukjvwPgmVg+5xsy4/TzzwE9mvIb6I82VGUsTqX1f+0rl16omTXQlO
2LldvyW2Wkz+meM2S0tnnmDCxOGijOFmNUw/isiZ7y7lzBvG+qnRbIBK75TW12h02zpopl371lDK
SsL8H7tniBRSvUeoFU03vA0Iyj+NvyFzYsmuRBLqA9na4PIxp2Dc9fAHgytzR/8q6U76LVSS+wkT
jELVHaJ/Zv8xSxf1VSGGQB4v3Yey+BV/I8VdlxWo8lpGUsAMQhWnzRYfJv9WRbQVJFuEJ2ilseVK
BpdhW+Bz8LMnZMfRe4q0h5RwUrp9sQest+TfOHLy7ivJfZBWKp7N+U0S9l3rZHMQij4Ln/6nZobd
fqbqTz08AHnpPN6k/2RG6ltWmjxk9VPToFR+AfKeH8O52bb6AR57Q+G8yq0rDKCwXq2AD843TXkM
JACYF/Gvqq6sErkeqFG1aea9VnFNz+ytWyP7bqQfRbs+8X+CoDjZ5OL8H7D0fOTUTfqSxAHRMZat
VQH8ACouEWAoXr/0dCtSaSi+5XzlE795xSCd3cCbN3CtRngTb/AmHSWH+uw385uW31KeqbgmTJyo
2umqbvv6WCu+sTjh7IGWIAijDIAQ7gJ1I7sMbxf5Rn4rbhvJ43kz5n8D10L00muuEdpD5Id16VDR
W023NSbyYG81N6Di6XuIGrv6UNUbX7vYOTlJ5bo/th5Q9YTl4WvV92lIrYEOljDYDUON0PCtLe8a
9Ezy3gm/KwX2PDjGAu+xfxYRqE8dm21Fha3UriVVzlD8kPZgRG56Xtu7ooKvSNyERO9/kBUnZAFT
dL24I3opgeuf+nkkABT1tV/UCVvaPtf8NAtyybaYXanIMUkX633T5Iz2clZfTiF6v4UiyAafV1Mv
PBBugRZD4KTcE633+LH0bOoF3JRsj3GgGUcJmZ986JvAkr8n/uW6HY1tnW1K4R7Wb/WjlMNdmL7B
nDyXHmtApN8S89V9dAcVSL+dFVvJL62+l0Yucwnb8psV3ucYUUhl8yUwq0kM2qvmpFBinMQdk7MO
Qz5uxPEZgJQ4WYW2m39aKxNV/arOxX7WWdpUb+LZyrChboRXHbND8asq0mcl4b3NwfJmiAzcVa2s
cHPsl9Lp9fpg/P96p7GhogFqmSY7pqWpqh4q/Qc4V/SL0cgfAgDERtCGJ4ddFXbXwtpzDZkgz1qR
gRLRVhN1r63S7Lol3splZetDHbR1+Cem9T9rNL8EOfEbqOVNpie22gV6lnnFpLqG6cr6yMWyKSNP
ZZs9I2RCQLoxJaeKf+T4S0aNIO9D02cFp0W3VbZSvX/CcLEj6n9Q9sUPNepBohC6jWevOjW3oYnc
YfkbRsVBgdJxcYE5Byr/ZVFxpVUZ/LlvYpv4Nm/U3FbyVtMroVq0Ifmb9Z0MdTKbw2epuizjTWer
5nTIGjKY+3G/9LzEBZiYjL0GkFpOjtXV6j4jTfTSiVi3JvMiI7sAAXjZ8Kzvkq/j+FzsAWpnGo3r
9jkni8T7cwXN7exGDcdrvR7A1MJ1/JTMW6KklyrcpvxqTROuqnAjW7TNuCYIuj/H8YF7c1q81WLG
etH+oul3QmkdgQBsGPCJoDAcSd1PSBcV0rIiErVsjtrn0Asz3D/RhwXguz9PUVCOuwUkFrIKKkGJ
LlYJfwHPs9Wk/aoDuctunXEKrrtqASbarits3IFbOBlsU/fU+VaSt91uQt2tMGiGtJj4o9htq+VY
/RhorjJjPAMug1KM41kYdsJ17V+os8BDORqfmhnx6Tq57BdGYNUR2oZfnaiU6iTfZmVbZGT3bSm5
22T0c3PqjYPHwq22r6p1Re1CnDRyAkG+yTz6zMl8R5PqzNE+ZcoQGRDIazGJUoMwigiSKjfTyC8E
vO6+cuNzmAJD3i4kFVHXNf+MaAILCLzTyFmuDkxrhZtBE4czeeNKHHTjqUjfLf2wTMcMlhWgV9up
PXo7wN3GaWGdGy8fEtD+D6JxYE9uDHmMKBL5jG/jcmqkW/9n/eSJvhkSVw+/6xkAK0lusz58StwM
C795iO9V/chRglnTfvyv93dKPEhRpXcE7F39aJsvzSgxSnxmTI+MkbkHfqfMGyuwaKoKT3nm5+XN
Gl/a0RXykwi3PGR7iotNxbwvHw2o56/Irg3u6dc/VfirmXZmsfSjVc5Em89d1I7r7Gh83rNNcq5u
LyqDq12+JxNtSVLhxsln3RzEL5NfM2TuXPyE1ftAoquanVkBISFhj1T1sFap06vcnzgGO2kXVd1e
beEASSSCYizE7TqySYAcA/V5vMs9s9NBz9+zFTodOcuAOCDvPJWPN78TfTOry75hjpN1x+pfVumU
N/Y8EfrsE7ThqfvQeHZ3q+7SfM4iPL+tKr/LU06BosZy2T4UZCsNw8Zzv8lkBgtUJLldgfgxMqD0
sTD6pp/dq8RqUtu9Esyrq1yt89i+N/fUsnkeAEEBK6QIckv4y8t/pJLVhWd9lgya0kcLzBKlgVha
zlJuIhSyhaMYmzoWHfmclNDhznN2+1wWLwwDnECi+dVQJH4CPcdiDVN0srgOKokPffLVflcPbDQW
3R/yvhm+sOS+GGR+q6snQGOuX+GIWqJ8nT6FZxJM/yKg0mhrCjV7L+HQELczq1K1EvR3iBRUsc97
BlZBrt1wOKzRMVs+m+Qjil1L/CdC0SXqXc8sX3uZRXfW4R73OQi8Bf1DcYeY6G+WJH4NhbCPGm6a
kKDHdxNsX6g/9JRj1omHh0QI+vggMj/OHHaNEpWh+bJoRFzpfDkI9dXfOdwVqeCL8NdxuBUnPqD0
NoyNZxWZ3xhwOBB366lGSxdBgCLEHl/qkHMicnRe7br6TuNjAjIdRXaLiCRqA7Mt7IV2NhaGuP3S
hFelmBAHTWjysXvyhkQGwzvSxzL20rVkhgDX1rmlGt01ssldNPQ4eQTwoGSnPp82tWQcBhh98p0F
W5EvQ3SjYhKuO7IQSG2Yt0ejZb3PrnFNIsCYay0aKBATuQ4ynXIbky28yL2YXRHmGcSkv5v1w5R8
nkuWcSBFYTq01SO3eCYSABemUzOujpIp26V5ETrn+VGPF7U/FfyBUf7gv2akyBjNS67+hDVp2fdU
RJ4vsYDLrwL98bHmzWtPzBHLLnNyiCqco6IIpD8Z0N6KPZCRZlmRQ4ay6pT6XaBv3drXHIXro7K+
uih6/pY9z3+KKkaPWBMOqsHcndiyep3mGOVX8cmVbUrAiYa+GZFoF0b2r9OBUPOZTJs7OAg2HQRk
EAMfYvdSxn8dPPzCtjv+rWrn/CdUOa3acYBaj9jRGs5E0TQ/KkaipP0Y82ynmGiy4nQn8xePTGNP
Lea+mKXbQCbBtCvV1zA7q2gZo/Bd7KbOWS3pNPRj6Lbyc9qsPuM89Yu9MH9aEvg1Qjd74EcZ3hPr
KsujN+e7boWnCi9lBKKkXPpoV8kwh1dJCDTTXa3Q0cfftnJj2BXd2KqFzbSrldtEeEvkkUn7W6++
VCCmpN9qKnTLJm1pnCxB3jMSYYtrP/XHtJCvuQpWTX1ZXOw0YhSLb7VFLtEvIqwzdfbl+pg6LtLY
uhFjzTs3t1/6nLwJFlx7vWpeKY3wTygflbbaNgNveD9onGvG99CDlHADS5NgBkNmPsJ42dHT9xoN
u1l+M5AVV1gIkuauCdGlA9RuWTASQxgPCew+cJop2mUCsZsxtHiaIsZeLWtXQ4+Sm6IiEGoiZvpy
rbaqFd0qg/IeFeFo9S1HmStrylZoUDMW630VnxAQR04k0rouH/MYJhchlBo+lYHsjarV3guLKj3B
HHfqNOIFIFdto5ZyMFhxaDepkdmD2Ix+3KtfUWtEHkwoqoUlPpghAhJVGekOlZjuy1MoeH0eqJKF
v83BdzAp07vA/R5q52V8Zf1s071l4p1oEqdEkVR+abrqGBQhrButZZ3KCNM3ccLYbfSXCFeFkiKW
UKwyljJdqGiChJMQNmQSHrO5V6gJbKprbgr7RhIm2xQUVyOXQ+ZFtRyzvw1a4khlsCgPzYT/kv28
52mQH+3Mil+gpqhLuBI4S/NJ0JFCXCm2QZDRWjfHNq7vui7dIu7NqJddxOzqLpW000jwJjDBwhRr
AmHR6c4YHCQ6XIHyqcZkVMbxuG274mWcBhVWK4TtImA4Nv2mEfkyMczZhlmEdih06qZtVMmNIz5v
w4ImGeR0cSB4Dl3ZngvZsk1OEWGuj0r3z0opOSdopBmHigYnzZktdKiaUv9owotRFdskGvDGDQn4
fuGL4UkbvZQWFAtblkIl9SKcFJNAW5ICymOqMDjbTJGGFFBCoXBbzNEBn1LC1LkUb4u+E1pPtnaV
5kfzbTT3Km2m2AN42/q6v/BYR15PYQd0lrqC1acCeKSCBkxCmiW56ayA+0vGG1Z1rvmSkKZk/dfN
7Q58hW206u2ifa1pzYjYbk7Q24KxV+OrrrkdUROdYyXgTBC9CTfLwGaRrwEbgIVBCkuraboDjgbF
Rf7gVQTYDovhKBE/br2NGnM7LLE3oEAYZBbL5j2e3GYYgiZXto3aq3BvjEwpmkNEz5y/7821Ak4d
zG+Dc5vhtx8feW8RWKN81u0PwFnYlsc+So5SFeTy9LJav6oJ2F2wobTybtE6b9H5HGpha8Zfikpp
i+BgPyMtapdLXW1bpfgQLZ/KR6etkb9Ybfhoy4YCnTRERIIab5ZUR6j0R2JIK5MPxYDdcO8lMZDT
+LaEmR02Jm13qq2FCUqISkCHO3aL37UGcZ9zNVg/Y1uL7iAupiNIUeJKWvgrVehReamVoaNQsu6R
DacifQuFplT8H9AHcc1NvhYiks6ORjAjsvZIsBUHBpC3oxsKL0vTYGisfTzPMHmU36BimiDkqzkC
G6u12Y67ygNqqyoVydkIfGOOZbpP5wZcKj43mNoa4JEhKw8CZJwySsGKEnEeqs9JsrzEzE7Ic49Z
kl7Cp0FRAXcaGO9XfCsFqhtd10VXHMrB0+unQuw4a3tRTc3rirSzmnTLK5+iXXTu9hQTkx/GW33c
rGYRWEj9NQYqle0kxZtUoVJQbj2vfAO9FBYtI1svuvr4GNd/ahPI7J0KcrIWpU3MeIJHT3Ai/drJ
x9mwmHVqh2brUNY2cs9f8a+rif4L9ZcMBULLoFwaTOn6IxMaNhhBd+biXtbZm2Qu+mmB5gZLyFnN
n+ptKVOcfDwZ9VmP34UWlHonltXzhSsTcicL/avWedCUDzQt3pBhRxNREMdK81cj5c/s0fxIoshX
EsiKBhQuE1XLXnpzS20QzUt/HZkw3cyMY92QcLTjaSx/svArHoE7eYXN5ReRwcSEXaT48XtQikWU
3Fb31sHrcEeI51H1jfASSkcl7ONzhnNTQYV40+b1J6nHaZd272bu97n+qxUJNSujryEXo8vPQylf
KSd9ojdgzCFWnL62s/410WVbJx/WmOwcNW6m9EH/VN6Rd402ZLbQ/Jpu0udADOeqOSwxgifUq6Zc
wPIXjh63gR6jxHaJtzMWmhx4ujYT4VLPobaEnxBh9oTAygXMkx9cvshOkHC1qEBEtu76X0KyXyFx
vKpuW07Hddom4V42T52W2hFHTDa+j+0V0glqeSogUj2rBHlDdGphy7UFSfNGkWsNhiYes3+jEJ8y
pnG13c/Cv2GyPA7tS6I2njC9qYpK9OqEN0FxykzQLhqzXpEjZxg7Ttr8EummFvTtSgYI479bhQO8
qXThvz/KsY2IiQGZl7bK+peETawo1kMkkdQNTqEAAvVjCq26nMxcf6qYJL8Qg7x6rAuJH7Nqt6ts
S9JnH1Y7a875OXDBZg/DQDvFb+yecCA8pPRXDAhg5W5jgMn3eDUqJU8cwPB10bGcgnTk686iv1pe
naKOIUgI8i7MaEJXwNqbCr+FqaMgRd2I0D5J/TjyavJhKgDsLAnGejHZ77aNOZ5nccHdMnZJTagq
hHaZQ1yrPetnQyCK3i1gDoo3jn9xY5hXlAHNZozL4TzEIPoc+zO8VhRLiyOK+DwsgKr0RRzSxh5r
9d1AhoLBo9K1c10qfoLPZdfiSsa4IpSBWVDnKDB4D4vJC7siopzlMHaeiU4fdU3u77Les3UUEG8E
Ui+WXICgI23S+3J0mGlyqg3V3DRyeioFN0cgMlQEzCkK66IhwCyIJq7HvA3kUUDSOoMBMohdBiG6
RWPuLLNivvTz8pgFcENFE1vHlFEPV4Z1bSSq06z5CuKatff2uSl3cvRXWaTMJ9JZYRBV6ymzK8s4
yx2scn6Sw1dU6rmbpf8aCkfm+9ByadbNLTQvCgHW6AkHkSYB833OvkOWr7a5x9OnxOEWm6+9fp81
UF3pTQQ0TJ+KoHuqQhYr/DkOj83RmvAOhHHTvBgLJFOo5VJgJLH8CHGrFhCn0QonV4WhYzFciaOn
PJe7AeI8XBsLJNXYTm2mPvq1cSe5wdAcvs7JGCih4RTZLL2K5k84CDbXgtYkyTsSKXoZdAQZrVIb
KIIn4asVIxwo6aPrit9ojUHJ7vXabZs0fBeAF8ThNZmBZGMdwU2n5VkQG7PM64OqtxKdgsdvwzlk
aoaEESB6UfUgF7+XmJJBU0FXrHwXiXkAvBhWU4ROZjbBloP0jXNcqzgwDb8s/5RSh2DsiSSapWEv
zrFEWPB3Nd31AZ8QmLyqWtx3md8tRaCD4kXDoyIlfYhfcWIhd0eFOPJxczxMb8OENFQVS7aV1NFA
VOQVdshQk6BnjAZBB5uanj9N2nplc4GWzdnkLfOzM8RrVFr/irpggAa/1JdCQFvwDHdA9OgXRfve
64x3AG6pPh4IJE4FD9141M++gSEKBbMKIWI6bcu206ZPmToVGZtYgN6A0C4UVC+ajvy7TrXwA+CX
A6z51eX6a+SbRcchxUhHCdvLzgQZA5MIV2E4mtTS2B37hbM0d3IdUbMokV1MoJykJQ/YuqSBc5Jl
rqi0S8E/pWx1+7HfDiIikNXc03K6wVY8S4haWtPO+8RPwoUeY+AZ4b5EfGONdKiNFyDIQzsCfJv6
WYqqAPl0EU3tx0yPbDlU+IdQq5HwbPT87xL2g2V5WX3imbZdy4ulEW1Y/00hQF41Wx9D1kI9x2zd
Ag7nQlfBZdTaw5wwk3F6RNbebLvcMoPVaoBfY/WlTEH7mIVEJ6qs5qAMKM1MqUVsLO5CmWE47Zw0
1djqIp7CThyZS3GidBra9NiCLVTDiz7pAEiGdhQM82ZkjS2Fx2ppX3QmesWMvc4ELDZtjrF9ZjGv
QIBF3b3JEKdMc1CpyolSQKi7N3jIBY+FP02/cmPsi9RyVZNvGP6LP+8VdLctpiAam23CX0vq0PCP
b5U0eVr6j4M/WKpin1hGEHY+y3E8HLS3EM1OXdPtjWqlqyQ7BNtdjdFGhr2Lw8+w5XTkQUFcEyfr
Sx1pXg+7rc4zUKz5VhMRV0200uhnHak3dmuoZ9Fu1l8VpVYfDtum/GfRxUT8w3NymtDGlT/WcBfU
22D8oAOLk0ckQqSgYxucRHhM5HSrusWPCqLRUh2RLc5Uj5jIUtTjcG5A/Jl6VtLPcDoznlY9GFbN
W4zoQjA8sRductUGVqx4LfHx9vLkYpQ52rKl+4qJAn6pglG4T03m6yTZWslent9rzEjySK+bKtpm
0j1pDl3KWzsfBcDI50s/cbCnBLYM35Y2xYEqh9tMM/7F9NuOTe7PhkqtOIa3EuNNgSBPznRUZggT
dGmfMAepmDfDLjp0422aEr9esP7p9U7BQoAp0CVQ8emDH1Q+KWGE7ER2ZagbduQR+3wFWsaaFGnz
LkPtoYHSFfGt1b+E5CbqDv4i5Gufi/wl198GvLzUkOo6fFbligc0nb6XucJbX5efUpWe64QQ207p
z9JsvMWrSH5Bsdq1teyFfF9bRMx1tNuZWwlULGWrfH4OUcxf08CC2PI9YWgRo/gHURL38R7smHeL
07MyMj+qkJ9nUJmHoT7H4Y1lJq4ghfdF9LRNes2Qur2WfmsAp9NtEd6Y95MmPI8a1NVMAIAYTYit
w559A0ie/X/XZ+jAtWm6iEhSV5S21jIGPcuJaSb5RjbLo9wszqoVuyXW5Ct9WWhilR7PZNLPrjmg
wJWkiLM7l/xaW75l0/gq5YeRn1dzsPNWQOAid0iyCis6mtr8QMFeZZY7hojIw1kEVa6e01EVFm9S
C5rPCuxEaT/wXJRPJvyZ7sBkM9cLuy6xG0oJlbWwE9eREYimJ7WULCaoS8sjfTleL7e2wdtMNr5q
KvusgFzuzXA3Z8pNTWMv0xQnsmaMGH6d+pKAshRp+6A6cuuX6VEwwytmiD75nibjEi0fWvSD1Rcq
ny1U1wRHjq+SdkkF5dyBs7dGfRRm0dZV06t0Ub8ac4YSKjYUjyWOAKdi8rAi/ksmXFcTCW2FmaoP
I8xImx0bykDz6f/jupAjKpUy1hOzESDOGqzAw8D3pM3eGqM5wjA5l3fTfKD8W5XvGrJAQfIwOrPA
DMOBUr+b+vrKzrTVuXVKCW7EisTjiAlK6L/mNTsa+X5pYDqiyknKHGuFgWhoCbJ58WMzOgpoDZo5
PWhpvZMjDY/MrHlDLcsO/h831xpQJ3HXhKAGSR2/t5nokt/LR4DvJEExXHVeX0zHqAvtCHqlWhd0
+WvqKKbh5NWEhq5rpEe9WnoMtELEq3DvjNYeLE7UgAYHgOutjLhtog1Ax63m5BEg7UmZPjl4B+lu
Lls15EuzsVky7F/XmPgWVOtXBuw6uvF8qNYFPbfZbS1W5tB8rUsdNua26t5cvfRMElIDaKD2/mSG
N96vUiROT/itEMkrc2a36sBbktcIE60aqVRaC46kmL2dRB0fsFQWu7ybyKID5E1Tp2VzjxKnga9p
pmln1PqV8q3a6bTq0nW3JfYVxVETZV+DEEvKW99UjNARi4Bb5aGyaRosaZUnwroq5mznz/QlthWl
PKXzgHH8jqVta4mlH0mZ7K/S+j3r14nZrF7PlvBTzHfocFb0pyOUUhyCeTVztcMq9aBr80VDt2nu
GpQPZheIsfQ1djUi42I3A8TI5c4cfyJlRX6efBtyDhYucPdZ5IK991VymAkBp5DO/IpXlrVQWfcq
DP7KLDHMJ/wuoCiLu3CRLyeBF3sUNawI0iYZ5g8sQ731kyh/kh6sXXcutBNMJjTxgt9YaI5xWzoK
jvxUaw/5em7V3Kfz1W3hjpTi0pafRvq+tNyDeM3NfT6hZW+RiyvHlmyqrDUBKZ98hVcZWKcSJ3+q
EOFnNYZWVGjdahxa4U8hMjfHN6y32GCeIqUhqfHmmy4Oophcuq4P6BmyiyR2oXgXGhNlHLce4mdZ
N+1oHJ1qPap6yS+GkQshRBLuVqEBWkSIiiWxzIOlfinkF5n5RvT/x9mZ7catpFv6VQ7qntVkBMeD
U3WR86BUStZgyzeEJEuc55lP3x9d1d1ybqWyUUChgL29nRwjGPH/a32rHncwYynsz0Y4SFaPoXV8
nBpf3jLLtzh0A6qSxpaCka6v6/ZYNPOEMpd3p3vLImWRjTpbfyumbCwKI3b0oKDuQCeBUsm/Qkw+
i+SLzf6ZbgL6KqWl8Vri0FWuGx8pCvG3EWI8h025kDwjugPBkY6mYvB5RVlRuMk8qNJVN3RXeUVz
4xA0+2p4GvRFaBpzEe3r8LbqDyaCUREcc1Xh1fSjpzzRt5Ztc/denfymVNKdadHlLR1UmVgjlReW
HVu25ZT7MGpTR1pWsb8Ya3uXOQ6xgBi32OJmNX3t3nhU9XcjSdF1mbvAGx/C4tnRmgTfClaHotMW
uFMXg6iRP0RrJUQga++96YqaF7bpPHn0UlSnsf41urtM6/xBbZurgHZMYwGOLvdK62ETU5Z+6d17
4fRWBLeGE+wK7rRwtRVdl7ksm20tD7Y6GBBRWcKGXkXaX7RR6+oaszGLu3vby35g1EAAQENgRQzb
MhRbNwKU3BqISoYxXQzti2FIykUN5QEvX8PFop5asvPvGkjl1lw4w1ZTh2FRdDpIzvQqC2PILD6r
sLStqa6YrdevXLsma61g21v0zXokIUxGJe5OKk9NXz0EZcZorzyVhDsDxopeC3HjKZr5MHH71IXJ
/n7htUazdTQKB55DLUF30G3aPTJRLFBYUpThezEekXZG2o+ozOZjBakAPXxB7/nJ4tPee3cFTSAD
44RTrtywfNbrm9LELDHgB+v65C2tMDsPlcsatUHZrxWPFpHDZdKw/OrqV1+Kq7LQdvbEgsiTmxx2
kZnZwSZrb0sKx/TURi2aeRTBbBrHlsZnEctMbxirwvxFuBGco7Dfut2bh0XZ8dnA+e6t07JMSu0h
P6YlIjX89S07T/JnDbx9nXZ0p91jTitEqk+xZvwAfaRkzTaJwyfp4cdNk+GbRZbAHVXTDUvPWqfm
1d50McInDVfDsmKslc03G1wPsv3Afx3qrQiUpSqWttVs6a6sc0BPeZzc+fCyWDeNSNVgC7JEJ5kB
dd+g//SiY5IsPOTZqEKDAXXDcBNANZ+xzoYfgPTXV6ybZBznsnPnYbX0q+pV1PmasbRoK3/fsHOS
kTI36D5aMa3rwl0LKkN+f6cPLMzMO5uq66Jyh3FuJTFLbOhYStK+J9MLF6yILVtL8wrBTuHedTqh
jHaxzqflBVW3Iv+J5bfpVnaAm418KpMaOdeK9aAQK0REdkaXGp5RZh1VNHwh+wstAuZs4j92y75n
KYHlDf+iH8SLMU35jo/VtdUpkyfylupOFt4XxQrjLV78m4Bm6MDu7QG9KPwAlavuPYFvjCLDykvu
7WbpDt80mCzKlmGJpTV3VqXys6sR1oSrxpj35U903x75vuq3yt353f2gbVt3E3nKog9u3PAqRnvq
LHpxFxerofuVJksnfQ7oyps/A4Pm1GNNFzV48pkrukc1XlqEUHUHQYFTScHTpOxnx4r9fXLTJ1TM
bW0SeQZXnsXC5hgxaTjtrWks0v5atI+pfme35lHxjJ85387YvmYNvFDba1qTldo8FP6ucb5LFss5
dfC4dbNl5Zju0W66uah4aAEej0ZgAmOzQuSf3jXW0SmAHVao7LPY0vdyMtUWhQ3yk7b4vIRxnmgV
K9Hq2jGQ9owhU9SYUGNM5LEuUWPJbNg0ik0nKqt2rpUxLTSDWLcIsOYFtist+V6or3E4rAu8JENO
Sm85jgBw2oD/yNgP0t1qYbkt82ITK7ilYmWtYQKwIcIkV/6UB9Mv/fGXb89tNzyqWe1QYjZ3uaay
89BQT1PV3Do0/SvKenn35EcE2aeCBYxJb0NbS8e6azNW8ciB96XBgmjAjlckP+HOXfkqm+gMT3Do
37ZWyvQ7rG0YOX2yrs2jFEchtzYlITqQqnUVs1WvhoNtaDOjKMqdbvnuIvSNH/QmAI7Q5i59EFI0
Fn2eeKvpr56wNyEer2ikox2hwKfL4beSIS5npsCTBSBLDV8SG9WrT2tmEPqa8m2us6i1x10po0Mi
q7tAR/KrxA+KF+xdtBmG4l0bVSBndo4JrQ43ju1vxIghAsJanw0LUBstDcD0FvbPTJaPeYifoVtm
ypXbgIweEmOeT/ajiC7xbcOr2jK5ysmpbEZMdEVhou42peQ6629Ut2nNZzOX3aIveswCQZXMmkL9
oRTukxLSFqYzZZrQDnzjl8nHuoyXGsJ8p9r2wcoMWK74w7sXhvvUQcGOUYEVlJFRpBsmZWe6bpxm
aSFj87V06Zq3vhccarQ5hkqVYlqfxzhwU9PZaSVQp3thgZGz0AJFFHbprNXFIsQTT4a5gbuwUh49
US4cOgN17CPYuPU4I2TdoVEsxpHebjr8KhxkIAotGaAv7YAhyk6uLKqGJQLTJkBShCpwJukHJnG6
rPTim5ulRzP2b4h/3vaJfZM3h7ADqtQ0bwhpQmVjK0cvMhYgN35orr93E1OdRz7mBFb5tCGdGTWs
Q+SicQp7BMVf46i0M/h7/QR4F3npmFhOh91mps5fxu8YnmcTMvG2m+EZvIBMPIOjPs0IzqOwNVRh
oODTV75yn9ffavfxwgVM1MJPaFqnQcGF7qtDLIW2V9UunwSiojwMwg+RIhp0h7QhL56aqMMaa5QG
K3qfnutb49m0lfTRR31w4TzOAG7lCeo4qkVatg7qnLG/nvC5MX52WoCrcYG+C5+SWBbxnLx0ep6u
cgipN6gXDm2duwXTKX3A/JW1NEfT4svQ64B1YXeZnqtiyOuX1PJQS99FxHPSu8FemzTxvpXbTtua
zXNfAzqoeMGUYl07eBVxgwT1jyIWy1BxfvEVq/wN45fCXMrdNGcFtQe9uhXGMBcDKzWHiyq++cP3
lGm4epaFtgnQf6gOJvPQM5/97oFvKOYnLJlzG4eZm/dETzSb0FB2sV4hr4f8PjasaDHO82JLvPjJ
zPTuSSSxSghnBSP7WW2xVaaboik3WlTvUl9Bi6QT0sqq8FfM/kAUO8G/62Ocd5Iu7teP9Pej++zV
ml7nD/e1zaM4S1J1JIjRvzoukp17k62D2cvisdpE9UxdIy1RZ9+VOdY6tLKzXTe7axb2jOL03Fu/
e/NXPEgHFS308usz0j5/0pQf/zyj1Oxco9G15DDcMh9jITTfknwlmJ2mduGckg4r4q+P9fmYBUj6
56Es18+bVOFQWehrWzstsXpCx+inEvnXR/gc3SrNk6mnVsrUs4KAO/SuL5VrEyV0fkB1eQHdPZEK
//r0pDEd9sPT05GXeBp1ocOAPCQeX+Lq0pTz+ZwpT3HJrlNlZlxl8cEQs+yaLzsLLKy+Dd/L9+Fe
54tuLNzv3oV4lTO3yTiZWJQMfFcwcB0Ra4fH8l75Rgl2AhNmFw4gzHNz13QLP9wq31ZEpVievPJE
u4F8pqIcUoofBBf8KC0xyx1J0dtbUhCeWqtopdEiB2GH702y2wMKSk8srlnz7xqaoC0bmk1BjMJL
WH0P2PElcHKNm8K/cbR4Y+EfaDxY/gO9yw4srmqIa8TTN92rmj/Exr5/N4bpABYYuHGTpN9C+ajA
3syXaKS8o+rDQptEJ9eis7HNfW9RfabmDhe13iwR0d6SY7607uh1jP7DYKxUoCsRENqDwjK5WVhs
LNA1MFHtvKdaw2eAyAzL63LUcfKv0o5Gyhrs5bfJpEv1/72zUFBhaJ2TF6Qe5Ctgw/yma54lX3tW
REw5SbSPaSOO+ZFOfp9Dj1B2yHxLu591oPHamQthLKWqRq2ye7S+Iwow5JVkccQupGk3NMSwUVbd
1oRG1UTXE/stkfc9iGbEieJXlTO1UllxEamQZjeiwuleDB2Vu9+sgmS8xvjKusX3xUxVTaZP7yYu
PZxm+mMs9JsgPHgZSivnmCBqBXMRUnislvWwrYSOOvjOFteN+0ZEUt0fZV8sjeJlTPcY1dA/PJY4
+0ziYnKmffBceK006qPiLmKi1oq7Ug8aeO72ncjbm7JJX0RkLRx20hoLySSlcgD9EOLIsI8MZ87+
NCiXPfwJShjsC2Z2+CLcFKxHvvLp3JOgnnubxH2u1OuU7RnFoFy3ISIDVBMwchDLbaKYb5m8ZmU0
0vORCLpTzirq1miWEXuOIXScnK2HJHpPfh+wmOADDKuHctg16V6gWylR0KPMLEJgAkHIV9lo3m1Q
gK6KiVbv5gSdmyM1JuIXccZY/U2jH5LkFraQ5m0dE/BSsGQD0ln7osLdGOG39J4qEfywff8xSjep
Onfyh6i+zVOx0Frvm8JuImlbjPQEzKX23G/wK1XSX/dZNENSnyOsbZLs7ut59Xd8yV9nPkxCfw5n
XpHWdoYcoTCMH8xP8ECV9jmo2D2hgW2RR5v0kX22AWOs3Sr6MdFgCcAjRV3R+eUM6VQv8bNGVNJi
99AV1ruio5pP6sni85xTOFUpVrA7bIH4+7fI2cFu7H1k8jh2ogZZrFnOUQcXFmtkhke01aqKJuCh
U3Z1fFDsXZvsHFNDtHMf08eNkVzF1W0+bIawumkpM8YODaC8qdcx7YCZ4fu3RuC8Zq4xz+xflbt3
EZGpmEaS+o5OwzKv+9uo716k2270fphLqAx9DIRaeNf6+LNPt7I+WOP4n325jJMFV2+XXaqDAjkg
ihqREF6bT+Ieqf74bFxAN59Zl0vjZO0RFYpmy5BDeM/9a/oavevv1a3yjY1Wra3t1/qgXTrStHb4
69sijZPJn2dvCYkA/tC9ExrH7E+HE1n1N6FDLJ+XO/+tucAxPvdFnr6nHz4zoaKaqu2q0UFJmayt
pSOVCw9EO/fT08V9+Gm/c8UQW2N08BWkeJkHMq4yGnyEVQwVsVJpIgdAMtJkNJYdRfyFUlskPZpV
c11Xmb7O4jrbaenoXlipfb560uXJpTZwdWMyucSVGzFaAoWvKBM32qwMXOPXw9z+/Jr133z6D9ec
qg76/Vjpr2jU4RcDxViC6EOcDDDY8MKZXen4xOMVeqNDioomj66U4NWFT6+4I4K+fpG01yNaceUt
KuhEBNHWq2j/lcrKTnd+xDSr0R/IcSFU1H2TdmEkzkIinw4mv0eRrl2awOzEIS1Glf3Nj1817c4P
2wWV0zkf1VI7VADjZEW5PAqemvQ6Q8QPUcWJ+WZoP0uSUpt+5SiPuf+qReptOdL8DZNF66PS1OBx
OyFNG6UhzfCx0G9bMtfr5BrJTZ8ThdH/zAPg9aRiNDTQBmenOKi92PNcdelrPz6Iksadn1yXPTYm
agH0ykPalkGcW/OvH8GZ9bguT5awak1JxjArmkz12ldAHOLK/qHo3oPuYWXauQnEYXAI7YUdyedL
QV1M//7jE0/TbkBco+5rLzfvrDKqjnQqMZQkWebA4U9TIDKxtUB+FwHQsy3j5sKFnlkhihOSvKqM
KnPEIPdKVdLlHd10FQ3mndKwbklRDaZW72GlPBpqTY30LSnUZatU6H07yioNVfCM4qqjBvaFl1+c
O6GTVXHnJ1Xr+YXc+12l4NKNa1eSNpAqT0GmQvsK6Ar/6gRKfr21aAGaQkUHYzAZ6HUM/MXS+9cy
iidhVZxvTYj88FPTKt3XHZbJIhLlbW+xchGZW913jhmiju409BXToAMTESDWjEfYP41duRdmsd+v
zV+nYv33xX54vo0mwlCFTHswGxNao0VFLltlQDex0c0b16I9SxNPzX8qaJ8NO2NrA+NpOHoymLp1
qHqq4C1tkrs8HtY6gvUEaaRPFqlNoqSH6rgsm01X0szDp9yVOa0b0J5WsEw8c/f1m2JPr/5n13Dy
4ep1x1VF5GSgwTqamCiu5uqz+wyPPKRJBCTHlnhD7Y0hKSsuEM3mKPnfjLv8NmifuweFPQTd3pfu
mmEFzmk97hXEbFw+zgMuiFAaMEovZgmUZWOFz1SzwQ+LmfO9fo/iK+wHvIdvcXZtUnZjl/S9JOSF
7eUra04FPc7AlhnBmVIto10FYgLvO2mFazwGdQpCb1b8xPJeqrPkBoqprS+j6haMzeh7KEj3NFvS
C0kTvxO+PrtP06z+4VmLQSuyEezXFTj/ldxEOxpYV2huZz4548rs3iYkTp+bO9J25/7KQS47U0ip
y1cmgV0mVYZo4c5YkW6owE5/a5HMsccuAOnMdWp4z3KJ/XEdz/GhHjG8XMdrFslXcLGRUa9pG2/j
dbNp9v7SXmG6+0/f4JPvnml7bmlmXBV523PgDGuxVm8xLUMGJxe+WwDYWppbbvOsn+kLqLbzt6cH
bxGt2Nvu4QEUF5Ya2jQPfHZ7TxYEwdhEPbO+INqP/vQCn9F8ukXmjELJHATELFj5D1+/8tr0m58d
62S9XTI9RNF0LPeg3KVbAixuhldQ7PN0+R9WUMXJh8apkQyVYrCuXAc7QRFd2wLdZtpH4sKTOzOf
/s5I+PA61mpb2H3UWVeaMplkGzKRijCDpK+snLi4GA50Znb4Hcv04TCpdErA/CMlNfriedcs9OGB
/QECFWvVmeRbVHubUo1zaZF05ov5+/X4cLwm69rCjbFHtA1hAzBMlWKXUKIHPwhmp1vkgmya9MKL
cGbR9zvf5MPBJD14PY7prfLhWI/qs4QIYF66dWdWe9rJvOrpZj5EuiRWybNu2wLzJhjNr1/gc4XO
36vqDyduWYmdmX5D7brMYFtFJdqLyHfMeo7TBiB6b7JsVi2M1Tk6rKPWowkIDHBkxDz4y8TwWXOS
/AsOXUKXaIqaikfmeLN+VBuU5AJ8zIBsllQjIPqqEuzNSqjb2PbVfQNbZNHXGJ1aPP9gyVL7SRfQ
PMlkdpEjBqNjXdmJBgnWdYGlxarzqwFHPI/zHpNHrGcQLoAWfn0nzo2Ck+mLPnk5okQlEaQClgSF
nTlkDm9iJowL8/6ZjZ3+exL5cK+D0jCxYHEIX0bBukRLCbfdN5athTTR0Cx12fVWdRBt7h4Dv2x2
cYIHEQRviPktHxchE9uFb/W59/Vk3vKHBGGCZfY8t4Kdd7CzkbwNQXFhdXzuZp7MWYopzVDtveFK
KQ7kXYh+ZTuwfS4FqXw+6aona+GqdfWsl0Q3BHFJTwFab3Vohbr8j14E9XS9WwdJXKBavjJtGD+6
6vysANiKqnuJ2/DCy3YuRlA9WcNiBvZHMaocZKCU0YRo+pOs3YWJzorO39vOeBzlYM1g0i+Ejlzo
62s7M5Oo0/P68AYWsH+KwhU93sSHJnnKwgt15OnefPIZVE9mKNuiN14W/K6n7aJ0ghyimdfwwPpL
c7yw7j937tO//3DuZlA3RZpN566gHLBXQZRe+ACe++WToV9CCrHKhF+eKHZ1dNepF7K+zgwD9WQl
0pDumriKxg/HCwDQg7ZA9w3T8OuHeWYMqydjuKw6z1MEv25Y/owwEleA7V9//dvnHujJAEYy1Xvh
dOYODlwVH9fEDEi/2focSevXh/j85kjnZBT7ieuNbYzQSBfY8CVNfRMQxiu1w69///Pvv3ROxnGQ
dqMHkDg7mAj3PXV0Z5plia3eAjskqdDmRWXudWK0DpmAyvr1UT9ffKIP+fMt9WNkcKOeZocmaF6y
SBpUxGWyjmJgF1nU4ECBcPz1oc5MItI5Gc1m02T4oMbwgCsqulYfxgSj+Fy57R/k7FIr7dxTOhnZ
eRDYOZmw4aGWGYv0tAgg+hb2S2ihzM1hGVzKQ/78jZPOyfCO+8DRpFsBxcVigOspDh6tfq8MWASr
H62fX6ijfD7WpXMy1otEiXUd9e2hVe3goeDB710nczdfP5LPh6R0Tga874We4+VleNC9VRvch+1R
zS+MyHM/fTLa6evXiqvH4UGBmJpYPfTiZVFe+KKeGysnw72zWNFpLXcleYRZn+JvgzunAXicj2Bz
L82zZ45in4x4Q4YtYtnp3tPeatflL3ofIdkZ7qwHefL29SM4Nyrsk3E/2FrdDjFHCSGOlYuwJaAC
lsUMX2Kj7FyMHMWFGezc9ZyM9SioI0KiORIya3wKFCzxMtvVEgJ/SWDGhQs68+Dtk1HukAHsRhmU
zcH53sZPcVwBI3n9+mad++3p33/4ptaJ4bh9kCSAJG5avMdQyv06uHB7zozo38XrDz+OHa6SApH/
QT+AzG+w+1FpvlGLpZ5dmAHPDGb7ZDDrddO2bcoRmvoRKhxuyQunfu6+nIyHIc3t3O8UDCRjD+f4
tcI/W1+Ygc68NdbJKEiVsgtRH0WHUCzggagQOkDrTbaNRQFv8FLc8Zl7Y50MAz3Oh9Se2iIZ/DpF
HGW8/fqdOfNFsE7eemR2emkGTYTnMuF1oVRn6VTfEdMaqXj8+hhntkrSOnnppUbNww6D6NB5IVh1
M22Ho6akDTpopiPNp543ehPS2snCJarEbumMqdywYnmJalvZaF7bXZgbz93IkzHiGK7fpGYeH6r+
qOhX5D1deMnOtBCkNR3xwwCp/CG2iziJDzlIDYdWKC4JQAKz5tX9UeEnJqTtknzo3EWcjJR81Brf
Tor4ECLAL6zHurowg5x7G8Sf19DQOBt904kO9qisdXA5JWX/gMAD69I3dXqv/rq3kL+lbx/uUhPr
pZKnHKFRSE+o4dDcuMp7XUKeleHi6/ft3FWcjncvoMJvoEcKsaI3+l3kIhVA5ZCNlyLqzzyA37Xg
D1cRmdlgar1PB1wkj3FVo6ZWnr4++TM3yDwZ6X4oFacco/gwvrb32kv+7v7AGvz1b5877ZPBXsu6
jfG7x4d6MA14eOJ7qSsXahDnzvtkjNfgcv4lAmsQgRGP+Wiu/NuvT/vcT5+M2V5FklmEHiOLeA/6
g4g/hQ61ZwxN4u8gQbux8x/eoenOfXiwVp6YjVdzh3AiEV7WAM/4+hrOfD7NkyGbFuTSQQTkjakR
0uzTlXrjpPv8+dJ36Nzvn4xcp6mM1PZ458k31e7p+0+B4yXu6xkKjq8v4Vxv3jxZtLZ5FvjqpPNr
jFlyXT3nN8o3Phjyp5x7T/Zm7i6RS399rDOXY5wcSjerrJa5Fh0KcmSRR/3wHoxJuzTDZ/D1Ec6t
LI2TWaJSO5zrhBke0le83ojdYnsWfxev1q37g3Xy10c5M+JO88GdIrNUIhXig+VTe6QYmpXlhQs4
99OnE0WudmjeOX+VWm1iEWkauhfO+syCST+ZJ9REDiX+H16mEXVHquDsl23eQ4rsisXXN+bcIU6m
i0y1wEOMbXRooXnhkwfpYVIYvrQ5OffzJ1NG0qQDebp8jJOELst+CNadf6EScWY20k+miESVNZGS
/HR3C7KbQJ1y0T8nd1/flnOrCF3+OQH1RWAodofQg8zG/r69QXExpUEf65/Vsf1ZvVw4zPSSf/IZ
1sWfh4mLAPxFxEWQ70Z2zDBlR8zAmGnrgJ4Koc3ywlt6ZiDrJwO5D1zHDZBNHtAWwOAyamCD686d
Ba/5pa/auZF8an2Ywqt1aHd8Mn3ibQlcwfHD/Le0yhUtfRj/9qUu1Jkxd+p/KJqkInaZ21bUEKaU
TcNM+PUTOfPCnrofQlXrR7egCt4qoNyIVVaeMkBZX//4udM+Gc+yU5rRwQF9VUN+U/ksuNq337/8
v177//bespt/vTLVP/+Hf37NwKoFnl+f/OM/77OE//3P9Hf+73/z59/45yF4LbMqe69P/6s//hI/
/O8DL57r5z/+AfdsUA+3zVs5fHurmrj+fQBOcfov/3//8L/efv/K/ZC//eNvr1mTYk/79uYFWfq3
f//R9tc//oYf+cPdnX7/3394/Zzw9+4JOMNhGlT181//2ttzVf/jb6b5d9N2TGGbqqZauph6sd3b
9CeG+LtuqJZmOcLELyMdhkWalbX/j7/p4u+W45imhRydMqc+nUWVNdMfSePvmnBU20FFqJuIfv72
f67+jwf0/x7YfyERucmCtK44mT9GPr8uLVvqjtR0sGQU404+H63ryTQ24F2IvKxWnQ6h0tccbULP
G+uu8JsLVfM/371/Hc82VK7M1OBbnK5rhVk5qQPldJlEBYUVAsbGha147qW+98ks8O8D2ZrtqBL4
pHXavRBhYWeKLWw6jD2QprBoqnhd6AGBdh6kRQpJCqJiE+phBp7IdLVdHDkyR/tOI+rCgPtzNHMu
umbSFeX26rbBrT6pDuh6YAvdIGqT+OJoYxead2+GNjmTw8jE/uH1+/cD/vhA/5xhfx/L5kFaGGst
zFGnJYIe3EUB7MxZNn2vMJ0X6k1tAMStWyf5rtWlv0/9MbhRRHtpt3iyr//XoXljVa5QQu3ST762
oepHhma2Dsw0rbvCPerf8o0sD2aX8S2BmUuXxNZMcO9uWx197vM6xsJ5X/UGIkE1N1048Vny8PUN
OZFx/Pu0bBXDlJSaKk674Vqehq2iG87SyIp8ZUe+tUnlgHt0ECBIQLzgOyLUSJbAMhTo3rASlHRP
WJa5GHSXLKWvz+cvI07XbEgIOvfJdngXTj7tKVmwnVFP/v1xYBkbRoWJAjMsUZN2SddtM88b4wvH
/Muom47JWCd4iwGv2idPpk6SwRQjCVVZT9BwHGP8MVNIVl9f2V9ePdOWqjVNdaolLN7BP1cTwIQr
WwlI4rb8vJTXjdbWPjizqEmxwSrJa68kkbNtRWrlmyxKCNL8+vismU9mMyYVB2IDr5+jS0ueiipC
Bd94SYzoKu9VU5KvF8HunklLqIK8hqp5boWt/uxH2v8FaR4PeqRq5ZUzOAUBElWePSOJjN9ibzJ4
xH5iEG6kBs24IpFLg98UVCCHXJNyBh4YxRfHVJjxsQthYED21If72EvU4mGwa/NWgL0nxVP3xLue
On19VKqkUTHFYrt6CPGu5wTp9QWVUzttBgNWxFCyxbHqGJeM4kdVCYxD2Fiai5a6kV5qIp+D43au
Amp09VJpIjh0pjEC7BI14RFhFATc4gEqf2EaxCWlQpXdOhOVD21NyQqo41VhmOaxoI74KDMrAPPX
T07dvkoK5yWBoQgLl4wbwjvnZa5YyE/9lEC8TI3wV1QVgMRFrgk4kvj3NP0d7bc+3LUl2InNqFZx
deMX2vieDLnIYHsk/muher2ykr6hq2SExfQb7S5A3UuSXa3NGJX0PbqhFj873WL1mbr++DMQdaVg
jGnI42IiQdtcdnn9FOmOUzNrJGyh+l4Nn7pR6fVFpqsTzVdYEgWQNhmWBeRHm9AzVOKzLi+8mkgv
JsNZUsjA2auBLGviUZwQ7ZjiAHIJRwHmZ1TUSl9UYFaTtem2urLJDaFADRfNcKitTif9ryLaPfdz
7FSINw2M4m4eb2JLmqwCIVDhtKhqCO9SFgRHEgQASn/IKmpnbma272Xm+GADmBbNnZoYWW8hF4kB
FVlRKZ+EJN6IqzY7/8Y31IxQ0rhMyCnS3BCpk9/66svolA6b1K7M0rshD1xtb1iV5hwySziBtebx
9CEIQOyx3xvuXr/2jDrGv6l2lQ0vNWNuIEc+KCg5jB3pAxqoNyYhmhtSN/IlFaxWZ5ZM6m5e9C5v
Xa3XbAjs0MLokhkdTZYm0l3CFJUg2kVxDyUHdubEHOBrTxaG4mCV66sW5YNli5wLHwcH6KGDEHaZ
VXntr0cjNtEOVjGJp1UvifoFrQ0jpdTD4F6zJmvOMGTdonF0I1oUhvRAjwaOCT7XNsO1W/Qk0YDf
rnGaIZQvSRrqo3ih1XFxDaiL7laQ+s2WqVThWnSnAIZSxHoN5mmMnwNZmcOaVOkyXI09mDVE7T4q
JqGFREqbMCFnploPbyH/9xy5Er8tSwRN/OB1NeurwU9TbV8Tfpjhi3EIrRg7a4xJNY2r9mcgU8EL
3lqd99KnHonqRti7JGhroMLWLbHxT46lRfGSVVCvrJ1+9ENqJblJpqKeV/izvYyUh1F2ao+CFdrI
NI+R9IDf2iUyTMpxoSYdnaje8nqxQe8MuM+ICYmMrJRY47CpcxP6/YSXTguLkKIK+T660Qan9DJ2
ubPzNALWBKkD4LnZ2oE1K+KOaCzwGkRlxYFq/xi9ILiORYO2P88DgnFiuEXtAvysizEIMOOv2NXF
tgtoePD50rWrbPTLn34YSbmOR5vQF0PWyruStR7m33Ign6XwQqeeVUrpAeDyNGx8XSjbqzhifYC5
wSrUzVgQKrsIEs8wQ3rFnoHFewjgkc15aNAohVFEd6npKc9VYtpHQK+EoSijBtY4yjIBWjxwwnpR
ZnrwaGsjgeGusKeJzI3y7C4GD4Um1XddIGOjXUMn1LRwILsjrvEuQbW+HwmMMK7EKKdIiVpp3QUc
FywzeZBjUZNunserCglcv7bT1mmuWt2w+7VCsm8zcyJYCcsqjePvaRuLYZEMZcvOw+usdTxI5Y1p
2QGT7noKujlfyF9OxPJ4zlKZwocW1CSVeqpsiSx1CgBxqS7TJdOwVu+DFErnpuxHiPiIECq5Ha3E
z3aYAkqDJpBguplZo69H604xSgtrZEpUimiEIkh3ytORgI9M+lcyJ4sbyk2afxslsviJl2DdlqaD
+SIFs9VcmVVhHnK7s2Eo6C4K5ZL/uwMp0ZAHBJq+htCZhu+KkeMOhWZINIqVG/ae3X1pH9RAt0YF
PlVRakAT2rjO9z1J10TFBX0LbSaH5JfUOYbjqh0AsaojUvAmbqBiBcx+qIdjF1JmaEOVbLs8kGTE
YMObhWbKJUZu6GzTUYWSUiMZuspYbwBRqLJAJRnXr4ajZeW5uh/cwgi+10pcZleFjjTgOhsjHzZh
7CjlokMbMsIOIKA+FUfcNt0Ui848ickt0JKIbHjZOSR5lXXYEqMiffhydaKXICbcHgMCd9MLLRsr
Zd1oP/hS1C1JCI5l7qnp5ag1YjWu+13ZBX7zQxrCwGIftbKmotILex1FWrL93+ydSY/kOLZm/0qj
161skRIpaWuzm89DpIfHRvDw8BA1T9T469+xqCpUZVa9V6hlA71IJJARnm6DJJL3fvccwKMdcpap
tcvHEvRBdS90QpTdNg5heT9o64ls/1C5wNBEkw73TVa48W7isn3tGta9bTt5FdT/IC1w5szZ9Nx1
a7J8sUZV8+2Yt7HzUMm0fwigODEc2QomCurSUbdOFxcIgynfYks2ZZo8R46TAINey/amqzWGbjl3
DAauY1NkZ4b/kv4jllOLX7mYTf+1axgQgdXoV9ODbv3+IQ7Q3b8NIo1fU98pslMBKbbfxTT2FFND
mrlNz3DLv9bgMADV5G6SHkJwcWwNU/1kxcznPA8AkA9uLhIoYbj/7pcuwrrSr03C46uJEgr+rYXC
LLql+GqaGHeMEj3PlDiOoS8qtBigwNkTMTOrwxhz9OoyR1+PESSzJWiiDz/Nxi9zPlZ63ztR+MCd
L7/DWjEIjJzeYGTWyw+mXtfHqMlQVTmx1z1nrSHMsKZre5fFOmiukzmbi09/rJMnG+k1wfxRMP08
DRd5gjuyINGwNs53kBXs+YY8KNiF8M7F21RZTX44LW333Cvj3mY6ZLTROj6NANHJzgLospDyjCww
jBZeHrOhcE35mLrjBaagAs7mJgleXXjwDmjGEINd4OUK1bgfKaYsQrdrr9TC2r4flwBqRVZGACy7
lGcBSemOXC/ZANwfQeJi0sVP44S7kUfdhNaUxwymccTBuG7itDjlGcziXUIlAtedJFTAs94zvxd5
xbdLsmd6cQYPXRrzqPlPESYCkdFSMqQzhuvXbNDQiBVLHiwFa0hi8Q3xghI3c7/oNOje63rxGEW3
UnwF94wiODCr+c5RrbG3ycrubMTiNAXdY6RqeFRjFecI3tpZ21euhz78kfvkE99ct5XDFXtHUB37
Lh4TNqoZVKdsV/Z+pq70HEcTIoEgUsspLZSp39ka1XdVRgeMgTkPdmXpF170DE9Om2sPu4Vg9H2J
XGZ9yyqOj2tINpUHWiFVR0SafXbEGlkl7qeSTVhAjgpiPmpbuBJZKbFpM4zTN2fNU6a5p2H44qTt
VN5FbFcBtsoOSn7podszywxWuHOW/Auu1NljFMnDgeItfhFuFfvXeq8pYZh9IArNaOxi0aW4Ar6W
joG3HxRc4Za/XjZM7zn+DNe56eJPV9EjQ7LZRzcLH2AE8292h02nAhBDbhWXp0XlWX4EagPXbihL
D71PqoLd2vnet6TrnTcWG9+C14wLOFGGY8g2b9LxW+BnI9M/6oKQDvs0Wi5D4ZC4ymRmNfH8yjC3
XgSdPQR66c2uqrNgwLeAyy1pHRKHSX1BJUfgCR4rS+zpuBQZQ421t4wYf+KCVTlHxSmYR49ssmvc
NvhwuU4gCzfc5aBiLY0mGRUzC1SyIjuSrGY/VFpHN34cRPG26pSHVKxeB/aVTSqBOzV98AjjPm9O
S2RDiHGBsK/ekgTBoZ4uSGGVp4HeeiVXUz2l47pPhlp82rqi4V1XLsaVGot5dpIg+xcCjXZ1z9Zx
/DeqfZ5/irmP74w1wU8lM94B8N0FNmAWiYdBNRdaW55yfax+o2+GsMkvvNQkM1cL8Yefor9Y8XqE
v/zapI3So+fP8tVGwTzhsXEGZCXLRQKwlmlws9YCQyZenhJseuQNnOInMenb1BrQ66UNZ76A3O8l
pBi3Z+Q75PEw7ke/bTgz2XVEoTKZi7HNJdM/RxIm5Ups0gffGjh4OfjlRxEIJz1IkKHOPuVg7G4S
HMmvlEJMuHdmxSG2qBOuqLZLR38XU59+9zJxIXqvwAKOthrGtzHL8fxW07h+r+ZsjHZcqjBXlyWD
ctD2cg0v+DXjHRfrUgH0umroT7KSbfGjVDqpPtwinIsrrTpXnQxQIOdkMi0REyfsrg+Vgs19z/NJ
j1vFfwCjavPxr6iU/6ia/d+Wqv9Q3r5vPqtn231+2tv35v+Fovall/d//1Y2/qei9pf1+2f+zyXt
yw/9paQdeL9RRwt0QNXSvRShKQX9taStfosQOSmXSpPrRa6Wfy9pq98U/4HCEEVrV4iAP/pbSTv4
TYRCRaEGIea5FJH+k5r2pc70926WjsKADZfLr7pUtyns/anCZnvkAMZDeFXGKScUx7bH2WmnYxIs
+b7qpXzh8Ds8/MMn9C/qrpca7h9/qeZNU8tn1y98cOl/LH6RqYiCzA9Aowwl8fgWdhR0Mat5ZNQi
x6ZbQEu5zT2ZsLUoTI+ozRSz+I9KcJe3rpX0NFU+4Uv8Sn9+FdM8tXXhZif2dlcpQLVYMh2VrPLi
/i2/lXJ9iVDl/s9vXehfGdg/vnugAoGk+Bu6Qok/V9vTbnEWR/X10UEo82VQ/c2C/mR5GpnSBvoS
e/OjtgNnr1h36kdaN9RaWh6+20AgbNrk2bx8dHae/G+ojOQrO2wMeGm2evrLbKqMSDccqGYntKq6
k1GZLJ5Vrgd5w+4RE00L8tRryupujLohPbKcc5h1Bv1Adfiu7XNctLFwZ7mrpaqn6zjN7dZZBu+1
Yvp2q3CV0AQoqHTx3bXZVVVGXrHN5ilElpLw5L4sZZfVwLUJ6JhC5l9Q91WfOb1TQACOjyhbX61o
XZASTMlnpN0YjKeHCnUCAccgVHSUa/7QRMNDNJnXfLHIzwrrPCIIiS/uaPtMRbC9Wijy3dMjgAWo
K/dn4ZQMwo/VM4AK/Zz4hXOKmwuA1hUXGxK/JAsySUyvyo9Bu/w6nt7rdoVUZlBji7b7zqH6q1N4
UBJKLY9R47ls+xI2qctFbsgpndO/LRD6OVD+RlnCMdHQApRX6O92Cc9JCc6yhdC11auoPptQq49w
bBpYr/PoPo2J/1oGWbdH+Xs9q2bIDpOjI71P25nnfcWu+DQUnFVuh6Gq7/0AT/VSju1RtM7yubaN
7a8Yt/Rn0DejwM4aNUnxMMxOn+OLtfIeOKD6WRcKFqYu2hyLnPan+8mzCleBWSxfyqL9r7NZYBeZ
cMiCcxQMU3BvqMdFW5vnqJKbumK57mbBZCJSgrJ9kuk6dc+KL2o+FfmYfB8ipx9v2zboWeKrSJ41
pU1GbyNouHvLjRZiLVmIwq3zBBGIVGRw68xYH7aKjupwneAceyF0PjyZPCuh5jtUIAAzDNj4anD0
eyPdqEM+k5aG15nJ6hiYlIF0uAvBk8yN9k4BKMvqah6RWhxyiLUf0RwMX4q1QkyYlA5jzhCBQ8Gc
5ahcbNRDwUa/zhDJMFwu9L0/hQvGUM9POReFpVnVzvdzUMBcxxMZVNGxkm8qThOHWOa2A59ATW+/
mLp5yq3fqJ3UWfUt4NF6MQw1hYPMrMnE0U8NZhlNWP2qqCvRvIwWSB+Ym4X1tyxyPEu0LvGKtiN8
y23Q0YvYjr0DkSYLja4Os83qZC8G8jz4I3PDBL5TRZydHPaWZclDZVf4OmGQI0sviDsqH+hpCN4v
B49WAnYN3dZbY4sLxrQswuEMDRJbrcssCO+Lqdb7APMLpFJOSpCbSi+M96GbSbun4o8IpQu1v7xl
g9H9zTTW0ZdZ517xjK8nKnCiyvClreIJsrj2niPlzhz3qmEuoJa3OZ+xSZXcTVWX5m/c0MDAk1wq
UFVei2M9XRyTbfrOhNGpzL3qFswLvPQkkwsWUpP1+nlonFZ/5NJd0JmVyxycWR29bu9TZiuvI9fv
aYsE7GqToMJPOyyrLMgRR2JEayyXD0rmjbnG4kL1l8BntW7oeUp0E4vtJpKz0XrIimm69vrKPKm5
nBTInhCrj0+F2xyY46o+Vopty65yOdbySaZwfemHD1+WTHV0YzM5PPdVHsIcoKjtXlEQwvnLJ5lV
19y0Xoxvlkranorm+uTPdoJB1CrOtraao/pOzuWF6RTJ6dwKzC87Xy7dZ0SZGxE2tkmUVkqNR8cv
1LpbeAB9uKM/5Mcx1c3L0vmi/NFIpe9UPrb4QwrbIafS3hTsAz8Y3+WMJubcZZXlKAf+ukUAjXsi
D8qLH2CCS7UTBY20LarN8iPwiuixFkHfU8xF3rtt6ILC7A/md1RNjd0sUMD3DlF/RFO0sjZBEDov
SqzywancGTOeb1CxhGVpgOFTSABCuABAR1mkcd9N4OrHPmo499DBP499rrpjlwDFf0QnMde3osmn
9baL4xqaepOYlL5LilhM6j69D5apKo5OG2C8rxbq6Ntee1lOoi3z/bu8A5K0URBJH3JVNPeOrRnJ
qZuGpDc9FGDlSBxyHLozF84OVgYftVNLYLGMJtFosGpuUed6WLNN5nYYp+suebBLChwbRx8DqryQ
bzw3k3tZYB7aOGlRnFXpGnyUtv/q1yuOhZI4dJ2wfgE1t9VX7Cgzk1yRba/12AE1U2Nav2SJ14Cz
Zyb0UA+9fKuCqH1vB8pfHAJFK/Zr0K/dESR6+GQHKOEX99lD4bk3UoruDj50M75GmUQGJWk2mQPA
7OFLDgH5gar3AHo1sfphmOIcY7cxoXuc/NJUu1b3ro+pdyFqL51lKTgCD/TrUrUMd6ynl43PqGVw
ndOsjA9tu9AImBIE0Ec/n7seDm68Xmbrih+qYKVAtrKW1VHxhAHI4JOevOoIcnTXblj15jwjDeEP
0XxPYS53uVs44V0rlvmJylLaXYdhl5vDNJKqPfi5Dxq79m19rBeo89sMz3Z3W0OlXkHCdWF8HbEL
7K96JGTsC3y//jHM7ngTZs4ynwbIA+NuFa26ZcWeIlT3Q/De5NY0OKrXHttDIVaUGTaNP0GIuOX1
kNaYEPFW4KHUHbZWnI1RMvF4ENNnhtAAIrUL8vc0ItobdnJgA7tZDLFoFp6kuPQVGWLL9fRZjW25
Gfth/LCBujeNcK7rIez2sKTCb5RhIYSKV+t7+0g59uw2xIdSOSCfijjvU2aGcC+wQ9KeOwnbC+De
LW0FTdHQ3XIUZUl0nQpcSGGa7GYt+vA9HC6xLI6xP6WJ4nM+meqKaK9/ooAEFdRSoarbqdk4jsVE
WOX2UwclqGIIAF+cqMjfEsIGyNQobl43DMAG28Ad8xuykOKHNWV7djyyBk3UslKnGEJllKXfqFe7
XzLVPE1dKOnP5rQny5g9wiTGpzUCHi6G6tA2xU3sed/qS522KC93nNPQkM1tD+A3kqdsAcGX+T29
xdQmRyr+57Yf3dOQJMFu0S7b/dEuJ+Pa9DqwIts72im3QeRk+xSi+10Rlvdsg+qdvVi/fDd86mzO
DqCfxBHV7zaU0W1LEQDfaX5WojrmJmkOC3qUXVhUp6GkQu6ra3/A5TP409fQ83FKpZNFvQ4RkCGa
dOOXfbb35i66pWc0HGiUjCceDz+HqM6PVIO+9TiJbJLFJzeIfnfbMtroJdvPYqzv85iBeaLtZ/5O
fF4QXECuzr/WCU9nkkbymC8MNCt6UKY/9FH5yAYZJqHjPsawXWh1qFNS9iAtNKYkKM7ZmUYg0VdL
Iz5pKOGrhYF8XsQWaa0+xzVA2bRETiQYezW2dm75BnEQa5E9mdVjKriVyvC4mmByMPZJgmPCpFmA
JHKINuFiFdTamuaBjfuMtn6cyq2QdmDv56h3K8x0LdtKvzC7pN+xjZs7iuTf1DqqB88UlsKMG++b
OijOiMEepIfjvVfxi1BI3eMRXiKnu627BF8DCrddh2CUU5B9b4RfXalSH03J1HqtanX2nIAu1gT1
YszXY2sKpCXmTQ5a7KYMg3Unj451LoaV5qutiAEj5IrQJa3NselyD7mEvV3n7EqYOaWXZBAAIFci
dovhgblDQlz5beT+COmL9IKwbOmYUyOGl6bTLHT8v849zLRt4Jd3WsPS7EPxys5lcTYFs0/7qpz1
V9sFv2cT9q0Zz5SC4nvEWTbvB1DvLEMJVGEu88VeMx0KnVPiKfGK0nvyy7K+lqH/uKzBEz19DHSr
1Hd6qsLvaqJPMqHPw8vUXnONDi+6y28Iwdw0VVzdGJjfy5TdVp4PEj9vaFmSL97QEgBbaXN9pYA/
7T3gigXykIFpP4yE08GNxMVUm8MjhF0ynf2oO/q+/+TI5ZinY3XqceJAY6dQuCyl+RpOI24NDyik
10TF16UK5B2CwKLZQ9ry74wZYuRAHQ6HUovH4mJod2J0ogMGGUI4KVhj0VdHZ128H7GHorBM2UvR
sQhvhoqOoBO5+SGG+lmMJZjCqGnOJDDOtZtxhXrx8Njg2DhPZn1xIwzgLqmLt1lQWdcdJYAmqMlR
j4E90Io9+1CpAGs46bnKpXdqKAvuA1IU23qKYZ3Xiynf18Z9XtrJfxk8lrsppHgQ8/SHMa9fukAk
T2NGirbMCza9Mih2sWvRBnlpvVvy+PdMdtctUf3DUmZ4MutqwhSmaQZSiLP6LZE6vl15gF97EDly
tMUFwpoovS2HLj1Q3T9OfDVbd6rR1xnP3Qd62NUCC0punI5Fmcb56lXinpQTj/raZuC1nPiYRjmd
s8FPaZkJYBsCI8lZLHTTNwC9xvcgSuxjljSIYlPGB1kv440P+PPaX7L2gFn6mgNnulPL7LzEa1bl
yMwq9T0I5scotdE7WYXVcLiE+p3dTaYJ24s8BsL90A5XQrvnmpuHDTk0sDly3S1dEfUa8DXfgg7D
phbYCq5gM0BYCkKUrF5SHsTiDEe03rhoVGJfqqyAOgc8kWzBBWOa+wQd2A2sa5w/dYNGNFNiE6jb
kIYcZYvNSOXg3vNGfSpdyrWL4khQ4ui4NoZmZDuj5R3YPkgaasgLYoQDxk43Xk0PJG/THoGd/hgo
cGJcgqJtfaCj3nFtssOMjhpc9thF+zhamzMUdHkuKi7XHq4/gYCqLWeKCR6l52kkYPVs1Dj3DYBd
Cu8PMO5Cr8cWEhv637NL/uEptWMSYQslf+BDy9U8HS4o1E4jF+l6SdMezB/Eyk3aqh7nd0xzKdlO
ZMgQHK1xyvZ5PxXSXMI84Ni/h1E8jOgBnEL5yW6eLfpe31l1Ex5cjwIii3mPpMM7ZDahnP8hJpFE
D37ffrFTheg2lamiLJyt/K3wdnLdgdimq8ZuoBVHIHpTFBFzdZyT0noMvtKCk2X3ng9ZparT3AS9
thcEYReyQUq7KkV3QQDKm4/rqgTJiVF7ZYjCZ6DPsFLZ7hmQOdPt670MAc06unBpOCXOnnMwvzrZ
Gf1OfahFUX9L+gbGVutLQky0AjZh0YUHGlaYlmF3b3s/6bdN3B2jUn6w6NptRBzjuWuZikbZ54m9
nzqoYv15ot5e4luO6p91MzYHeCQw44P2Cx2M/RrSG5t0fd8xzZy1cHEymI44OWjDjGsGpa7GvdPy
DNiQV/TeyMB0+3bm0mzpABPeaIdTR/SdLqEYxQWuNl1OY+7XUvXlmVuxOySGZn/qlc4tvEzOjAOd
2npicBBWXLixtUuqaVJOu4usvoaakxLpal3uJzKqSMdYSay2j+nQe7ydfm5ewzWr0XnZLvHQTWOv
iZuWs9MsnOw+qpb8TThxhstP54fWD+p237UgZACFkU/YuVJwvSbEU4qdQ8US5FniU5FYWsP5d6Ub
MW8oOLKXEFFD1sRE5qhSmYy7Zgm8V5OSitoRETFnyVe7o/kGnQQpKgfoqfji0njapKabb9p+0nD9
lru59/MrO3SfLQrgDO/yVnXjwS8JBtFq2Jt5aa+8qsfaTNyK2FK9PvrrFJ/qvkvuq7izXxzjbp2u
YK9RrOYuF5w6NmxXfwoid/mmn2R/09lR3DgOWNeUKIwjIrXreQwdUIrfTmHpHDrh7TrhVufCFMUx
GtnaMgoE4TEdLmJY2ODBk6smRc+OCYYELtJz6836nRY9lm6NxL4f8Vn6UyKOlXaGc5/K18aLmiuB
35L+8fJFY4vGSq+haK4oA92sffSmnmV+WL0bdx1/0p/BlWmT+soG6OohffZXvr+cskrMj/WEiDTl
Vr83aauv0jySxwZSFXnDutbzKfA853bo8bfuJgoZD/EUWJKGXBWvlGjiPQHc9uSUVbk1vhvsHJIS
NAaD+IW9YnaFWZ6LXjr1QzvKJ+1jSy1EXj7WkQzY8MTzGZOZIC9Yp7gWdNnsnESXh9RLk22AK4wk
2iWt4yDSSqhwmuBWI7FP2Wuv8VlClj4WPu6LvX+xDl2krzdJ3jvQEDN4hFiLhq3bZ7y/setwN9WT
JeYxvrkqaH5fc35EZRGUm+BXeEhNTFk7EDfLgf1wF43tMxnQbjMtANWi1IC4M0J0G54H8Dpppx99
w4hONglxKBG5NLo9dJG13wfXXzYTxdpTNtQcDpxy3ak5nmie+u2PjCMGBpQENrarzNECgb3zBZqT
wcbFwYlWHv75MrxyYr8Eosxf4lHLr6yUAHDpnkiUkKFKZ/DlZAibfRw0PWLxS66V1/9CbWPeK074
36ymKLlVyfy7qnJoXvmAws5pCyhd88xaaEy7dyxKN0ElepxEd45Jk8TbiMzV74tbrXy6AQahAssc
7GX/iGQeZWoMKt8yN/DF9hx+gWCJH3LtfiY9m2SqxZVCKl6Oz2RsnhY36bYwVpfdAvf0Nq5X1BXW
uSR82EpUE7bPZEkOqe8V+yzzv9JwwLyxtnrTLWzyBWUB9nGswGGKA7OtR3lT9nY9xTOOY1lZkjpr
VV91RP4PJQHN+znx9MYLUX9SqIt+Xy7JtqBTn8McVw9eitkv0IJtCHvtj4Ykz6HwnO5uLGb8m24P
s75CcEE2KDlJuiGPU2y/UolCgOWQT2RXp8Lk7F+sfi4t/11cdZQeuupJQSm+YiiI0J2A3k38eSJn
yrEn5uDTcHtXoW2fLGJO2C5BtZ9TTLR9XpKAWu1bKbsZQ2RobqiRhruiMd4VLfvmwR1i3G1thDoU
U3p+cEqCZ0uAI1wBTN5MedDQmB8677uWyjmWnUjMpq49oORMOfQ/KEWtH3mu9JlcHIt3ybIgFmLF
velRX2nt3DMVMV45hQN5hvIVpovJmhfKANVB0mnYrqaB4t8NN6Uoy2vqjERES/9E4jC8S81025HP
3ob4cQPjLFe27eeHLE7NqVri5DX8lXfs6rAwW2bX0VjOTBM8kteq2JAWPE7rBQfU3PZXJc/RdpbP
lK2rLcq3LzCugoOp+HQmOd8tgzuc8qE9dlVFD8JXj8QkuaKNWvEUUILqbw1g/O+tZNaBDJwg+EI2
s88POoiyAz/ufqOCQGRz+RXfZBPSnKjxB1etGzvd1onKZruwW8dCQ0X4rOusSq7UryAohubdSraG
8meT/GBjsbwPKmLNci9dpkjJEpuY3qOhfB2zkpM4oKig6HG7Sw3aPmtuak8V+1D5BE96xUZ48WpK
kr/CqJgQnOQQRIbgqwg44shWbOHhMuQs3e8ySasDwMjgc/HKnrW4nncUNas7UtbyJSYxew6GmNNT
5qUZoS9HPcY9ys28wjDeUmnbzONYs4VjL8B43Nhd5SE3pmrMJbOcLc9VIxsum1U81mq2+z5wWIDT
GhIvQZmCF+nb7Ml35rDYJenEqdVm9gT+kcxNNNHSmgVV0sL164fZKepXwfq2kVSTL9lrIEbpYLz9
hfO7t4I5I0rM5oX6y3CA4NxvJ8eLr9OFI1hPvPEVG3ZwS0MpOi+FlE9L5aqnS8XokfqOOsusb8/L
rygxsogBS70XMUwS+Y8jq9oLkF8CzyVsyhPb1Qb3E+0PTJ3zk4zkt15X+RsDO+STp19ZZRFePpay
W8S39VeQ2aQVywqviMOKVcs3O3brq8hDzRRLgyCuXLvyY9EpvbcxDLk+OJ6GBNapvvXeiTN2SIW6
Tv3z4CXOjWiK9pwJf7zJM7Sp8VwMQAgrd0fK+2LihKD5YoegPkYZEhySQNw/lGS2STmRwcwhoFMe
/ktQu9QkV94JvEAACbeOsxDAqn4FukkvUWPCAkC2jbve8xtLvbMe1mP6KxDu/gqHl1QD423HUfnn
MFsON1t209TeQje017Mb+uOh9Jp82bSrdMQ1oDOkhoi9sEf8ip7TT9NIF5K0rPaD6JrnZejXUxEN
JFQJ+R+Szguyg6aQcrdMuL+9hgmJDesvT6bZa+V9mxNjn7pg3Omw9g7R3Mm7QA5s/wnTUGL/lYVH
Lmx+n5yOxgC9F0luOBPdrnCD8YzJ62jj2nH3tpntZ1hdMvXEZCnrgl586XLJNja71NYlIbrJd49R
3T6Pbmo3hWYGYTF32UU/NEZPzUDbklDpzqzVS9oF36LufWUE7NZO7SlkaAKzE1f4zs7+Nc/GLZXt
/GwBH6t5pKWwUgGmz3sMqYdS2cvOUxDrTVLEN0tG91knijPvcM0b3iiiYzvNOFQn2+WQuUt90Otk
t0ONIQ2F4Sao/U2UVQ/KqehhIDtYrLlLmvowzOhG5mH2TuMgn2ZsFsRu8J8xyYlWrkMO0mdvZQRf
NdcsFalCRUIoUVCrOIXU/JPSoB1thgO5V/6cf6KGMjet5CtJHMx3mPQ1TMBNTnuZaYmnvcd81HPA
KXCfmfnedcAqhJg8sDBikMvJuk7NXeoOd2McIC4Z+p8RlPKVkwRGQZM9kovaduNwJVV2W4wq3F34
k1Notm0z56ducYMHFN/XohjGXSwbMlTFdy8M79UiqVDqO3xoLbz54KeXEVwYLnr7nEz4Y7m4t005
fxRJN20bnqQUSTSi7+BYNshl2pDMbkjyH7ymuLhfMKrFFSdeYvvpdXoZM+HkTnCoMAHZuMHcJpHB
6NZ6tDCqqdl5cVscSsp+yUoOuuTxtrWJB7iO0nvu3OZV9lh6VF+6jh1sTD96k7Kh3yaJW25ljb2u
LPtXPp/TMhrSnN6rF5nGbH2/Da47HiFHdnwxawrdp2ye09tw6qZXbgQo6qJiqqgfuUJXf6a/YfU0
Y8pSF3KMmLkVizDhVl68e86vzARn/kLXhzItsy7Nr7mXIBfunc/GhpqvQH9e1hlpiorxBDHE705T
yv2lPrGhxf1t8Afv5+X5tR3cMv+I6cB057xhcoO3zj7swWRkn29jGmMzhcVJI2nxJw52Uyu1fx8U
CzZBJoPNM8NT0cLmbtAlc0sRD69zX9VpckOPKC23iRrdnwPP083/saU7pyEogZNhMqh4k7IaD7Fq
bfP1f06iyD8O15F/CSNFTVFR+aT35v6Z1McwXdTVrklOno3MY+EX9mkSLYcnl+PEvJvDyg3wwY98
4ukwUINuSQBAQ7RR/FYNNYlwr/IdJMpFgZXAV2p6IqnYMJ4yUcfYMDqKs7MDU5rtR8KVaB+jKh1I
IsztjYfX/K1afOpKgzeSDoGdLfYN3/5fRwj/fzDtf4dkwv77XNqh+6w+zP+6pLGqzz59/8c57ctP
/iWc5jBm+xsPBh1R5PEvlwNj1X9JpzlC+b+RPfPcSJJQI6rEBfTXiWsn+C1k0NqPwigIGCQUF8nH
X/Npjgx+o1IoGG6kx8q/cYT9LT3312zYX8bg//XQtfxjQo2AmJKMHgkhteuSd/uz+MFms7Ap8orb
KR1oUTZ5j6cgG+7DMeS4103jLavztBfC4iIOvBXTUQ3Z32XQib4VmTbVzDuvoH/m4kuk1++nHPeL
8szlTIXFpMNLWmpnl1Xr792MCHZJ39n9DC9xPvhHykWkoxwcAv/wZfyLCNyfZq55WzpQSkQ+KTQ+
PS+8vO1/wOZMLceMJmACAWh2eNVGo/utQeQ8dWCkfr1QN8AC3afmwdfpcm7aev43L+GXJOXvQTRe
Aq/AJ4NHEi5S5BP5Dv/xJehURxnEGBcIxHj4GrZL9VC1yOJPY+7sq7CbOUWytdwlvkzwcmam2Y5h
bF9dhrQes6mqAYfqhWXW1hHBtVy7oNDCoPo61Cr7CIOgvM+8fDhPXs/dz6Y0u5q9CeUxoQfiqr1/
wwpBqBhedi8JuGSMX2CVyjZCFpHaCEtJZJuH/xY39scJ31/vOwQW4JMV8bgiLiSBf3zfHZP6C3mv
+ZagvvdUJETiKGREDocqCq0/RWokicMCLb2W0jebeYr986zEvZFttBEXh85mpU3wxkSEN27+zYVx
+dT/+K1wP3E7cvzxQJr+mWpLZD6LiknI24wZ5XcWYfr1QZ/HR9Uu/puXT2rZMwSZ3NMVoAg0RpQY
fEkNUPfNzFErDGlVt1Me/xtc3z9/aoHvS64SkpuRT4Dzj59anyKTzbueg2uafbM5Tvj/4uy8dtxG
ojT8RATIKsZbZXWi1A5j9w3hcWDOmU+/H3sv1qIaEmYBw+6BjSmSlU74Q4dq/p01+S48cvn2FqgM
wfurwrCodF2O0nmGj1VpOT2roEvWVUXdydcV9q4RfIrLsnmwTTn91gKBNfykQnxIE6XapUWTfoan
RzeY1koyh3rwbid1Vo82dEF8k0plL0F1f25kVuLqCwAVl40o3EiNgp0VZPY51XBlXIO8/TEa7wru
wYj3eK2F+id9sNM3Gur4UncT+LQwjWHTANvXaUtuemJJCopeQ9uptqAjUSArf7Hw4o2qCwrPd1bI
9UxwbHD0UpkAAgFR/fIb0esTsEAGDPnavPkm4lGHpDVmqD3VmoS8kkMj80wqtnVUoF46tdYnMyhT
0DPWjFDsP2drWUXJrzuPNW+by6kjnmB1kA2alimWqN66pgHWF874nBXdDOebxHNMG4TQVeLl3qsT
OVjfH6e8679OU47nNzSdw5jE6Z3IZiGuMG9wh2vDFKaBtIPOMXf5gbRJ96OsUNQZdVhuKA4a/kaf
JJMU0QOduSPmjrwjCtdaro5vqJHgopLXs1zWYOTFNsaOmYB6HO6JIl+GXAbGFIBpjBn47EDJhXV/
+WANhQEft57ubMXZj0LwmWyD+gIBl1zHgzjenpHlOmE0xxLIenCMgJFzFp8B/sFAOGqq55p08rs+
YOicRlV2uD3K1U2GggEhgqbqyCagHLFUd1IUeHtt6WvnER4FsBigkHVJLjV5KilNF9UrutdvhUVm
XjtO+Balfba/8wzzq/y99niGORgRuoZoCKEMGPu/j/TJSUZIii0yOIMz7K06K3bks/XWEqzCwLIB
O1vPNgCsg+UJqEdO5z1bdgyyyoJT4znUYmCU0qLRgRjfebb5yLp8NkD2tmFbNtMB4H/5bBFubHgJ
Jmcn0/q12egcOmmIiO2IbfhEBwu3wTLfFkFjvIY1yYavtcYWfqe96qKx2dx+nEvs/bwEeRrWA/QB
bhliq8svpfsZBWxVJmct1ZK94SMKKIcamvgGsRfd/GSkuIEbmAjem6Ll8bAceN4bfwU8ushaKSI1
OQ897H9Z1CpmmMA1yjQrv3hlD7E1KzSKN/hntQWlLSjiOxuE1r31erUJhZwVTix9DlKFaS6+wBBr
pI6DEpwtwA0rj6h4UwxZc/BamZ+zKMs3fgCkOqMjTbfme2403+vM2A2V2XwBRGidojaUz+Y0YCQX
4Ad/e36utxOPBwiA5Ew3uQDfZc7++k6t4sjGs6LwLH18WwYPWl8vp4MxmP6jFvUc8hUlhShqHBCG
rbHT/OK/iZOwRngEBMDQYqDj4RB5X04VtYEokPC7zipIqXI01FfdH/OtKi0PAIqmgWD2ghe7tIo7
xJCPpgZJEJv/k4ES3/u3+evd6WIafkrX/KzSTd9JgBx0ceJw7QAUwsvPT+6sBbEMtt7fFCMS7ntq
XLZcROFw6tIG3Fp0Nihxrzsv6o+l6Rk42Kd09BrsEIq6EluswymVmWS/1WQjjEeDZ9UqpfJALf2t
jKJ2N1ZltjW6HtaY5pcblV7Vpi+88a0OAD9QIf5qVoW2803p3xHV+/CbES7akmiULb2MmMJQm2Ct
hmdB0QCkLsIHYRJ9izT8xbRU1+9EH/MXuTjN5rUBKYl7DD0YKEqLtTGoXqtMSXQuA+uzV8fdvqD9
slMhpOaR80Qf/569w7sSzeWQbFXVwMiegNiic3g5JJzDKQlUJzwDvx5WiSe+Ab3wEFVAy6StY2h5
oISqOH917BcYsC9hHzZPedPuK/oI27kkype/vUuvP7rOq2vkuRRyuGbnv/9roaLb2gVKzhmi1dBQ
9dz6KkR3nmDvblB+qO5dIR8NZ2vEMhbhnoaH3+Vw8MvjBpBZeEZNw8AxuY90uVYMX9AUQ+zgl55p
J8sGbAFGGj90Qcs2DBS7pocbTADHFeoxwjh0/mh8sT0j+cHnxsj+9jd5f4rFPGnU0FiDsHfAry+i
GwLvtAyxYzgLwm23G7TpC+DC4BgAOCnXWSEByetJDkSuteFdkVeF8TYHMZ9CVorkp97o2hfNSZKf
tl8ihNRTe1rFtdnqG1Fn8jlrjPLJN5XxjAyb+Hb76d/1GxdPL1nYTCZ1Dahhiym1bNiZeKb75yQb
p9niodwm9MEPmTMJ2jGgEQjlYWC0odj4ePp4Yy8fx3ocETbQnMPYC33V5tRtS7RpRIsQjQpuY12o
NJ4CywI1E/cPQunL9TAL2tYaIDrOU2fwvA2C4g78e8qYpL6//QyvYKN6pdwdf/IMBwIRaGx8HpVP
AzyflyCrBiyeh+LQl6m9A6uJ1V3jiKNIomZvt2Qgd74Ny2v5aRyLGgVVGE1AYrxcfrCuVd8aJuWE
SAfA1LSG5GVM4R0Z5EVBcr524CKyvJG8IzXnp8thHL/Wcm2ggA3UZ9yAXLOOIsvhZ3MXbapW81dF
XNJqU7TpU0StaA1VoHXzov8ceNn0LISdPyQO+BhNL34IK/3Sxg6G3Ib+2RyH716fBlhXp1u1ht9Y
isbbe4Lijt4xJWVFKf0/fzSOrTlXtm3yImPxNrbajgg7aspJ1rGymiqRnBxEbH7eHuWDcIFzyJTC
sA3YlOrycIR0RJVJNdMTMhVQGDuLoBYdqW0gMxfMtRt5AfZyXlZs7FR9RrUlvXP/LGwG52njCXhB
0yRgEUS4l9OmNgj2DaORAlSxPsM8t4wXBWNr699ID7aoftIbjR+1aQvaZFeNw5Ms8Wsd2uci+OOL
EPKUc6dS8f7Ol+uVJ0I3TiI1Rh1l6fI0lUBjfHVIT7MBzkF6VJ+0cW5ARjqKUHGWPtoooXzuyjLl
0AHDitzEhDlvl2/o7Y1bifTFps+n6JdS10C6UyVFb8hot4XmRwRcsf2f18p8mZC8CEA/1DgXJ6dl
9XoJbjI9dQL64djXqNw58b1r5CpJYqIo5VL3YhhbWxrZJioQ+9GQ6ckOunofw75cJ5pEfmTE8vD2
sry+sOgpzOG1YzqSHxdrIoCrpGJ7G50mGlIbAYJ25XtA+kJLRGvIJvdm/INX+7/xLKKFyzUo9Ciq
OjOMT1FiH0MblRRNNo917BwCnb6CDJ4zu3hIJO6n9HZC5VB22b6noWV35YM/7G6//VWOJSikz7cI
5XRgO0vbKz9tmmoYq+RUxEicFQZVJT0K9n3eBQdhxsSIIeQxwnwDBbLhnu/2B8vfoq5E0YA6g+S0
XqwmwHpZUhpDdAp1fdqbVlV98kaYHZbsHwIlgmmgCPnc60orVrrWOgeJ6hRoY/8pg6AFHDnMxocx
xmAAVB3YYfzSDkox+s9OE4VPjeZ9vv255gT4crvSorcR/VRRIqTkupi8HDFLKSminWqg5IQvNl6l
HeJomW6igwGDbwe6ws3t/F618YPDk9IFHkiIns61A7m42Kwk61kfXnCigDfu+jR87Wx9+tJ14pdq
+9M/DYjKlayQZ4icEGxrYqTr2+9+vXB5gnmlIBWBXdIy6hAgd0wKD8HJqevXDJ/TE6jiYtVnWXbn
K19VxQSrkrIT25HCE/2HxZ4cI6TIizZnqCE/zKRxasWxxFUirx+ttH7BY8J8Cbp2U4Ayawtv41co
41Owf2lHPOVvv/cHc65BVRVkEhq5l1hkLaK3zAmMcXiSE1pfXhPXLwDKjbNAECes6kNlZuknNU2i
O96T84wu1pqmUfqYAz2DC2sR5ZlSg7cs6uikeYaxB2RrrB2B5sbtt7s+/pjNubxAVcyYJQYuj6O8
1j2I6VlwQryyOzqRjyEwpvLbydQ/1dp4Ryf4gzXEya7P8hLcvihKXI6ml3CukPmKTkrpfE6yKt6N
E/VLCgn98fZ7XSd/pMm2bhPf0w8kULscCUhGP9RxEp2APP7Km1FuNU9UX307+ZmgTvLLoM20vT3k
Ry/HoMA4NXvuVy3CqLwMU9FHSnjSsPl4MmX91XdM5QBA5fftgT6YMyrqNDRRBSKB0RYrI8jR1qq5
m90yFN0O1TbzYIbD71b0xeOoQhO6PdwH2dJcnGZtEKLwRZc2SACdPGpNQnOnIAO9BQh1Zwd4nNNd
ouBhhJvSjroDSPTpiS6Z/VDSK/rmIOxQhaV1rAIPQpk/A1hkZfk/26YZ9m0x/JHBEL9GJW34FFWl
O/aWH8w/R9W8yAghEOJeTIYIStubOTFuVVn6Bmg+IJZcf2osgs2sUuoN/Ob6//OhLIoz9JwoCtlL
/6/RC4usacFDGXG2Bxb70NSf4/aPVMRvAqoDcp+rBJ1HGFdrtYPNH/lALPIH3dvXWbqKje6LjZwv
Z4y51j3tEPXtnTPl+qtwmFARmZEUli7sxVdJPRtEINfnSeTqCcrja92r8qUU9pOuVulrn+HMdXvx
XJ9ic57KdpiTC4q5i6O8KOpJwcfUP1FIgxTkZEh3J1q7vz3KwlFhjuwvhlmWHTIi/j5H0/MEPltU
zSZ2kofOcCLEyrRvZjJ9m+xmn4Laq/QBypG41y65+wCLL2uMoS/DzvFPrI6d0gNQNkJHBY6e7NpC
7Dr4fUrifEu9B8/0t6kDav32J7g+FGYtcgTk54KIqS6ntvfKWO+A2J+0Eq2sPmKssf2j+Ti4gWG6
PdZ7sfHybppTYDIXiQa+vGqgJY2MwlCo/kmW0Svak+NDUgCTH7NUdGt46zs4X9UfMhcfrUizAQ9W
2o+NbmYHveYojmF+IzqpO0/16Kt/IvRNk1WWKCYKxHb5u6g9auztVH6lvtDXK6gYezh9nrXS9SF9
VJwgiDdeYhUbi/LzNvQFfJchGZ+RpXB2whjjF2Enxc7rUvNfCRZ+3RSj960ZNe/JZpLuHDUfzT07
yp4PY74K1dnLu8aTZQv3MQxPrXAcKGTTb9CD5YOH0LDsRPtgWBCU+gkomLD8fEvjWPtSyOJOhfg6
TqGbSVpNig2xwli2EhtVp+CL7u3JYBmu+yj+40xluO+qHu26LiwR021/pUmj/rm9GD4YlwAC7I3l
SEliOJ85fxUYhTEgmwf89+QXWOBEBPpnKOb+qzcKsO15cBxSsz5kUWPdEQb/oNpKG09XWYEmIQU9
1MuRc6Vty5KewkkFOAxq3/7TeCnyf1IkxbqEFcDdCPvAKZSvwMGc8yhGgUSNByChCYKtUYfgcArd
jWzrfPubfBDBUlfkfKUUquuWXAaNoZJVc43IcSNH/CiohayLfwRt+G8mlXoaqPEns4mfWpNssxfp
Q2vFv1E1L5/HGDTi7Wf54ASeKy6UOgXdZnPZcMyrGg4gHBg3rOLhh4Ns6kpFz/DOKrgOfugbcrUQ
/FD71pa9oBx34CacPNtN89btkmB4qiNYvf2MGrzzQh9cYoZDi9KghMtBZ8jLaRfZJENT9J6LLEu+
jZ0u2vklCqOlZXabUuYdrvNCuzPoB7UjNjhfT75HyvpyRrNShGYVBY4LvhI4kV7p8ARzE6UiPfwe
j4jlpJ0Z7JN25PiNMoGw6+Sd5WQHB0dHNQFdFsDfNWKwDygMtmu7sFXYo/rX27P90WEERI7aDDsR
b4ql4/oE5reb1NR2/d5MD7lAPiUGWbpuKtH+wwHyA/5r8TQ0o/rAU9lHu0RtGwmdn3eeYz70Lq8I
bBDYnUB/TIqlyyDViRVFa0qvOLVTVvxjGklyJIGMCMWqfjPS292YJGsHyMpfFH3stx1x/KYbYbsr
wGXTYtwiD2M89coI8R85/N1QBPkqgz38mCSB8l9vT6oPRIuCqG1281gWdDWDqnnOYXJSywE+2VBR
+W+iL86EfwNyQv95CTOcJL0VgMyITZe5NNzgFOCw9Emh2wi44JTuBsUGIl1lyc4MsnrDpZvcOS+v
DoJ50Bk963Bp69YyQqhYwgheMWhPJWZNbTpZoUw73rmG3tvyFxMv1XlXzoUCuKiWnAOVv+4D8lZo
X2rhuHEd7SmTUNZGKzeOVm17RM8eGLjcpP6+b38n3WOuHIdYdbvui8ghawzFo4L2hb8qfyJFu8/L
CJWjLx6wbz3s+FO/87DaB9+EPU3Uy+EFLclcpomZpU5lmituQ+Nga6XdqzVVkP6IZj+DV4sPSdgq
AKOdV8RojQeY2HOggtLcSh3Q0a1a1TqECCDeyV6vT5uZwE1dDLgKT0WJ7PIjkpHH/TCOPmKjgwn/
wgsPPknSseqqlRqYCFoXdINJGfwXBLGivaOxq1ABbbE5yUGNNbYNiwwpzy+oBP326UaegV1Nd8Lu
eSovplrnfuPInwGKc8Fm/rp/TbXuA4PWAg0eD635XZr9iwJALacMxXn4vncOlPlYvxiMnIpAgw1K
80unQLQYLJ5iokXyuEKxTbfKQa2H8K/hZBM2+oX1gAqYeJzjXT23o0cz0FTIcOq/sg1TjIFRP739
QNdpsUHyMPeZuIiApi4hADCDoGIS8p1avXb2A5SZYEPSR5ES7NBrO/Xhc9U5321hiH2PoNAWurRQ
NoYhmcNySPcomntrAPP1ZxtE0M+iVKgGq3Cvy61sfW81OvYf0MHaPVfEq2njwSkh0oMhisdCZrFD
9biYJk319NMU9NtpCNGMF/mZBh3XBQ2g25/po8GASNKQIwiZB7ycNuBY0FIqQ8fsLh6fYI5C/cvo
NjYmW6d2gntGPFc7mpej+KIbBuAhnbVyOV6DlP6U9i0vlwUNTAqU4KxOvXfKfTgKq9AEeaI64OMu
R0lTsyjtytRPwkYUrkPub505srxzK71XqS7XPBBTDWEhkrq5RLc4BsAlRwlq9tYpxZ/lSVWa9kse
+9ho1L3xakM2o+qJlclDhET/qq5j6C1gG61tr4CMgcrVwhsBKtWdcoITbC2C0ftjNaP1zR5r71Pf
Iqu58jMV6445YMVZj/INWZzaoxo5ICAn0N97QZg4/gKwGoxPiAY8ehOk9IfRH9AdB90KaG7MYxTc
HCM9Iug2rHyF/14DmSx+OEF3KFTKuFgyIYa+nnwRFKvS7DRlHWGpsKFB4nEBgnWMC5MdoinNFjVl
befpCSDzwg+x3O6sBJEWri1/9x8XJzeV4ASbQarciMvYmKxlCtrCUU86xhPbGsAtav2ImKqQwoC+
gUu5Pd67h+DFhAJgFwDqCY0Ilu3lHYyLe9w1yTC5+GY92NZ3rZNvTWs/hUECHriCU/dQ2m85wox9
EiOBiM5QlBwkRDrPWVMw3QrZHETfrhULB70/iY5oPXvYF/SFZ/GvZNfQVQ49ZZOIs6RHEaOEj+/t
KqNolypf7G5EBh2RnLZykMLItgifbZr+Tn/8KhmY35L+3+yNR+FwSYRoCd57tS8mt4U3hdd7VT8N
PiLQ4dR9vv1BPxwJTsL/NkZo7V7uQxR/g84O9MntImv8hyb3Iys7w3u6Sba3R7rONnkpCsokubA8
oEIsDjIQgZqH/P3kwqIF/aj/rJPkbJsAAfOuPoQd+jv62PxBT3EfYIaRRMmp51KOg35T2BTw1fLO
YnoPoZeLCdz5HEeKOeCaM/O/rt9YiBDpyWByg9pq1nEr9GMuumCF0Iznr4DLFdtKDOY+TTT7KepS
ejXmQ51CD5CDkm0sFCZ3nVnYLxaEzk3eJ9WdhvvVKYklmmYBc1Wpis59/8sHzFWSP8SRNFdB+v9o
2Aj5OHF9ujMxVwUIRiGunWeGPok+U4b+/gxd7zSwHYTqxuR9O030aGaMTmIce2LRFdRO+3ubOyeJ
HsXBTMLZvmhWRYEJsjdDeHFs+dZ67gLvVx/MiKgwRHRBjxFV7RRkrW4/7TsC5XLSkEmlIAqwkzyP
p758WvwXkBdDx9e1TG7BDvW6vaWHxi5FqLIk86iTB7T4xufQT+pVodfqngw+OA1ZFXzF1rE6JQ70
11RWJqcUWDptyGIsXSpELLSqHddBUTvHSYOu1tFgxxfK8vddaynWSvpoLnU5useWikJYq+fp3pHT
zsnSGhVTRG9WQEG8Y2l4/iZrxmafOUlG37WHdzNa4Y4ygjiyzvtt0EQY444ifKD5+Dsdw3bfFbL5
hDe7jeNKcLZHzWEhFlr41g+q4zZFnu9o6A9brzNeuLWfkOlx9q2S3jOKFR8sOtgfBs3sOfkkQrv8
wEVchZD2m8E1sQ8K4e43/tlHhqX3kaRvvFLFymr8ipah90L33XJDZFIegQ+Gp2oqbVcWZJ0o8YWo
vA31fpJO/ti0AdyJ2h9eCvAleNHE1m9dSyXecYW6KpWiPmD8091Z2FcZtE0jgeCfXyB/KHdcvkhn
DsioBUHvVkavbYOeRITl2yGPoKm/WV0/SzTD0lUzdkg1DpV2D6kw75vFStUB5SO0pxGTksNfjp+W
9DhqNe1cbL6sr5pSg3u2Bvth6IlICUDGvRaF5ZfW8Ou3WiFLaYdqg7EZjletHW5u75v31vriaWBA
AbmyOPAA3i4Ou9GXomuLxnKhy0VH1UThZGUjKfRkDuPrZLdqx9M14QZXLUmpPap/pG3e/kQRaXyl
4VB/lh3U4pTg8DmqVOdcgmR/HGVmvWDhl7oB3GJ0JCTiGIWa4v1jRrtmirqtie3ILnVG2LBFjfz0
Gn0N4yjCxnwDAB6grlAU9wzqr2LmGa0JCp3onFraVes3lz4lz8puXakVONmh+OiCuYn2IIC1dVX2
1Z3KwHUa7Mw9ZsqQIGbB3cwcyb+PUHRUk0ITGPRonlLvLGjwbyQQ/nPoFDV2NxVeTJXW7lj93V4f
pnKNYlL3qw2s/AcovGrLiTpLicJOuz3rV3uZAgINcPrS4ICuM5Wxk5GeYTLmFvCnIfvl5rEQ/T3n
5PkaulhadE3mZJteMWmKvsQ0SS2LVKTDHddBpbHLhfK1QfEY0qD27+3X+XggMkUcEEFSLBupURoY
SReYjpt2bfZs4gi1tryg3he1iO6k5tfZKS8FmG/utr8XyedP+1dwYELHGm2R2K7SjemvLIvkmRxU
/W5Wae060RQ8JWP4TSpJuRnKfA4QU+eTr47GypnS+g29qwhkbmEexnRMuVqU6Bu+Nd2hJwnvVpKS
Ikp4hvP79he6usvfmbi0tgUqanQMF0+N5K8d5V1ju2pWZKtB1RB7DqWYmY1d/xTbo/OsGNn4ZSrj
4M7NfFVWZugZsj1TmGDxLv0lutwISPRix7XbKdqq/as1WCrijB5VMrQZ4tG7V3366GUttvpc5EGp
fHmkVYYf4hik2C67M0aJUDE3XZH5L0xrSwksjYMnm95Ss0LJ6F6F6Tq15HWpoUNVBmWD9vsitRyq
yAnivLbdJhy1T2qG4rgM2ga/IDt/jrsW5dXac3ajXTVYTdg28lYJZlCZrJFyGkrCBr/snnoDEaRV
OapvUzTTZLATRNJsalPSyBJRjWqCetjGjfo0GYhLGhF6jhqWhavAG/FtMwLD3E4wJg8NVjvvjAR/
yyJoMHbH+KCrqxGxbFTXKeYgtoPpR4dsdpVB01cQ3gwdZ0IgKQsPFXqYD8E0YfswQdPVbe/oZWVx
jPyueY6c2FsjOqzLFQWOcJ3ODl1mq8rPtxevdj2hkM9npBBZP3wUY1EViNAOC5M2lm6uSGOF6xCk
wTKtn8N0spDwaESMdUHXPhLTfymR015HjRluCpRHjsSKn0Ks0LYBKh8QRltwAl7a18+Wp4dbVUPa
7vbDXp9FPOusrAA8BsjG7ALz9/mAKkerYHxL9yuptR+ejTHhBHnan8LX2wNdX2Y0ITSqhHN7iB8X
F/cwhQW4n0a62nQiWAWk2lvWoRHF59HU7oRM1/cFA8zAUe5MwGrLA9bKBxRNE0O6oOW6F61ujHXa
DcrmP78RlzOTRCkdCM4S6GMOApNHXZFuOQrirw7xT8zy/g30bjb9AHlwe7gPXgosO619jnIQOO8u
LX+d5KWWtqWt06eclJ4+J2JQtNS8vr0zT9cQQ4q0vBdGyzaXky4W8eaYV31rkh+4qu+/GW0AgH70
IP7VKhKwqlkg4zS8+6tW26hO9bMI4k+33/Q9zri8ienpzTARInhwTepiUSa4WfVaOUkXObl4K9Ok
P0xZaON17p2BU4zfYeRxJRhVnnzVCnzSTKr2OF4p2zYa5XMlgn9CY+yfYTCg0TNitao0qr2Xdpzv
nMKrT/jZISg26d0RFzQKd139OCY6CiAVhOga0TS7Sx+jGGpOAmA731rgaFYVVOENPuLBA2qK+b3Y
az5oF+8sdZOmCfc02fIySa6Csawcp9XdMG3N1YQe7hPK8ljAxYlwfcsu/6kU50RFihOPTgGwBs3q
vt/+8FepBtEA/D1CLZJoyKmL724EPkXpVEoX2fv82Bq4IHvQKx/z1EZLNWt+NEaT7UAr40Mzyv3t
wT84iaQh5r4beTzAlcUBkWsiCjEykW4SGE+ia7Bjxo7kudXxKf3P8STlCNYXGC36X4A5F4eeFY6j
EuW2m/dj+K/vZG8lDsx3VvFHG4lpJI7kgqUwYS1K0IpZqIoiGUWOOPwJFLpBOHL70RGdW0h19GQp
XY6Nb4Y4Zer9LmN4O7e/6Qc3EUUh+BQSwyjSx0XuFkeKtFtsmN3et56EPr6IMU3PJlXr9Vjm6ZMT
cSWmRXcnhvrgqILEMNd7iKdnJZbL7zs1dahTbXTcPI21HQaf2tYvlHvx+oejGBpIS/IVjOEXqxUp
qC6oWs9xFYinJ9yNn6Q2JOfbX/CDnAh6GPt75sHP/ZLFJzRa36nbAU/iIpEnuoTILkHgeZBBUTwV
pl6+ylwfn3Wr+xr5g3o2MJbfebVV7xJMVI+x5TcPrdHcueCuN6qgpAoTGM0Jw7KWcF0cKugZgcty
O318U7q6eYxwrN1jUdThEa6i6y1N7PlwScwRvfd0+85ddL2uuF0dhpew5/n+i6Vd2SpmQxpZhe41
40Of9fmmbspwJeNzWeN6mWUbyqj3oE3zhF4ekXAECKzmfgtqBMubKQkwsMah2nKtKf+GsRNwM4Qj
sNN9pXX7Qypdd+dIei/mLkbUyIVpvCIqS19gMflxh2dtXSmTS2zW7sfKCPeFg7w38M3qWTNRc7Qr
7RFfo3wDVyHd2q2BEwA4hjWN+/ZeJeaD94eeQp7AuQXlbJkVqUrRk6ByPLdFZmzViEtqZYdR+hbT
WXmss7Fw0erUfqmOryBfgDXuFG8crMfGNQRy+VVX0bIR3oQwlq4GpwK53w34ZKiWt/fM9cYUkNV5
PgIVDr4lwTcK00otBTGlpofmyXSy56Rtgztb4Brh4ggCSQ7w+dIC/7yYG0DHbaTRLXP9PJ2SVRBg
8xuFDeKwmBsEcZptjGYat1mrih0+JJ+wG0bTWfecP7ff9rpJ75ClShW4Hb0jwkF5edp5eM0Rxiqa
249afPSjKT8WukECRAkp6laOUuhvXoDJuplhipTU1ngKZXlsoQ9+r/3CfsYWTVfI+VCYputWpkdf
pNiWt/ey6utTg9BChWNGhZya6DLWN2n4zmKLpov84/QbDV+MgDptk2FeMErrEAzRl0Srp7ccjak7
S+K9eHK5kxib+iF9trnhvETWIGkoo94ZTBcpuRU1kaemlMUqdpCuUhDe/1mlv8pu+JlHNkLX8RHZ
zwebgsQqm4jzoLM49nGInq2mXnX2Y2QiKoDEeG10vxXHON6e0OtAhLWL2AIQWsSuqJtczmcQ5GAD
/QBDCVv/k3Vh8ZLiAr1x9C64M9J1TjRnDzDg53AH3uUiDlH9qFbSopcvBXLRu1KmEjXxWYUZwMV2
TtzvhAPXzSvGQkIK7A1RpgNz4PLVDLWhIdIk8qXqEeuw1RSvpSSE0xsm5k+ROcaDWWZYDczxPorU
/OYFW0oi+ufEDJQ3LBmsXdWV4RrPtntBw5W6F7sIoji1CBbIDBma5+WvBEfhdMcOuDFd33sBFFBU
xRabjJ+B/k1JtU2IBHAXm49dlj3lRoJLOTKNsfi3Maaz6dePtXIwbbSFPivKJ19B2dlRXyrxHNpn
swNxi1VLH6LP7tAbR25pAIU71Ae8nDrFurfYP4j8eBOiaEtaOKYAC7l8E5L7KTP5RYEt+BpURrxR
Jsxgmqgtzj6mP5sarY5vranVaxSgin1dKHcYNtdXBZkEelQ0DN5zxcXKQm1L4GRvCtfsQ+2pSBQE
Lp1t2+vPWleC9gv7L7c3zXtusNzgrCqAz/Rb0BdYhAS+1phVgCS3Wxrpg25U245GRWDkm7iut3H7
aoP21xUg6Wq4m8Zs3QZAI838mJb5V1811+X0OtjFWjUeAu8p13G/VAp3HLZNHGBlKQ7JbNfRrLWs
eb395B9cJHwreFMcIwKspDNnZn+tu1LNrSyIpXBJq4eXIM3jVx8NSNcqag3fovmCt5A1NnRF3de1
bmw9PC029QQQ/faT6B8c0BR42AZsUHLf5ZWGf2Rmd0Gqo9uGbTKJV2QrawQ+T3HY46vzqqFT2kYb
G1cgzAGPbCKQAuNWMcotNaOTE+xEoJy64uugPICcNKqvkbKv8BHq7J+h+mKgX1ecZJx/Nv3yUDrZ
obfE1zA7mqrCP/FdK6q3kfrSVlTnMhorfgAQokFHVBj7UkxnOPWfkqykgNfQB5kU62vWIhSNcgCp
yz0O/yzkuAj3JHnwu6YLFRbIxpfzYuZzslp0qluhzaQrHPsTxqvxP8rQr1tCn9A6jdFnCn41zcYM
H7/QRVk8GP5M8p9Bamu/c6mmDX2wK5Ds1WFSY/h9bG35hhaeubKy5Iyegztlu6b5kiMrhBv17Qn9
IHlAXAJmBCkmR5u0FksL3RjU26p2crEPmJ4CRSB5QLZ4SgsP5wN8IPcRtijPbe5Fe1WpPMDocTqu
4FO3G8VQk0erS9pj4Hf2PbLCdYwGgIFIkpMW4TrzXdbur0Xfd7EckYKe3KEJH6K6CVeh2RsHzU7s
1SQtheJu2rwRiI47gjh847Ip3CF3r64cJ0eCOx2+dVV95xD56OCk6Qu3FhQDjYv3DfL3U+Gcp0cJ
lDZiIe2h1sV3wtvgGNGlP3dpEO5Ns1K2shJg1Kg0P1iBvCdneH37U/rQ0BGCicynMRe3f4dWrpFL
8B2+jA8o9MJnQSa/e5yC4F6gcc17nsssFPXIaWzIAUvGiOEh29c13ujW9tg9oLb1NOkljo3Q1p79
GCW6socmU2Vq8N0HTNuAAkpZsF0wPXILpxuMjLgVCxm2z04ntB+O4lsHUfnmWcXF61mGnnrnXrlu
q1NKYEmDXeKYF4jmXW7KVotDuyydwUVg+AFaxeCGDY3vVaAK6oGhsUo4oVfmYOnnWsVGTg1pnHtO
ODw0Xew/IEQYroQdjC91lQ6ulkb2S29Y6GdZzRNei+WWDGrv+zX6BVkZn9pG+dc3EWa5c9R+FHnp
wBGREyPIAzBy+RppiwfOULfyJarSDSIJ3gYYj9tNsl07hX5nsOu9RtRFnkwfC8iTtQxsgO7ZgVGW
8gU5fG2N+Yu1Kevq9+2z5nrdwvqhXcyZQtbDhXb5RnE0RgVQ1MT19CBzS7t+HUPHeJ7i4j/n/vNA
tEj/h7Pz6q0bS9P1XxnUPfswh8F0X5A7KVKy5HhDyLbMnDN//Xmo6jPjTQqb49NAoeBWWYtcXOEL
b6CupXFpLup0MN+9TpXrxDV8ITtZZfezSqzrqA8jp5fi24zY367i9I9lnICrz8bns1Qigc3ywOpy
L7YiMc3dEIexT8qkfZXH4FktcH3uLBPHiCD3DpendP3d5iHhASiwZsgHFhcQnhmSkU5N7gq+qd8i
+yPfNtoWOGodqc0IQPJXsg34ooZ8/t3EXulSVD6IdYB+7KNmNKm55hF2bKlsDzK+DkKC8eXlN1sH
GjpVVhRyoKuRDC4Bj4aZ+V44GYWbjVp/5AoWPtSF2t5XkfliVeot7XGJGrQy3uYeJY6N/bDmBvAt
fx9+frzfjvnQiIQpiuvCnUTMF9NHL7kTQGX1nbVX+nZHUfEZV5mTCtw9b7/nJtYtKtpBVfZURg2N
so8lsXvcHKfyFtM3m7L6N7OoHiw/zJ1W+hBYW3KN760E8i3U3GjaQ6Caf/7bA1tilhXmGJYUjJFq
xjNN3psYbW7My3tLgY4L+Q9XIIfrYmeJIhRpLRALZHBi/yrB44qMJ/s0mmlmj1FbPRiTuhUHvDMm
0kWwxznOTV5u8SnkctTrSdcwLKW9r4N+VbX6gyaku1AZ91GJnQQiym33HXGJ+6h4Si3zQ94JDpf3
tdynD6oSHLN+a0+sT2dwCTPaiKUJkG9Z2R2mfGyLWMpwrOk/N7qRUxER9atJTVHVKIvNtHg9CSDw
OJ0Jh+jBcLCdf95CrsqQd27dpFOzz3GCa1JVmtOncJSBXMkh3PREjfr7uJa9q0a1PmRs6I9YcxAN
GegMVh4YMxsrJeVDilP6VVQY00tqacHz5W37TqoyA+g5eImPEE/SF4cFzlkAwaoCLXGCl1NtyN5t
0yt67ah6/GWwmgcvqw9VTokPj3o9+1hOWonLtahs3AHrD0Riy81JRAsmjVrk+YRFpuT3SQ16UawQ
J1WEXji0tVUe80KjWyjlW0pt63oz4xF0zEclPeplYwrEYRnlULLcsMOOTU7LYq81ZnSXVirO0oN0
m/foCrThEO02ZnyOZ87TWjAoNETB4M0dFHWxJ2VjUgSzM1o3DkVtH2a1fOxGTbj28M49pU0vPAb+
AGWoaJBIg9L7NeSnYCRCzZ28ot71qbUll/POaiU/BAgFKIpF8JY3/XYYxUo1iClNGzdtZP1EJOtd
a1qZ7ejS5V8B21p7PK6+Xp6H9QHIXQEmZi48a0hmLRKZZvT7Mg+HjkI4KakpxYYzSWieXR5lHcOA
VHojiSB3Sv9x/vlvbxaVmhBVSVW6iGXU4AfT+mhKhfiIIWi40W9974Vm/hDsXAACfOPzoYomKUfT
9Ap3wALp4IFpoSZUTRv37FtL4nz5zNTf2bhitgVgEZ8PAx+UdCYTvfuopgutj1iHEUDdZqmmO3Id
4iSXa9+LUR1uOnTkXq0GSrtikGEnVQxzgy7CXkjS2tG16WUgMjr0MjZjUOgVtAQS5KALPd2PQqf+
+NMvwboiLYEwDPaTmuH5c1d6Y4wAKLz7DlPdXR/D28v1rD72FeXby0O9k/QRhMwBpci358hffIo6
Rc0XOEzpQvV4acjyPoRV5+372PcPaWhadsLJfVJEgea9Oc1ajBgCXX6GeYjfP5MizX00DBvQTqCo
sHzdZmiNKtOa5p56p3DozdDfh9ZofurMJDz1cR6eOq2u3S5QbvMu8bfEx1YtBAUlp/mEQd+YvaUu
UVgYYxlhYfbGfYvk801vyuUVZoqHwZul3kSMnSN2daCoE7l5/DVsde9K6KD/NeQbHwqhk504KYPD
GMhfML/rT3kotfvLU7Q8dRAzBQ1H222uZnApzxvqt71p+T6ckVENHzqr/Bn0GCcLOC5ciVqcu0oF
YFYJs/bL5TFX/bd5UAqpxKgEnPxrMaifIXoOpzx6SBXVf+p9C36Rhoc17hjNjYmFi4OcanASFLlx
hlrIbtEqT51YnwoNv7hiKyFYXntvjyPPULk5OiHbOp+DFigBkDwzfOgF63skN19SRcOYjB2Z4Ve4
sSbndztbk/O7/zbYYguSM4eU643wQW1D88aL8VFGU3TaGGX9ShAX51YuwS1B+epmlTpfHocufJAb
K302E48chK/sVMOgnyQyyo3dvjziKXNIABcJY9hpKPMsjniZek7oZbxV72vfJw3fVi1uCgdns61r
8t2R5v4NKSo31/KEz1WB/A3vsQdcOjAIztDuspOhUyab5DFyLq/U1UH/9l5EvaB65ytFXLxXH8Pk
5IiHPSA1TqFEB8Wcu1chEoL9MEwYVLUfihjUEeVwmDjGXvPHk5hOhyKN78ZphF9BUTwhgSGwsZFV
OfiKf4uazHXoxxtB/zKamp91JpyrMyCP+3zxrMjoGV6kW+FDUIwyBJDM/DA1crYvOnQocjHsd/mo
eXsVU6+N+/C9b0KjS0PKkWyWPuD5BspiE3PWnpHDVFNtCS/DmzDxPNsX1ewPSUfzS9IZnt8TJApX
/PlQOFSPWhUiwxWERur0WCM4gtX3G999vUnnXQokj2VGlLhsa3pBLDRR50cP2EQjupvGhGEwCQ+X
V9d7m5SrgfSMpYWAyfzz385eHZFDKIp9+OBZ3n3ie51bUZO9LoV+uA/RUbv6/xlu5umidIGDyuJC
BriDu0jBHoXmgRCp/osQs9xjef9dTuRhf3mw9b3CDFIfp0+G4wCR2Pm7IbcqF9EgcswNnWYPUfBa
iiVSXW3UH5PUfIjk+sflEdeLUEFqgYl8qzCDej0fsZvkImjVnja4qoMrTobqgPRna3dK2W+crqtK
BwGaBHGHYgcH7AyzPh8r7jQIVZmsAdlQDnLtHQaqoLvBrKEj98210DfCzgzM71r+JPvyCe+4RH3I
h49B+lBXQA7VawkMsxxQDk2mQygMslMZ2Udp5oVLfXMwEwUlqXzjsVd5Jo9NfY9a5SzTB8BnXva/
Lbi+CPXBIr10Yxxp7ChV+h065cSuQWTu4lIrPkcoBtp60+j3kth11x3uycfIsJqNlf/OtyLJgZZL
6qERCiy+lVY1FQ6aiHM3YSPdzK350yCEcFoBb2+89PxO5/etMTsIAFPgcCINWVT7kPHXSisVBjcL
fBSbUA08DGKVfb68+NZb+XyUxQvlflHoleePlDFNsOmKjIGDKR1jhaaW5xfHy6O9dQyXLzX7nUFN
NxBLeIu9f/uQkoDwjlnVo+tn0kGovefClD0nriEVBngCXJf9VyHyb1vpNose9B57+g9h9GmMXM27
lYcfPt6N0YMcZ3Y6Om2JM6b+AEzOTYqXOv5eV9dp/9NvfGcSEeA5yPJPc/qOxWLe4DFg7Sm52K33
tUdefLSuLRM9lwbx7y9N8eAPt6H1vbcUTAoqGNenSIgcS3pStEdhehbFPZmt0D82Fnph0VErf1nd
VS99Qja/oxyJ+YZtBL/w6s61FM+Rkz7rDH3P/M+9EGPD+4N+ehxAYalfjPA1y36lMORNTyXMuB7r
a0n+XFj3ZgsCSt5lSAkL4LeN5ArbE/vy/K9yG4JlUGOzijF1ecoHi/2PGALe3eRSoAdbWpStJX1C
hl/70ViDf1PKgY88fCpdQZdQb3NgfTa6u7jZXn6KtzB5sQpIK2a0IJE7Ct/zLvttFaTxYELm8nq3
wctyCsXrqDiNWvOChQSFoiB5pQmY7KZE+yGZkSNKL9gFp3iTtwBxSjzrlOsunG6T+os5/JykV0s6
JSZ8DuG+VV8EkBX5VNzF+c3QHKLc+Kzm8qOWvhgD3WOUMRzKdhunwjqAASJMbkqzgyt3RfXVxCAw
ej1RXDmEf43RsEDlFGd70zuomZbdoNlvK5hsbgy7aucqb2068KCzCxsgh0VILpUZEmfaMLqtykeK
jLo8DhPil4nm4ccbgchDe7iTvoSKd2zSLHmKW0W7C/OkeIjzTr1r2tZzdKCxf3xhU5bBlw+9UTDN
K2Bkju13kES+6NYI0uaIVx/ULjMdamZ2OQPRLi+n9UGJyQtnCWU/xZoRoOerSTRTXxzDnNGQvD2M
RZtBgB22wBCr5iiTzS3N0T9LaCJ4vNg6BvRcWSpkaO2pcOVxIjdXQJntJHnq0pQ12GE7K2h4D+Fi
G/mgMyfpe+RlP/S8UOysqp/QGj1WmCB3A5x7ZTKqjchlfZTPzDpudeoWJE7LbDCM+HEzIm9QFFqP
xJciPGuWEDoeXkZPtFiUX5fnfX0X8guZeqRMQSID6z6fd4Q3Sp3SuOjKAsxsLFDrQ+fnwx5r0o3Y
+Z39BUufi0qjkTjTW85HmlJ1CgQf2IKB3Blu4MAaof22thdMt35wpKjm/ei19uPl91tXQfjixByg
iABbAwCbJ/y3Y0pJc7BFQTK5PezwTykgxRtaXzmC+9LoZhS03SAre0xvyPFVQfiRNwLaVViAO43i
A6Ugzzt2MFKvdBjwtphUHXZRffzt8mOuA1aT+5STgFrIjOtfxAkh7h7RWOtodyheDrGrlh6zstbv
C3UKnT7Uor3StVvdz3e+PUUQEMjgrslmlkiBDCm3yuslvggZ8zRIJtVu/CCAAnQbq2yFEWTfwTQH
AQn1hvRpKeQ4CiMwLdMCsyJH+k7qRP0hqaaPSRFPIC6tRn0dazS6rCJ5pANg6/hSfi0sbTiq6Cp+
rYb4WfG76tA1ivLHERq8FJ1cjsejWrGkkMlJWgX1UFQurQ0fbSRNsIuhSDeOt/eW4dzpe7tb5u+8
WIZJWQCc0crKDesJVFESjDcmAn62BHXwrlEE9RAN5V6Um/BAIKLvQqNHCjyrXLQilD2grOyQt+JX
aGeTk8wOLGM8DFsPuT6EZwUs2gBwLNihSyy40chIc2tV4QbQwD6qGsbdkxl9SYfQ+qJVQXwX6caL
ZKXNB8Ho1PvaCFsAnnX3iDj15yis6FGUYrJ1NawEL5VZOY+SAk1MPhDlwvMtbDYt0HC9zd2m/RKi
Q3Yte1V1rSZa/yXLQPJkvgU30xu12wmPoIcGU5i9mBbBl1bsr/t0y3nyvVliucDNA98Hp2zxOG2D
+U1b01FN/KB4Dus8OHRZPO0vnwjvjULuSt0HKgbcYfn8pVsw3E0JzN41zDS4bacQ1V993LLcmJfd
eRAHMmzmZtGonWVeFudOkoByEMu8hIhPPgSZstyXpjbtdCEAZD9Ef9ggmb8kY1GLJnBUALKev1Sv
mcU0YOjt4i7W3IitSADYGxt9xPWxxjlDk5e4ZbZiWW41uRF9Mm+9QKTD9yGW14/5ICU/LBQYL3+i
9xYmZae5hcV+mWXPzl9HlqbASASrdrnIEPFoJe8kG9FRj+rxmKMJ8bOo5FPYNOO3bhhDB5hr67Sy
EqMUrTxHRralT7bCyzK/8xkLSZh5hsewCG+KBgxGhIGrWwf9qVU124wKZLow9fUgM6ex6ORprzwF
7Jhdbol7semt3SS27Wd8F2fmp2rlNOvz3rYCdGss1Hdv+bumHadNt496BHG5G7Xum5lGrY205Pjc
NZZ4Vec4FYpJU012oITA55JU+X55sufw4Gyl0s0hPJnh3PRM+bjnc120w4Ta5yi6Yg18RQ2mECnA
3LpuJXRC0tQMrzrQmM+5VIRXoShMGzW59bfmXEQujUa5OhPflkU5Mwkqa4oSyU2GNH72TOtURNNw
8hLlANIStHtXe0fkvr5lRRQ7Wt7pOwM7B3nCLm+c+uxPi548zsxYos2OFcHKxcaX9IbmUiq5NO+T
60T2g9sR+t9LmXpb+ebqJJqHot8I6Y71hfzN+cx7bdCMmpVLVBfy6UHQjNoZZHrkl7/vKjxkFBOX
VmoyMCVgkpyPArUgCZC3F92ZHOwkcpOelFzq0RsbB5etVT2VmtbtSwTXN669FUeAK4+iLhksdTVo
AsvSNWDxsjOtpnaxTsZWLo3rLwIuIbsh7eWbspHGkxFonzMRIGKU+2AnsfpzxzYwn0YDS1mayR3W
Ib73lCA2fio6fHXzqvwGZv2BLF20pdhqrkdrSF0hqLnHKcv8UpOZb4JAonwqkM06KAOurH0hHAoQ
Ersk04SvtE3kw4hl68ZSXsWavC5VWMiq/EOzZBGIJ3lodbhL03ksK2RRqV/tjAm/z2iUMApQrBZd
KyPeKhrNR/v5/mXUuUUDlBBXoJWbpjGZcdqptYvK3xFUh1F/0qgACkUHRHrfEluXauzI+TGtntHF
sfv+uoGMIWRf/AhsePro1/VuPmYLVaXW+ej1CEbIxax/dhIivKysl6KXD3ET7ZL8vgkEHBAOyDcH
Ld0PKT0VnoKVJUI7YeOYarz3ZaY/QPfwLqn2fqw5QpPvgq4/REZ0gIl3MpJ+Dw93hxpeCjwhqJD8
zILToGb7Okp2c6CYIIqY8Nc8jGqHU6P6AD6Bq4AvNveKVh0yE+Np/u33InbL5kFNwp0nXIHePiaG
5MT+d5GnGdRjK8vH2huPKTUSBKSqLoi4GKHGX95j6/SXAgf9MYO8cq4bL1vSmV6L9Koq0fXayS6E
qbNjTAbRbrNuBWX03ZHZOg6gmXaynlRwX+oJAcq4vB5145eglPlVomXGzqNF4WAM7e8FGAe7ujKV
O9K3LVHhleYFaHJkvyh1sWY4+pdGG1ZsepKQyJSYtCY/ZUVY3qLSKlE07IUbdfKl+0BMQjsA0i31
proXq8bb14ki3eAx/RWIg5sZtMhnMZnSmeKoP3iKlT0o6bR1867PSDAGtPgp89J1oA95fnrpk9oo
9QhWqqBasBvTwT+MslE+Xv5+740ykxZo1hB40ro+H8UqRK2DGNhC9TOxEssRwtVFFNouj/LOVUc0
A2INaaS5JLYMCqs2CzxRqdsHbJCMazphX2W8EOwqlV8HET6foqb4PnZH6nJOXNUI2BjRZNmpH4c3
zK+023ieefLOjw7gYLTJSdJA6SLdcP7aeVpplS/ExUNlZYqj5HHvmhmq3Vnoa4ewDF7wKO72PQA/
J8sJvTCwN5wwbp4uP8d69mcYB/OByDX08+W0aKE/RPi+ZA+TZbxYaoSjmi/mG9fgahAVKDzuF8g4
0WNeNUkyq/Yx+4gEd0J08xY+ItW/esg3TuNVMDWPgqwhix+CEgnA+YxGIctUkUbBFdR82jdJV+xb
Pe9OVgEOwjSD6NCGvX4ljKZxBB8obETob1oIZ18UzzKAobM8OeUZ6p7n4yvylCmR1mv3Wh8ixo49
qy0NuNWUeeDvSPFUGFrUCW0rpIJvjqinhenP0eoUO4yTB6VGqqyW49FBEOdz1HUAiXyhw16xMuSH
wYqMk0nb+Sauu94eMXzfSM1WFyjZH5wuhL3wnJl1gM+fPh/StGkaLXbjtJR2VJ8y+FQRBaO+OVZS
eKWHrbi1J1fXJ4Iz3NWzliyfjC93PmalDhXTSIsnxUXJabAzeegjpEOMIVd/GKESXg05tWlpmrQ7
/DDwufT04qqeQvM4Iu/oXN4KqxSL2iSbYNYsRW2M2s7501ho7HtFOBVwLUzcVrRQ+VwiKPxLGAV1
Y/evNwSNMxkbXRp1YCWXuy4YNNWLBeAKpZDFB8oOwJWQUdwYZRV9MmugdGGhzF+Vtsr5C7XwG0Zq
F5HrGW12iAJ8UGPkyw7InPufyrQPP8e5Fxwq2l4bI6/bogiCYRyK6xY8xzmLPB86HnpPbfWmcNu+
0XZDILZ3ODBE+A9Gh1wd4oMPr9OukiC/MvA46BBrdKJM7b5f/qTrI2EWN+LCBUBDEX6JFvOMXqVX
U6eupoETQVKkOTaa4UjR2D8W0Tgig06DJ1d7JJa9Wt6YhfWWIqlCIh/w5JvIxyIm7WVcIiaxT12o
NYGdQZg6qq3W7diBH6IuNveZFG15qq1rcoAfOH9MkayGGsuyIo0c6oTIlynfc3GpewLUYk+kV6S7
Jlb9r74gpqdAnCD450ie2pR9AjsfWuTYfT2+y4pYdvJmKmg+KuI3rWjZ9HERKzdKIlp/ut9mZjWS
GLCrabgCKz9fI9GUdWYxDOK9Ksgf6ZJ3VJxUtHu8buP6WX0H8BkkQcBbKNPC6Z5342/VciEFL1Hk
DDQJrpGmXw1sJ7Mc6Ymqij95qbfVS55/39lFMI9H52EuQL3VHs/Hmyo1q2j1i/dQTxs7MIbQ0f0k
2Xir1XE1j4JkNLkO5Weqr+ejZHHiIRbXi/eCkKKDjTfclcyJbVNmnzYqXOvgibFUqCxvXDYOksXR
WAyhlKZTLd4HuvykzMBazF1iRwUR9aq2Q3fsavHOK+SnUK9tGZx9aceVbx39lG5pNpg/L2/rN5Xq
5Qyr4BwIKWgurIQAldaswsEqxXvTL8ZdpgfeHimQ6FrKldZORM86RmIQnyZPjH4VOs6YNpzk4Jsl
TwrK7U1q7THUqo+VbzQ21uPZwaNVcdTNpDyhNPlz0JPgBHxSOIqx9urFcbErK3nkmBKUG62P0/tw
yoOXUvfGLxXa7ackl7WbNlR1t8wayeE8x35V7cpbLjLrWcraTXed+ew+nwGamIBziDdgsOEff/71
DSOPolYuYBdKrb7Te6jjfSc9xpHsWHmvwUrm/677Ct0+xfSdshLKjYBh3SunrIBXE1EXyKC53Hr+
CJ5uRLKfwQWRM+Fa0YTbVvHrfVkZw02KVt91HSQv/dRFN5mIhiAGkwW8g0jBayNOw9skYUIVf5KO
ONN2v/QmUXdeXWHQnEC/jwr/VBHkHCOu7H1J9LPvpUG8rc20uC5DpXFEAel9ZxphVE6jot9lXqja
Zp4Kt5IilfgtZpz1BppNYfZwefW9c8QiDEKdfNbzQbR9eZ6Ug1BEbRnDsBkV4aCiRO/pSo3QRiiV
HJdh096mglXtqng6Jf301JTJLlGwvhW7WrtKI3qwBIGN90T/09pR1HBbs1c2Ttf1ocdDwgEhrSLG
4CI4/zqmD46qMmsBrLhaXtdjgGRiAnMpMsGohFU02HWniBs33vrko1JL04mSl8XFt1Tei7AiKmY+
hlv6/vSEZlh1JwbRVotvXttna38mHylgMmc9EATQFvcq+s0lL4GAgsj6l0e13+dDH++bPioBlG56
EKxPP4oKNI8Io6jvA2mY3/q3+8PUOWm1ZJTcKC7Q9y5qnZpIO9Rf8l4V9qVX4UyghPdjLclXkRJo
TpyjGy8LQ72To2R4Ava2Fdqtvu78SIh5EVtwsNFQOX+krEYDxBhR0kF+7gv/pE6SFumPNAem4qti
+HH0toTYV9/2bUgQ7Yj3kOe86ef+NgsYRA/6mHuSO4aa7zTInu6iIe//tASMChI9y1nklSYRRfHz
FxNFZKtjGqKuWkn+wZwS80uLdPspFXLl6fI+XgWHRGYMQyeKCYQpttghUdFHyA4joydWcXsfxjet
VWEEaFlC4iAupIgOLfa9jNr7NSThjcHXCBlMvt7EI6kG0W5ZYiKmGD+zUG9St0f+7oj0oneKNaOi
ICFJEDextxL3fSk+i2ZQ7Ls6kXApyLt9SlHcLnrNc3xfHzeO9HXYPj8UsGPmZaYULjnrZtwJXOxB
6oaKWl9R1BZ3eZ5bx9ivNDumaXTVifKHQBucWIxQbQrjkycnW2XVNRaMx6A6MsvbkEaQSJwvAgVI
JQY/feJmpXQ3iqF/h9amsifKBsgklfkugdOxs1ox3g0Z5t5JnG0EV+v9RVRB6kDyQDVhZZORTn7M
1dLBEW/VJ1UV/KsmQjVLCIpmh5bXPlHKrS39zluD0wIgDUdHxCRHnQO+3zZYglxnU6d54o5FViHD
WljfqkDAja6JKV32pgi8g8pBRMWMRVqX+3qwKBJc3hTrXX7+EIu4IqVGFFdVm7hCHAqHUheifZJH
/sc/HgVyPz0eGrSQ8JfwsLSxJCFOo8CV+wCMnSgJuz6DxHR5lDc26vlFQRmGliG0bUQAqbmez2g4
imrZjFng+la/4zK30/hTooQ7uEqHQftiyQ+Rdt0on9Q+c4xItQHR2lbS7kYBq+H23vBG9JhDfApF
uwlf5Cm+V7JrTX1tfRXD+Cc5+OgNuErEQC/b3jFroCZlciIyP5hZ/xEi1K3pd5+K6luOR9q+Kr6j
dvzn3wsCIHcgIAIugiUrGdJP67eh7Lt4qtyYqSDjFVFvRjyrYiUgBRMQIVKCM0lgmaqhMTsQoZSB
GyNcfyq00XA8GHqn0coPgWD4eyw6Kqc3I8sxwNKdskSWbAAO9cYXfWd1zqwv8M1gZ0nmFrdDjaiH
1aIv4vZdpNDcwGxQnCukl9fNevPDLWPdzCcAcrXLU7Borc4Pjcx3s6l67sXJeipro3kWOKhwQQkN
UhwW8Ic/HpRwGjgIcT3grWVAH9SAqAITaaFJrJOrCaOIG4Dl+K94wyGJhW5HJLrldLp+UVJiJpJU
FTttyO3n+6NWh4CucJOhqgI+UNMj7ZNoTs3OzAZpxzLyb8IyTY6XX/TNhuN8VzIq4CSAJuBxUKk4
H9VK6aOVY5W5jeVOuedIAf6GWoLiWGrnMAym/tDC0c6eBzC4Yv+cCGRz6t7rrwrvVFCr0uP7pr1C
uMU2zMcu/KaWlqOP4ykeT5KCOw30L7hZaX5Q+sCOlCcpvVOCe8OiDOxr9aM+SYdRBLNeJ2g81nbI
tWqF6cFr0mONVGYnNbsGuUyjjl9SgM/7MQEza1YAFoMGt6C+6k+Xp2RZqKMkQYUOt1ljRt4AkDyf
EWNib4t92H/IuBxOpYgvWokZ5EnIRYXeHBoKjdEZ+7RVt47It6jt94/BicES53+oGqCSukSKmVYa
TFxKyQeEMmW7QYD2qU20h0pu/Cv8W2ih+cy1Z6beXonY3nrbq6eoAUme6iNyWV0q48qrh9fo/6gO
h9B4KDkyDcxbn6YU263B+3R5slb9PqQlyPzNWXaQVbSyehwGPw7UShceSb1PiKgU17khhG4RJPVe
KLTqJLT1LtHEYif0BDDjIJp7TxWkh8gMrdPQ4HDcUlLXRxm78U5Snkazq3ZN7scPqRzJG8t9FejN
iB0I+ZiTcILS/FhsslywytboKuXRk3wSBVmtDxAJ8i8gzL8JXosKGSIGjih7+Z0/mZpd6lbrxGHX
7szaiA9YKnUO7uHRH17BwPbo7M1p7MzgoFJ8vubifBJyKx/kRy/3g32kC/Wu9QNvo3K0PLDfRoEi
g70ZHHy6tOejDEUSZP00W2mMYXHAfo9tV5bN1eUl8abC8vsqBuAH8ApoNwg/QvrlvdClUiI1iaA9
RpJVHvRKHZ0CpVf40OILygDXfazE+9hMnvVZo2Os233WRcV+HBD9tcym2ufpEJ+szJKuEVv5XOHi
Y7fBUxCEAVLJ5sdIE4ddp2T5NXV2ndOBDAhlldKRfSnYZ6pR3lpeqp2CoMgcaRLiA8VZzVHF1EC5
s0H1DZ9qJytV9dmM9cRRY6NEP85MNm6u1XZmIpgFOgocrsShb4vxtxgyLPrJarAJfCTW2WsH9N6d
0emuwj1l/pvBye+CHRQ/t/jWvIZP3sYVNi+ZxVeY0fUAd+ZyJFni+cdGaLmRg6qRHwF8nmBxqpWx
09WjRLpw+XuvyGJvrwnqAkEqiOggvc9HwnrRTNn98mNxax71Y3w/HIor6QDT2vb3ki0eUkc5Fp+6
vfGoHY1rcZcd/V1gC4fLz7G8P5ePIZ8/xqC3bdiJpfyISrCtIQWXaN+U4ljJOvDNjTW+3EnEyuBa
5tiLyAQpkcUrq8pcTQlQWxukTLszTP9TnVnWRvb9/iBgpynrcTEvdW8JqMrKS1LA0yFuinkYhXsM
5MKNV5kv+LN1gi4JEAh6/bN0HdfP+bRpfYCU61Rkrt76uDfDtUYOOvdnZr63QyzjG62B9KEEM+cI
8bS1eNbvOGMJ/67mUNZeMvYoDo/wUBm9FGMd9uSYzxnWlnHlYhTAXjPKAP/dub1OCU85f8c0ofKT
IjzhUsFNW3sCdnxKSKgfL6/AJTjy73GogaMBQi2MPX8+DhojHrtBTd1BjIarIBt6OrW5k+exwXUu
NZiLNkXlVJ5W7cwYTVfA8NNzrYneUerwpGvSLrdZCfleUqruZgzGwJ5iqN9l1epHvxiu2uAUd+H3
Hq8/p5GqG7OIn6CFR8dcLn6Muhdv9NEXwdDfb0RfiB7WjIBeyieMsMa9JlNSt7T8x1Gl3FvxnTSI
oDYqPqGt+mhUFpJo/tlmfhtXpUPECU5ERXv2fCZHgJAGGuYUZGpJ+5ikSXhdtKR0jZr6dlIan+ti
yw76nUUCIgWEMgU1XneJWIhVLpK+DBO3MdTg5I2T6SQK1Ki3NfJ/fgz/6b/mD3/vrPpf/8Wff+TF
SPM2aBZ//JdbvGZPTfX62ty9FP81/9X//k//df5H/ua/f/PupXk5+8M+gzs6Prav1fjhtcZU6G1M
nmH+L/+3P/yP17ff8jwWr//860feZs3829Aby/7694+ufv7zLxAxv22E+ff/+4f3Lyl/71P42mQv
6epvvL7UzT//IpP/B0UbikdzEQdfFg6g/vXvn8j/ANAEKHzuv1PEZLtkedUEjKj8Y9Ylp/0PXYva
/lwwr/N2/pH5D40+NowK1BgIZMiz//p/b342+//zNf4ja9OHPMyaml9MgYOl9D8HIEojlLZAPVCW
p3MyQ4DOl5rRpkHtRWZxIjzyh8KRyliePsLGioo7MhCtd9tBy6pPfVEPyn1ajhmWKzL6vmJvD6SH
lWTrjW9IR7wVAusm0NrqZ2GqU/rYTUEcXHtVATzbwGxRuLfMvjR2gVdFuMpbst9kt12vUHbDqybJ
wepFVrsvx3AgUi5Bme8yImfJ8YpqSFHOnzz/2jSz4sH0utS1jFrojxAFKmnXBMnwvYyM+AkIf9g7
U9gJ/a82pOJKpQ6/qb1oyH7qAiqh8kK1Ehq00vKqX7CFMLqPiHGK4dFE+GGWPU7kFp00I7EMO0wE
QcUEVxrT+llsy7y4qixVH6AKpOWnUi107ZQr4aSfsrTzilu9JlO7CgIde86m64OnMhcyj0plxO83
etksrkGNlpMzJI3p3UReF6uJLdRA9o9e0NfD91byDRCbaTmNp7mviGSTkMTWXtViVTgMuTE8qB0V
uFtcSszuSHIj5nsaG7pGoXiAMev5cS7Z/ShO6odOxuJ2D1bd+AyfHQFSoOfgys1EHZOdJ4nCCJBa
6YpdGlSBj7pzg8urFKlVcNLIZlBI8Wrq+ZBQLSa5K0jLir4KgtsmSo3AyaCb+c7/pe5MlusEtnT9
KucFOJX0MAV2py3J6mzLmhCWZdGTJEmXPH19unFuRJ2qwY0a3okmdkh7QzZr/etvpMj3Jm2lsXY0
feNiyZsuaBFTBTJc54OMwjWGFbrtW2IqkmlSr7Vsk0ZdvDMlI+6zSYp4ktNPC0XqX+HnO1wbnJeK
pGeqSPD1MEnabtfYekhzWtcPqW1RH21ov3kGOkPzrYk+qo/ESq7bZef/4Mm7VaZLcx0NaM/6wnMS
XFfRoXV2Xf4ulsXYSbw6+DPh3GzSfUCM+UNuY+Uk4b6VmMipMErGfGpBAQKs2a7wV8ZbtXiN/0vX
q3m3pzhvLh1zRoJaSwDEN29qGlZrHU7d/WzruiLjMp/lcdwC+UzQwdzeTfGw9R/KK2z9t+5lR+hA
WRb70bZkK2+wchfeTaQs4adl6KtnPGMLbNBHT9SnSnnEazMEjP747S77q6OgdPnpCP7U3Fuj8FbA
Qy+Prn6HUvzCyGr/nbvLTj3qqNI+0XvmkCf6bSqPzK2kYnV7+Izve7Gab8s4CjyMRzUqfHt8MtuO
AHHaIDlayEd+XFoS0L6XMTPMDAEvXOG6EfZ+ZkTSa5Ggagp3Pwn2ro+jRIZF7cmklGXQ3su9H82t
q1fHqpJg4fUmBClaJC3otpMvoQHHQqPGR2qTtoomSNLwQ7buBg/m+IakTx295B55e1NiVzsnQbMV
er7ojUlw5rbg4HQz5BpmK/HN8up6VfTc1PP8JeFS5Nd0+yDHA/wu23meXeP97vcW5GbS+7Jm7iRm
/1kNk8CysQzcOyes/P3S7cR2XNBPD+cYGw2VtLue89MsrDY4tHmB7l/HSxW5B+JJ/fGj8re6xUDX
CJXkwcrAddNDV6TeOE92tjdTl99uY1fsBwbzDUOcFjvwlCNXeaBCfhd+0Zwpi9zWLcQRY0K5pF27
UNlAkzQ2MXuEo6UkfY7QCXZpBS+zCgwE63mZumM9bW6bRZ1wX/YlJyDCJR7Yu3G+MriyIhpMcPTF
6lXJooi5ex3JY/l6E45oz6FTwhlwq9j9q4ZAEb68y+maCzHA7+52UWUVrZQma1gUwzHsVqtMAquT
XgIjF0iLRK9pPy6tictr0DLuBtaaOwlveXd/l4HiFXljbNpDb+08NOnEw5trdDklGBn0v+OxN2Gi
QpifjySQwjJtTL1qVHvhhHhRwfUdPPNih/mdHxuSawMH+pJYp/Mc1RgeNU78vVsbxOxewai+IjR9
1NV9Oy1PczlcinYtbhqruglWFSWoZzRcEHmgl6rxiuwPe6V+2GK2bildYY1j4t0uwYddwNR2/N5y
k7LN7yLSu17VFpIHUFcWB7FVZSU8jLPvjyMzqQq/9i7O6j3o90NOWCdPaM6bz1rVBayC4M30+6sb
TWcACjgxoCntcz23NUqe1dxAEG0PjY2zuR88Vn3/q2vV75YAcrIy96XJfMv9IHc6+CxEeGdK8VS0
wXzrzVN8KztDHrZSS2KN3V2+8YKtrXptVNxyu20tIyK/OPWh/xyqFZprFZ68xT1tsL5BAvRPFSz3
RTgfZu2ipRnCxPJzWPZx7xxKSSr9HBUZF3nDUKQ8AcAN572o8qSDjpUQxJX2Y9QnQbE+OFWID7uY
b11nXZJtn/rPWfb8B28kZjgMDmXviDcprepvp7w1sVgW6d7nCVadf4rVvlL9Ow/LDF0o0xYZkEhE
7MTNzYWgDT8hY/KwT9t++DJQyRjHhReVc2uoEodPv7vaUq8ZPnBAqq1LRoHu5WWP7e5aRKTvZHm/
DWti67VLGdBftZB9m3irVsmmoK27gOv4wM/pgoHN6BQ3U+epix/sy4msS8gkazZS+2QcUCcXu7K7
Ldzr82LIgwCFSYvGuUpmS5dutvYnBTiWLGOuUxuH0a2e9XHGKyLR2rsad99+DJ2Fzt8Ve+IbziYc
fadLhC97VlNxJRvGXobRT/NJj1QdIg78KBTrL28N5S0OQv73PNb5ZbDDP4ZYjSoRTdj/DZbORRG1
bMPrZoL+I+g3rLIg/S8Ha3eeY3ufTouwvNSrlv4nD7h6p3/oMn9vj8LtnSd/XckK6XBN1eF47SzV
JWx0LmQsNlJnNuqymfG4EcR90xfT1ajWTwo8PS8CTx5UPAsZlKvcQz5Dw5dVoMZ/+yb2UyFtTEgY
RF13D6clX4711TbeIZCRTis/Ko8SBnPqkuZxHHdC2wmO+dsIfP5bWwVHjqEYqxGj7+oeC6Vo7hMV
reYIJkEvaao7Mbr46oVFOmxkGG+E6108/DkkfljO9qhc22M5VhvEqnK/mGXYPA5y9CW1sj3eyZrj
/rn/niCQvMGpIKNgVAl8RS6icBsUFPfgMon4R7R4F1nU78gUo0zkYQ8Fa0MCKOTNPMYXvEKYMG2u
xHLRe8Dt9dso+yEr1Chjetf4u2Bbnslp1gdMDcYUblLM5Rd8Lm1QEO1eqkcYj8VlbNW3WG288xZU
0PXMLVv54KJ8LaLxFxlRcyLM6KUdv/3gUxtAr9iIVLG2T0Q6N5yFN9zOhM9Wcs60F6QkjdyQffaM
Q3p+LiR+7LmsT3k+3hTecu9Xwfi27pb3gY/b75UZxmmLqzvMic5xUO0Zw6+DnI3/NmhcRWC1pioI
zO/G2bCZ9trCHK0w9xNnsRUfELJmxGCR8yK/7GYej1PDO6Y0Jtq7aVBCoqxMRte965vcTZtoxiGy
97K4E78nZb1YskC3M6vfc1cQCIOpJAFd+0PTju6tX/iP2gQUYlSnYdwH5zXkkHWw8jgBfPjgq7E5
2Ah69Z2HIdDtPIffcGGsSJrpii4RwYzBRhBSfy4VgwEHh9cwxIn/K0BB9ZZ8waefOUcvdJEx/fg2
7FtxCkTXnLkFmmxSOaZ6w7Epch9m+G5+dm50h5ZsTrtmGV/w0nE/RM6wtiF8+6oV8QBJxNf8lU8+
8lT9C9vdq9VZA88eT33h5e4hz5ftsLeF+Ns5S9Sk+A6vTAu2vErB7oufusnJdXJx1fRMMu1tDQZW
BhslHsFgKLB7TutmzMj4bmXq+hKaXZhf4Ny8cj5FN2Zg4GHv26f0xdmeZxf7nUA/m8JyX1pS4EBm
Fr59VDnBfpzFF39Gq+9SqTCpg5r0w3qL7yK3jH9XVRt/K7aqerQ8kPlknEDSDstiWQ+bJ6z7xcrb
jHyWh8iGd+YbTzwaRgpeTYwwX+0QTOjEnIh6z9FWfja506fjGF0p8d6xuHZTLImNcy5q92Fed1jo
+UsTez/isX0uqjj/iVBqXU/xOm5/OL7uO8h2x6AuzZVM5xo0iXPnjiqmTfBDPMnNsn80VUF9Q+n8
gvIp/+QsWL+tayv+wqJ4XvLquCIdwmRC12zD2Yv749IIUhrsj35xz4E7vYVd6P4CVGvSxpvDxPHn
5XYoBSuqL5VCIiBsKo7IHJpqQ52jhvlN7UML3dGKM55meSm2qPgzGUtAJTfFed7XPznQ2FXlAVkK
LjXj24w+JBPe9Ez44Jj1ZcSope+fTDA81mTF0EkhFPxySPa1i40SUSf4aNyrUL/0arrFruFbXU6S
OmzQ3ysoxzgZhFaGfvK5G0MOJL2kDgPwlC8nTmR2vSA4oOoY7OimLbEn1XVfDSngXABqDbfgJFp9
rOf6F8UvvgmVo06BWnLOsa+tvk3vU1O9BEthHZYpvPMd6mGMKMq/I56mSQUCnO5jVT6boDEYPVX5
9oc5XHgoG+wKTZ57LIC1at8bbQ+vzabpyjphp123vhdz7V9rBxpQWuBvcMIrJDy1DMVo4BZ4uwmi
qG/zNHGXLDmK1WCSdxOqhWTS06+NUuhUhe7rSiYMJqtLJtVX9nfPNATHjyPj/7e4+6LNRm14Up11
pLVPqH1/5XnPn4+SJa8fmyp8qPoYH5i4fiXo/a6Bc+X7fUbUxEuA1ex1XE0MPZ3mNuxhNvcLor2J
g781TX+SotluKntr8oRO+nlVC7TQQuB6ZWE0UByDuJD+Va70a82q1oQ8wqtwLEMA9oYfVtt/K3xx
aQP74rfKn+Ap64shUOSQB9H70uvuuVIxH7vxukcOlCsS9GwPm59j3cBIJa7KEZ+a/jbBSPZCmSRu
Ar/oOJ4Knllt9/is9l0K+wzxIZ+sXjvO6rAKlzyR7Gcvocsyd1KEl024+lent5yJ5ZBhkfQgJGd7
5TVnz6j1ydI+Cd9yp+buNdkuVhktSaQQhKmp3D9zV9tHXt9NPNbQhVRrksoxBEW5Gy1HK9pb7a/d
q9dNJ3y4OVIdlwwFiwnuPiStbk4OD/Fo4h6C7lcnqHAMKtOgEtudGbfyHgCWmq+3z8XYp9Jbfulq
H2/cthaEmAy4K1ajzIY4GMLM3oKcsLG6++OSYTKXJWlKVG9Lwb0UbiPufF/O5dd8wC2x4D6pQjvH
H1tSSGxqykTYrMRgGf9bM6nhT2w16Eynav0trU5fGWIuqce7zpOwkK5Mgde6Yx8s5ZwyKp6vneEm
5qa/N6XGU9SL2oC6Nm5OwFv1Bffk9dJ7pSYkQRYHzxismlEfpqpcm6uaHfnH8eRtHRhae7QL2VA5
17oopiwHtrrvCrqmasPhvsYh9R0FdwvmNQevFaVqkYbheoND9nKLN9ndiDn3W8CxQ6h7f1/YZj+u
sSX+zKzbM2fQj6Vo9V/HM/nB6gRJKpZCiqiD7bV1cVlot/DSRb7+4QcQignJFEk9VjqdYovHU4qT
MmI4BaUIH52Kwgnyg85spMi3YIfdvVn50TptnwpycxN38t/Y6K/tUHwOtfyVc/VV1OHd9tKPDceU
8I5NJJ4wVob8MOEK3BfvmFqjOuttaLWiuyCdpjPtELVBgsBf57Pq1gv+rQPiROwWv62dlLfjEha3
01YblZRNsaMtcdwz8XfeC0henGElcOvVXnkkWRFeADEvN8rDW6ENhu9jVMjT3MxxhlVQ8TyOu6BD
xfKkxHTV8ZPFya3MhSlJC1tKHWY9XuRW0vlOcV0xeEnbQcqfDDCcBwnKcWiX/dYGILqNyl3f+E3e
HAyIyKGNW4knTT7eb/7k3BuPIKmwj8vEeAVnHBr5bTThTRGGf2fRIhhUdGjOQhZlFLISc/PYRmvw
jLlolK1jkLXjejfuU8ErrgMnqaeY7KwaYDomhsLaWd6GElwvehiSoSi8yzb141MZre2TUxJUn2yQ
W2FWGjwvpWvVx8EM05LubbBNZ92VeEKY6uwN9eRzr4M+cnc68tJHlb7bmrLXaTFKKOhFlFmeZepj
TWjeW5Nj/liEPnX4YPnJFGCREUb1TxOsf6bdEi+9tzbwXvYt/pi72PYPQdfU976zv+HS+tQ3xnvt
GlkeKBC/B46yDj5N6EMx5XRLTnTKgxk50b54acMguRgZqY9fuo8G2YcbV6clnC/eOlJ0szWQW/jr
waH4zFNhiPRJij1I4ll9uhQQ0Azh3lLTeg9WX44v0dD9rUgcAhoLNz8Z+7y7qKrf7+Vq+31qtR4d
zR5cIu3MT3Jah3QtggjIJ/6a+Pufk2zPEDVparb+PVi8p1jW7T3JbPeSzL0LTVpxiBqfQ26T/t/C
W/ezLhh1rrG4VhbkIYysju1u2RS5/SXibSqJgxJIf/0yh3U/Jr2xSi9bwvBm6hsfBUKMlXEYjFyU
rhLW2dWm9xNfefNHGGiIQzQ/QZ9IYIPAYUlewrluHpdoE3/BDGsLJ2M7ZjIPtXNFySC7B1KIxZBW
c+98VmZ2f3FZtG7mOcpLt6hbLj7OesSNL9FxD2UbkiJRvXWO8g++y7hPOhiRoeNvysxERcC2cttC
nkf5pU1QOXsBY2VakdQhC69wYc1kmHvYW9r584DB47wOj5s3ymvZg6A2cgISF+gT9dQO1mHcKi6m
ZuioTHPkH+loN0hd5LjcL5Pwy6QJTecfbDUHL5BpKjctA/KzM1lVyFaXxt8IK9BTA6dtrouHZdI/
BlQ318q1/kQdskh2YmOly0iQUEZFZT24y+ZhRzls7nOBnd4PRYbXX+Qo1fJF3hq/XFOWdkmk9sdX
ZyB+JvHb2U9zD7om1bvNKuXQq18a6QfXhgaC8kPsjxDiqj2JVUmJVCgWU5g7+WsgzL3leFMyBtBV
psiaM+Yq3EkyrqOnpoqJ/Iw4Yw89iJtM9KrbJdNOKS4KIiak6FDf9zFxY7kYXhcH0kuWOwIErGoL
DI/B7gmNM1v91OQzWNailmNf1lfPGbc32o34LJXovqz1scnKg0O8DM51lKxE0YiXTkV3U1tdSX44
sRK7JLfUkxfm+sAOz89973nfyYs0/Oims4UMp+lrLwt9qY8DaHIRzNZHLeTP2tfxwbcAX6mf/3yV
Shv2aGk/iKvaSN8MyVsAmmkKO2mW6dBVAXHrhdm88lDS+pwbN2hU0ovh7GyBRTrDZJJwkNGtcp36
Qj4k9NjSD3hKcXyxVou6Iiqi+GcVx7ieFTdqGNV5CtyVHRG0WYkvSjbOIIJzZNyTNfcgEAFtdkNl
YC/HLlrkMbSb+70jdLGpbpzeXTKcFcpUTwQBexP1J7LhuwDf0iAfyC/u3C/UsodbMIxnU6vnchOv
HuTqw2JT3HfMsthRXvVYdOuLqpvxCVJL9asMK2CMYG8PHH8hxm1NzlPu8+LBEi1hXWLux5d82mGA
djvMOXwj0RkleOZYT97ir7dru5YXd1ynR29sNvqBNlhYX4OxuPCa4Oj25Q1BWc0lDLhZR19MSbVq
EyXhOIdnFQ3Y7RjSwvfEyHX9aERAvrDozGCS7QvySbzYhFgE2b3TJPawuOGB80cThozK+s0xuf5p
1ZDIT0Flojtvmb4GSUWgb62R0SaJon51BPLjj4RjfGTSVYuUZC/R0K9zDYRD62R+ua+09E5/zb22
B/sLHL6DD8TbH1geIefY1BfLETd6ME0ci05DFE73yo7st3mF+ZtsjMd+fDFLXwdmwXfOwlWaCeDX
s55mYI0J3evBjofquy6wJ05rvYnfvl7/zFZdJ6gwuOCA1SxawU5303uLoq9OgpVUhxNXXzSlLkXd
t6iOwv2A7+J+MGgpUoeDn6LbrTVBZ+toP7SNzsuLM+11qisq8yqSF56cfhzFuv2EKuYV1LW6+j3Z
g3Osx4GaUUnbXANEHwwrLb9/3wjkfuBTVitALEd90odkLO9O07y0DA17bGh3NwUGzGYnWK9GA3Im
rAI3hZWKnZJdO2VWVrsLPDzW+5nko65J5nqvDpsq3+njbuagqc5zq32IKHQKM3pdAdjnydC5CehO
M8sRMrGn0jl7hZbfVt+r0XKBJKXltmK8t5jFes3tHHv8afE/tzrE5arZ1JGS0Pk7cx1fWR5p45YE
3EYzXsOUYPcTaZtJI9b5JbSgL6EkGxKy6kEHK7OnINv6O4By13KvOuLKAZzuopsSfwryn/O8M9Lc
p3B6tiyVfxSiacNsGlvrazuvI5SSSfD75j021pUsP6tJqSOjdzHzLm8wi8ytjviEYRoOVt8umC8x
a91vlm1dHsYNhX8Sj9ScAvnUoWpW+Yhe33ovm/EC84unDPaV+OXiPxU5bKgyqC5YZIWPOoTh0q5b
fYgZFdmgH3Y7cYX7fBYENV6Go/ABTUWcjsY3H/D9jH+EL7fd1kzfT9PelWta9lXwve275n3ymP1k
UK8mLJrghAAV8ZzksygjcTNP+ykPQ50x6+IuIP3WYni1uPop8nt2LQPpexDzOtGO/j1Y9U8tKnE0
3gK3UAxje1ezxw+lYfoZhx3EeYoDFOHlaz9s8X0ZusulKVfGHqKrDnYLz5YNT3y7pUY8qWUffW+G
9anpjfM2BWN13/Titq5F5tc73orav0Q2HIBle2gs4nOSvYge8k3/jMJa3DXMpVPdex+CEV3SaRP+
XaXzK9r6iQtp/B2b9aUT6tX2a3koZ8YKtoagNRAvPcCl9WIuNOWd8k2IBFfbPBFcVYeW9vcwtH6V
emttAYb4PobRZHNvnPzPNav0sKtmp9OBcHXLKPyX7dFTbVP9Q3bA/vu0I19Y+jIblfbGJKa1pyCw
J9Wk5ArzKHccN4fDuMtoO1nYowH01erbEo+/at37Fwgey542xJmAAQ9zKJJOcQelYL+gfxjmARRO
tdAUJYH73dr7q3T1VRa7uP8yeaBqBE97ojFk7Ln2s/t9HtctBYL67LlE3TsbjFUllhAWvxk69JtU
DvPbBcPXOirIzN5xp5vqPA9uJmWY/7PFzrju9shLcpuxusQciNbWLz5cLEpxrR9ls6UhTQq3LruN
6pIKYxzX5xqCE2OvCcpAWebPztjRIZYzCy2HRYt1VDj9sCOr3pNF9y7fYZAXy5rv87Zp75x1xMhu
pbThMnFfJwRH2WAAPbAtMZRG1uuIKOcH7u2cXQLMK0hl1enEra01NQYAcwxwfyrK+usoK5gi6Q6v
IVmwT6m18KOsHwA9Guol51BoK1s449OgXnCu2b2Qfc/dy5D+m18NeYZFwphV+eJko7vNaVhVb1FT
b0dnxukm7yLOgXjkTMITA+YtcWBIzRU5bXnxy8WT7dUNwM5DC6vIcPRT2ipx5ziN87QWXXxXMLgH
jwz7J+3405HnYF/20SczfBPbjVzskJlB/tzlzqezhY+55Z1hYwMq5U73yTBPR8k66xWPdVk8BvS7
DKc8yXpv93soGMRA5zmJ6lF7Cdl7rILiaRLNbHgQ83zcJ9xtt2ipq0wtDWFUncjldwy28Le1muDb
Ms8/WsdrnsVgwKXktnT8Cw2lScrSy71HNQ/jbb7hCpFEq81UkRyfyD36/rSEmZYBZAVExYSgGJor
khAGNW8psEZJX9GMsG7GYp+eZ8ATO6nU1tz7Yld50q+1KRItsdLOxkVzAWh/8tWDGdrCuc17b/Je
aPWGAkBqCx0GWfXcb8wbHItLAPLdi8qNDTmlnSYOwGAx42lrXeskyRis0gUzB+R/67CuwOTEDEDA
sBdstNlh764PSzANdsG8ut+h74Ac6NVPbctu2itzT7KpOWeC61DZdUev66zMXYgUOMYb2+9QjUHr
pfsWWvcDJKQ28zq8Xcnm00WTqqLpvpttwFbAlZF7v/iF+8cyAjARJ94JK6ySKO8IR4Bk9Trkgfk8
3wbFCEUA/qz7awiGvruNixx7x3DLvUxCp4MXBa/iJ2N97Z2ifDZ/C3clnj0v3DZFq05tMXjzrh6W
VniXYfdtqMQoSAZo89E23Ap7GquzW8cu3e5sqXdCD+PtUOKqhrlGha0sUklYIZBf2t5NUAdrkhAx
Y2qSkWL+vQqhLSXd1MHWcTsxXAbAB5cSeF5gHjAIg6zDKCxOaFxxitfLBksqGsL41V59DeCwMvvO
GJzKV42U9XaKmnXnAup2uAJcEPnRcuS8InYI1a9GOew106wffAoFPskZ8zVJi3uVFrllW8doHgBD
tkl6KrO9nKLbHo2u0KCUxKgHET3kFyZqf0B0H9TNGO1y4QPyqpPB35b+6BRr0J1ME+Hcz6qm2YYg
S7dV2iq6H7pS1eeRgCgOkiiyghs0v+t2UJ1NpVTUa4yarHcMXP52pLjGQ6v83K14eylmN37dqa4J
V5CrUnfGkU57HtRaPc2u20fnPcJHM2HqORpszLfpDyfcdFs4NVyAUORl2sGaGxiPdznTaJJ/qJ18
VXyi9XW83yKWONSH5RasR7XSnGHYSIbmBQ4c8sEWa0Qb1Z9s0xkldJXGGw3sRm/+GoeFA2t26dYg
WcOuFcm+TtvAQ5pdlQSd9nU6iLGmS7JnP75fIdrdwqmT8ZlnD3loV1WlT8xXpEZRUOwlM8DZaX+D
dZUNU9Denp7M6k3xgUZ9YYAqu7J8zu2t6o/7Mnb+n77h2H3SmGoT8wBRcBh/q9ipSGswuVUyJfD2
/rHVCye0U1KpHycMIr5y72czkqK7MnHzLY9gYu1Movp/pCj9O00eX2zcuByIjqELl1vY/z3awSu9
Tk6FNBf/Wt1w+OfZ/57gelf9GaWWn9O/s1n/nRX7/x0NlgnSl2TmP/4v3fR/EGG/6WmUyz8u0zzO
wz/+4x+HSY5ymv9x0e3v/uO/8mP/9av+xZD1on/CGA+hnqIkQAOIlONfDFkv+CenkxcEUFPRpX1J
bf7FkPX8f2LfhtoUmY2HOuDLWv1fDFnP+yeiPWyO0N8g38f54X/DkMXI5N8JsnDmXcztcXX8sgXy
nP+eSDaYrgfXbIPvo/81IGytJBCjTscau265o4dzgvqzVLA8myi8323SwXLQ3klIN6ns5W4ujfdB
/cPRXu1xm26IUtbcUY9atyD5JtouTCOmJyCs/uS5rf9N1B1hLQskAabpt3pp8P9rMXDYZ1McCmbd
13nP/7TCfQyHGhFNr167km7JCScgFlF8gMIV0AKwFY4j0n8N8rk6+mUv7uMweNXZCfRwWPuF+RCj
Yuo397Fo6/dZtm84EDElj9h8Yo1eqGWgYtnWF441QWxrdwGzgtoD2cJb3Ow/HFV8J+boTdKOArtE
F6ezfpdfLIy5/ZyBfhPUkhjUMAC23PFC8zImrqN/mnFgfj8O9munmvfKjl608c6DFVscz/zxDWd+
SsMbMYfWwe2Jhqj78lrOWoItO1GWq1Fkdh35aWXv/UlATT1++Vsltc2Uf9vEj7zgY7Zd/jIHbZDY
Fu7eOOKVmerbzxxsLpti8QN7fnMyi/5i69jTISz4sXr1R2hBDmoF31uoaviWO0WQ4t8FCuj3D3rf
RGImCl9yzcuPgmgiOCb9fPaYKrytA/VeUYclQ/VlfmiXtuSqHryskFY22Pjeyw1SXjwzu9GIJW5i
3CsusYLLplUzHGySQtK64u+HuxjeA1/ar6Qqf02nij3FQQw7rP1LdyqqDxDoxzi0buyVLx2WVZda
svzsrfKzcotP9FdOCkPpFriX+KeBR1SEHvDfOOcXsRnrXC3WdmCZVAxzCnEu1uEppMdP9GD7Z7OP
hHaO3PSU0Yw6N74+ewFUdVm+oD+qRlC+TH4BMoXDFCkqvdMimRwv9jJeiERvbiLcdo69xryuNY7G
F4oFVuT6tIv1R261Jg31UmbEljySSwWlKPfdUyGCe0sv/n01eOpPb/Xc5BBLAK68R7q/ASY31kKy
/ljr7Uet+NzNIPe7YbW27zCN6oQqEeXV113i7v1LAM3xMLdWdabyZ/hdyYd+dBn3IplLtpW3yDxU
Z7HH6Aoy1kuu6ndrH577mbcva55BA/0l/T/PvB9AtzjAHi27X2AiYR9bq/K6NsODWJe7JWhv7cqW
2b73EJVrdlIovwa+PYsdliSyrM0/eQDvuByzdH2YyJllrcVt3EWXuBcsbtk/KDesHvc6uHd4m8lo
hlfyw2i1F1jnroRuPtH0g/yfSRV5U3r/UTAfS4xwfuRctomhWUzoR6esgl7fjr13rFDln4aqZ9l5
dZAMumFHVNF/kndey3Vb3ZZ+IriQw01fANiRmzmI4g1KlESkhbCQgavzGv16/ST9gbZ/i5Qtli9O
1enqcpXLoswNbIQV5hzjG+1di3xsFZgRMNUxvmSSWiVAwo1QGnSqfPcGVl7sitOCvihwZu+u1eur
auB5Iqb+Qi58J3Xk6AkuqgD+FzvMuBtDR6dxVFnZi1L351JUbUgdtmBJrg9BptIs61YDc2HL6Ol1
/GNLZ/tmuW4t4tQOGpWnSETLg4IEIFC7qFrbCcTpSqS+msY9loINJMZ1K7BF+tzq5rWqIAmDo1hd
lkVpBu7iTKGaYjNAo4v6X1HZUUpRB4XCHakabeKJGnKdajChin6l8fdx1WF2h/Duo0xHASabx1Jr
Hun2qmyIGfJnT7rhNJe3DuU536AqdZOvN5JYYPS1k75R0sINGVMfcpunp1x1ywOzgMrJ+E7ZPPYJ
M0UdfTHt5KWwxuZQiTZj3KSw/frZBIvlobpYB7Cwd1G+xJtm5YrkS/6MOFplE1aAaI5Z4o7kXWyT
kTU9SeK7MpkfojR7oVaOXSBStaM3jOcSUTktKV5ZaNdpUCXiJOf8JAt+n9nzwmvHcyOKUCE1TEuu
mT2h13xs+kI/dm5ChVlZHuALseEYeBB1y50DY+wlxXnijGAve0omgTkr5Ry02dKce33Os6bC4x4H
PQ2mwb0wauOa8mfmIx6+9YrySSrZPfn0PWMBzwLytjh0em6tGUnD10aGImvJzTAX9oUWx2IvlrK7
NfLa2egdAFDajgjJmA6mvn0UcsyPo5Z9qyks+LLv9GDscTSMGGiOAtX6PtbNaUNOkXbHEt8K8Jqg
31rM69HIvZ1FsMDBcb1NjL4iGNuaexvZd5WgJjYhJfBHhecFQOzLMpS3i1ldTVb+NHFaAYxkBFNW
+hzPa9tTL0+ZnB8UYvVQ1Us4YYOzT12qE9SdkY/FzWOxCC9IM64EjZzvXsyPKdkeSk888Rw8lhMP
NWTCO6/wvrJI/kZu1LTRobieqpSOuzEv0U00lZSR54dY1I9RO7PzmLLm3CjZqaMQYlK2le/MNEic
q/RFUdGZSqS6TILFk6ZEKMIw+1JB+abE66WvMIxYNVLJtNQVf4QgNY016uSYc9S4zMMc0TBx5ge4
StExp+9B0arIrpU8ZirV4jNbTZS7cZ7pHZgNp2Dl38QUvwCt3iLF/Zb3jDJ1lfR7pRYk7tRo54yE
s3MRopO4k3g+hAHyZ9RF30jLUXg/ubFMWOi749EMi2rkIinZi5fytjUK904bmQPB+nGGffo8GMqx
QOIYkP9311sM5X2P94DdO2eD6ozKNs8+tdg8oLXixyOjQTlTcVZtKmfg6LiCyVCFQxezRaeuXTWB
ScrJeTNo5oOWcDXibrX6jHUyh2aVPlvG6htQxFVdGmaool5q6POzY1/1kcqE8Ix9p5VzfHaNDEd5
dJcgh8NZ1/re0tQb1+LFWKRj7Bqx1Bdxp6GnEzBEhFdOmALYc/Xt9JCWbvSFcjxfhvi2dX3XUhJD
jjqWqP/p1qisrQLsSlxhnSFHRxy0pV8EIallnI3UCHUgC8GNLtDbFNqXas6tMBuqp6JK+y3r5h0o
XX2DL+bbKjQoJ4arnIAS3nkAKpLGPerrstpbqC7P1coxtjPQwU1ieu0O21HpZwP/0mseTcechJ+Z
jN2kFg4XI1YKNrLqtZo5lN107ZQ6vDUdF9MuI+IIx/pqGDk/ahaJj08qp20zMBlQAvFTBI6+aqTP
TcGwA17cY7UMBr6a+U23YziLNZr7wkluB0Xvt3PDg4qOkAbyOr/YRvytqvOneKQDP6xL7EQUNuE/
yNwYsvIweRV4kTqAB829cxOD5bRdkiG/aAekAw365d3yTCbsgCljVp5j4jtCsy6ocyi86CIyp8Pr
YJiaibuJI/1YJPT5y2HcZBUuIhY9D0Mddftx0rFMUHHfpAMdW88S3hqtZAW6SUsH3ixlDwYWpO+t
Lyck37TS7hZqIJwKVRWZ2maY6lOFzpiZKMsmLmNuG0cK+d3uv2vD+o/b2jcWzv8Zns3V7//PO9VN
21Vl+uXHLen6C7/vR3X3N12D+PaaoEOc2Ur8+n0/qmu/OY7JXpO/XvP6zL/2o5b3G71Jm2ANB3oN
v4Nj94/9qOX8hqmQUBPA9YTHEOT4b/aj7xAe7EIdHYIUx7fwBbPLfQc2IAZXp8KXaURgqvqZs7SP
NU3VHX4b69QtJHaCRy3PoNp5O1dD8Gg0M00+x2HBgCTW8UKrivpjSYzNBxCPt8SF1xMDna1zYhBG
PP094ZlwalQjAsiJnGp5VnYIuel5jZxo3kSBpbj/Dje1HpCtlQPNBAgL+/P3dnNTHdGhTXSJnTpC
dAc6+tgYSvfww5Pxh2X2R4vsWws45SKV2oNKehN0Wx3z+TsrttlHCNJrAIOp0aunKVqprUJiF/XJ
r78vGXju417qV/U8fgQBfwd7XI9t6w5ARuqKQB81+52hPnINOWD4JDVtsRnW4LEd27JefAjmw8DE
YZSIKKkQenZWYCJ1y47EjV7foU+2L4TT2pcdpcjPv74g2nrUHxzDr2cF3c4CNqJqNg0E/v4HrodT
Y7VCGReF0QRydC3T7CUWHEwWLAV9lK3JTTaNl6ns27N6prCczBoIW3tQP+W4QtjveddKX0S01gwH
XPAHp7fekJ9OD5AsPCfiZnTt3Q1j5e8uiEOjcIo9FxeCZ9DvN5svU9VPe2fOtU8mAEfEqMyXO03L
usBrrIT+oV2dIZ7sPqDOvH8tuIeW5jJm8K5i7X29xz9cLXvBFJi0TbKxMpcXEfJ5v6kbpg+nVpXH
BFfbBxXOv3tqLIf0CmrGsAN4Ft7eH92RIksTmW48WYntMvXQF/KqUZEyzq8dZYyE5Ti+kGTEDJy1
3cVcW/mmIrfzqESJco8i4aMIoHdl1/WZ4VHWwYnBA1eNV4jKD1dhaltL6sJONxFEkWtSRCaaDvoQ
mjGOszKl6e40hffBpX+LNOD10UCUsLBnVOL9YcB8dyH62ug99kWbyoninWu0zO6WqD643n9zFHMd
90g2QkyJS+/tUUpbabx0VXVOq8QDMzy6Z0Hm6c2vn+ufrqCmW4Q7kkFAQImH9fbdYVKGiTwj2zG3
Z3Fe6Yl5KG08J37+GinZp/YOG6J99eujrnXUt28Th2W+46uZ4Cgg+L89bGfiSZZqSqEHV0C0x1Go
vJjalJCyNMtki2cMvfFM1RLFvdLMDQZINqlBs4w6FEJXQY2tMDcOvuY13W2uyCQhuW10CJ2oMito
LaiLfmPO9Q0J6Q5VL3OZbrLMik88SsZlNmbatbSM1trUnaO6vkRXdIoXA5Fg1luUHmranOeJG1UT
6kJN37VqplcXXEYa/sOQTBv4HdTMFH2Y/GbSycCMvRbavJ1o3QNKEvtCVYoRC0iiV0eeE8BsE8qN
FudHgicoT3PC2vTeEbetm9JOcTUZkz899vVwEPpgl9e0meJ9bVfC3RloODClLoN46ixrgQRuzOJh
ovsRBW6uQM6j5qMhxFM7AyyQMjrPip7hIkV5zQK5l4e29qLbMY3kgyBTOkiLpvwoEOHvniSGoxW3
xWqFwentLaXksOgRTRLKNAV+kVREO0t17Y0tkdIaixguEuGWm18/SD9NGutzpJsgVIAk4+p5N2mM
UUTLLK6tsICgu1l0sOeyrOtQV8p/RxJcX3u4kAx9fEP+0bV3j2xLb5alk8ehlj7FbthgqE7IU6qN
GnO9as5b2war++vv9zcXlZQXgmWpMa1xSu8vahwP0bQAh9EqrzvPiVSLiC4MTS1qcBKwPrEBNfz7
a2oT2cFCkJUg4NJ3A31lGuT9zvCcizQ1tx43PKhTF7WDjJ39r7/eT7MYMECdcDGOxBFZCL19ZtqM
tpnWYzLDF1CEzFrNQS3TFG6Yt5zD458+ON66yH4/7rgadBKmcOC7pBO9PaCAflD1eeKEhY1NhAKp
9+Iuo3hOySW8I0tTfzTdsh93KrW8JSwaudxgzJzqlZJvUASr3Wpnjznbe94v9UrGWp2EZtnOh5bd
V/d71+8N1ebHReLfPN1Axsi2JYuGq/SeExS1HvXnrsILgMYH+yGleFlHyFBW4/Cv78TfHYr1KMQW
KPdMpe+e7mEYWo9Ec+wtSVH6o6ukh0xRgPUwKn9wE/7uHjjW+sY6MNyM973SOdFbNxsyxB+LFZGQ
GoG3Z6anZtpSeRg7kQFbMIYPjvo3X3DFXHhEpJBHy7/e3vnK89IpURYn7GlGbMArrrz+dvb7ePqI
h/jzU80OwnilHJNPSGr520Ml0+KIuQXfXBquGWZmhLZu6RtC4Sm2anknzn99735eKhi0nB2TUBVa
nYb67qGOEiMvPLuww8omSgjbY3cimbn84An5u28FOcrkSIzuoIbffiuZdkrtma0VpvbsBYqW9juj
SPoLw/aqALX0RxG3fCSf+GbJzUBrk/xAzDMx56x23x4RPI3HPqykqWYPihFmKZqaoNTMwdtqHWoO
v6yMJAoB/9fHdpKononisXEjt9qMHsWtMyTvrtdsWtdWRTjZdnFXpUNG0JtiRHkwCnz6FYjpFYyz
ACePswGDqCVLP0JG9DWNqnmXpMb40hZpdRn3ndC3EhHb6AuDOJ9thSqFIo5rxfHGyWV6MS1F8zRh
GlNDxTHhJ9Xg1v0SBctnmU0T3QgVtA3dy6b/noB4aPyhjknCGyEcPEcVy6/AiyoSO5Ilk2ds0tSv
ZkOATMCtL+7bvpf3OXf7JQeudBHp+KpZjCw4Ft2mQ/+TkrWEt0k6FCjdVjMzn/5B9WxVZhcd8flZ
60WM5itQE06J/EyIaNvm6QyeA1IPITVokfxM6R0NgcUi2Px1qXNm9DnlNG+Kp+96J5G+JaAHvth1
J4vN1Nf6HZuF4RMl5Hnl241afOqFQRKkh8zuORrQOtH6c+G2SJsiPLrlsvuUDE6J+2Ax2MdNlV6I
La0zQgu1ZF7yXQqAhqXTZHQ0joBQlOitRfF1mVvlps69LMOLGXEio5VzCftmts1tROG7Rjw+WF9x
byUvSLpHvhem3X6Liiy+ETBuKfXLsb6ErFo/sHQjuoY2pYWJaVhKameF1KHCFQpItDFXiPFIKz2b
gtjUaONlS9sp/gATBTqFUarOSSxorw697cIUqQq0+klv08EzgFkdOxT8mZ8vrnfjUUv3dhLNzZmq
CRqhhUZqVYC7HBW3l7bYf1NABGfcwYmMRAtwjT/Dx6CYGSvOuN5b/kenhlITEP/WX/Qu+ggMdY1z
l6klKIq0yl2c4y5SOgTdyTdEQzgCs8rAM98BOtjkmSwPqVEigCIRI74esDvccSC4TlPbVA/jVC43
PNd4A6KkHr7LqvH6XV5NnC1ed632LTeSl2hwHbH59eD1806Al9xTNUQQKrT094NlOlmATTVND2Wi
WjuJIydkCtbPe1sZNyw7Ct9QR3p/0UhwgDAPvz76z7taxhjPoVdDZY5Mj/cxZaWuSakXlR7WNLiR
uqPLDBuhL6E7a7T1OgsFgFkThkHrLazbxrsEJOhc6tzw0LX68VRr2G1/fVI/T1W8zkC511UKKzHr
3VTV0WYdkSHboXTZXZimll8prkTvm3ji+teH+qnux1KWZdf65T3YzM77JYaXEydkOp0RUn4cyaIb
5nDOqvLkmDZoEXtqvyQWYIohG0xfa+DUsAGpAvIFI15n5GYOGI+zwTX/XTrButoGgW69bn+R4tj6
u012Ksj70TIyS1XEQCe1H73RN2xydiuXTkCU2yWNMQrkH1yOn6ccQlIN9tyMWcD0309yS1bT3U1G
O8Q/E1+gwdS3lAHrQ9lDNcCvhB7WYG6xldy5ctLOOYilJ48kUtP2SQF+8vjr8wGk+X4OpGAM5s9B
kKRRA36/P9eaCZPIQEdBLkN/JIhnsba5zbYQ7yhRfgGKi1TfNU7fX8S4jUniRcHu+jDsjWPMM/xt
mKmZBt5S4sHONVx3hUhyXqoFcChJRqwvEcflTX1gy8xYV3rRdKQP6fVhgyq3DurYsB7yXlXR9+RI
P0okvJB3W63Z61kS1wQ9wxijKaYxjUY6g2Qwzpb9KbHi0sYOCV4ttHLdIKao60Eo6XrS+oOuVXiU
3ByhOmUz+2sNjr3GTisBrRlE2K7coma8d12sYfjlSDhAnzrGB4378Ej7F8uDMcYoABpZuIgOrbQt
vsq4MvE1zb0KigDvMvNaqqC3RX4+aaIyt0bq6JeWAdjAXsalI3XRkAAAVGkEUWcTxmJm8O1C4AvN
XetQStj0+lRo+9HVlSXsLPW8QDZeXg2MKR16IMfQ6H+r4kH2MTbACff2rsNRXB8xkbXgXBQCjJDH
dhLd1IxrMABF0l1NVWd9Q6tRKjvmRVF8L4ZZ7e7ShdfifvESS9/LGasELJomU1ehktMfmbjbwzJG
8gIEmD2cpJN5uFMNIHnhLAjhOmRjJ5vdnMBT2OKMbbTr1ZK6xctpyLBvXBVRckqqWIALUkJoEG1y
mQ7So9vXZeOdGk+WS/2ChgN3M7ZliBVAwZOf1poMdTVS9W1jqO3XJIrGaybq+CtoNuBQS55azyx6
bcP3PLwaICyU+hH5DRNlmajtZ/aTyO9F1kRZkFSpjA7uPOI/sNtxoFZX5FQKvA7CEU1DxdyMMunu
2tZeh/5pFrtuBuuDsKxw7io5OjW5xQL4XJpWWUAPsQdf0xJgtumUqVe3S8ljCjcip+ubmINzmc2p
i5/TygqiLqIuQSSsd+0Dq4Z25U15MVy5Ji3mEDK5o20bkRb3nYEbHxz/aK09uqH+DqShSva1WROC
UZQaWCfC4QRSsL4RzU6KxDqhVQCQRZKLq5+8cj0O6UXtvsRT2KOqn7FRmGZr72jkwaXrlhH8OQ8h
4uqpjdT7RKP7vaUPojzbI/YmH5MlLnDYYlZOfGOePMY4S/cgwVzMupEHzNJZnQ9LOduf+66fkb/0
xNwGtIcXI5zbZgVZwFdR112rIjE94E3mkSqnp1GhkBgak5geF1BOqKI9njQEiGa1A0G0rmxi91Gp
4Athccm9El2OKXsWq61637cdJomUh+o4LWb23XJahZBvdaBIL9LhWbOJ3A5GR6gIsT3lbphSJ11X
lcp10SE6R/ilF7e86lEXjvYgPueZa+Mk9fo7pEv5yzjYw3lDaqW+AiznyS/MdrkH8BY/i86hod+r
fV8EWd6ZU2A1iQ6ZSHH7YjOXI8wzgUuP9XM9wbNhY40y0LWnqQqiCAMh2mWy1/y10bTRzTjPQz0S
WsprKbRLwaIaM3QqgWyWLPufhiLJIejlcj66w1jzWlhxpuNBkUO56fFG04nCq/cVZGA8bkYcP9OZ
IxxSHhd2lliR5Pg4FaUN2NRevUyYQY6tlJoR6mJAKSRhyZxrYELQqOTw+AIpRleE9YjyKNDywiHU
rJwNa8/EQhTsWI16CXtuUlPk8w6e9RyvxQU6UviTTccOMDBc4Wqbxo7BcJWaHSHMrCo0B4lq+6ln
YiPU9aH9ZigK45kbZ8oliL08pqRf9gP2tb7vydHLQEwqU64+jJ2C8sHgrWx2Ht5AbrtuJg9qpOMa
QHkAm6WaamgOqVrJcMTBm/qxW+X5pWN2pR1iV5jmHWGd8YsxyxzAUtUrn7jTjaQvYBREkiYjy2wr
xkQaJIOWYmt0Ne8Rk2Xn1zIGQ5K5GaUBUWR2svHy3r4fopI5K0ZW+g2VplqumK/8E1hXeY05nfaP
1pclkiQMiUEdrXaltjcnwM6mmaQrGAcV2giUj06XW03PMZZ1fNasm/EXyuWZPKJo2CfYAiH7DQCR
Qm5mf5pMWdFjcixqtXBDZ2cT0WcYncaAdtStq7O+6tGdNh123KQ0yE9TdbAyYRbhUsLVr0RUgAu9
r3+vEP4BKL76fT/8jnX87o//6x9b6G8gyP+vAZI11piUMv653/6HMvysL7+AhGnQhv/5n+nfqcN/
/7g/1eH2bxQVADXZ6trLMlh3/akOt6Ake2szCfU48nBW33+qw83f1lkLGzF/76xw9/90403jN5sP
wVZgQCgHrq3/m2485ay3yz4IzAQLr+19FFkOuoF1WfhDY4vcR1tXtKy5twac9J1iIruzlQ2Bnc/s
/WokMykK7V7Wzx1Ejm1eOlWITs4+t/W6/sKyat50kgxY5GLWBUTAJXiVvJbGZJ+bqMF9Wy4PJt6z
TZOX/bZvOgRVCe3oAgbMjp13ul8MFI5A1NkGeGN10uYp3QkarbtFr9Adt+b13C72dtTyL4ZTzocC
ZE4AfLPfFgRPIMOkMlp1GGwcJRP7wkGzu0ATACqCCC5HvBwodc76skaEQ9ToGQJUN9Q8e+vMqxQ8
RtXX8mZ6S5pewLNoENWJZ202rtkTntIm+1YAHEx5Af31B16kPpgJEimlLbZutXxusT37bS5ve0+c
FNVdrX/AqOwJcSks4afERfU+VJjrFwsI24jieQPGIqftj+IvcvMX3Y2OZjlFRwc42z618udk7r2g
TapbbNHnU72qqVnbUT1Apo6af1VZZc/OKltLwAju3ITzrxs1u5NoCQ9pkSaXbgfGkhFkmc8iC/Sj
PQ9oUVEBvsrI8fGgUpwcd1d43KTGjLQTcZMXPXPQjt3YVS2f1I6jtaJ8EgN6YHNclWcjV2H9UWWL
p3FubmGDnUULzmO95H+GN1X4o6QvZgzK11ctMfvhgaV8d55gkwqbIiF6JwYZ7SYgYEs04BTMfNZZ
TxL53pZy5nSEyZ1y7yeISHOn5SF9724DxQKZJrBQlpYqmi5uj+4hTJzUhGVlM+BCzrOXVXOfz+s5
9uLJ8+B2EMIjcBJWV69i3zRL+q0o2/qpzjykyHBtfEkz7sQwXbH6tkySJ3l0JqM9JzFT8b1qYEhe
jW8OFAX8qguLJ791Cv1GoGN8JoxQXqdL/1iP1k5PezdcPEA9Mn2uKX8jmAacDH3rop7KpzZqbkG+
MXlm5W3L2WYS6ZpaXGksdPxlnMD5NAoTkV48O33+bc56ShSmSELWQIrvGO10LCthbs3VUOAlKMaK
RDkmDdLUmUdBB1cesligKmMhGNWu0QKWO6uo8KGnaA7zHFkZbrX0olLR4RKzKwJgNdYDSbIoQAk2
n9jvIlLLZnGlN9a+m5QVAFveNjPvGYTcF2vWACm7Ez5PwWOXli9WbSu+SOhHmcxCfm2r5S5V6FFF
BRLpNptyEInjOQ39p8XGtoCBt9qLjEs71Vj+g4Q6897rxiqMlDk+2QvG0yGy7E0XL+eU3cZwsrif
KoC0raC9ybXocN4DxbxM9bbcLS0kZy9nPVVbbbypPBhBGTvJYGSPG6g5H2AZcqTCkS3bZaHhCgHv
sZsYEPqZubNW0fNLYnu+dZX31UixCkRK+hK55u5VXao5fViYtAviQVpXDsOioavGgT2DGYoW74YX
cwF6iJehHnNE6WEqWJXHXEl7Q5fgHLSXua/YgYYDbmhgHpT+1Db5NqTj+VTkLy424AeRITDUTTrP
pkS8mKZrLKqXkC+TdeWuj3VMNgLGl4GHN3fj50ZXv7jqIGhOy3RXQkw9okrOtxoeEd/M0fnnJiAw
d4YI51oDI22Jj6BKXajILjrLerbksYcjAYCkrC9d11j27hTJxx6Z9YaKdnkqhrJ5riub1XiKuDka
evhqPDdWh4qdl40UdpchzmsAmsAWm/cqyHAfMWC6V1xE1GaaIlI2+997EP8Ny5B/XKz8D9T72SBa
nTVz8cNFyG1Cx777UrII+c9//uxQ+8/n/bUKgSzBqkF3KONRAP1rFcL6xLWowTgOgsA3HjXjN1pK
LAyoiiLdeLcKeS3lUUu1TZQI/04TqLvvqmG0flcJChnHLJAsQhHftWdJKYEiV6bLvSK1T+asH3Gr
XmeN9pXokAKlunGmuTHYXOOMTaezARn6nXfpNnKrh96waOAy1mStfhqU8xT5VrQMoO7gWZUjMvn0
gYAuCH7Izbd2lIEKyiYm5HWGreJD7823c5Nfe2P5IF374Mj5yYV1iIT5bmZg9AubuqvHTpf0N2TQ
VfUdmg8K4qzGw955d0am3YIc3qRQAFc2n1/JhrZGZb9oo0vRxzhNugNAgqKCo9yxUryMCLGBvbKX
UFx6V9k3U/G5KLLnsvJKmCsVDEbCWYAfVt8bTDRQIXgJu9Hs8Ziwe7ZSdCZsjY4jTPtgqOYnxKL8
zpR/VgxKBU1WAO+dUfdr0y3ZHIjPNWsI0NiHlEHQjxjVgzuCIa9799Lkp+1qws717kZplX2mtdux
cB5abYqDBGPXRkn0rWlGe6/mo9qmNbCDj7dxjguZPf3Rm6MXfaxuhMZVUQYRUZzh2k7DXJCw28uA
8WbrosLx1QZRe54T9SU7hZz7rLjG8kdKG9bpaZYP/G7hUzrfzzb8xblixHcZUqyOH7umc8Eqh1oJ
oRKBm0kZFK78nglOHeKfCIakwPNi4vuYVgexaLgTSysfsnj5NBrRZlaVS1uoZyIDqlgu8kYZ1a9W
xbDrsuXyEeJZOF6aGw3alurBUbPuzHH+TkPpKo3Tz9AMtIBS2/dYShaN7pb1w+xHbvGdLTNbsLXt
hJ0fbaXIkHMLYKo1fNY9CL9PXmac5mx6svqYoBMHZaPi4cVWXvqk3YlquY2JtcBH3tZMKUq6sWZv
bxK7wcZUuCAsWR1n8gY7zF5DgzgI+ZBr1sFyqgehdtfR0uPeLm+0Cm/9WBUP0TLf6p6I8WYtt9S3
K5xBRriknQjEnIEZgvgT2AkVsUG3Hge3WaMbo72ac5zEPHnwTOhsAoCWWfM917jDjX6mJPn14EUb
dzYDxyBghzvfy+Y7/MN9TinAzYpzLV1vQeTCPAPmQxDgxmmBMrqD5WcNCG9nBbJqp6TDdd73EYxe
Nvq8Y5/hLO04PX+y5hdda3eDruzB1ezVGnBnm32OavUJwdLGHQlIHMU1WwSsICOuGaX37uRofvVq
7WvnWYe6K15PbbTcu1JV6F+aRyolh1rh4pijdjK95HlWWR8Z2tk8FHG4jOZRqATWGXi+8+lWlcqe
Et5+dtflnpk8J0p9o+rTUzW6L0OpXI4SHbsOzXJenrLKPuTW/ETN8PsEX4wy3kchwq96zx+a07+P
jYj/8O4yQzivSpMfdmjs3EjIQ9F4X65riEjWj5nGnsYts7Co46901E4g6rdLVJ7irn3MCgCyo739
Yar5Y+//o0Dkffvq9SxwI9Mq0ZArv+rDf9wnFp4cpWwalbMo6o0B3cAncmQv4dDEujjBgrzN6uKp
wFhTz9GRiOlrPU7xFvwRnf7/+fyP9A8NFLPyP8//51/El/kLlYcmFf/nv/43gan8adfMX759YS2w
//JcFV/+LEe0b60Bf3z2X2sBJnVLZ94m+5N2z19rAes3+lFsfWnQUSpw6Bf+WZFYyw6rknxNy1Px
uDOD/+lXJ+xpjbOHlUzR2PUIjPzTYv+mqPT3iU7vurTUI2hEuqyGwNV5q4/hbT1i9nKaoqXa3NuR
3KHcPCtMguVaJCdqH/LL27yoaTh/KDr+6QFfD0xrErkJVRVS+96pThBA67LrjO4es9SmcSicgwBM
vXyjrB5HVSs2yhq5MC/DuYzZ/kOnIrWjpVlM2kzA2mC3gh9asz2akw0YoiB5b94kab0v9eEGDddG
ZH0YQyTBYnQ1Vs9aYe3w5gd2bF0XIr+r6ufEbbe2LE5mtWywlN6BeTr3bIYUz1pIjanYdhCYuUw7
I7M/k9KT+Jbp3akdgFd4mY0fjdlzYqIha8UFMnb6WekXA7riYWjcu7gQG0xCn9m+3COROxgwgkWa
fkuYaPIEYE8z3Qx2D7hpqD1ykNyLUTh3aTPfrB8JO+EwsLWnSzEe8sa9HD3Yy6UeJVtoBiGczXDq
uFg5gRG2FU69csx0M+wQeG9QY5xKNfo61xiry7Hcl0r2LUn6bMv2zNw5Y/3oRdGmNpanaWY90CZK
slUnQNfLsEEKeb+WLQDAUAUxGoX6KnUKCeUF4m4IqS1k2FyJPWSAiPZY18ihzOIE0ImYBsKa0nlD
4sgHGiXvXet8fU7BSaCNt1h52FTR3j6nspVFP0GxvqfgE6qTRXBYu/XkvJGpdT1HfUYTebyE2nk3
2PEZ/fSNCfAZsttFysTLFuoWPfBWztOK/WsfKbY/COgHXVXvEsXaE9tHIEu0STTojKm5p+BwTZll
Rz/mMEuDfItKXJS2vKqi6aFoWf0l3PbMPhlW86hFfWiM0ao4O5PwspSRzdp6d4A7bKoqCymXoMfQ
+hvVWh9wUoBoJpFqlAyBENYuT+yQBvATcHQ/F9ZJ0j4LBqV4GlfkQg8VZd0V93P9WVjNkZCXC0Ts
e+Sx17QGrgrdOYGau4yN6bKW8hZAUCiEciZz8z5Jqz1gsfuhiVFWiWCOiiuH12RKzItcb7aY8c6H
+CsStNAuiit6MyE7gUDgfZMaT4jWbQ1RHFBOHnlAT8kSfRCYiMKeG/fjdLveWM0gn241rSAIe3dj
h7xBBjTa7X2jene17aF8YUMs3C1NysdGpRJGgPslahIE3dl5NwIjbqqbaNhVZkmDe6INKHeNzE4p
1ly1ircQU3Ea6ue1JfyxrK/A9d2Zcx+mwjnVizz0hNeoAsCqok1njZSHV5c9db9iKg8zC/fOGTdt
3X2KGAnbqAigQe5K3rfMmc/SHBMoYNpINMdoykK4iM8RRml6WybUogxexPjQuFlY9wZnNFECKADa
kfTQdVuW2DvyfbY6K33899uB1oyEWa1M66XH5ziQSm/157U3BBQHeYdzEFfVoerKoKvb89gYLguj
DzPKDYUznenNwmYBBr82nheevoMbsBBziZa00X1eCbKGgPHJBxhYl9FY76v8G340yqLsGybHV92v
jc5X0KnhNc2xb+s9HMerbC1usp06oH/eZZHygUPgVXD60w1fS+pMNyyv3ls7WDsVNmy19p5rfd53
DCmxtYtntP1muZdyvvRGa+9G8fX/Ze88eixHtu38Vx40Fhv0ZvIGNMenN9VVEyLLJL0LBq2g/66P
1eZm5b2qRkMXEB6kaWVlnnN4yIgde6/1LdpPt4CiIiVv9xKaLVPgsODmaOvmI229iLEXkjW8wi3d
aorsnTDNwzYo7afi2q0ImmmGD5icjrphPHVx9mV7SnSeWw6NO8FcKl68o9241wLk9ZtK4V+UbxQS
/3RTbypYnHf4nVA//bhamaXeOXaxyqc0d4Cy8ZqTPoSLQLg2x/lfrI3vDVbf10Zjc33xEJEd+V4r
PwJIJX2MrdRs5In+487xndDgPO4kZ9mRAeQA9xytC8S+YIYyrw50DhlPphwe/kq3vw1yfvjotBa2
D8wwT0OVS/Lkjx/dsIrEMaZxepo4CCF2PCoeUXrbpooE7DK6aM5h9ValibbFPIxte5gkiSyWtat4
ntRiCO3Gvs6lcS0x/LJen9LBuTQ0EdGs3eZ1cu5YUfWxPjbeAJ+1uUVsdJtZ4oO5JmeahkGd6U+V
Mt7b5MNi4B4+VEN+bWC3xgB3EcQE4dn4WlXdfkws1GDDlVpaoVFk33p2bd2eb/qcF6EEqtz6ge42
6A70GmBquz5w4+UZO8EMjbr9mADCMfkPvlKyzusKfAz7MhvpuSUb6S++5O2OefvU0KbRt8Roup1b
d+i9SaHVYgZDKZfVVoyDYBc3yvg3jdT/65W+zm1oobujC4bgnr7XT7t+/+M+eojun6Pwf/7Hh2+9
/Cbq/6Ad9c77+6/+5G/FvmH9gm+Chhq6ZnfrTP9Z7PMTtPG0Ank3iJ/V7Rv8vdg3DAhUqkcVzm/9
fg74vdg39F9oIKI64mn6rWH4d4p9ZIY/3kb/6o2/PVYyDTQQ3AoNwgEAHWFZhwRZR5Q1LYMwmZmQ
N0cMV6zM4C7ucnN8jgc7HBLtCOIyP6kGeHox1PtSWNfDiHjVKMLB66+Lri8/uXS0qVtQJ1dkK/tY
XXUmjvYHQ/TwiMq8OQGa0pC9LuaNSsBMlGfrK+DVjyYKzR0JwtNFKclrqeclUMvqfmoR/lZFGt8N
0IECh8xOosw4i3uMqTZwTTh5HoEa+OmG1B8b0d0LnfFUOmucF4Zs3i8TIIfSwfyl1fmumZ1I1MNV
X7nYX8b6A0319tbMDFJNXWSAayYeMcm8pCK7riv7Xk2hH1oqYKDOTQP+83VjQOwiwE96GZk7jLFU
9SrdZHpkisLdRk5g0d8JRsuYQjdv18DSOYQIxwNbMehR3atXRlu9goSOoV/mWmDO+qUa1suyqnNo
mEhbqtEdgF2r3/q0fOlj+zpJZ1gzrkKIhAmK2J2FtZslhrO8d49law2R5jDJqeEXRtq4BGlfnI0W
3mRcew8MalgnaYvqyYr3t5m/ib57BXECR5aYLB9x91FqZdgXCd1b96WN52OMQDnWmVcFJBIi1TK9
aIqdmzoD0bUQepG3gwwYyFBmOaK9sddmlwzQJWnRAlI2CPqtAnyx/VFfSAgthWJec3KoglEF/m5y
CZEemRj/1PnQ9JrzMGmfGTPnpMn22WkhEShNdDL9GP6iTpZiDGe+46FZ8w8ZHWsmmnuI2FzlwY7x
hM3N7ZISfSLFNN2ugMoZAk/Kaa37j32fevuKuBbXKb+MtdHtiNX0YVHHEYZo5+RaK/VuN9dnfAUX
R2GUpozzUy+JBsHN4SK5ItRt1gfATrCC4TUCO74p8v4x1taIvOkwV6Hnitd6yHYZVJrckPuOUpdx
qBEMdRqNbcbEuAWDiCll+dQtUOmHLiSPk8FgfQdMfC+81h+r9oxLkECxj2NDz5t+uSU4AMeoC9Ha
xXVHb9Di4fBuZ7fcO+JWTef9JE+5l+2862IAf2S3iNefzcy6qmdss66a+IqioddB9SenBAyWCOpx
3Iun76XOv2fX2P7Klze53r//1Q0F+H8rnZtOB6XST/eAkEK4ocfz+FLwlGXVy9vuzp+//3t3x9B+
cZGDemAH0RVjwP+zu7P9hO6OrrJvG9vO848F3/mFs46DUfYfoMI/Fnx+BD/QxCqvYljlD/6dBf99
MxOTmbXFiFsIjek/qe8hC+w6a6PgYSYs4DU3n2aaFqLY0uwcIMB11AjimBkvOqXgPmXCGP+lvf5d
PfhP72Dbkd60U1MgYwbZbM0dBjfCFFE41EnYcEKaroBq0lFwGegPn7DtBSh1mS18/Tfen29vz/98
bHAJVT9lcP5XGnFujev/fXfTZxd7yX7Ird9+4beb2lJ/AT6CbcDdzKnc1n9WMfzEoO9Idw5uh2Vz
e/95U+v2LxxAYAiAeUCARe3zZ8tSh77pAFhQmeqg/qfz939yUxubdkszgLLStkSZZW+18ptbyiLg
Kke50oU2GXi7xVG6sM5Lg86B61zWDo6/kTMHg9MN5j311k96Sv9DXWIsPMb0V06TrWv8tjT//nZw
8fKk08XcqvR3b6etJwVBbRfiE0BmmeWDxwhnkHNUNgN04TmLXxSzG1MYPjR01raE2NPCGKJHl1/l
1pB+shbDvHURfdmZt4SxORkP8bKupLK0k/msVYsaKImpfDQgmGS+gCzqIAkwkSzOTAmfCS0Zgt4Z
FbIxJLrgJYMxQC6jrTi+TGJvE7Q4D8tqNVEf50RRk9pgIkLyTJMAkObKUmRqBsJxxm8lLgwMIarJ
4BPjyPKKzYQ6oS6qGdiWt5BOjCLVrxQS6v/i0Py95fvmjPP9QhobwIQKmUXTfteLRkFVEmTYirAj
ZFirUPJiSwD9Th9nk1Yp8dVYfdVabU9oTmT0n1By7p30Hno5gS7JrnEeYlpazo4ssG0PPXbQDobB
8lv+OQPaGRdZiGvA70z3YDbK3zNr/vbuKfwxwHLGALrz421AOoAEdN3z7osxC6l/NqlvVu/fPKW3
v12Nt4Oh7a+8v0acHjZYLXMh5AA/vormrFlaiVKEzlIzKsazE9XUx9WldKpPqwM7G9hME/z8RfVt
kf7hVbkVNoqQxcdTiZHaFvk3T1xCBZ+3ONJDHG/EJJiVepmqRVJ0Z+r8QpFrfOOhJQDF0xLyLir6
fIzF1fRL21TVxcqW5lLCtrsdTLUifiBNlQvYhfxD3mlkxC9ERGFYKfazvVh6SByB+Ve31rsxB55d
z2Q1Y9AAUgX04LsPwEKyWktC/mmKQDsUxiQDqyA3aKXJSzCs3ewEfcGANHRnZxP0sSMZnGdObZ2g
0SDuWj3hGpaCVgfsS+dLImHRUSpFWDH53C90Ay27Z6wAx7La+hMVcI4rrVEIEkVFsUeJdQ9sqaZ4
TOpwsIgz//k3tAk2fviCLOhxrNV0nODGsDD++AVZ2Gh521MHtM3EvyMEyWPuCGrQfKVdERI281eE
ln9a9XhF6GPMoEjBwMj07nYvEa6RRMQrtkI8LttBYRkmPSyUEzwP47fWBNvvv55Saf90A/Jq2zzW
wU5IzfTd7fbmBkR5rgoODV1oqRhOJKI1/FxOUJuZEuak69LZ5zzS3KoH24UHmc2vP7++3xfxdxeY
rUvj08I2AZPzbm0aYmAlg5l0YUI0JyKCiik2TKJj6axxEPdWHKaL3kWELHG86Tr080bHSmM5bSAl
Nqq2WPuLOnpeiAsY9oJ8pI+/RGYO4FwppBoCaKlDInPQnFVAjmo3nfhrthF6PX2npGSGXs13JgZ7
ynmyxaq6IKuQeUk0jV5yTxqb+0iYJEfzuKVtTAypT8yTHllzuoBVl27zxD2pBoMYA7ElMmelkZ9n
3tsz8J/hpDWodzOHr24u1vk3ss6/55DwQxH2X03L/vOTRLC0YujfHh+2//97qwjROTczszIqc/yB
/+CY0/T5bRjrYvtnPuLybP3RKrJ+sT2Gm5wOtvOD80apbvD3qD5APcDBcDSMO3+nyHq/5NMp4nVN
gEjUNRwTthLw7ZLfQDjW+hjldzWu5KqV3tRpZBoVRMWNbjk8CGscgXsK7eK1Zvx5YlciMMLUxOc5
Z+TiO6LXGaOZ7RPc/6kjB9uVL+TYtb/2sYMgqxs0B3xCjq2Czk5GA4hcsNXc/fy5fbdd8inQzbHq
c72AaUGl+PFTiNaZGlUoWmCR4xmIDP+h0qOXzmFU8yQmjH3zIMmHj3//Zen9sBzDizCpUn98WW9u
rdogdQ3yK5G9Zhzy0SCGVjfrvJ7acbyaBFzKn7/muwnp94/69jX1H19znifFaOX2mup81OLWYjxN
9Bgu6E8/f6HvFt03a+H3V+JqQsmCX8J9+24tVDGLZwo2LmDqBvMyTNZoYABXQqLM61F5lItnnqt0
cRa/gbANXpqsuHmleRTNWWKfFZKsDpD6p5FURd3K/DY1vMafsqE4EqervahWRfbnbFBOA5H3mtvW
6EFat9pYlOHPPwxtVK7Lu08D2Qj+GxqN7Tz+vqIaalOvmxwLfg6qnrRGzvrBFCN/oNOrzbSK0prw
jHqAsOtAI8qAL3Xrr97aOtkeI2F5xvGnXREOvU47oQ0zq23Sjd9S4o+33PvOfXBr4CwQVpUYxdlg
NoNPF1OZfO3758TUr72YhV4cZdEillsHYqjISCFxh5hELtW0XTQvmdataSYRJRIjyfB4u779dqmz
7aJ3xZIAof/+XUzK1EUoSGItpNOQwAPGWJuGSPbMb5jAiW1aWT+ak2W4DeDteZi70B0AzmsrCfDm
TIYKU89s0KIU6eHqr9IzXos2WwH/VprEPwVYOcHsS0h30BqQjFCNA8K/9Cm25mBlkiohtG4BOEZH
JjGyCQP0AhJzXYuQxaZ8uYsh47DQSVJ+WLzhhCVsJiEE7cZpqumOavbKyLdG+EULuKvmDzX6O1BZ
ul6xfSbDfcoW/LgUxvixs1pVvaQa85lbNfEgSMqY7jHFWHNMkUUS94c/Zf1qrYQzRQSsZa7PXHGe
r+ei6jCpTUrWRe7YL/cNBhNUmHBQNiGchAJnl4VBm9TMyZFepFkRXiOBD6OnE0gF3KQvjwzoa9Ov
EkyuZNLp667P5kXf9TXEXCvlDIVpFdUoHj7Hgk2iWNOjHi/ipKtZVe35LW4T20FzHmBfWslDXK3+
gbNbMmPASPTXNJ7xyLMeG98aMlI0eoG6QQ1ajMMLnZ/pudUanGhDxhddJtim/T5vMOzNlPI5PBfD
C+dx7MR5S+GFOFJV5RJBg5jifQGqjd63sMGlDA3Y4G2RRn4+dzgVWLrtbRGfvq/n9ba0N73OKu9u
C368Lf39tgmATpMP/71aLE5ATJ5JlVW8qE1aO5oTlX6/7aEvAZAyK25o9yqJxYZdeI9ZXq1/Vee/
H4Xqlu3gqtccm/O4yWO9Pexv6sSJZtiUEmlDyiEda6P66qLpYZDHkbUZssuM8dlHev3aEjoUe4D8
V2FfTAuBZpyM98u6HDraYj9fYt6dPb6/J5fBDh1Al4Tw9z24f1yYrHf4xLjt+fBuwfgViAvXxPp+
fUqpoKXttsu2bBfw+3v4/wXYfyMb5s3X8U8hM1e4RZvx5W0J9v03fq/B1F+2m0T1bHiPW6HwR/OW
ZhakDhIBADA59K40XuQPaZ77i0n7i6aYAUQWehE1xx/SPOsX0+aIsnFHyJw0KPb+hjQP+NLWyXqz
N6lsSJstkTeCkcDRKel+uJ1pfRiCmF/crfZ4HmGHTJHZL/IuLzoF4PyodcqeWc8tub+YxXJHI3AS
UYkz2fKm4KydH5rMVlE7DOSHBoWbSv1gLfF8X9vLCRxDvkMt/NUQFnp30gh3+GQg1zjkFyd4n59V
bRaEH7RnnRTYX4Gie/vFi/N7APcEx9TmlWUr3r4skv6k9oytRKW8AvmerzR7eSA05muss2rB+J9b
pnq4jtjy+mFkN+261TylWUIuoKkPT2tTJdew1OlME1+m3lqAb2qEIWNWMGOJdXfndgAtvjT0G9LH
YtXKdDdxOjpgnyMAzpirx7WaPulNi1cKQo9kF6UXWYUeWXDOThs99QCObm7RAygDOVVW0wUZ9ONA
2M1yNerds1wqzNA6ObT3LVT0NRpnCwxfqjhEwWUzIZ3KYMa+ndt9BLI9uQGE+qRXqf7BTQbzMtu9
AK/mafwwIb8uMWD182m7OhgMppNAjXO+sBcGbmzuolHHaOhqh9ieit47cW52VBRzTOBf1X52C0Gm
mlkRR9va5kFaSnxDsl06nkTiWU9WBTeVkGSARhFJ7POjpxAy0pslkm4oLtoX1UKsbC98OVCWuv4U
S9MImMHpeVSq3sgJdZiGF3IYy0vaK9ZpNGku+lZnbXW+mUed245fUprzRyxxBLoIURPMbnlEIRda
41vCsbGBKtZ5lAVKvFwoN5Qu9nCcvHg8O1Nl0Z8yzCfEOAc52HYAWEAMFCtFFwmML/eLd9sQCwdY
oB49tFFW/klnSEz8aR6UfaFfFeO8WL7TdtkFVX92mEf237ywiXhcTb5x+q3Q+SpsYuSEH0YeR8pr
gme7vqBk7DNvJ4li9c2hWXZ9NZznxv2Q2LIJyyUZ/EVtCIOtp51CzbmzBK7XbrmyiwWGAXMe+K+M
JzaHoaeQoFjENW1Ul26Dg9nDzndYYdKAFPcp6BT7Lo71O3tO0KgQpGsInQSFwsmjYmXrAwWCcVVd
49Cq14/JvOognbgb0nVZ9i1On7DboAI2ya/0HmycePj7V+Ab4Ux/40jG4WXaCF/FHel71nGJO/Lo
5Dr4AE4tkrqlPLmdmUS2gf5T6siLssJ7sFIiD5kwUSMM4K5Lb5YHay6fNbpTptzscJ5WRk1rguRQ
2M+zCscNAYLQkGYbuyVBiyR+8CH4kpez4jY3/ZLdIMW5xA1muWaEsIhAOUhGCPgkJXpK+eSBd3wC
05AdqQPDYtSeHGIfL2NHfnztwoRJNko+mEa5VZava75yHHOnz1TR9q4cxZMuNN0XnXO3OBAxvBFm
bSe5Q0ioFaFABO+TFHmXtmt6W3fLckxISHTLRd1lkOY+yzFf94lRAWVTBAm2rSIPneKqz1TsPIF1
bT0JV0MPlNDR0/MOqySP26tFICm4GluTfjWMs34gpb2ZaMPkdUBlP+5aIlRCYkau15VHPeDhBb6R
MlhIcWaM5RMp5KRZ62jnLAwYhbypXSNEnXApmzG+2MvEzKEnVB4L7n42qgIgBcLSUVnvlBUII/iy
b8PUNic4IyBANKC8pWqT0LrodntoE2e51rJyejFizUb31B3wuaSB7rRuNOhUbFfZtBoqPprMe8YZ
upZhrpTFg3SyGTNFTewlC4+R7PIKK5HRmVqkAwW+40ahrF6l/tFUFxd9oetEnNHNuwpmGd+6bN2T
LEX73KLHYKFMVcPaWayiblS1ufRdnRGGrrgpkUhOqanRJATz6BUzVMuzsWvIrj+WJkHscp232AbS
nMDSNLhuZG+/JEka7xiDmJGe1tbBaSgJY3fV/dVpSHowlUpPo97SBjUoK4JlZexVe3VsRUTzNmbz
g7Q3Fo5+3XZee1GqGTEDWLv7BO3JZYA1Hnkqi1w7EpXUIHMNE2GCZ4BeY9xnqdMT4DCBRw7JKc0+
2cvq3HTz4O04dRZXiVXEjEO3+OfVuuoL8eu0HMeSd27Z4mBodZQSMn3V2vYtZ9stCpP/G5fjei4U
vbxxJ44CiogFopEGL25Z0B7sbBOm2GDrWFZzm5Ri7lVpYurElvWBhHY8xWrf3JaJZu20fIlv1571
DKpbBBg31AcGMobdXLLO4l6t6ptqnMtImFV7A+9nV4woQ8YJTWvJdodMhDNuEi3paESgOeYLuRb5
rh4GnQIBK5iiyZPdl8l9bLPvONZDNiefM8LrA4TSyoEUarG35t7xCQgYKx8rMlrqNtVv8a2nAUTG
a9t1bg3Va09GacrjMCvmQ152r32hvY6a1lxaZWy+LOtQw7HBaYb4znHnFNMvnBCLO+8emCHMDAu3
VD0aRHHPMr2QM6zsnF7XDxuc/uIYjXpb21WOSGMejiWp8RG8uu4mRxVyq5TMsR2CSj5rbkcaUx2P
O+JY/M7LzavM8R6hFTUfda0DI9+b3I+D/iwUWuBmw1kJKB8so97EIQdl8jAU/cra0kIZGUTyUK55
8rzM/euQsdHoE5OCLdGGeLGi26UebQiU6JMvbfue5PTtTw7pARAbBAJZGfiyREnSDFk+7ayIUycn
NejMvr+qrfRiVJMbpCryEiNNX1IFJ7mqjvkDsvz2bGsbEUuv16PaUiiRMz9dGRb4G66HBcbA/lhm
PAd8SXGQ1YvGkj3r7iU2WyTRKnnBqpNf6KIr7GE2wtaiGo8NxIUv/aSbflNgEY616altHDx69a5k
CHIaNaHxpHn1rcMhPoJ71kQyrZ2nCSzbDUdu9yYt6ycNkjVSLydMzbWHrGib98oSZ5GajM2hoZNw
FiwrD66LAH5tc3JwmwQyj+52ODin1ck+dmiXOJfzdFj7bMnas+LF9YOU5LFYZM3UASMj/QwJsWpC
KYqJ7NW6bEMbSvZLYanwXQAXvgBiasiNVbMrV0ctdkQhOkZ4MNeXCaCL6+dLj5KgT6x7aBA8fHJu
nqvKMm/BO2wELKs/kT7wtEgU/wa7OS5X1kUxp+qd12kLZJo+TR+HJU0+Thj2Xos5qaNW9hswuNII
lvOU4nodqo601nl6bYl1ux+12jkXXZ7tY8XDgMKPv1bO0KGV04iCSuxveTXEARL34SCGCvXpUsgL
iUX2veTgHDms/IHptM0SjhP2FH0BJRqUjaIfFnMcDOTarnIlSb5RQru0IEOW2xeeTyyCqsFkYTFr
KwTy65GcR6cZjh9HBhpHeX6MLXemxW8ZJ6dPr+dsEIxHWBnJTYSu08h1146Fcb2KTv8Ce87iHaGR
qOXav/KMQOoxVzXdZRDJsOcQvHnCs/JhbhzcKnnxTVqszU1p2M+yG8WZ+w+fjSs/5+SdH4GKxvjk
QGcoOuTHTmmQIRXW8NR6hAyYbvaRMzyRVZo37FwcGknqPiXjsmtM9UiwKOM0MpldQPx7qMLtvp2G
sMbWUg16xxVU+8d6SB46CaC2Sa/Y73yZ57dqj50mV9ZgWPtrPASNr6XS2SfYrPw1Tu39XPe3tasO
h85ZXxpXuc5K0ss5LnhBq0+sSaIi85uaMkCBlwUd7SrF7KmvdUzQpgzrSuwpQbJj3YOyyjeBfD/2
xyY1ixP3cXVTT8a0mfQyQudNeVYkT10iSm2nLBqDP3oXd2lCh4GwLGVXrXl6BQ4u9pfM6xFA1t4h
s8c8zESawbLQWOTS+ZmEW9ydFK7+XIwXclH0MF21L8VMqDzJ5HdLbtVR1S1DNM9GWNplZMxT1KnW
skN0eIeLYIhUJy1O5A28anl76tLEO8YcIgJlMaqHlNTt4zJpLmKCRIQVCJeTLCCTyin2TkM7Jbsi
Z87WpFAfvmcVzvhXo9KZsoOlKSd0+XFgFHF7GC0CyAiuTHwkWGSGqeIzODnkBDmsksLoI/Iwx1Bf
J1LlBgOnBdZpdJwwFqkbUIYvcnpB/pxfVYpi3LASf6jpKD3UuRXvdUlwOtjX8uQQ/bmuzYzf1mBD
J2mUJ6esL/BmSKX3ZHVKEvqnapn4wplvh971DjTIHstUpx+7egfhOSF0zGBisAs5Pw1jQaR7V3jP
kvXEMxT7Qmp0xglstH0L+q0vkoQUDis1jsKY8WuvCgtog8PCgjx9aL36s9LZkqusZKEz1+4F5HcM
5WH56NppdVBZnuGchqkwIrZ8JU2vrEX0h6w3JOZvywkmbOh7DCcBsL00skjnwc2gdoeZkj8UuicO
5dI+mXTEmS8r08HrJR7vNH0qlQLySnKVuZLbpbUnl1cax3NdLBN45R7iTZ5KHD3xPXv8uFvM7qJN
/OGecd+i4zJP+Eq0sfFHODndQIaXVj9hq2WLSzKDGqU7NA6lmgoWeRbebrL5fxyt96VRLDtRGLA0
cvz3+VQck24azsogJ06cmEzsQmdTpMJwYBMWWn+anXynF04aOWte75J0pez2ysc6USJG7SIkTfYg
SEX1IWvnYV/XMtKS9pRNeR8qG0FN1RGMdYte7hRlSPdrPqw+5mfM3Il1BEAZGLWsT/mC/GBUM+uA
ChSATS4yX9fq26VsxaFYB+eQIoU9LHkfHyBUS1Zu0GH60lBvOtTKmAETuEewVGzUPJkMMvxzc2rc
9uau6u38NrHU/DB1VXooevmraDWFrqrxqeOzhaUG1H9iaSCl82YYv02cVYn+sSautnb0cvKOtJjd
t/21sMeZNuunIm+bA+ylw1ROdHLGNlBr+2sjq0+Ko4/8CidhvRqeiqbTg4YzRNGb4WJdTYN3nbnI
q2f3c5wgp15ICA5Lyz7LIoe3ls9XE72ewEu12bdhZhIdgRimFuvRaHkqGeEIeDCrF4KRm8+M6UDB
lKBHkLZv+BlizJRhICIoMUceaDrYyyjaYB10PeRcW51TVV0QM8g7aZcDYWbjtbbKj46+EDDeTQ9z
jEKFzQsBr00MvAcHsla7aYsb7AN00nd8Oz3M0zHxF/omQwqvrnTX42pbhLR5mPA0KekfiI6oW/RJ
OiGT8NvIDwfAKDnF2uOvPBHXWYIxdB4OUicSbtI95hVzCyKOOpV2jeyiGBhLkFf9uZTPrgcbcBz7
6Vanb8WKt4rQ1JpzCQMngMOLBaVb1uPSVIq/8YPPWjV7oZKC6dF7wUHFzvsirBMPShYrda32J0DD
brTkiEtmpbsd0/6maqebpBw49bFvul1GH6CaABU604n1hgjLaf7erjuPJVp5b7DxA7L82p7xmBn6
FZpJ07etFMsTPT9/XZCFS5LPI21pzINbWdCux+oeJI7Pc9LgdxovZjsVB82Kbzyv7f20d9vPrZ6T
nowE+Xom9vmgEI2YORxiB6Ntj926wZqslR4F47iAWQE8wIUls7ZU22eA82kkLvSmYqAXZNIkNFhR
7VNl9CY9FlhTqFECMi5XImtTXDYtiCmY2tW+0YhghbwNo9PW+ig3ek4AmSTeYlW90Jt0TKWMQa4o
47cTKTq3xLtzNxlfEcsrZCoKrY9kjGIFxxCOoDYgvuMRVO/VVNpR3Fhf4q7fW7lyX3EiP3Qyu7em
ntajWt6LVBpnvVyOS5XcuU2t+iRNnBYpdomVPKPp+KpWEmZPCZ5BrFt6Y0X2baULL+x0lkN9cIsj
bEXhlMxllpkqqgKZUTN2U1glLK/T+YrVfZoSlG3A1lBz94rk6mgis9Bf2/oelNRjIuClti5vZWqI
bik5IxSDuffG+cPodejIBzsL53pecQBMLrGxXUjyx42XZnY4knHiZ+YAYms2b4w0B1GWPDkTQUQK
rjy7Tm7L1JBHc7XVAAvWa53MjPWKaBu+Ul6MH+nWHkQ83azqeK9CGSci+FtRTS+9Myx0pzKe7kSF
oQ99zkVqn6/uZ7N31H3VLGj3XWMhiNTwdsOYvJRGuZtSroIOpEkIY8/ItwhGc9Tp3xUcZEhLBPWV
3PVZwfbpKh8RBnyybe+W5rSJ66HMwhFIe6Up4eImEmAWXsdc3sF3fqYtMfnw2YQ/11nlmzbqY8eO
GY8sC9vVCjq2QC8lRyuYnQ9L07yKuGMtcnCBE5d+69l1hrzJgZzl2crO0Mpun5p0W1Y9CekSw45d
+n3TZtXO7hNvZy8aZwwqvFQsfqKIs5rJq4HgKwid3bdZl8+J6Hdzrr8Qf9cD6HA5Lpk6bcLMOQi6
MaFBIwyMR9WFfVmtwbi4N2U2f2II8Dkl6RSaJhVjKvMvo9M63LprG07JCIjeo8QsHfqXcUeEKIza
XWKXrr/k7nGanZEtf7grEyJFU7WDqMXE1C9z+VDSagm8Wm+iZbGZoUuUP7raDRiJaQzHYHACwXjY
t8vuCbbKpwJPpB/PmfFYGu0zxzYv5FbDqV7k112jPDSr+UnK+otTz2GieUz4DCDk2pLBrqIhE7SO
TmqB4XxlwgabXhI9rqX5TkzVjb1IUhYS7lta1hlj/5pIa1b5xZqIcRL6MVbrU42lgqjfpQ1GXi6o
63yTPhBGt6GiI0MUhC83hUrKNpSzlcx4rO0x902nfDWJRvD1zKqC2p2HAL4wH6vJ+2AkMtxPdfmh
0E1KAYODOZ4IXBmvvc2rKVvCQVm6h4SHDheeowfJtNyVwoM6X6t7WkwPMQifsPU8Y5fmsYSQtuT+
QnpyOLXKq5OPR6UrvrktOaK2Btm1OApneAGwPQX6ajxnjt4E5ObcLJCJhJIeYOOdEfQgrprcFSUa
15Hm9nBTNE18QIY/s3nnKqREspFIa1h2qYov2aODFTgoKgicZzN15uKenoWvNmlUKtohX4T9nKfl
eWnVz5yup32mXsZ53KeegIaDbr9YzPM4EiSVNfEJTBxQwG+Yqb5obX5KrfHXIeHb6l4y3fuA8/XT
aMb2cyUJ03Kc1TlpKntRY8ZH2aV5YPawVSEeFvtCXSC1MpwPe6c+aO66n6X9jMD1s5TaM0aX9MCM
Kdyypg+rQjnQfHOps9q0ZL5RwtjF0yJFz36R679ylKz4ZOREKd3q+jS5tijjGnUPNdtEGGlvt19a
tsZQdYrhVJIQsS/Qah7NbtJ9jhrWwdbQS9Loe8m3pm9XibtlIDFQlI/uBB6yVX4lq4fhPdrDSFcl
g4qWcojgrK+pKrureFT4HgZwUqga3HEgbJycr8BJCVtLob/zBS72bl7dzncVU5xpr5+hBp9Nw7vU
OFqDzFk/NivCDDLXGRg77I6Vs+U1wJv65kAMhEAkUrzD1o3p6LAZ4uJuHiSzGfR02pA8NrF5Ww3m
7ZyzUGsF2KteZb4+rYe6sm5kY6z/i70zWc5TSbf2rZyoOTsgSUgYnMnXqpcs2ZbtCeGWvk0ggas/
D95n/2V9Vkjh808roqIGpbIQkGTzvms9i/U1hepkN3JbjCgjUtOXZwFbDojVSLvDlL2aZ5w34wDu
qQSL4Rpc5UMKBy5i22RX4YwBa82m1YpYa98UW4gI4X1CvYI6t6lvi1Z/+U/zuJ/Pv/33v/DYvNQ8
Pn5ePv/XA/GozZP+8fqP/q3ho73wj+GB0fpPAxk1Hq1hoheQaPvqqYbPgVBLvCsEOjJwHHfVwf/j
/nH+QmyHytQm7YfQH+H+SQPZ5e/6tX2MiBAPByJdoh1X5OzPsL5f1BCV7n0VNTHeAK9gbz9Yqroh
cgCoWraLXDUR3+hWxTZuwnMtKhKv+Z+U73VnHcaFicSo1o1plAj3Wo8iv/Sgfs8Hx9BG8T2XSiAd
mexWuzPq6aSKoS9PLEg7pK7lChG1rFtt6/w8KmBOb+cq9bJjpSklRQ1dJrbrA3sCVdXOppjJMv5b
+fcfxcO/0Iq9NGjPu89PbT3r//3v4eqDDsKUvKr4BTqUYBWj/g1HlvIvBKXkhPHifmYYM5T+kZyG
f+H4kUCT4Sqv/xyRxP8OV3w9EEugsUiEon9HH/+B3uFEiIeaAimhQGrBTpx0uvBEiFctADayVgiM
tEMTXYxapPSWtROdTcHohp+8um7Umaji3rY2vzyhu78VFb+6Kk60kz8vjapW/kQW4GA6UTRWLSzi
XEb2XsJm3VlsXd4aScjoMNpkx7x8rdPbRKUP0gnoiQc0UvirfOVXidJIwoYH8WXeJZiTD1q731LT
TYeFLeCj0/bNTRJn5ur/cE3ygAVVdOHap64Rz8oh5Zdq3gWSHrdyp/Y7lp/4EVCzhXe7ufe7QL5y
zfV1/aJdcdf7FPizJH4Yd+VBPL1PbyB/U0vsTKTsoCrhpOre0mEX0P9pTD5A8avfvHyXz11xDVYN
1zkPssjJWzRgq7sioZDumRYPtN1ml75axIEYEPPetvRw/OPrrbYYHBfMrpggTq6nCxzYi9PO+ElA
Do14s8ckuQHSn567NuqAl6/2zLgBBgehS3gYpDiPP32enQ51mk5ihpFB6kg9zbeOVVyn5WBxLqSf
ESQPL1/wRHy0vsCQMbriS8khl6ciZkK+YqrO+UyyvP9Oj1l44S1z+cozfO4ipG+iMAd7ugIQnt6V
sCYEF7ojpCNyMIZqU890BOsgOH/5Zn5/eooxoWwenEPt6Dfuet60NlmV8y423dIf/a4c01vXr0V8
GKwQygw+ODbgS6bLydv92bWZVlH+qZUwj6UX4cvJPZZZWbVJt1B3mq3tGDf9OycZSRnV9JTitFpw
q6+ZNi9f9fTJrleFH8jczPLP6zsZLwudZ4Wnd029qaJyJwk5otwXOPFy+MMLMZMxdysSpBkrAebO
JxNab/ldnSiPHB1FGK5JQMmK0m7/LDYZ5w9j0QMt4wp/dTKfrA4qsExheYmNmNOZqZmGGuVknFCG
evluTgcK14Gexb2stqb1Qk/vBsEKx4I6Wnbe4OffSJwUe2R65a3tIyOqWEm2+NPgh7981Z8rzK+z
JRZyHK24FVYZuu376wr1y1YtGIi501k+7nxxbHxy//Dw6OnoC/cMhRYa3HAfNcPRdl8bJr/dr/QD
3t8ajIV9jG/k6YXlQPYeFLkZ06UbXxnUIju8QiizKPFKKpjkKu762envXr7h0xUXQx69PQfTnxeC
SzwV6qoqHI1gtttF4EAAd3fuEsFSiOZ22hZVbaV/6s7keh7Rt7jjkCYx1Ty9TeKdjN1Glo0WpHVo
ktX1WRTm2SufwukKBH9JkbmN9NNWDhc6eZhqdPimaTzumnT2LsnHme+6uVqOlm1N+2RKl1dWvN+e
ItcjlwLbsbLZNK1S1F9HjdXJGlJpEkDdCPWe9jjpjCoxZCemPcvFK4P0txmFq/kOQ9RfN2rOqe+D
sJWyT/GlUi2wqZP0ASy9ZOpeSWF/7p5g/fEgAVrhFWe7+es9NWQGIA0JFMmAjfpaoev4KjNd6U2B
fP2Vmfn5a2FM55uD1iVO3lc/kQDsFb7ajXZU7FujUyStIoWxN82vDPhnHx4ORszBeGbwBz+9rVjl
S+YvPDw0QM0lJkW9XVSp/3SWXF8RHxXaZXbluPCfXkWg5TBDlhP3AS3nLTkS2UUZZ9Urr+i5Yf7r
VU7uxS/xNroew670hXWJc2O+mxG57pYkdnGAJsW7lyeLU1goVrf1tjh6ivWg4QUn7wmETARgj4fX
+T0SliZLHwiJcy/XiFMkU7D3+Kk4BLm2L4ChwYlDOUG+z2B2We4d0Knkr4AL1ys+ma/Xv4h9GByP
dej8NKz+Ml8neaPUXDJylB7Lg+U43RWJ1+qgTZVsO3v4ZlMXff/yY1i/5t+u6eHX4MSFNW8tNvz6
ZQxlRde7dNRuclGZ2sZbjmFh0YlVg/Ueyvh9HA3mui+m19K8n/1MAImwOcccwYLx9MJJR2fdok2N
m2d0z5ymWPbpMFL+TAlLffke13n493v896VO5umgWgo0jdzjkJjpKkmcezEQHoVOsNk4LqUybS8P
bWqJQ+3W9Ssv9dlvFGcb8mnpA4s4uXgdapQTFi+1ywzeLiD0x1kTkvbyLT7/NP/fVU79IMDk/MSM
Su0WCvCXckjoi4Z0XL1Gdq9sZp69oXXKZkag4LQGHvw6YorFWC07J16cCMdjpVT9SaFXe3j5hp4d
lz7uhfXYvnq0n17FwnlEfhqPbfL86iJ0qTiPkYkfp1DJz7XjVYhIIu+IUlm88iifvzLxfWus6jpA
n145CSpgU4IrFyZHEJe0tXPm2yk1Y3I1LqZWdkjI0uVgujH/+vJNP/do2fKySeSTgMN8cnBZUhsH
nzVyaTdVD0sl64sUsOcrM99zY+XXq5w82llpY7uacHOrcbID1TW5bR0NzmICmf//d0MnS0dfhiUA
Wr68SiFpAv1FhHQ/vObQem7pwBW7UjFDCqerf/nXEalomNeN4IZmku93yGTGLfn0zs7BA5xtloDk
z5dv69kn+MsFT5YO2+1sr0+F2rWkYn+tPFEg6CejQhsYXS9f6rkhQfkqoBKAtsD9aan+ZU1o4VYM
U8iyONIt/aq6cT7vzNS/ssQ/d0NUU3B/02MHHL3+/NerIGhtY49vGo0EOYm2E2HPCUvwJ0Gyf/mG
nr0UEEGq1ZAJqVQ/vVSX2HHS1FlAMy2gL11a9TeF2/FsiJL+lZ3ss8+O0o3DcXWFs5+MCwyWS8eh
QO16Vzpbu2mbPR7g/JXB8PxVcNvbK0GITezTG0L84buiw97k448mvCdorubaDOcvP7bXrnIyK825
5hxj8YbI3mSWR5a+TxFW/p+uAnqDciJ5et7pOKBDnU4jc1/dLhDn5knQys7SV4bAc/cSgnwBmcJZ
k0Px0yeW40iRS8m9cFLG6SHikrndfa0688xAo+jKqgteA6rUaaNCC28YMtM4OyLg4eF1sLKnfTR7
3cGLEIi88p3+frW1CGRz2HVXlk14MiVgr8kH7EwONRE8uAeIqn7LLtLY1rlde7p6ZUvz+yOECk/R
HioW/vKf0Ye/frCOQF1v24nYWYiID2ylSLaPA3fz8qB75qbgiq7bUYdHyEr89EVhv8PeSNlxV/dt
MW9a1bgdetaYAJo2yEnRfflyv98UGQQudQqKacCcT4v1Y9mypcC+vSMilMzjsiKnhARa81o55uff
/XRD6K90cCgZJAVQxzrZezbY+OaGRKXdMpJo9wUWot+qvQOtcT4nYK0n+jbQ0s2JMVJSHe3RNQA4
EfWUm0xEnCU4C/CTe4reIj3UHM7bQ+jkNv3dKAizLT9zqvIQoZAV+0iPIABGZPHu8eXn9fvrWdk8
tmKjwML329k5RjBd9x0SejXwzUKp8sYYJZZs08OUV/X9y1c7XWUDh9MJRVW89LCoaPg8HQy8sYVz
D1CaCjsgEYGllX8c2qQudjH/DgYNpNbsD78qrhnCvEUtQL4ntaT1CfyyLg06Tuuikoi89BIGl41x
XRT/gWthBxuq8rU2yukAxOS9djRdH4cu5+nTk64XYnEKcxNR0MEDuVlsX37s/FG8Msv+/iRXdsiK
uuA50q49WTGsAPlI3SfRDnVJi6myaNT3GbnDJvai5pOXD84fkp5djMPwV/kPazw1iVOUE5VgQ61Y
RHzIpjtrdJWdN0YHr0wX6+fDC/n1y+I4x6+XEPRoBzIPniy5ujOawN2k3htB/Ofn1XjWnqmAzct9
Sty7OcStPcGjIF3hQ5IVyJcHkd8WXRncxqM7IUlKFkJy1RxW1i6uk/6hzfLoM5QF5O8EjJcbZsP6
w5LHwCscVL6IF7E54yCUWeSSalWG0Q2evPyr75fmjo1ugc+Syst7FOn9HtxE9iACW99bghhjDL1Q
/C5hdDQNuT+r2pK9VXI2DxONutxx5ptKdWQl9H5avvX6wRzdKJXnNgCOfJ+qzHscY7xNGNrmG0u0
3xthpc0mGBab9PDE+VZmLYIlMvU+OXOoLxuNtsyQEUC/qu6St+6AlAxl0rCL+Es2XQDLQ3rzlxyi
OmHacu4fsGuTbxmOc4VOMKucaDO2FppUxOdZupuxFcCez42PJGopAzTvy0guI8Q9Ys17uZz5pgwu
8YSV5QZ1DCgSC8FQ6/XLTanrbK+8odtao27EZu5ae41HtedrdxxqVN0yR4OdR+UCr7e0s73USMxS
K9LXc1y6CMly4LIow6f3maQiAkfDIzqdoHRDMueaJZ+436UYBckDlpWUm2RIDTblpkbCJ/qzLGG/
+75vlBXjIPPWJ1XFMRFhmTHJFoIGds4yphJ5iDBtkfGVJp56dN3CeJsa1eN7U0v1wSQGWXhtOWG5
awKn/lxkFXCrHCToj6J34PDyioe3FgpNgA0d+KSaTldNizHe+IEGDwrhqjHfy0Ulzp2O+Yer49a/
VbMTRhf8Wk1xcslRGycTgbkH+le0xzLTF851i/Vy3INqa86iuABA3BZ9g75mtSGLcjVYxhjmR0BY
ydjctkw63lGVXmp/Q8uVNocqbNVj7pIA2ol+SfdDEJePYsrusTjUu7ke9AcxC1UiazMKWWmdNe4+
7hdJ9MdI1uXi9Pnd3AwLQowicbagT/JrY4lo2qisk1tpF/38poMhT0SDjZIfAbwGT9JWaQwKpDJl
PW37FDvCGcA64wFUyfzWq8dDqpwE81su5+ZcYpAtD1UaFjdxveQ2autJm61pdXPTay62hcufYpSu
8XTtMl/0OcZInArXWZPmbnlfc4yh1jLFUT69c8lc4TvCoQrcuIAWuoWbPyeYnjrSZIQwi7dXIVma
9763lHzZRLoGMfRDWYz1bdhmVnkT92SsDVseh8BK5yGW2y19gF82zFUuNxDT9PvWBG2wVTq04k/4
VSr3TMVVDooviy2AckGvby2gLCugRhuNqx0LUELLsynxwtkpPZNR6WXchbWqA0A7/cgvBrISHRSJ
dgofZTzjkmSO51PL2xDSGcSOg+RbHXYGxV59qOaguQtGvqRDMhXLXRwuQbWL/LGizzTNHLXcNva/
lVGn3a2lgJoAHY1c51AmpJtu4RMg6GuIAaz2ro2ndxfYlgj20LiX91ZsYSC13HB29yrNYmdjiim5
TZusWsChVw34H1vcelNkUlS8rTXvavxDPv4V2vKJs6TuLjAYLJSIlXURpE78Le5Y/XbwWRYycOds
QmTOsIb6WWUm3KkuWr6YLLfRwVfB+HFc8CYcZUZUDdOZjj/7AA3lrqxjlLJLgs5hg4Ut4+918uTR
7yyEysS4GqweyrHSw+xKDL6espKtnYK82mCt83GHLjai3Nht50sU+cTLdjFdKggSbj7uG1uDVGxw
ZYtpX/UB8Q6pP2XqXBnHEGgdutRoGQOlc2EDWcwPdpmqq3xOwTKEBH7AvwvVZHYSSPpjErdheuzd
dFpAMEaZv1mqcf5hI5ZIzsegQYE8JrF/FeYpS9boNbbYu8Hk3Im2QanqdMvKoO8T9WNw8vCGrZMr
z5J08D76fr/YF27fLTS9pizMzmQDr2c71BXzSJ1J53tj0nHZS4T3H4uygmfQGBTJGznH0EYn5fSP
S9gjaA3SJW/OepaON9CSBAtEvRDN2C3FKnaOVEhYPXGzVxF9m29WXiuUk44xkNPbXrubmJCS5ujU
s6u3xaD8rwyyPgYy1NrO3lkc7qBx8WBs4aRqLJ29LLJjMhL9ltRZ5h2S1ipxm5p6+kbqEHNQ4M86
2Q2Ij/uDlBVCQvTiRm2bUqHXp0FEQLEtiEvZBDJjP6oZDZ/ATADxqaeoMFs0Ym6/TzptfbQ76X4y
RUoVeCxL90MmiTLmieKjPzo0mMmOUZ2LCHVaR1QJ9nJjNyK8crwsLnZp00XfW0tORAZ4BrVv2OG/
xRmd9FhAKHQIXPjpcBs4RIXgKcBbvqdyp+u9nGURQFjE5bKtkhiHm7bm/F2fLoVNvrWb56zKpgXj
IM30ZSE2t7zxRTK8i5Y8HQ5kUptPUmEdzPvCFqTkroitvorL79bA3Lht+j4J39S+WbJtkFrEoziz
JldxKAlJ3pIBjdi/thPWt9FqeYFhGRp3N+M/t441eUqQaKusrY5zvaT1YeBhk2aSz9yiwbtkb7Kp
sJdNR3f7K25M171sFXgJbDh4JjaVGywh7m8I9tvcYFjc8oml6baYLJjuCxiFDpmoi8++A4xC7An4
jZtkjHKxyakwhGwhUsTt5Np781mHgelQd3XpbFVouuGDiJjpz8cmd7IdMdue+BwNc+bsFyl0flNX
Cw37TU2S1bwHIUacAtZEt32ztN6CZdDVdULouUjT+ls/WX5E+VGlQ3GUxh8X/Y4zZbHUN0b1g5Vj
MLeXGKdDG8usegNuy4joMILvj5x9NHUGzyoYPnLoMYWRYkVmsrJqfIkkMmFlqH0LT/oatTam31KM
evkHBQsMvnGv0ZhvXDZski+tq6tDA5RiJlQ87aBq4FMcNmkMseA2EkV24fIH+OsUn62ZmrL4znzd
x3vVds2wbZJkgTxWUoYCZdziSO1Sk3wn7iXCQSSm9sEu0TIdpLd4x4pOQ3FIaHDiLR34XxDgKnFd
0tZhUR15oRuXiS/eVg0boetOiiw8YDzpPkp+t7UPkgY2T9uP5miVPeSRoGNTCmbCy4N9VE7mDSJ/
6V9OJrc+jA6r5EHGyoFQsgCS25sy75zwAPYfBE9nx/1D7ZbZAJCtzAiJsIJhPKxW9Qs7bp3qfKgb
Eiu7DvfRjjWjCR5xEBM0its7/QwexV7WRANWvyUcl/CQD2Xnbs1AdXRr0OI/TEVftcSoZniLkmHK
o0M8JQN+OowQ0EZS3Oj7QIzhPaCU9kY0fuZdWqk1XqKaIQ2HnmPyERib+zHLqjp5mzXQSY8yWbJb
0iuYsbo27S+62Zhho8LAhVwcFhlbRppdH1UxiRJRvwukuwMgkPG8A1kdbNkFd9Wsix9OXs4KoJxG
0j1C8mXr7MKG3slMTfeFaqovzIjibVnh4d56Iuri4+JmGTFIruPTcF3gxmAmTH6sKgt5LHMxfJst
XdscYQLKm1EzN9gB+ybao4MrfoQ16z6BP52dgcvvx7tJ5gHpw7UTfc+E33N2aXy27si28+9TwHK2
J6Cog+8K43c7WIKVue4LzRkucrqLqkrYFo7aVQ2u0YXddk69aOc6mUs+b+g2cp9z5DEbjDTjh3rx
HomUxQVYxJ8943Z7Xa43Lv1ehzuSzH70bZMjmDf8ZsgTt46a0tsuGL5Bf0x3FJuya3zr3ECqO4A9
LDy1vsMHnb1tzETUeuqJ4Tzx4TME+NQPfpl0OEerwCEbEes3DPFRH2iqWIcsX6N93XYpvwzF2D5m
oB4mDkIJQG52R5sGKafazFUuwRK0FagmrPLgIdsA95cgGGmIfXvHfpyzzIi9CT9JdA8DgViQGvTz
VRBZ50sWJDszT85bfO/T1ZJjMez6ObgOEtUexByG70MakJchewQY52TDbAbbWG+btLI+ljKvHkyD
SSAVnXzbCTO+GYMSaX4Upp8qmKQcQhH0ryZQTq/ra+t2zRIsFwn7e9L98BIyYalHIsHMQ4kfbhuJ
ZQRFVRbbqsU3WluQ9HwPvtSEQ2JoSgQr/XIlRvLDTMeXvbJ8cAPZcFHZ+qxw1Ew+pm2Rnjl1mX1Y
WEH2Vp+HpOHCgvKiKbgG7ZfWjE1BBI8VcVvAGR60Yj0ExCsvzJz25wkVbDIE7Sug6JeqksdeEWaP
RrUnpEHWLIWU+kJ8l5vcOADSdSoebY7Y0FSm/FjXk/i4oEynAlhk76sqhyXpx7a6XRKyurspuMRZ
XL2bLb/ib4eLns9+dxnJ8MKiG/NjHnV7bsb0Q1jK5Ma1rXLbSFtvG2A0m6nwrEeQMO3VjJ/7beDJ
/n7G6Q6+SEYFJ1Yj7DNZzPihGYruAgHMzdXHkeMmXkb7nDZT/dgNlHWXosr2AjLsZh5bTeZxks60
Xe3wY9pmiqTLiVjuRIf+RpYdFhSCu3azqdNzBHv+ZaHL5UcQkIeVtwVb6lyku5Bj9IIZym98654Y
w+hMxL11maVJepY2lCM2iQXhhqztu7r39J0snPRtmvqAUcYhv06myTqnLjGdzaphLhvn7wNKjUMZ
Tc7Gy/zhA/UoAOhD3kOs0fnXKI+Xi5q24xWImM8Vey9OFq7CoiHlTo9zegnTIf1sxWX9FtmvuKis
Tu/biIrDZvZ9njE+dRSy7XjI2FIW20haQHs8qk6HjEM92ZxZRP7i+GYJO5wqI7LXrfSrboMRnwFc
5UbsE38ks5XG7IUNReUCdf3FWJjoXOK3uhxy772MXOtuCbCWVFo2l/A0bMbjMtWPftKoG+WLeyYM
9b3MJGuDH7t3Ko9+9FI/DtzDZ44fmCVLYkQ+YZfB/CODzIdzlukHsZT9RUFw0plrm7uiGly+GybV
zdxGGWpj371DjsG2S/bmYzqmUCkXTsAQA1IgKC4nEdYlQBnbskEJveGgTxp7Lsvog+POOFQRsePL
meErEfItej/cYLVZwCC1LNnplPfs0NNu6o6drXFTs3+DDFrVZLdFgXM/xrU97fnzvQ4nHVWF3RAN
+byRbWFZzFutvp+Mx66VTG5x6dcUbjcELrgfGlL0cOTEvviCIrs8JDLU0SGXJMrjf/azmykOsY5S
HiJ+PWhjEwPyknm2bZgiQGsUa6yjNE3w1WGKzfn0fMJnw0EUxxVhhEgL5AunS53DcwXajWM0lRUl
WZNQ7UlCq4S6xhhqNznWPnmQZUKh2Osycq/gxeGKTRt3cM7zKjDDdvF4eBtrnnCam2QMYjCkyVjv
/KZQd1aUAnpoF0t5mzxwZ8K/BfiyDKgnuXxW7D7CawCKQ2/CTzkEih6+k+2Z61q2at5mThl+62pL
f/H7vr8DV2c0cBEZ47Jk1v5aWaAswY/gfz/0XdgyMNHaxSTGKwEHxq/lu6qxmNrQVALzM1ZAnl7K
3rK5HiijzNu8N3kD+Kyjcqznos32mfY1ZCDIhbhsOa7g8M97hgJ9u8+FmDNCyspOueApetJc47T3
KIgRBkwdyokD700/y+i61w5Ok4qmU7SZ0szchN5q06/aeKDg5LfNO9XP1I2rRUeP0ssn1luYDzFm
8Lj/MeBWzPDaY0Wr87EtzydcO+i8TSTUteWuh2aSNjAAVnVUoyaWOQuNADokNgNbf6IeIRx+bMaA
eyhnqqYhnBXSEuycpyfiBl94gFt63oqpaQh3cvLgeqyK4H5px7A7lFlEjlXmd/METoKz+E4BurfP
25E9NoKDzhyAE9CpIIsjyw7OMDJFphWy/h1ij0kdwyrwAcwWnY0j29bW2Rx5H11v5Wp5RZzle0MZ
tkePTIrKdibicDkbyrjv9wXz9nu/daPvccbKs539tsIonOrkSrCpwza0dmqo+RTBt4bW5LiPVW8z
BHGQ3hMIACXPEgLSUo32kwSr1I0WmHNV/K4YIyrZDMCMYx/QvmSP0qtuNhaF4nZjYoh/G9lL3LlS
zG5+CKJwvMakzYEsHDUFpCZYIWapXSGlFBSQgq1usL4RUK0G8RaYyxD/yLI87/dDUQp9DtMivK7m
uBke7KWWzdGq+aQ4hrSoYfdEFovkEKS2aaiQ1COoSAChgDbdEbJeuhDySlZmmAZbNzLWpeK08i2j
gWO25OfilXK6rLJxRgbqps2r7LMzhTDj2jSZb8U0MwEO5DFgdVqqCgCB9PqbIVFVukvcwmJEJqXz
dhxUrI79MGOWRtJHbF7RoNDdyjhKgDt1HMku2srhxe/axDS9vyEEcmD16ZtJvuvpAOVvulZX7XWG
sIfc00QUxcL2DVfzPiCQ+Ec7Fxx+iAGoU6zsDcb+uGyGYi1oD/O7oC+sYk9uXEm91lc55xw612DN
CpuNcVtM7qYNBQkPfTxIsw/xGkbX7ewpXJFe6iG3ifxQkzqbA3bEr8t7f2gbbQbibcxCnt5MEk59
p3rm0Y2EDRNs8eznzd2cg526tueKLJBw7GtOJWU32NTG3Xw4+oivOYqalucUuXGpzqcxrBpEFewU
HmfKg+NuMOwOD16NCo14NExD9vuJ6BhCRKeJhsBlOKtsuqCQOfZ3WiPG3TPli/HB0wHnqv0gXIs3
WZZp5h/rNOpaqEqeLBk5ljFvotm14x8wOkvIbIjCmotg8tD2MbFAoyGIW6BMA6kQfqkTt/GTbYW3
ZSi3Tiot70isXlSda3a5AEArx2+qDV9e2sIamoBWb8ImGZ16a5d0kZzN1AwG7ki/1M1Ph7rn/+i1
nL7kHie1LcexiTIdVna/kBdjU0zFOeWZPnxX4B9EQpqXcARJEgojn4x0zoIWpfJCO9p/F045idCL
tlQIJEdQ/HFSIO0Az2Qyx/SGpcs5YA693NtPHKTLD9TPC0OisNRWuWmdLGCvDU3Jy2+I7LUpTdGu
dJcjHNsuP6sF1aJtbLUWR0jPjCH5ieE8+ezzKrpNxHxpPWn8fV7WHpukVjN4nM5SFyYCt9IAm3Ab
konYAsbl+7KdzHBU7TSy27ZYyq17I9LEwt2d1Nb0DuFxBuDAzsq+tLbdHNbmqCOvDu/KrJ/ny6gO
0/jS55CfbuJhlDlEPDoYu7YZuwxoJzWb/Mwqur65pzsViYNX5d54U/iiphEfDm0TXOQRglpIcLoK
qtumr1X7uXJodj3Mhd2WILbMZDXN323h/7gU/+W8nD92rrvP34snttp/54+RlUqEMCk2SE35L2wl
//gUV1stc2BIUxbJC/hl+rH/+BTdv/DNEqRKkDjnTnTa//Yphn9J/K9BALCf/jbYuj+x1RJ19rRz
uvpqcdb466/iT0Ft8bTVLZNSp0r1sJExwGa7xSuWD12EXT2YxPIhqoeII0806u+zAsVQCWsuDrER
Rr1RSQLOxq19J9nDC6OauVD3PLSJpfOtH5XejbMe4klHLd+OGRrDTay9pdlPdMre23l3VLQPq10/
uggbPByLBciGXqNcqK22PlAXgocoFVE8CKnqyb6KM9cs4G0HqKxTnlrOIQ2C4hLkjSa7JhPXS0We
65lHz9DaGVlmyXbEhEEhxKrb71K7GgRGOTXVZS8lGHeEFTI8WhS0QCw4pawfhBuJ+NwQI1hAIAr7
a9a9qD6PEM469Hv7oTu47tDP2zgNwTXFlRMQ9VfRSVxPpEzycCGd4cylHJifT0MWICs3Wftl8odi
Yo8POJHKS0GGaxPT8dyNCPYvoAb1HANnnYMnlXZkA6WnWryNyoAV0imhjRF6UIxv2q6Nki0ZbOaY
+QXewKWKQhgaw6DTNfGhILbdVM51G+nqvW4qVR6bOZw/cZJSBKXR5t6O6cK8IODuXLn9ZKpDaBu3
vo7c4TNt0d6cEeNGQukE9ZjekwxUsvOzNGy2cBYQmGQdBI6NAVySEvgpim+hpZb7EmphtqEDFAGv
aIW3ydw0uKrRVtO7hSWBmX/qm5ppMgoumfErf9OXMYWNJkpD2AgYYzmgpD4ky7oGVL2y4cplJwzj
bitUx305bGjZwHfcKuUd4h22S5eG3zHX1eCdOkJWt2UW19/GsfaCPQm71idOl4gcClXPR9X1CJML
FeTXZchsClrLsb6GfaI7mlqD3Z2FFAfkUS9eAPtBNhcmG0GUJLOJ3U2mMtK6h7jJbnRmG0YmECAo
cRYN340dOdaPeSa0degnZz7KNpnBdg9kvUK+dcOxO5MqLsazMvDq5LaoW9e7dpY6NJck4bEPWXMq
5+pDDg0l2OENbqMLtCCLplBThWA/FhX5R47Gw0SHM6EEJpyF+i8N6ulipKOb3WfuBL5tE85QR0tE
EPPFYFcFIE/BQkXcbiOr7MyxcjrnnQFrybdDjZ31OA3vkT5V5ZmpxLzQJVpEU10Bn4z1N6Tp6a7q
4Y6lraio3bV1vLOpZQmOYq2zkEjotG9rBsHNShS/Al5EhFqiTHfE8RweFjRV23CEG/ayGuj36Qrr
k4+cBAmLg7PmZLoqa4JMLBQbW/YyGtBvAnolhDjBx+f8J+gp/RsVQZ/zl6f+W87Aw/fuy9OU8J//
4G/fvXD/snF8KxYzQtpW49s/65kT/LXqpgiO5WeILP+9nEn/LxxkAssqP8BfvOp8/9d2L8mHclF2
cdLCZYY8/M8yYllaT9YzRwlsZAhJKZutY+REZc7xLgX6z8Lkdwgg0iS39iO05gtLxfVnt3aGR9GZ
gv08kKJ+hnkUMpmA5eluAx1FVyk05S9RS9x1SLbKOck0yWOSLQsq/EVecUIF8JRIpT44Wa2B8kRV
cukpoLOh6IsrU+v0h4ml/caiu3geLr11A2W7u7e0aW+cDBJhnprhDklnf82i0LzX/0PZmSxJjmTZ
9VcoXBNNQDGLNHthMNg8+DxtID4FoJgVM/D1PJZV3awqbkiRWlRkZnh4mJtBn95377kQhPBDJGk4
2r29FpOrhVknwUv6QntOO2Wt606PKbaewYaThkN31Cd179mz9Wg19bKluS/9wjDNNiKR4940l3I3
1UV3P87jAjHVsXd4i8RpYfceVu1SbGwnyU5VO56Frd/FcEHjyX3IDfTJRRiPET1agUeWbTV3nBh+
akafvsfnDNE6nKIeoqFEdFlq8RPRjl2OsQwlzDwEmkPDtXZrZ90mNZZ8ZTrJQZj51Ymf2TE/0N3b
7JLYHu96do0b5tiYvWo8jq8l9vJTWXox333f/XpjbW1lnhc7YyEcBDwK3vM8zl/IIPoj10a112br
qVrK8Z1J1+RhaGlbVpTrMTEvKfyH7WI05X1EmxPXbq9+HnEXha7TO0jK2vAUy5Z9P+HYHgpVPh4S
hdfztn576czJlihX+URcVPlXv0++e2oijZRKPtK67iqPCjwTHtuO0u2i7z6hY56naHdvmjWKXh5r
2zrqh3VdW1e6Dqy1qLo7t+3etAEYDxSSYJzxK+mTtS8LIPV0d43g8S6qn17iGlFwnriKZP2Xa4KD
y0xJh112pjeCm9uccrsqlmRDP2UVVvZyxGJ2VBgZSDQFECG/EkFzQ9zHWVgWw/MAZrCBJ9knJ6oT
uKiwbeGbaHG8rEUJytbNvL2n3P6ld9PsaCTeeIzwvHBo0JTUOgUDyYwYpg/sCuK0Wac4Qkb1I5RX
rHp/GVemiKe9qw4RVI0gZsIK1VRp2wbHD6sFXt4kig6kdMKpHLJzQ6AvkL6H97D1tl6K96KONYTF
UbM2lbJQ8drEJXNgGP3djJcAlNrW8UofZ+sMR2qm2GHOb1dJlvONFuoUDuQJNrEOv3hJHw0U82mn
hFQH9nu/TWPstckDwpUCurLTiRouWsvjzp3OCcDrsLHjzSDwsA1jehxEn62Xnr6CGttAOFq36nl5
k59BEIPKQ7I02qAzS3OPYGlekP0u7eBZ95OWd6vMVd+t1jy7A9giA+WuxI4NU4vt1jwUNq+5tYQo
L59T3WSn1pHpAxs5UsLcz1HEIDJak6TH2skd2HGzF+hW1bDjsZrP5bZabRLPgiKnuyt8dgiNUXyl
5WQCnpy8i7zQ6ZE1xpeepOOG8qP+sRf2uYNXGaSJti7rEmrySBjZ/JMWct9YiTw78WS9ZCU1DnV+
ZR2H3jYTW2FpmKzNcfwuoWJj49DNF3sCFNc3njyyDN6Y0ARXUBTffCX1DU0ctzVZ8hQBn3Q6WW3L
udhhI6GZ26vwwEgp6xdIHSWqafOdJ+m9Xdr9ncT0kfgWAqSxl3P3UrmiYPmd8p7s6scokT/l7H4i
OF/sIa8vrkzAVeZA+QvYZEku04NdQ5aMe6fZUxMwvOAXKc54ejWGEK1ciUW5m2jKs28TFfLEWh17
IF6oP1hgYV5i5gur3IlJXbrtts+c2y0fBOjNcgQ+zgAS2dVGvmnTaVpBM+PzpGrY1iDNt80MTy8Z
MalMic/T0I+SNTE4d1vMkNYyMNmhXphfy4jpidWFYN1UTtvYEt5xNpvl6A9a8jC7rviQFWrt2k06
4zI4RXOlo/Bgxdk9mPu6DPPcl5vYWs70rASR75UUIBhO8uNombMzBj99i2mjvbhN2/z6WWH/TvzY
Dtni3xtDagWeh4cEuKT3OYN7x4EYHfmLkFbKQa/FKt57HEXhoGxjz2o1fyxc+QMqzcXoo8y1hoXx
Bar28FCLIn9pZ9yYwln2SaNnqzgWUPOqwQCbl/qiXaWL86ZNNvBMvwiR9D5mt3yOuFFBj100M+Ax
cBlU9j0mbKFbyUIBMykI3CSP4fC7SnzWiWzr27q5fZFe4sDuNKJER12PTUzlOVBsUSr1UC6UiQUt
+ARv286atfe0iSrpgbmV8YOscMa1h+2r5uHnKev+3dWAj/uLXd7hwgJA62fVSVTwx1sr5dYmZIEA
atL+cTLTNh4DI2rEc11ySA1S8BiASTJ89boH3TIqh2gHYbF+oVfVfuLa2dVBVifLjWBXOv6uqyLt
U/WyfxiEaB410ysfAMy1j4widLqMJXWvDheYtoiRAw16z3AA433y7ekKlWI5szjsD0mW11sbx88z
DZQvlZK8xXrgrX49mQe5NNMnr0fCAeyo6pfODtySc9L/Ia9VzOscDDNtJROlJ2kseEIO8Q0L2Zh3
WQnP1PeCqQX0Lno7VB6bJOLkOBwj/5H9IFVr+kU10YOWuZzEVRT03Zhuej9/duY8+iOb0cE8R69C
O29z+8fDU6jpqL7WsM7k8oUJkcphaG6JRP/N/Gi+yryKTl7Wd8GQjnvLGD69QYMvSfaeJx7Fi1+3
cfFoVj3qV9x27LaXqA0QRGm+6atPNUTwNuMepduOzrbqt77LZ5Smm7Xwu2GrLbH9bBkoBIwR5lnP
eRzrkO43JbQ5T5hLaOhuez+khvPc8HEqePhjjUnZV9NuYPl3SVy2n7Lp7UD2HDOsfOm9XVhYYPz1
9ontsAM1mf7irm42eE6cX8dtv2aacp9z1Y+8OFDUa723fuzZTkJmr5YTtIET2zCktco42tWSP9oZ
BlBwubS/TM52xDdB2bfx5ab6C/DVHuujXV4qfGS7mLAiLutoes8judNntRV8Lm0NFrlXbQV1o1Qi
lBNoUEt/wX4pQL7PIj5yCJW/A3tXSmZGFleijrd6JEeur3ka/9Al9Omyr7qKwgjTeuL6b2blg10D
e7UskdzBcBPvqhmgbVN58QzV07yOfdfunHwu160zGRgF6aDHaAwVFI0WHCBE0QWfzPMY5+je1Gl7
f8yCCOlK2MrZippxtuLWiBgdJOz10TmuMyafrK+Az2/tEVFCWM6uiBwZonjndzHm9MNSiQakdweX
FjfTVQd+WIRyKerQFT2uWYLhoc0Juy+FvO+X2X21IUZcxkUtGMyrGWskmvQzCx00FPqbsZtQIkQS
K02kqSFIpHzsbvBUQkzpxzhnyDVUFxjRo5+fpMfFlZp78KDYndUWCYfQkWN60T7NB+MPC/R2VxfJ
0ZUmJiCo4se8jlkSNHLeZbQT7xuE2/3Su+JVeQZGOwZhZGBR+XlgSwcTc6EIQHhAusIeaWMOuBu1
qyG3oxPrPNSVRU9jPxQyMg6NNXVtaC2WGa3cwc34lFoaw5mY43b11/tcVnP90UxSg+jebeHvVG8Y
xC3eH7McizVvfG7tOvsLpig207zKxlq0ZXSE6Uo9TZ81Fo03wODDhj6BMRTj6KOXu7725EOYXPaa
i3rB9F3SSAHSZle31ICgylM/hj27fx0bnCDKMyU7YnZ89FzJXicfgSmfP0gO7EPSnPBMPuoRL5zu
vRjYLMMkqVgl1ab7NCOc4QX34+xhSs1iq3nUlsfQAdgUWErhLNAwGotCBEPt4QCepapXLS6Tp3x0
28Ax0+LK859eoJhBru0aPVzyQl6BLsuNGdvNp7jBz0FSZtUfobXLZ1bRPdPFzriZKvU0tKx4KTtr
xmApGTSsjmlOpFgTRKTMC5hUSFHOqbA5k0xWoxer6ZtDWtb5E61BJg8mLnUcIBZIXr6BEVPWB69O
v1cJ8PRkyJ2gwkW/qWvXPkVt/16bur3OvU7LAr9HX6GLaNlTv80jr9Sd8jr3UuwwrHWIfvhK6BVg
VDE1zPwczgfVOcsWUILODrnSjuygCTGMzrLpW0/H9KJrITZBc1+yY9iltkWrGo5OLajdvnhrSZ/t
09pb1j2cTU4Q9sC1W8w7/hEHqt5wadlioTVenXEAecqF9UFX/lfB+3cl5pIN1zivOsQ7bEAqD4gl
oLth2nPJKOg8ejprviZebAZJBezbyTTteLNztI9LYj6MjXXAwU6rhwOd1rI+ev/HnOK9SNvt0I/+
XhaSGdeQLEbHh4obH3rw6B/8BBPKFFlyz/sjCzp25W98o++g0FGxuuqV5jMft2bafTqZ9TumyXEo
JUhv/D1GsWzw6J0nNZGdiOAAt27yh66S22qmdgKrF1wY/AHrf1q8Tl7tniarf/FbTYToWOxri+jc
AKUIuN7nl8ak2NyIofQu8+RFa+7F9llPMI7V/Io9zPTczZXCTwM9qtIBSOqTGzEdgjfFJEtfs7Vq
l9Q8WZSbY0Qsj0rkATxhSK6l/diQTt3golq2yrDfhyjx3ngQZpTmZh8YZQBYVlrt8ZeWhvail/MS
1qKyt/zoq3UEL2XXRdnTiHaa8GgDzZpiPQ8yLvQrSPwlO+0IV4WxRJikbXDT29jXU8CzOvhhusKi
tRE56ZbfqNizTo8yXb5vrOt1onUs+cu0X6dDHd0p1+a+o9wXrJRUHbt2lO4tP+2/0sGAEGt0Nlhr
ZYZmPW1iP61X7Bi1i+viuBQ+SzFQz975Zvvz+u4ssyK/2qg2R1NJZ0Pzh7NxOlj7NwF6dFUNIITb
kdnOZ9KmGL1tBkzVXXzlf6e95zD8UEtX5GiBmjiaiJVrHBH+evbUc29rj0j/TSDUzY9mtO9d54w7
LpW8X21+HMpnramwv+0onrthfjmQxvgSAQJEW52XqzHlH4ul00JpDu6uA3kG85Yqr75omZzlRWgN
9TDcl92aryE8uSXXmuC6xviHuCLCNIa+7hjr2p4ZeKAeMYDwpw+t8Sk7agT1WXykNsz9ckTCX0wc
fQMNJD66UshPz2QiRv32hqILPQ/zTZUv90ZfPipD7VXNI0mzZ39t0poSKMuoN0ZsnThvcbVEj5n4
0jARbi2d9pR2auQXEDyM9G10yAf3A9jLsWNcJx2Ub8eGw7jKjEfOivba5319KNwKmaIkHdiP1pFm
wGXvRuVOOFCr2dZsEPLv4B6EMOlXtGnOlE8heUcjSQ8Dd0pNC9Y+Qe8LVGcPW4NGw/vGsSShtWje
+GM9s1loX0ff7q8tgS6KKb03n9U2PpR0m0U9JdZZdM6Yx3d1lDeUJcZiZRbtM67hjdmkp6pofmoA
BiFBZ26q/L22M1iqA0mjN8rNGhrg3KcuIkaH24s5doR7DxqZVSl6AUYjje2xavdc0Ruc/KxTIguz
T27Fzqai2gwifjeHfSHu/QZuekqRyRfXty+HNQLDfCH2dW7igMEmmqkI8w4SjMUYDfKTXj564fBO
DTpbH2XbQTIB19Y4nldDrO8Nh/9TJbo80gN2zWpjZfq3os2GEsxMYtxJQbqc65wCH9tMn6fIvOhs
qHdeA8MiU0g87BW40jt4apahSL4lOSN6A9LO/oxN6QdZUj7WYvrsSIOvisJvVllZ8BrFC62K9aRo
sUHFaLpmr5zpZpiNfBQK7UE46kA4hesmNqCgMuNdTFR0q9/siCkYa0w8agdvbCYyqr8bHDxXq/DO
lD/zHc3rtDNUkOnZkZaf174x0p3Grn3j2I08GV7B26YP2UB0FxE5NlFFwyh35sS7nN4g6lg7757B
Qw+dHjA0bWpYqt2JHjj/QMM2j5GKC2Z/qzZiBPyTMJT9enPybcrKoUJvJhoce82KRxSOHd2br0qZ
O+Xx4WSeklvVk+xM/O7BxsLtLDin8BF1D0U3AarO30yKFPeLKPBxJx6RSOOka/W9Uzrbhg6dPx5V
iZaE418v783IOCEHLhhLYZnBgmCx4s7TbDXHesPAFX/4PgEUl7Y8U+Sneki+XQ7FVW/yurmMZG9G
wQs/4BekBCtYDHqnqyk9ipttvqZBFcMWbYOTiWYgMfrTPB67ZflkZUWynazp2MYt2Uoxj5tlNj9V
RpdF1J2M6MMdeF+Zk/ylalAG2u0dCJOEHuw6NJqaGd22y+4IDBAqkGdmxyVx7qeBHxcRC/LiCaMT
Ld5Rtyxh4tYctRmmfLlQVxdRTVk8ScffGxm22Crn3pfnNwvSRC1UuhLEwZ6dxPxjO4ZxSmaDao3E
NsliOs2pZ1938toPXQ1vGs1TPovctd2oH1eVt1rKLqdWQ6tDsaQFZpmaZhJrLL84Z8n732rGTZOu
m3J6nxa3XhNRK9eN+m0sERrOdEGExoKYf/ft9EYpDLtFh+ZMnODmLm3ilFrJZDkZrCWfFryNFw0v
8pBZr1qfflYCBBTWrL5YqNGq4++sojBnVvp0AsA6rXsCLxv0b8aWliDYcDKkfhx7DpOppUEmaxRN
Gc6lKJxz0s+hn2QLr16dBHSDLBthO/q7ZNfAJt0OwQa1O3MuyKT+EgVqef+r6Q7qbDgadPVmf+bl
pdffB3bR1PNxscrLNYmg39kuN16dM0B2ZXrnLERL+kxnPdgR16ny5LVNc20faw7pu+Xk8jR/0jUL
Nrup5T/4xLGPlqZ+cEWz3CNnmrRq0iic6A39V7VWHhhHo9PIJwu/6aObRhcYmON2EEqeczfGUNZO
zyNRy85Ojkkc8+zvQdd5k0YRhBG9CQuECqTRENZ8csQ2mhOGi6eN1tu7qMdnzXOufALmx5OKVt23
Hu69P2zEPIWMVQ61b8VAcRAG29kymkfcsjjoPXGIjWWf8UncMpJ8O5oMcScfdcJcfT/8lFF1sQze
lFyPfnz2MKLCMZTn+lGr4m3ux7xiSxoWgsYV3wm1nLatlDiKRfbp4LDkDSKZm5uFrpB+Ym+YTHYf
sq+2XmcGJRgTIyVBEI2DNqHvomJlfo6jyttNUVtvuE7lDNp1ey+GVNtLNgZqZZHhCSaHtTC0s18Q
5fRJNFizp29wEPHGra3pPePDzgUkDZbxcY5pCJC8Cclv5VuoYHsDo1vHiQsHdCXd9xpXNsfRxu2d
/hCPyXymTibe1IMRDgV1ZtIN9BlFBVlcMP/yfu/vetfczH76SJ51WWM2LD7aTh7TSEP7Gh/6zlZr
DICcyk37XDI1UV5IMrlRA35o1z1MA2uL0muQ+6X7PeU0eDmMEhTUadvUVfaxcTipEMGaozWXYTz2
M045BATl8kHwlXVUCLMmp54kUKi7C3mJTJVgnrDWk512FgEPtx9cUgLIf/V5WprmmBE0QTcZeagM
qHOrKG7PCKR/KsqdAi1SPHgNJr9wwQhGhYruhHlyMzxbHJMmN67d7HXNmmHtCXKcuSNxrnYa7bNU
/xrMPZbhjespGbuV0+ChbNWAk7GnB3STYsbgyZpSBIc/zH12J85peqh84r12uR/c1CkCEl1JAoCw
L8+Rcet25Qwi8q46b5vOXJ0NBVOYP86/S9HevzRdEZYbvFYL9KqoN64a0fiXSv+kWvOkFQ6JixKv
R2smr8LuxHrwecwPE5G/wVLpXkyk8qKJP2I2hseOc/mXH64KCe6O6QqeAaWpWaq/anmr/yTMNvS1
RnnyW6mEnqoeRczre2qteCG/7dbST0nu6p+NXJytU3bjW+VO00uG9kwpo1ltKLrOD4mDuE+JsI0c
Ks13AW3ojCRkb3FblI89D8IrAZTnYumi05T55X3SCudr0Fv80T73hLXta/V67s3khQInO1tl6bBc
SkUBbd7dKoomAgmpYcvzPPb1W++SEhy1ggieHFum2rxbm20kzuXUUNi3lJ+xau4syf6AXAbbfVtp
+4Tg84U3RL8xfPYJ/MD06pGxrz5CMrDfRTXD8U/seHzBupoe+sIih5tF1pWMOn3NmT/qB5/SmKOd
GcvjrUTt5NxcOElRYubpJhFf3Zx5OK9iZ9sRDid33XivVL40P4NNyhsLfrUhSTWHY6OTel9wbhtm
z7GII6mIC+OBVFVFbVvdvpXCnk84cKtjJZfopxFIJ2hAZWxQmNmRjteiovwZXYRsS7omGZ72udMM
nceNFi8/vcRYqUkj2iKVmscKykGbaZ/u1EXcjJxuB5C4v29jizTtMrGTKyV9zFmaBk7rN8c2IqQz
K4aLrB1vH55bq3xeTAE4mFXFjKdEdCejAauPMKyjEfduME+0LhqUHH3XvAA3gnOxQ2LopgDyZsd+
MssopJr08H9YfJDxEaLeLulAMxBu1mO0tDa65hKHZgyOCh9+wiPGav4GHf3/shde61+aVJvf3+78
Wf/77bd+4yVtZJx0f8H6/8+vzvK7qdrqT/ev/9U//ab2P/761/FvdTNB/NMvSHHjlrjvf5v54bft
87/9AX//L/9f/+V/+/3rqzzN9e//+u/fVV92t69GIuqfWg3EjcTyP/+zbeD/tmPQr/1LsOYfDYZ/
/Za/GTIM599ABtmYJ4C6QDAycET8rQjBoCIBV58HoBWcjWXeyhP+bjDEkeHR2PFfjR7uPzgy7H+D
sAhb3OV/prjZEv/zW7v7G3KFV41Xnpfi77/+xzYCQ/9Xh6EOpB+0CWFTyEpwTf8VpjO1lMNMPWt1
2tmyF0LFbM31irkoXWxYKLlpSd76CgoO4KpEPeggY0Z6mykQWPkGD0NyTiN6PnTJZJd4dodhAbjG
tSGJiDhB4uSLjkM2InjRtEsNjnze6XnElqtHrRRb2DFFu6JhiNudRUHKiu6s5ADXjNIPYW6t2m/F
tkwy+Rx7nVGFtQUkZzMWKiK8NEjvwXVa6C2wRUg9NLea2p4JkS+DSsyioKQ4bSlvdaUSl2VKM1Zl
dWyEzIb0z0TEZJ2ZUXbt41bLeZqZLcV/TlTiBPGlcalq+AtrwRozAIJG36fgMXYcLRdvGT8+8Wmk
g8d1q0zzMtDQW0hOGJYsgyi+NRMNMYNYMFuJf7K6iCWW4xWnbDIE+Tr+lnMgRUnqIBIjQ/pEMwm9
YP1gwmeIJfX1mOY1hiHlYtmYmrJ7S+PYYMkunCFGFqvdYa2WlLl6sdSDWfKjXKle51I7z6Q7I5hP
RUglafNWxLb17hqx/eKSyv8AS6GuyPpDtzYmUDABwaRE29SUqSNUTOkFr0QgB3Zhgiq4yKd3lBB/
V/ukxrvKe/Hj9khie4W1vWATKDdcC1d4F65u9FZMd43FBFZTBzrHXOmsHd8FKC0UELlvebaHPp2S
UmwwqX96SXmvG6dqUBzLy+uCKLsT1dJdFjA2Psq9YJ3eiQIVwSy+Fk08e5EUgV1gaDHU1WZgR5M6
G6jrTrFc8Vo+6TTJJprxkre/aT3eqfgld+SvpbogjfU39kgnePyEcbxr391eYjgBMiLCoekBeaxt
lLRvKqNUu6TLbJy3jaXuKeNZUXfaogOUW0WWxqAqbXQP5B+h6vcYFxyxKRoCrF6UbDm2T4vH4kmY
aLTUdoUpJ/RttyWeaEEwHx3C7N+p3u5N1kIr9sDTrZZPIyBvGk/RwOaV5BmmB919zGxJHK3u+Myt
WJpa4WDM2hvuKkmyrP8jsubseOmd7Xn1sbQZXoexHZ9aDAqNm22IoB0SlqcXd2BiRtiKB7Xv/FOD
XtCOzQMOZ3CBy3qx/Fff+NTny2x5QQYsk8r4UX91DEaoaH7NMyss2H5BiKSu7o5S1BVIhJXp+dB5
RffoFHQv94gMmIhThOZu+XCs4T5aukfTHTdaemNzNLxDWFwXE0tn7PD2xkNz0d34Cool4Dm5hjG5
yTq1oWj06CX6Zhph32vpMZbMaJgnCahzTU2BfiVBrmMkJsIRWnwvFl2rVVc99tpzkn+LPjqabhrE
85twyOb76tvFaoyaI6N8MxB8JHMJ1uQbXZhvi4ZYSrpLEszDe8I87cQRNV6Po288qamsaPrzv8Af
fPJWOw4F/J5bCaVNX+day+5H38IxQ6bDVfhe9BGCU4v/yPXq+2LC4OCUyUo5bPns8o1Q24m4wMqb
HRSgKd1AEhD7jrq/AdeCpXU4P2VEJM2+ct3eOtH4a9MPDvujF+JeNva4FiYZqirO7qRFsH/MT/mQ
nBfdjLaRneVr3o7FxpB2RtVYPz1MfOlRDezY6T3y0uGMqe5iLtmrICFY3QQcV2jbNuv35GUeCwJy
AyQu4QsCn1ddyoOfL5sq14D28O4d2vyi5/IL6ChaFN6hOpPoeqbKqYzmmQ5AwMUsPTTOhjaIUG/f
zMH4UMW0c8sifSxHQvpooVZh3teuvOrFCXfsKc68bT3kT1NFNrQE1AFswqWWtlYNt1024Rp7aY9u
3vZOo3MlkPEDSIhTo7JD2X0OA8Xhfts3j2x8zzivyVHGL7g4HsR4QDRBBHWfERDXdTGt4PdQiLgF
gkACkmXpMeY+zraRZDUgjlRel1SdllQnXjvvLFbk1UhRtrpPaha+jnay0R5AHeViV5jNaUzIn6FH
yKAt6ZQcYnB7oNoQJd2wcnWEvHn0fWQJskSblNDH2qxnHip50TGbmRuQQX/aiXWPl+0kEbljWfrN
J2usbK0P3s6t1dUdKGdYtIUW3mF45sLrrxJWeTY17RjIsLIXOC22TMvbpatPrBW3NgYhztWlu5JU
PLXRd5PrJwNIoVdymxiKMMt41qfc7YkQyURsgW98KWmf9Nm5MzA0sZLfwDbZ2HXOk/drEXgky6s7
XT1uH0t7pxdiPepHVFqWru3aqJOdXxWMsY5mJZ/m0tEZoY0NXuWsvWbgpnqUYXfWx09ZtyfLtd4W
buzW0r8V0jj2M0qdaS0sYCzcjGQTOsZ9Y2o2brFXYxn2sfM0Wrl4hXtAF6N70qgQk1l9Lfrbw7Yy
i+e+sd+9pSEK7nwrV4ML0H0tXETGVqu+GmumQOBl0EcGFoQljxRUG3le2M7WxkSIoGOveku0BgCW
1O+QsJ31vNz5xr7oUVxhm0VjRa1pEnQ6dyG32JnFwlNQfkqHxSWlnSu9vS6eOIuOPRUPc5gSlJM4
lgrc+BRDkerj0d/Frh5qgx/Yunwjl8TPKzvFozKwofLl5xc0C66kE7bvy9LQpKsrO2WFh6XNDzhA
p13p2XxSubzBjNzN5lsbxd6xWaY9cK4zrJI/Nscad6dsPSmB+4vr4jzuqttZmjElelejebVgvXE+
vviud4i5wyze7N930Z0Xu69Tmu3ZthA+z1fT9OUZyLJWhXdRr8MUtZM7w1aZ8pD68VPa1wiKE6rE
gmpvdTJg8GMRXI5hw92X+ktG/3pNAHLXNO2l7wy0Kz5JVbfPZrT5xbQ3pt//xDCbKVSUZ3iih7HO
7qgjRw4vJTea2XiyHcpJqZed92aHUclr7VNsRnvT5TwoUIibHeNWckn5uyFkQD3Y9saAX7bhnDcB
tcCeSX+qiP2ugcgWk7GktJRn7vRZwCrIB/6C8yPeC8rY7UBlH2bKls4r32vWGIM/P3gO4Zn5w2QV
KRdKrZfhXrYkhm9AhOydcnnmNTo2J3lRHmCD5JR3HAUwDnRv59jGT4/2IXjAZwOBfQjhuIp4TVJO
OjvwxI1AZm5sWW5sHB9GTQRXm+58fD+dhi6d3cqcHc7l6sWpylUq35can3MLgbSRxZVsDWcUjAnH
2sQEL7KsQl6b8R5rUHKK3vWCweoEPzLn4FHMs7KKNt5JofapIElKXtubj9Jz3xplP4JQiF5tGMVe
ku6YSnaNbTCRGpih2E4vcxhzIbBobSluanD8MwgLChjrDKZHPW+D2+GKcXMz8o1MSxX+1TbqYImk
ch0a7fJsGMhDZmxtvOZ+ZO6+l7SmU5w7rNQCm22sb/t+ZZ7rTLwMtIVZMYSj66Afi7qjzrRc+3m7
GlNrk9df3jSFTnJyh8+JslofnkqLk0wztoUDHOk3sod9VlzbOjnYXXUEqxO/DWWyJbC/Jn9M1zex
ormIeOiLsLOsx9xn2OrivdO1WyMf+1/L9njudPUaJw0W3pTN8JLbq7i6XZ+5YcAXdRDZpMsV4s1U
rIa08o7Q96pUonuRo1J78MWBL9I1EB6U3Fm31qWBkOh25mNZABPjT8zUbnS7oJjwtiu+PyStT4yO
tnbL4geAR5Co3Z8Wgsis6U82ZgOfzmd8LEnHKZ6zvWSrQQcnF6cFw5M0/GAS5k/XD+N9if5osouc
I2szx9HBcn8tb/5QzcGkLzu6WVxg6XjJeTZIj8w9Xlh85PpypOngt3CZYLDfTQ2+3YhR6OYYbEkr
Bz2foChadsJaAldXoWrwxDPvCBaq7c3gkIjNqNInOfGDsot9Mn1BntvlqXlOE8Jktb9tc3s7NL+x
XoY2mDkn+o6S8dqZ4D+JyKa5FaQ9FZFVeYzdfOM0EOaScmMMD627K4oHvlcfjEDKCsh+cTh0uKve
C/iOoodrIspzSllx77k7PJqbZfjDtpnd9vzUtM6Ztd7J42F5sYp+S6qPWG9zR0YgSGFxrrCLI1ua
8L4M7R6v6KfRQ9whesUaxACAhWTaBY1prOACYt6KtEcTutPNMYIq+THhIMYY5u4mVf9v9s5kSW4c
y6K/0lZ7ykCQBMFFb3wKj3kODRuaFJI4gPNMfn0fujKrpKjMbMtdLWqTJlMqwgeSwMN7954bnsO0
oGO2WLeB31P6iI1vpx8yBPx62GWxgEHh7VA9Yk1Cb//ZWcfcPuyhKNnm5sJOm7sQPvB+WCDbI62P
CDvOGrhsxbVDgHUZ91AsFMmYafN9Ae5nMVeTzi735nQTG3ETUv4U7W5E8+9kCHHq9DparK0zMUiu
XYQcq8IzweuxSfvxU6xZzwkdPy6UijnH4kh8NrSqjqmTiX0j1yzonvLHKZ4kT3rO+WNu7GA3wjrY
xMlwsXp90W0EVxLi1lmXQD7x+vYYeO2A8gbR6pyG9V7RD2XvXfCbTzYuxCY7YLBItiKYv/qmZWxe
hc2FPS7dpfRB5WdRaX2zAt3sEVJcGVO/1gyPHWl5XP7pDCgaxDYdkyNVQ2l1SPLGL6hnWGgsNLqe
rrAm7hFvFehWDjZaGdJDnUtvEeduH+xMq697t3lfzPNxDdyd0UFvljpGqBNZWxm0n/NoOEP0irTR
roM9SD1ktFuvJJy9A2hwVzsgAdFPYfTb+D6AkHxXNOps1ldd6JK4rFCjUKe6yIWQot9XCJjjSu0H
YHBBea6gKi3J+Xrt+sOClXDcpG5CASObFKMUJc/0EgcBMksanS10mhqRVtKH3fdQosA/ArYCeoq1
pgmBS3so/VOz4E2TYYXp3pp6a3WKoQSiAC0RfBFW4d72Zc5ZKpMkL+xMYee7PM7K4Eb0HbNnVrEJ
Qobuk3OEAsGHMIRZc4xARAoc8goVcVfX1e2ANdPaIZe0ryBjs/t0PK0J6Dm7svZ46/y7INCcC5A2
8oXKOg8+wOxc9FnTeQjdG9CaIR91UXB2KkGItuP2pdy3GKPTbR1reYehTvF2LN8IPqbpv57acn+r
Q/mnfcdfepV/2cf8T+xQ0h788wblpmxpT/7P5+Lr/xy/Ncu3qByS4td2JT//W7cyeKfWrDTt4172
bEeB8/6tW+m988kbA2EPu1TBfudnfu9Weu8kZQtxrdL111w5TF1t2Xfx//4D/xgdDexoaJfpVa6x
YW+6k3/VrXRcOq/VTyBpCYmb+DgHv7bwXM6pbxDtU78yJAaXZPGhwZXKZhNa8CYyfW2LBSkO9AZk
RBMOm/WURLtCN0B0tnkdTbQlplUwnQrITTu37cfPUTfaz1haBmAjMwov9KgN29q0jH607wYYL/tJ
M8+m4wba+bxSVAg7OUxMVaY2p2EPHrRtbjxB7CFtiVl8FxQRGT+qwmnfD1mGK8JY2YsF6j/ceAo+
3BZKge9u4F85TH074e2TQAIes9zkfUN66VUT9AER35mmNBtjxceDQM1hZ5ly8o0rWKWh54/8RSQx
PScDlQY6H4H9SI/NNZIhstWBkjSXehixWww6U5BT+uYycbPgUYAkvE7mMNtBIOfXOiBbb8Y+TG+S
GZbQtkegwdnAAby5UT0S2w5c7J53bz6EUdRcIl1gvFcr7NCcxEYv3Ai0rMhlQAMioHPS+qGxxu57
Gxd5eIlaZyp3tbECsQvyBLu5M2aN3qOuCJzj4rYMt5H3JAPzWBEyrhMZKm/VxGCLKrBqI9EKw2bs
/ODWiY0XI1YaPY7BQxZdE2KuPllMO8ZN7xfDa2mE/2qheqWPQYF12XkB0oxwFQdFYaoD2lWgjbZD
FsbPvgWnCf1aMa15bMbc5DrvblrZCgv39TBllNchd1msO3aP1LbllTJV+Ek2fTjjXEjkCzueODdI
LDz0ZDjnCOhipMyXj5p+Qe4DQiV3k+chSzP0PPTnnlM/j74UMWyTTR/iCNzUeb68z3VjMzaMKsRF
/uyeXlqIepOZwgwYq4V3twxJTvpBBTxrV6jMR7fnNjK8VKpfO3Fl2fh7HSr7Mp1BNm+qJoG6XKVp
zMkL6unjsLi8tdrvqWQYQJ9n4Dshvc91/wUy4giUazFfkkl0N5NSJR6eIbKvljGTlFOeCh/ZJCI0
PFA2yM8O04LFHOics0I+8g8jSrxib+WQUrdaFWdM4pc7cEfUro4Z/U9tJEHzLlPbQOcpcsgji27j
R4upCLtdMuvXJB2s95pVAEujNVifeUvzfeHLcDh6cwMM0VKrqQpKuLmsQuRY1w4sMyDJVijSXZk1
UbCbImW/eHSgkD4ObfckxxjhguUsDWdMFPPtxVrNQKwlUSDfZcZP65uAxquznYmk+SoybEfbILCW
O8MM9X0yZfI1ALPwrRjZHpHk53xts7lvi3H8kHv2+AHCq3lwcDTOZwPuewZ4U1yN9NUM9iNph/oh
HEBObkIfvPLG9qaI47c9q5zGg+ZcD9OnG7jZsvE+SARNt7lbO4egdxqnr95bbbe8xq1v/E0vkoZQ
c1tU/gYoSvQUIGmAoMNM56Jrq0zudF24XzlCux/tblgoY5MmWzECI4DYZmiifVKXJc5GjoLZnv5h
cA8BjXjfsBodEIghJ6DNMPlOfRagXtxkiRs+CJYwrgrAhc00hOBArdqE+CvnGc17M3X1fMXT6vFc
+9X0bSEy9X4Zwxl0pbA6tUPdpGiv9cjXRllT7qaLGV/ZJaxi55V1NdMMkdWlFcBd2vII+MmWbm0W
7y3Yce9byvkRMSn+eVzAPYC0lSdZXoEAnT36t4g6thYYHhJSF6YyN7BQi1eCDujAUR/192EQI/ho
vNJ7kH4tvrWTcQQYugU8rdIY8jdLt8h6NUlCW00YzJoLdIMxE9UqTDmUJeB20HsvtoT2kJacx6oA
kdAQKfw1PpDZbeLBBdgguZEvhA1n/lmMe9o9ogLWjzjeOLzkQNG8g6WFuOHGyoOtAqFV3eMYUunO
b7lIW5t5zncUsqiMawSK6eNSLVkGvXSxrGcVWPxz+HlusPWtmrka3upOX0aBF9HZrezAAi+k/U+c
FVE62mOCRt34fucj77HkjVBmeShRt5N1Y8XMkaWvpi99UWTvVY/g4Qj7wUcqY6OoL5K2f+0wKN8O
XL360iugotMHuY1FXwwQOnicaJGbyOxC2j2ffqpH/mAK+SYegl3dJW0FniHTSdiB8k2gzL+m1kGX
tnf5OqFm1yaJzIcpJVGC7LJ1kj2vM+3/1oTdfP71f/9BWM1PF+Hfptbnzef654n16Z//qAFd/U5J
sn1ABfgIWQOHy/WjBnT0O58YFML3KAxtvU6lfyfi+O8cTWgJxv4f/5NL+FsJKIN3RN944HVosSrf
952/UwIq8SYmRVL/eRSS5CkBmOAPb24WGNBeFg6iAExiJcuWHqM6RoXH+rYUwEyRjh3DEiQMqswa
i2fFw7qaRKKUbT8YQb+JKfbie99GAvNEIAtwupLoFWjofCsSl3TJli7atqtu8k4E6cGH7IZba2wx
rmGqjdUFEZG5j1INnZDamLZx6k+40N35ISwr4B+ehYAJD4qx3Bd3zlrGspjnO0j2Krf1WUwkw0cx
0TZH0g3LGpihxdEtPEHP+hMADboAMLSoWcFoUNSApNFQT+9003LiAnpbwBPpVqRaVDXg1eITai2c
lgXF3gnB1pxwbMFKZksxz3IGd1Rfng1ipjlN6pCp6muv911zD3QSxBu9bGxcc00HXqEaS2DR7nzp
Ylj1Toi4/ISLSyXF66Y/YeTGE1IumGnV0mqArTOcoHPSmP7G+oGi6w1iLmdaEXXNSqtrs/k5Mx56
4Gbl2OlqGm7xsKBMLnrjFBvTNfSB9Mq/c1cSXoYJVLPCr4A8+wTLC0/gPERrQPS0WgdFjZfY8aE9
gfYiAn2RvIJvAcEXxe5i7QE+1s9uba/b4QrpG068PnNi91Unjl92Yvp1J76fc2L9zX1G9V6fGICQ
leABDrXPlN5fMYEQZ1xz8E70wOlEEowiiAeoBXJe2i0iehNZ2wg0qFFbpefeCiRskAEs2+rEKYyc
lVlY/eAXWm34ANcHqiFNIAiHeoUdhsZfEwVODMS2dLr4qgYD+BCfKIn+Ckyc9Dy/5DO88X3dW91y
TIOAyWCTTxztXUPqwh6sMARGoDUfIyGso3PiM4YnViNQILiNKlLcYrIfAoUFHoHSoTCaVgfDrRE1
8USae+FPkX2OlhQqpBNWC4pb7HLcYidy5LhCJOdR+dfOiSwZnCiTTrQSJ2G/l/ilxpYcAUmv4RZQ
B02TZUVV9pTs/c4+ESyJR4NmmXp5zWCOvW3ZopuCeIk0SvrX84mESXZWk59XKyBTIopJt86KzdRJ
D6HXO9E08xWsqU6MTT051fMS04Taor7D55AN3XiTpg1OcAzj9NUZ/YTXkDdhAIB1h+RpxSvVs9Lp
HIKSjfCM5XIlfxrwpp8DBFjxLjyxQcsTJ9S0qn0UAN5of4YrSTT7QRU9EUbTE2107Ef6X+ZEIc1/
EEkVcNLgxCnFq4jQpW1WfmnfOuAbiDyAa4qSb3oNJSkTu5hZb4v82O3uiqTvvpgVjAqhFUaqEMN4
DZGpY8tG555sqhNR1RsW+d6cOKtY+8B/tH41f1QJXqBNBLpJb+dYqbvsxGodVegT6LIEzOeEV6Gd
Nlk69tu0cnr7nHYjzFcs0fBfvRMLFlAhXNj0xIgN3Iox5LSiYxMcG+nqy8U9BVIMuiwuCbTfnowZ
Fs6uavIjoR8TDmp4aa/uCVRbn6C16NsycoJOMNuyaunHzyfI7cDqcZOd0LeZI2lwJRZJSBGA7y+1
t2Jy65WY65/guRy05OWM3M1BHFC3D25IV3UznKC7Xjrn5c4hZrTcVgKEG0MJbT9kEjB4grfvoT0h
fPFiwEPCfgjaF8PVSuZfib8chkmUmElzGrbAdIACewsxOrsM9fMH/ANgg+kygBCWZsUJu86KFs46
l3vOgbB/LvXigOdcBkqX+LZgp0qAJygM84zLk/gZj6Rz7tOdjReJ1CZBuM7lQlPaiXuDSPI29tNd
hPZzU2URtkvlXmZpXd8Z/OqZ2ya3c05yqrYuyyZ+DMmgYnWVl91c3YUjJtuktdyt0sOdM8MeFfWF
MmTz4b6oRL5l/S+PaO8rGLT4nsaqru+BG164jTiPI5hSQZujzXXaF/Y4wxsIH/xCp89mHl8qBux7
wZtQIt6apmeEJ6YzO5cvwvPOwyRmJhJDi49CdWuHmDEC78u4jE9QORXHEJKLwLdVx0EtFdYRc72s
ua8G9TLpW19KZZ5bH1mP1XcXtWzdb5U9HWYWk+vO19bF5HAg2vUCzrkbJczjkBxsO0wajEDjJ1RQ
X2xyFhlSzwy8tmEqHCBCBfc7RvW+PsaNcwO/2uZwRTdIoIXuKlY51PwDqLNbOQ/6gElWhRzmTbR3
By/Csjfp+6BQ8rhgOWdfiZnReuKzT8QHVIQSM3Bb1ocoQe00lhfM1/NVXL1hVnabJfl9xpTXGhCX
bMbGM1+ZVF8bK08vlyif7nGM4IKoJ/gSjGhHa7pJIRM85QNAaTufraM7p89jkxTXXPZho/1SXYWm
lduYtehMk4gFNxV6pBHufQw89mzw1OydBXD7ZGH5R8s1z3We0QDx2XnJuYC7nvaXtJCfGpkHOOrM
dRiE7mM7DCtDP7cxrjGWHD3nfmpqTi96LD55suG181rfhRbbCZLxGQIpWzVsvpsOZVmGWihBCeCR
efA4jFXx3fPn8srVpX1mhng+zL1Q1501lbeiab/KNHLOa46AJVMKRH8W9kIePcyu8VTju7BvW5nK
FGQuvgUxR+WjqmiXmAn4YN4iNAFsndylEapDHqpsuEFZ7e+qGN9pFXT4QXUy3pkqAMoZx0/NFL8X
VWfd25SqW6LOGSgk1XvwP7gRxug1y7pPsOUpaZTy3EcLk+WTsrDFhLVxvmI5f05FDkmASMONEC71
CxNfMvPoSLnJsLdz8qoI4KB5nZljVDmfMKJKZuzuV2JKtspHEycRxCdBZCFmydj1sBujhcflZ6fh
VSUFFMIOjy/qr2PI8dbUTKgI5SCiwpmu4QDxNMdekJ75+PjPOzc4hy2CpoS9qyyK5Xy2CE3LWqJV
yNU7gD/K7hg7y6+ekz2E4/JhlvH3pLeGe8sa5ycJRv1T1NUEM53HXoqFOvHqBW+CKipmxaXbFudp
KcizRq7XSrvmcS7CL6GYK3GH4hVCkIT/jKNZd2byvtekfgGLkCZxnd0Y1h3XiEFx+9B0UokLmTfj
4GzdeAiy7yG0WCL3sAuO3d6nVFhwjpYCch9ICx2TKYxdfMBwYgxhGa+Dbroq2ZfdbE+gjdzIKcwN
6Qo9TntTJ3l+ge64n9aRRm7j7wCmkpv7NHa6+pHcJmv66OV55I9km1BHORdqpodGgFEek/D2hI/P
ltWdVrmYEGIQKwpAkJk885a7wQTSpJ9hQUR1vmvDIfwugthHAEXeF2+pJS3tkxulE7PYtaUlJ2WD
5hlcNZ31TqUe0gAPdi4awwSzIkkLK9BAUudNY6WW85ySbvzBcWQl9oWMbfG+SmLXKvb/PdX+fqrl
OPjno46Lsvn6+RfxNuKO32cbTgC1lWcDGrIjlQ3P7p/nWvcd4DtUk0QPC8Gw4l9sPGcVaTsuYw/N
Ts+p85eDLX9Baqbk4Sfd0vtbB1t5ipf9ebZBVU/vidfnECOZbrxJUh2mJOhaSfs4gNp89GTeX6VL
yWro1k2AvbkBZLUdI4GduyXE5WCtnUzPmhuqSbdDzuaP563tvOB9JVEj0dO9rLuPfUnTHazYDaKF
+dnKfQcwQhMUW3pz41nlpNOBULLlakJ0jp2j6u4c4dfXrZer9sIZ7SDaZxOr8l5aMJAOQUXJeuEn
ppMHbZycZCmhZAJsgPX9msW+RwZDHxgsjtJ2aL5l3hpXQYKF26KBa13gzUEUawuKAGzo/TzhjId8
luaKxKaSeQHqZZ9IyS1PJejm0fUvETHSkqr8WO+XCsga9BcWJyf0YAOJJseGW0YRC2czjue6LCTU
frLZNna3FNfs6eBe4slJ+n1hEhvTRNWNi7oB4RpLOG8NEvSip8h6CK0GDwsCVl3eR+GMWLmb3Ohi
XBKbfvwSU+gTT+4n0XmDPvrJafsQU4jhe3JxciKNx75Cl8yyrfwjusfJv8rgRN3U9QT3KCIz8HZq
R7NN52581iK302ts+VN/kwWoA+uxm3zo3UXgfXb6qOEzkDqbPQkFu5xWw2npo30Z5dGBhSdMmYKg
/6hwjg/hEONq1mmwa+QUPtuMkbzzKtUhemB6fsq6CAxJuRWdD5zrh8H3/NcI1gnRawhP/EsEh5Qu
kpsI7VSjgOv1uocoYmt7MNuJF+Vkq4F/HVAY94cKG4XYZpla8s9LP9hwS+2QLdWraeF/A226UJ1V
eYSRbiZUbEw8QNqjydehROJl/EZree1k2sy7aVpsb0vKjPg4jV4S7XPY8OJRAl6JzpTvhi+dHqLP
mUvwDadUQnM2XmICjhRpbB7R1oE68PTM4C+bfNjmwvb7covGQfPZqrK/1Gpiu7b63r/1MO+uXQPH
uW0x7C4bCOrwBWyoTjXtarhr4ajd777rINKRKwsXXxtOOeeEyHXLylCXWC4iRKtCD87ZKjhmJ7Ru
bEYou4uPCD5hr6pgBLrBtREa9XEGdfzcNGhRDvhnXVyZ5YIkxWsYRTHQ6L/opOoo9xvX/xr77apw
8SfxAfHU/OxUpYR25sxlsY371Lg7WBF2uHXrMjdXsiAJ6BqFsBOceSCzkIzFYYF2pjGAlOuVqcyw
CrzycEItd7VIyKUkegHltOthIhuiFvkphGYbbrt9sKoV3FxKd1hA0M4D4lwcDyMTNMT7fCGqKg8L
+U1y755g0O0JDA1Yy2Kf1LTPjMxfrGZFSC/+wN22rGRpsTKmVa/dGyUKZoZU/8khKRirQCvkIIGa
K4YG6nqi9++XysfRyyCievGbqP3WB0WASm6xpg9Jk5sHTfAdMUOTYx8D14G1FJfDhM+KX+QjP0an
Sm5JcRxInbF39mzTxsG6EaKQ9UI60AiTp9YcHHnFrs2RD1FWk3dKHwj+yjdi8N3ovxsxrqtTe3nN
cP7zjfiS6XnS/dJgXn/gnw1m1xEM8klx/a2N/KO/jO0JtQB6QKDrTAJOQoLfG8zinc2PqECw/fy2
ef/eYNbvvDWMXgMdxnKg2Fj/hsbAdpxfNQaOYivHUOsL7a9ih2BF2P6ULj4bvycDikhNm5YvuE76
hrQABUeEBsnSGlBEWrEFWif0SKHfNr0ap41ViZp5UtgIe8s9iUQVyBJzIw11zt2oJA4vsEH2yRaD
bo1+NZjwH+UJ4vKt18d4HWm4ROE1qENDV45Eg+LIK02vWORngKahWIOuTY9BPAMqerHGRHIyG7R9
r6QdPeiEaGcSDkhb3NKjQZqg+15zWiHkstpUFXMsS5TGbB2aptA5sfZjPaBS3thVI66tUCt9LNos
vkJf6hJ0AXSMgJrJTe5y6S/FOY55P+Zc3TbDbixKPaOVDbu9yWa0/KtfpzP6horeupZBpDw+YOOm
9ynb6Eeanx5H6oaD09HC0jZtPH4tyI3wBR2KIKmMVtRLgXjKo9O6ttF5ThXRHbXlPIbwTPqvQZ9a
3j6LCiC2cTFa3gWRzmN0yFSj2j3Ffbir5zLBVeWHLqfAGMLLTWTNpbfxBi05NYtS2jf9EJMMokjI
Yh2ygyPph/ZyRpfaie+LOMDIIyKnw+wEQPyua2oHHoZD6pQT+bpAFFdWl1PNrPWLInyXpCm7k98L
Ooms2UF6R8tK0dngW8ZqlqhHODXZVQvmmH73tMz87dDAbQWTVRD2OFWvsekgYxcSWbwXyfGYkQ6y
rrTVjefMnyEK+atYDieC03nEdboXcFay98AU4K5TVEFgiehy0C9FRNKnctwQQk6JyIQm2dvzdNtl
AafFnmpnYOeoi2gb+COGrsm0SXCWllPzA8n9527CtUT9qYTl0SHQhpkMf6AoPrkgf3503BLiJrT4
fldFCXBMOo9nqIsRrlJ+51jq6HEjZqPKY5DtDkSStAIob1Goo8ck+pJwZB93SOkiTq/i6xAC0/O8
fnO0NKfdT+vRH8wcXYZV//5efcdB54T/0ZZvUOVuN4fCZKbfRaQgJ5sUIaG5C5NWa650auCKBmpE
SE7voTlWsv3EeEVMQGelCfZO3UJVRGKI5Kh1l2YD6nz8jv83+s50Hg6aFRRHKzDuowQYSYs7byiF
/DQtL2PQvrsiLr4rnInO6Jc3JQ/igQRBWJFjC+U2kjr4Fsxeel9VS/cJFy+6eDlAboU8aDs+3AM7
fMk9y/qGwLe8r12d3eQqwNsO2KkCW4ToQm8zZDS8sTCMzvrcAP+JOUDk27/+Gu03s9vTJWd79R2F
HIvh4BtFVmpPMHVjCXwKP9ADAqrhQ1+rZxODSZujrEMOHZlt0cTzvqarfLBM53/ORN/e+dZonyuk
tc8hrbUdnrsZ35cVH/waX/psyeH/ueR/8FaVBjyBAJvr7jnrHfHTwh6gBCerryAUvJH9e7qstPDT
Co9TLyQ5Vqo+wCv3ufCSON7/52v6gyeD4aitMfXaygXD/ua1AwjB+YxVPZo8dV4YMgbR8Abk0M7V
EyBg+8bJZXcYkjY/zEtLslRZDpACiDMo4b2Q0vEtzCPryp1lThMWBMdE9vz1X7/LdUT85pnQ7LB8
OVpo4XAW/fVd6rSY8lLFPQC8lO2kyVoMLG34WPU9e8cyc6BoieqJabP2cpcpWI/h4CxMr8wHTKHj
cUiU+wFqJDMFBLQ3TWi1exs+FjQNPR8nP+vPokLSa4xDNF6nd/+39J1/qdz8ReP5p0rQ/0B9Jzqh
ny7kv83yr759+Vz86lk//cSPastRjPO51X8b4XunOsqj1aHUGhDwU6vDfbcu26Q2MOn2cIJTsP1W
YtEFEUTgrE8PlZtSpOT8nRKLzsgv9xl9jrW20iwX1IHk27yZ4TfdoMsoNzZMFjhr+3Qw0dcscIj+
ILETnLpFaw8quPkI5Ww+s/y5SXe4xUgN0Y3Se2w75dcezN4IdTLLnpNuDL/QuPPdHTH20Avh3LrE
8Foh9IciLz5F63iKjDqEP8JY5ipwAlMcogaeBX1lm6yY2QLWsEmbYTXzEJWCD0HZY7UTQTh+z+rA
ey6yIH1KkRY+QRpmrlAslv9Y+oDIQaO41VWe9+NTjo3txhr6uQPGl0RXfWN36sC2DTeHCTwMP2sS
DZDwufnQcZYjpZ2wzWKnvD66iVsASlvs7Oq5H6TQu8YqQFOTJ1JVlzZhjjinp1V01GclPlKvxzZE
VWU+Rkn1NRsbgxJ0Jsbcdul010ztSOwB6YmtvobfuZURaaWcpJ1rdEDleye2bzJg30iu3JRAXhOa
+aCd3qf723fRQcawJYBTYSiDu8t+KCSYg43rzYNC7CbEBaE3BelDDHg/eRlJAbgb8YFSedrMPMC8
oT51Yp05yJyKFKt5Z5Fz5RIetI04cCqQf9n4OKSa4JbWE7eOoEXKh5uZDKBOTw04AOgSO3BVIjwD
kO49JG0xf9I6zIMzW0g4qiG5zxx2A8xnOcwUSPCtmm7Tni7GFolzSO1EwrgL5Dbr37vhGmgkx9H5
GE4g8bauVqRLlD5Mmp7pxyukB3MmqEZrQD22+Z5Lrb4mMdO3iwXphb01haUwKKW0hsWC92Lr4oLl
lQDLUtfiIq6CPv/SzG1lHZRAubB3J0bziDEjWtxN4hKNliqC4rcYCTBCtYvdbrqQ1FCqEB0+CWep
v4N+oaHkDszNtsYz7ROa1hyHK0pSuJE0vPFeVvVFAyjpw8QE1D2LTiE5f381/dM18peV9C/X3P/E
1VRxovvzo+tt/qaDvP7zH0upF7yjtJWsI/YpWwU1+2/LqvevZVQqpFCKTjMnyx/d5H8uo7BAlIcs
k8p4bTf/zY7xqbT6udr2OQ5r8lzQQPlEkrytZ5LOT7AvaY9FRTuwUBWO+AOBz8LZBdNsg0hfrO58
GPRQX1vFFKCw6clb2JD+u7LBK9qYGEac6ntlrcxRiHoh8RzlEKJM7gksXScca0K6HaA2qELvVbcd
ww1oupXYQbw35PuaHAQCaBHv0SqG4UXMcOVIjC1TWHqNLFZXf0UVrUQt7rvOij8UKC6hXMZ6HZ9S
hUx4WqOKKM6Swvpo29iGLml74y+Z2mb6CB3RbshdaRwUGYFfo76u68Y+eJ6lENoDBOkPGEi8C494
9fAsr2msbwEZLctF4zRrgvHc2mYf8AhxqvCyxBxaGI7OU0DaKvErhqk146WUP08plu4kIpIL/DDc
fVCcPRHPOSOjjUsnzbrwkcOanUH0+whcv4JfPZuFkbHfXPx0x/3B4WQdOPxSiK2HEoSdKnCE7bEX
vykXs9CmRE6Vy1wtqOho9eTaAu/M8/Go8LTepyyQu9Cj9dbJ2Ac/KTpwYFmCtdUefX3kFxc/AD9/
erhj9//lLWlboaD1XAYn9Ad98aZ6tgFp5/GI5TJHrHVjW2ralfXIYSmeugtZh/rw19/BH7wegXwo
Q3GOrIycN+OQMRRDRkwErze12Ashw3yE8tTt8q5sX23ax2d//Xpvz4OMR1e1H60n6hHJDO7X2rev
WqNl4EJIivhoxorGC7ccAcas2Ii/fikWkDdfJS/FMgKsi14TzdZfX6olHAu0hqN31pzClmU6/pqM
FVkDf/NlWH4QXfJfDDhEBazf8E/nnWTsynSJEn8XWVLvo3ipD2g8fpPQ/ul9IeWbag7YmPTWwCns
Orwcd8ivr2PGyR2TZXS3XRi2Q7BXk2dNcJhHZ74gMjAB9Ssz4X3MXGYjZyj7k+8UBLLaE6daajym
CJ7YyzPXG1iFYjNNt9OISBKN++iGH1MEH4QTYmWnG5eqSiIXkvmImWwUUXFEUGh9C1JV59dBBIj7
2E+Leu+OFnjYpeu5gQyLJAqYwkVpsCmaNseD0HkYDUc9LvnH2HYpljDaL3POTIu8bWrFgk7yAb5N
9jg6FmtEN6BZ3KWZxMeatG3o3hdWvdargMIEIhM0NflugT7XXHIqQneJChQ4MG7agQXYIy3Q809R
rLE3k/9JGgcpQoq5v1V4M4EIdl4icizUkN/YS17YQAT6FLIEzHngEH055dyJeW7EPhJ2lzLESaqs
YLY8ziFAGwGj36uhA8DbFJV6Btk4DGAfutT7wjygyPZoaqr6LAaVWVyKsgDUg4Ol3aG/T/oPUyD1
K+yL7B6WWDIRLlTbSXe3IGFNX/IgTpt70CP98CRQ+6dHnZgyucblUpFKkRU58VJYCZCb7VJPOvbB
bcO5P3ZLNUDUAHViXqJkdtMHLNJgPLdOEyc3S19AhIZe1M9fEPRiWg06TaTTQMMeZye2mPjAK+oS
9UeV6N2SuN6X2WTZ9WhFM1FNQ+UNG6bqbfU1jDKodpu0A6B8ZCIaoAlTdquwf+UNSnqrzwL/2fDE
ldsk6XV2AP0WuPQk6e5hAOtLF5OMHU8v5BlHxb6N8JmfjXk2LFtbW/Nwm9VLEa3ysjoLP1CaOeoC
UXsDthD9XfGJaxFH2THuRiBLzAi9QX6WoNus7gwZU16/RjrzxxHs8DoBLHQAUgsl6YC5y0lsuQO+
7T12hULBpq3RRAR2uENxmTmhpnfW9C3pBb6FqBjZoH/WxqOjzuBgARWuplWa1nFxNS73Hu9JZ1mO
v+943wzmigUHdY0HDkoz2SofZ8k9SYySAdOL+bOYdiQmItzI2igM94npPR6xca66rT82YXehSQ9h
AFzRot279KDHjQr1/KznMLoShZvp/eR4CWMuPmqw73Rrq403us35kvqVi5JxQohthQWt8x7RBaxG
lC3mbCpmWm4EV5JVBBpshlRZOSK6IvUXkbVg7jgfYxIqLtMOQhb5inVAGg+80wMDKD/aWZKI8ENd
J746JwYr7jY+hgE0J7bnQJhFCbhKpnRxLc0QRLdDh/jqKY4naR1LpwcYbhtREA/l+RXrUUXkUJOH
0ZM78Hm3JBuzuWAIY8q2tXuo9sv17DZVRirNEjigZIi54eLyzjOf11nlv3HCUfJmslJyeHJY3jI4
AvPJWIHchdneGUnBmP/qC2IXawb7u77IMtrXOqlbXA5LlZOoNhYhlJO/3gJWutzPWw1UN9LuMGt6
mq1GOW/7TiwhHdFe4biLp5RxGunbcBdvGiTrZt9XflC9TLk1LucSEVByJqxIfup4TIKrAmZrdwUc
Q9hndTHBNOAkOwc3/8femSzXyaTd+l7OnC9Ieqab3ajvrMb2hLBkm75PyISr/x/81fnD2nJJ4emJ
M6lBlUtsIMnmfdd6FnkF4fTw/q88WnoxclKTDuwAHx2bY9s/KjvVdZwAaM5T6MK1cx1qs6JlGJPb
sAjjg6VXHJW4fl0LiwnrFQs9m/CjxYrdZMvEQHCq2U81XqyFxBZkOlvHatzHGcrdXUtaNP+dBWk+
AHfdrNDPvkjb0/dv+mh/s/4QzqgUy+mCcSCwj2467MzBlmtOu+XMvnfCUpM8O8yHIMkhAIQXQR+D
eH3/mm9HA9sA4ZqrG8MLMOy+XqlzKuoOhGW1FZ2at7Jmdi11U+z+9ipsEintOGypXM4oRzupCbFF
2k6EVzRqcrAoJPlhCsm1/eurYG7iybHnYE+6thd/3910DfsekkQwD6TSvO0HxzpVxuC/vH+Vo7ot
weT8cY5qInAZnFzv9VXswVLIMErKT13p71wwuhFwJLEPm5AVYo1rTXHu/vua/qqS+f/o2TvkAf/3
s/ctmM/+Vdd4/ff/OXxb/3Ds5sRLdzYQ2L/5X/6tabrmP2imKFBa1C5dPmyG/X/axhzGUalwGOc0
5XKaWEVV/7dt7PyzutU5X/zHzvRXbeOjL8um97xembIqLRCuczTmfYdZVMAQ3w5961xiMs3PMtO6
/e1h3Px7tP+d1vnmIny5LpUxhw+YGePXqfG3Df3IcRMIICkUqqQF6vYAXLpujv9uYrJ5lq63thBQ
tdEsCXhkv39YOXjkhpmr38ouNs+p0N6nCMj32WSwbzINcfL+Ta1/7nUVY52O2DiiB3DMYH1Dv18u
1olB/jmk3FgW30Z/oP/Vh+0WPBWIjNQFDCPm7IPz9VpffntNvmo+a9enGv36mo1cRa22yTXLqbzI
uyQ8lUU/7yxpT0Q2TA3BHTYyGWc+zV1Y8u/f8dFy9+sB+1yatF1ICtav6vhvr3GakapXJVcPO6Jz
FIkwWyoqw+o2Tz640beXEi7jxcLexbGd0fP6RjOiGEBdoTxOqAxHjckOqguHPnLlPG/fvyvKAW+e
KoQyXHkMQZw45nErsOJUgauV0lKJpUxFXTNWZ7Bmkk9YtDw84nHdfw2oEw/UcOw1nDBQ42npjtXX
EpgrCnZSG9c8NPeym6f4kS5C2mz7uch+Is39FdHjf9ZdASi+1eY+psWZWwHLZW9jE24bzmAw84fh
87yUyZODLO6rIdLsPvZoeEVusYAJimMpzS0wGyeOhjgF/J86mszwIEHLW4kVyR24WQxfjMgGzphe
vXHGDtmWyI3l0WU5fyFJc4TDSSoFntvcYr2eUiv8qZsMjqXXDTNVePjOcoMDOj73cwFlcgqDS5J6
k2/x2IePqDzjn36TTAQrlC2s6bHtxKnKB5djnyyrB0rOUKICjoN4O8blIaPUez8TKfyQ9g0t/zr2
NKdt38Lvl7Cif8kDMb9gYhAZKCCVC3a5FUQHTxlokXMfK88s0xIoPMeVcesGU+ryR1yNZ0ejiKwX
7I5bV+Ko2zjYGukgEwT0bWBTTaHPS5E/usozzseQ8xRxpXJ+ab06+WFiS76cipzgP7Pv0s+mm2f3
psoGlIy9693DAwSYMeZ++R1hPtV5Cl7mpcqN7soCdrOTvokrPiExL1qWNL3uJRwL4oSdEXGeAU6v
7wPO/Gxv0SEqRJAAbmyp9tM80qCZG+Eu0YSMcHSJPcTt4F0JexhAPYZ5+D2syuE2M82sPZhgijD3
lD110HTBhpMgsh/B0Cz5Y0wXBWFfK+OQbjB9anIWwam0uOmhB3faPS9siRVJzBOqx7lu9bU1TD4B
QwKurZkl1gIwGEJdAqcXVuA8FidS6eX7XEFK2Oh5kUM0ipKmKWY5/RNpe/NYqnz+NtArfzLMfmmQ
QCx40JiTYbFraHCfAwijhKz0zYQvy5+sJ47dJFFhYav2WSO906ntAzyO2fQ8BtK+68122GYN1Csp
QaQmSgwOBtnavAWONdQX73/qxxUfZrBwtf8G1CZdQa/4qH/Xjgu+RCqr27lDhTKExDwFBxU+1MDz
kNHsaN3BUuZxjN4GSn3bvSj7HJFd1IVXbnihq2uVd1s6UfQ8KNOUlrEHXnz49Sv//y7q/6ynuP++
iToAYH/58fsuav33/26iMGN71BtpG7BXAiC/bpX+3USJ8F+hO1281UbJrvp/N1GO+IdtEp0GyqL/
6vL+dxNlO/+gnWHnQ3NhPU+wJfmbxvC6m/5tXeYw5LEg0xxGS8Kp1TsaV6qEXGR4LmWRZm7OUIEt
16HZpSeGDiX5M/145fhqum2p8x3kOIIbI3Xo5LeH9YdN1tGS+es3oDB0Q1egpaFe9XrJZL+D5qvv
kmgeHSbSxeyufGH05+1Mbfj9Sx3t535diufK3QpnPZIdbX04eQ/uZIYGDOmGI29RK+JCyQLNPzoq
vXmu+BTXtr7Dy/LoS60r9287DvKoScg1uadGx2jFFmK4ATJ0pH2BKrpS7FadjRt30A47cr4kNsHK
M047f5xfXNByl3SZ3fs4qbuZLnbfdlGweOF9gTtHnChy/kgMURKeS9KIdG1oTgMucn8qip1pdKvB
WNlZtiEKqf2iMxZdWDY1yekl0/Uu6aT67teevxu0WqETeUEyKHjdDI4K0QfUUIIxBoWTeO05EHRn
2YPsJQZ6VKmf7sh7aB0MCQZU6L98O6EZgu6gLst/UkI/HgikQ+EpNZMoTfQLVr1kH09G8cEGTRwP
N75DvkZOl7ZHPSJw1jHy26vpiKklabcgkCoBPW8kjjqfY1b3mdHzEE52vxOEyIHSNJr8JEyEuFYB
2nr00NamEITTVghqI4zrYqMmBtMHQ+eoSoE3FsSQx/GGjTmHpdX+8vvP662CYMWWn7cMVrCldAI/
sjXMaU8XztzRGjfu33/qv3R3v88BXNHxGKrrA+Go5x6duHWl3cyOifKjE5k9iNXYgHxzAbHYlBRS
C7rhlPKn6sm3UhRzdjAhoqf5geYxz1yyAMlLPbMk9J79hDnDRQfnUAqFmjl/C+LFSg80GmcaDZjT
w43Zttgf37+FPzwzhz4vdTc6IkjNjj7rcUHtUFAv5mdXD4io5CGjhbEdpXPZWuH39y/2dvwAKKK9
I5iA0UCbR+PHyPq6XGzf2DjkGFzGzuIcqrqcrxG/2B8s+79qY0evBpckvBnU9dZqfHo9GHADFoY3
wnrAS2Q2KC5gdO0nPvAdwS3GTJwbvQ/yAsSQb2bXSX4sEIxvdDLTWK3qVsDVKFFb7rVnEN8s0hTP
b6j9Gy/36Rq7BdXRDVQkCJmmU9qU6MK5vCIaPiBvzc3CKXL8KtM4SqbppnFbTDKTrUEaTZaFVmKO
B+ypqpo6Azhabd1Ix4tpKFiWd6uW2X3WbkA6hCON9gyYI0wiMq2ZqKTXLODis9S8Ghgk6cmUdqn6
dzPy37tkR3XH9UMKEZVbFGER2L15TwW0e7brPe8pbeIuwoBY9UAxdUpogJ6QF7E9/QwDKBSAtqV3
WCbo2nRtQJ/14Zx/1+VAbT4b7f6ZpKT481DV3g2MZO/G9yYU2+TcFta+T2X42DfYszZdFxTf3h9r
Yh25xwOAEbB64Whc4op9PQBk2RdEIZesI6RAVnvIX9M5GC42v+EAz7PGyLpS7oIDYVZyOziCrp5r
9Lve6+JomUjJ2HTJ5J2ZVjA+2NT8t4oMqZyebiHSD77CdeC/+a0+GxOSVH4duV//VqgRzDPrxJoX
NgXPVdLlYpXdvf9I1pXz9VWAUKC2Q0zksK56R+XkNtMEBnQNVNY29qPa9DVhdhnwKNS8/c4vVLVp
7QTN7oreuHn/2uJ4WWdQrfIA9l10XtF/HE00Qz9PU0pfPpJVOj93np1t3bSdrxw3TR6aZCSTZGR5
YPktNfmWtqGpNmPw/eB3vJ3v+AWrMoAiAxEy7lEl1u8QIowO2xgOVyPuNDj6K+ILwHYNX9WskXq9
f+N/uiClE0qAlG5gox2vzAtSExuRc4QuXG4hiXgn0oOn0egBTbn0qw/WpLdDyVqze0giBooYkoDw
eihJhg2yNJlECibEthVTHQ1s5/56wHIVtoGUzE308MeFsFKH+OkVd5X2hKYMai0QYWj7YHv7x3uh
GOQhgBaM3KMBq4LaB/zOvYRhB4TNwG5imFzq/Tf0p6v46AGpJa6OuuMaYhUzRU9kwEWYOIBtdku8
c2VSfvDx/fEq2H6YwdGkIKl4/V7cpKKgSKR35ANJwoAo7fJESaIv3r+Zt9/4qsLBmYKBgzX2l2r6
ty2aaenMJeKE118otW9sbe9b/ukBjJB3ymc9P4a5M9JTrO0PbvBYB8QHbnMIsVnb2YVx3j7afrVa
2R2UGg4jHX/clEtzLzvAwfB0ajId0TA2mEiQM4z1fnRehjK8ZxNESB04gQ8+unVufz3T4XXmxE/l
mT4IheGjh63Ji08dHEw87JYUONwGs+20OPFm/YGP5NdQf30tDiurntSiTMrtH+0BvSzptQluZbP2
6R/52knSIOCaIGxODg54kzpTPuFuiFBd8KH+JigBKlR2QybUSux5xOPrx9cVf+VOQ7ZaQTccK/fV
iBtjO1JTY1JcMtwQoU25Z+NMVHdw7haETg2jHggE6c1JRmDyeI4lTpDDYPb2iQNT9T+y9f+6M3j7
XEHfoUoDZboe0vx1kP82unTfpmg4rBCjGdtqAFICELUcTxbbqz74Kt/Om2wfaMxZHo6NVeP0+lKc
FkqNaSneGFVr/gAPLS8MCdJPUr9sulp+sOd5e2e0XID+WpwdUFQHRyOGLPDKXhSXm+eFkD2jpZYn
ZU5ZfxDmRzKk48Yun8pqQ8HLs1agkQgcjZlqwvoFJC2GCQE3ozX9+gw9Qnu2ALHZx0tt7gkf8B9h
BVt3I8THU9MuSMAUbnH6t9MFIboWR0ckmTzq43OjPQXZ5HQMXn+a2ydU18Mh0z2t1m51lJEzHC+n
hKG6O0E44gdb9LePfJ3X8b4yt//hzFqQ0ooOnUdO6g04/TUHEc4k6eqG/uiBH0++NIewA3DsoLtA
b+3NKYdyO/CenBjofHwR6LpBzVjJB0PouNKIrxMUgsvkziHUpZdxNIZy1F1W1ZgkAi0Vmc44lYkR
j21KRNOsNXIUu6BTM5WzmZ0aXq3Y8di1gbN80gJRNdzfDBl56g2R5nWTGoab+QJ/UQh+SenJv2Uy
cMdtDaXAjGRtZE9TGYLmWQi5a26SsSvafUlWaPbBYn/8orgvjri+wxkRHAVL5NGn6HutQN5E9CY0
oauEuMb9rFPjAlN188EzfPuibIFnw+bwTtvUCo5W/NxxUG4uRhsZQyVPNGFW22YS5Qc3dOwd4k3Z
DhmHJBy6znpGOHpTM/g/j7gfGZGN0n3RZQqmnrKTkXPcc+GKQnkLIjOcxk9yqBvm88lgKgCGOHyu
BjkqMGGAKDaWl1lrREVDcJ6RZoRPd46q3K2Bj0NtWxy29kbZNsFPMPlkCus+jz/aX77ZWHMvFB4o
GphMJHSzjna0ocokdKq8h8Gf34uw6r8NilK2M2f+mQPuAVGIa93ptqK7lCJy86zWvn5/Fnn71vjA
WGbRUHB64eD4eoCMFdqiMgbPq4Cl7bM4bpkvluSDFeEPV2EbyB3y2tYLHZ0gkknmuWpqGYmOM0sL
l+SUvpm5++Be/nQZ2gWohk220OFxxzOVDbK7Gm9q5eu43ySBGhBZ+wWJ0hPRyz68vGtaPcMd0WD6
qsZ9+dBqz1aHvg1J22ZjFmRUwNgIQTU21ckwBW17mMrW/Inosb+MF0TR+6JczGSP4bb6GveTIj8W
4tu8CQ0wgZHgcP5A/ZrUmrmN2yuTGJKQDksXX2apkE9NSQbHZiUYDzBAtUbe2BOGl+nZA9enpvJL
PmQaO6MG3RnhaZ2eq9Ze8IwAJt6I0SEHpYdS+wCzrUb8inPpgy/szQrn2PTHEBqwSeA/ERC/HhLF
MnHwIR6LrJdBPXV+Ff4cMySkGeLr+zEjbbC3hkbvwixMn+OKAkrNKQMB4biM7Uc/Zp2gft+iOezK
Vg8XHzqnPzZrr39MCpNwgcwLhtu6K+JNhJV5AoPHTvWjKx2fclnNWM5YBPgOOGYeS3Da2YfRZpCv
BzfKHS+AmaPZ8mp8pYBvUp/OYDolNYGHTj3vWmuEruyNBNncmGNi3b8/ksWb22YexXrFaYCWOoi8
o12GHtIYLIhVR5YiJBQEAB0Lxgu5GSQHZuPPwXcHfWCBKonAMuHy0b4QVLwcqiIsQWb2uEr1bNZn
Y/xg7X87PvhtNmWmdR+EuDw8mrUqRF2iMwrsVdrRJJ/MxAliahh/um3RlKdZF6JHBpPfhPtlnivU
segdiVAUsXHeqpBm8/sP698d3utB4jOx8KwYtjAa/KPjy1hhBUuSiix7K8fTasULgQE1uYJir0uA
LztOEMGtXYPowGIRqC+5rGkdFohdvyDtMh8kESFPTu3ln6pi7nd4WMqHcrTojofGqJ6EOeh76lTx
few6FdS3fhaXFlE+DQlW6w1pxzbunXgwkptmKKCTq8qAJts5xH2duUq7l8j07a+AgYyfkE8JQJgs
dyx3YRDDnplJVNxYbe3DVZLhC7vnoGVpcrS9S4PFCTaQBJAWBADCnE3KfomuR1jlz2xpgjNSVMSM
Ur0R7ASpgv3IrE59wq7mxEhpE1ByqnMbEEfMKp9VqJJlX/tp/bVzmW2oS4uUYAOzpNpteb0/7UmK
dl+AzhDIPQfgT7c55URvj3zcpBPQhKWzJZtVmxHoJqku9ERa4ymeY/crugogeq6X1o8OHQzmqQTN
+lmIanpNSFLk0+eTjNuDNWGiOUHgadYbPcEwj3DAQSEgcCJ8AL83w2qEA3o3wsB4iMeElKmF/hxQ
Gzx6NNiBb14VOpOPNosIuZbBUPxoLSW/AmTIL4Ayp0igzTFIt4S11i+mRhVikcc1nzoJKdJMVI03
bPu868/xr4QaCQna/g7fIHyMrF4eMQgyhO0JQ8Pp4Fp0Pwo8h/HGGpDSknDYLGRTOMp/btxF386Y
Z25df1Rqh5jIImQCFuQ3idNvjdrGGhHR2S8JXazxH+X5slzWRTUsh2kkCoGCUv05VV7+1KEPHokT
7XHwtyM9u73DqYfzvkcy4Ka2KSuThtvlCDLsuLps+mrNB9HkDVDAjslHnsequgqrboBfVdvsHsyy
GfurcbSrmSyCMmGnM5OrsHV9qSHlBx1htX08cKumt4RiZ4E5NLfNalrdVsPo/2gWQg0ip7HI7m0w
k2OE9EbPi2KH4vu1b88+LTq7rvwDflY8QRrSIuScri8kEoYSfX2Rr87DCXryxjdJQoMBW9jT3iqF
dVrpsF8fXr1A4BPoZXLXxDZizgCLtg7gxnOjCZ1ub1QFWRSArOV9m5HcAOo3Tz83fSv9SC3L9JU4
wR7ehq+7dA/PPb5UMSemi3iBxT1ZhNo+jpM5G5FrtyrfQUsAoQqVG7YlvtF63JWoHnCVupy/o7QQ
VDsmDVjknFp3+0DIRUic1mThYqsWq70tyexYU/2y+YeeAv+8aAerPPi1mu6LCttHBOGILEPPr+ov
chL4z0FuDVCOgpbtwVQZp2Sn+l/KJMUQAaUDHQl7MJNORi75sIV0K2TmYXE/mgRWnhezJ+EGy6C+
AHwZpgdYEvQRspy5F/ytM9O0GEyLlEw96i+Nu6rc/XaabwitMWFx+ciIzlriG5CtI2SV5yYQM3qu
+WjvG00kGUkWRX2XWUHcnKrW0N6WLzi0z4Ei+U3EEXhig91z/t52gwwP0ijAvlS6bNV+8EiAJVrO
nvotbYTmci41HRKtcsxtxjASJ5LlxDuBNxb+Ps1bBakmmNPvmtjqZFeDDtsbXuefeXVoXFikhjBu
jLh95mwFbXKFKd2UydSGWzo+bJOLoLJeIG47PhoVwwgIxGJnshF0Zy5ViWObPGqyNpgmctgZbVpr
Op01+Ncx8BFWm6mMBYmHU9WemGaVPUhpOSlQUegnYLftwo6YwrEo2qHsMDWHOHw2c5UB1gB/ZVpb
RxZ1t3fC3lsnfpIqd7odh+9ZaCZNZFnK7jdD5UnzBPnYml0HZ+3OX7r5R1n7Wbn3pbQ/O3KGyTUm
NouHApAC6kCTLreDyDNsy6Zfpm1VzY3JzOhjvJBLNkFtHgpnuakxqzyPfhmoCzdk0TuRAYBhRHaK
Hg8uB/YrGDVxf+ckq28Lk2UXn3O2/FwaT33ClcBB1krcBLKyR4dKzAuWreAw5WP3aTFzd5924pJK
lLuZ4+nc7wdqCZV5VcHjNfzk2Wj9Z2gghzqhY5THegs/lhxWT5OVbmyqYryvM/9Gy/o+mBgz9CdB
Jl9nXYsjqzjl1AgmvfhhZvkeSeipO5kRSv3rxvWuYqI1sYmsWjQywxjLgQvX29PhwU+9T9ignwYW
d6cdzoFt5Z+aPLtS83TueuUzqjNQXc3lIr40432RVLvAfhFwqyvhnzr8hWHO9qVMdxkIbFZWf+9n
YLAzpxc8VfLWFyRkmxR2sCZePba/ko3EbNtSuW5j8xpvlQn/S6TjXVz77L0pUegTeg3nVFL5t3bH
vEaAE84Ws7pJYh+nS9cdMn+4H6dqbyZ8GGPVXJKizLSb8pZ8/5b0nVNpOPDrdPVJ9v0T+437wSio
L8pUfTVrvz8xZ//QzARcp+6uG8LLxHLPef932OAfXKM5cbMJDJG07oI2uc09/9QtHoLk0nZRzo3Y
ijcVK905o0zuWvWz6JIzn907jvaJdqR8EG1y6WB9IVlULQd7SU8HbQd0J9UnQAUHNRli0zr+aW/a
D/D9vomexHZprQkZWFmUtcdaliF1q/dI5j9rw7oR4PfzlO6M2ZifLNJVCZerozZwqV8bW5/bRFW3
WAfZpJ/sdNykeUBM95TkmypdwAiUCT/jxqvcz5NQT0b3GShklBj5Sy7L7wOeVIy6GG1yfYGnfReq
lP1QdR2XhEqWhjjNE2F/DTJePOgCMnuUPhNpjVpuPlcLR7Ql3yrL/N4wgHZduXzP7K+KHr1y52uV
uE8l39Nm9LIt7OGTZHS7O4WjYqKg5TXE91oKGApxAaI4mfVEhHRycLvOxaMMv6SV/RcLnOyWfuhN
mRESjonWJwWetMvxmQ//Go5VeQqLuNmNPlNc1+i7sVc4bW35UozFBP7HyOmliqpnk6T9Ppqa+lKR
FnDRm7GP87gLnlKGjnNqKvcSGcVJMA8nZqztk6DtL4qJJrMfXHSuQ/xYQ5ZsaRtXHol9LNg2bdRM
n4CxlId0KL5z7EXASuYQHv97FYgvfk8gzTB8mybPIMuxbX3zVCWa05YrHRPfJGTCi6Jy9aNX28ZX
wFvie2WVyRxZwieh1WQPQrTUkKMOKEUS3oZBa+Ubl6Mie0g2WOBniJS902HahdAuU6uJTHOe/SgF
/ztEXt8M2SYlc8KOCvj2n/OlAj84p3NWb6e4DYeoT6fiyg86TxAeQfGstNe1ZVgh6VENUORHiIYW
7meOFSQK+8Y8yDwhQXRpSaVxBpFdx6T8OFHFV5FuUvQ2fjQCMwOCymzwTFi39WyaTUd2hj0szi6o
pplCfZP3bDdbAXhtrlMw/8qyO5AcbLLOZkAK885cekmM7VIThQlev7HJmrLFN9Df9W1npfrO8dSU
74skpfAv65xEH+IBYuLMhmXFfPZB8B3mYvoVA1zM2LWb7taf+Li2XVkEsNiCQjF9ScONFITGYDNR
FzqTte4GRs9Sl1tIpWwbi1Tioc/8hfTHJi6aLhpKOF8bp+/AwGkWl7sgJ46IdZCMeiMcdkuRKbGp
C9tot2PnTUh/1OhmkXA02xBXi/6lHRzNP6kC7y50O1yiKB08uUFJymTZzk1RUntuxbxPVaucTQWJ
9SdxsDhUldVPRAKQVu8g4yGidGsrew2b9tWK6rQKEu5Til7TeecTU76ZxWTf2SVqj6uOCbaITPZo
/o62VHIe5n0mtjbBKNVmMkb3Z153vL6mG1f1NSLxjeuX6TMxRaLdeYXsHw0ppotmXsXR6J5m2o/x
2HHbC/b1Delr+aUfVCztXi7JWS0Sf0mjJk+WBiy5Srqo9buKsRO2ww32gLDbZVrA584RRG3RXcSP
fjfUz66RWeDu3FoQ0Z2SrGWMZntN8Ku8LGZbVKck91Vsy+wScVDWrY29tB4JemGzOSVnDcmV0O3G
JBwZoR26BAq45gW1EBmcUPIoetAw2MQKJapzoysbiGztRNrSOnZnQ/KU6UMaazVZqQBEvEmEWWAZ
q0huoTVFkCi787GIra9M3hZ5dwSWcBYfJ7ZvjjuGYYSvMq43Xdwmp3k1ZZ+JVcCXYOSZj6e38pDS
acsen00naW7MPrf5sB3yBDwrrx5VURJqn5drdxetjYsCI14jC4DnBZ/zEKEO8KagqqOybuEF26Jc
d0hmdZ7BAzQjm0KW2Lp5nN0aCThSAARQvHYZbuRrEmrCZbOQ3ow3YumnK+yzAckCfa2eOWdk6Fns
Rcp9OxUNFpguhQxRGelzy//hs1cA7GQNDqxu29FqpxRfNQF7CNwmG5+nLW9EXNbflrCk2QfwwPrW
eHFziQxpFFE4GdTTDDbeLwYb59tMVAsnA3/N06mIiSk5LwVUxth2tuM2zi0E7oHiKAbceBT+pnfM
0t4bROWtUcqTGHbtMrku1Hbkize20/bt1lfL+EJxxpTboLLDT16i6hv+7PSlFA1H+QI50qcUeDEH
bQ6SEHiGTv4UXR3fdU1O7GTvERgJI4u5ifAWn0MQ8QUA/TiGTpe5kulJ3+MZ3SfmnLS7vnHY0ZJj
TFsjDDPKHvM8zAR7ZY6xMsgWme+CUGRPgtS2pzhE/rpxfNjmm7ktevpYXnUNErpUfP1kWkCgTFri
0ykV+Ju2WnpAHbJSFxnZXcVumgMLuiJcCxCQieZ7mdgGnJJK5FYcJdoaXVS3mN+Vb8ILAKDaPzUY
jLEBE21mRiQNpmdLgY8XeK+SwdbPGQBEi2gCfeG+eofKx6w7VNRP+olAcIWO99zklEp/ww0ugVkQ
o8NRdnzJ9ATHv0bWguuYHA1Cug0I/OVojFABYwy0UW83+HfrPtcvQT0z9we1itnZFnp8ZEe7IsWc
mF1WsrjE0IekOd3Mc53cJ6Y3PDSEf7OAJZVydlQsGBNdLlm4Q029YyuN2Zf7FMIV7n+hw1PGHGgj
j2xbd9Orggz1xnVTAVE3MM+ERBlK1KcPaCr38M5v1RImNykRB0OEg2ENHJEFyCOcxJxFhrCZgs3i
GPIc2YPt7MqKwwh4/8m/NJ3cSHZCdP6XrvYIA0UJbX6bmc+sPVp+88voEd2KhaN9JnbbGU4X3fmX
UnkpXgoiNW7nNAutQzn38pPBTqKLyiFjiMW915bb3PGT7sAheq1w4Yb5IcpRMBjSDn+kIncbEhO6
n+eSiSvfMGfN2dbRHWjeIRkHk/3EKA92uTocFPjGYReQ/TnvKKO2/SY2vJi40bjObykHOObZzNLV
8ykny3CA/LYQqewk15Kad7MLzJjNTZpMtrFrKPm7jCvWr20zJsmN27cMBm+gJgrMJbMzYNhY0zej
sWCCSHtRfq7k6H4X4AEZxMaICQ2oPiu4QRlbW0u2HJzFa77moIXtna+nKppLYwHfVM3FC/VHjzCi
Ql41WHw5P7Mn9ig09upboAqcKklIkQk54S89gGNUfymtYYmhZeSbzmorpg9x1Giz8kU0cZ5BYB3q
/FxXSl9yOP5AG/GmlcJF8C8HDsoQ4N3u+r//JhcQU0gXueZ0ytEz2/WkP2yKqkk/6GG/kSU7fAFO
CNcD27hNE+yovG8ZdtpT6iFgC/o3UfGk8al4cJ5qTSXKSktx3uahfW3XlLWptePuKqt7a9TUCdgd
n3XIxLbzMHDUc9hUvV9XftM7/fXbPFOgz/ZCaMGvH4EGP0vyfdtG81q+svDs7N0mviOnRn/QuDqm
W6LWRFaHGhEEDb4JXKSvL4VCIieHKGmZPhSYhHno/Z9h47BzqUitDu2pwTbFBq/JPbn3SE+O5Fgk
XxZMM5sExbS7mXxpXgyJPe9GXdQAFUzqXTlFh4YI14f3H8wvOdCrejs/l2MtSnIceGsT9vXP1fTC
If5OTWQ4aXWS5R1dUj8c9rofrNMxS/t9WhrZNmfCOfP48Ts2EyNG1fgprEhRLdi+3FGiAv6Gu/oy
WLNbN4CTUgT7QYBVXHTR+7/4D6MZVTmjx0PDSJ9gfdW/jWZ2hbUhSD6NHCMkAAbG3nPaCvn3V8EB
SVYD8Q0WAuajwWzafdXmGZkCEtbaBYVducWiMO3fv5e3HXDa+JTbVuMKXTEstK9vhoMHCNYMWHtQ
kEzQBla4R0/cfyeKzaIDkoaXta79aOlTJtW28S47vdbeK6tyCmDCGmacJtim0KI5zCaxR9ESG8s5
Rb/0rCz94TDowP3keLPaAf71tu///LdfFb/e/QVxRbtCU+/1r88aawiIi6pZu9k78L4MypWoAwd3
+FuB/PpVcfgLGKuInrAZv74UkT5CSYXLo10aHxZLkkRJ2PA9W94LMNbso694nXiPPguwEuhIfqlF
Q/dolI2mwWFe6Cby3Hi6ylmcd43jdKTDuP0p0hx3342Lead8q40olRFU5U/9gR51dfP+Mz4WYHHj
yCNwlICfQKx/rJkxxVxpn1p15IpR/oBdE2NuUfXeo8ZG2b32PpB+vH2nDlpSGpUUe2ieHquTdWy6
KWGyTRSOfX3tkfDzufIm/wJoZf7BuvSnS7FarFPz+mqPVSYBVm0SmilMU8YG4IyIQ4KUpA5OtmwY
fvCpvZ02ONDyGPEYO57Pzb0eQJyStG2zMGGDwSxFPiComYpl4P239afpFGcbI5QlIEQ2dzRvNIUC
TmlnKGe0jMmpCN34KUBmFu+gMS8YqQpbjBGLiB5uxDISSyZchCGbki5sufULbbAHBIJ0ZS3Uyjc9
dhSixgLvfhrywWDvXy0j+cJF8rhAcFIfzHp/eCPYvizkArx7pJRHD8los4ziRdoifVhcEHrauMog
al/EYvQe339Sb8c1fz5A78aOAW+AdbQp6aa4F3OwVFGriomwtWI5NUTVnnY2/cjCbvMP5qo/Xe/X
botpnXXOO3oxOQGv7cgZMCLhwj0oQlM3tAT6HeGnwXW2YBr6YMuxbilezyAuywbddTZdCIN+wcR/
W6cmKSA7DaxTJdpsTgFW/AnveXfp98I/FENBWW1M5KdZBAt107ooP+rtvxXCeQh10PWBrWYwYlA8
GvKcwCViWKIDZF19T3MRnudNHVIa7gzX2SZzoYBHlboHOVYX5vc+TJzhompBlGxsPsM0cpNEz7vK
aIMnT0B6prPSDxQ9K5+WSGA2scG5cRZU1XOHFkHcl+mLn6XoBIasdtpdEziDd0q70ww27twVX2w2
E9ATs2LWl0UWU6amW+9QYs3aniTt/6HsPJrbRsI0/ItQhRyuCKSoZFmSpZEvKNuyGznnX78PvHsY
glyyZqZGc7BLDTQ6fOENYQc5H2F82fL7tMK/IK2n7iHqsOUNhnS0XtDdBcAFCs7MecRCle+IfdcE
FcSS4XaqvDpXm7J463tH/YO7OAX1JNLf27iOV1+/pP3TQl3/mTNIfwMsZJr8IoXX6OVNbv6Guang
k6vZU+3rJMHO+9B0JahItTMsnB1LQ/Wnog8ht5tj/NGpRf1B9aN7EiSFOJ4aZvcW9ShEwjRPKqDC
lPzUXdkCDrtfNCSJ6dno8JYIuBQ8Qgujc3DF0bN/mjgFhlo2hpVQ2yLlvhmpLkvQ9aJe8uJl6A5t
ZTufutWUz2IGAhZUSrF8TAl4fxc/10LZyfNIQVS1WgxcsPiJKZiTTbqzTevbxd2gfkcRdPym6uUg
0QhGRs2tBxMrMgsoAwZ1IGWE20ySjZ271GZ8jiJWHvUMY6ZgLhZcU4CMY8I59FHxklIPo+5HkfKe
t0v+xNVAHbCb80EK2l6P/0hoXB0A1jfUSsUUvWI8sChuiv7NXTygg5BWaM27CBbRcOnQyMHatLCy
nwoKAl7cGcPr5ePm9Pg3Vbw+DFRICHWpXBzvhXpSYwfvDAg9xoT9A0ipwBzhjl0e5e/xfrzpiRUJ
4wBJMRDy7cfDCGfAQRQMrZfPdeO3kpn+mJmfBt8ORz6QjsdBt2RVMEkhGgp13PgDwF8QliiDUia0
7pBSmR46Qi0PuQSMr5RWyPdQ4IBGrBInXd50tyTqlb+69fj5QLnk8iucOSfJ4jiyCHzQ79yG11VY
VDq7LPfyuDAetRHL3EKtm1uh4Uq66s9dGe+ErwApB74VI7JSGfavHNm/zslRYExiI+XqKb70vNwY
/2S7fB/eLH+y27GjZXvlE525oRmPBQA7x+bcsTcXQYnEQq/2ReX53w/Pv58Ph70beDej638d3SsB
zumiOx5qc53SPctXybDKm9p3xD5cKoHX3ubM5zp6m/UR/jV7s+AUlde3udu97niV/X7/5+Xu65UX
ObOu1zcB2wqZH2VVfZM/l8hmArhlmDpov033tTc/DTfGHc5LHnASr/WnPWiTA41+4S9P0s75uLwq
TwMTxoZfTi7GI5xw5ijNNJC7K4DZFCIxqBjsA3up2jXdYl9519OP9r9DaCwQsrMt8b1CilNq6g6t
mVoV7y1gbIJ+578SHQhGZf4jnccABY2wzXmk1jk92rmJiRPj7LXGjf4ZuUv6mWl0DWZ9Ck1mLFuT
We8QOKgobJLMxRwnfTbq2AOY2t9OoGW8ZqCdUQNByWg9yeI7hqWjn8AE2SWYTPZ+rFbmFaeIc58Q
ajziRRhakMBvn6KS6BnwISm4Kxh6zv140JPiDZcL+UoKc+4L0g5glVBUW2Vmj/cEpLEEfxRu0gT1
yQMw5eVQTRgsX16SJ8xWPp/CmqQOgXA3DJLNQQLQx1YHxKc87sKh31uL0FdwidOB5dGkPiglR3kt
u1QoZPe5/BFXsv2S51X0Egldvaffg3c6cUULUilbgSkGfbUOn/fR2Ymyxlnv8gOfmRYFyDaJJAKM
8LE3RwU+fDPWuvNaBmypK6/8TvxJ6yuTv9aLNjcgJFnVQkONs4ICzfHk97LTKjNtJdr0Q36PGpL1
NdKGNkBlIvnWsD41oA5Te2VxnXs3E84CdxZ1FMLe41HtepU61ShxGlFvHJzaqvzZCvMr73ZuJ63F
mlWEi4oqcojHw8RKRoNOwxghKfREBTSbJhP+83VCTpabeBLPahWpQaiJHFZZuYAxtpNsuEO1VG6v
HP1n9pMKiRisEjLKK8fu+FmkOG2Vv1hmkuXEt1WKyEBU572tNpF/eeWcGYriIFRC4kqKmn9RxP+6
ZDRAppOCuLKntpa1KxoQhyCj7uj2/XfkNqwTZCrQ5rNgZyJEdvxWUHTR9EKlHuAzGu8QwAFmQZOu
vkjUfL4mgy4OKpaCX9NmMQ/gzOkzSoXzePl9/yafm0W8Fv5IgjmrqIdsnqIy0WMVNvkHau8Y08xA
ah+MctaBj4dthcVF9AenaC0QIpX3kjrGX9la+udkY84N6kThR+34bZlD/S0z/dAscD8VoCf1HvMb
bjAwIRMmkxat5STL4mCQV3xfXidv06wUV1bKmS2JJx1AePpm3G3W5m1CpYYTjEk5Qb82v9HnsF/o
WQ6uRvk7UGREmBBAiK7M4Zk1AytZsUFjc8GdMGAzjJixWObSQXgD3EavJPdtXwOksyP5SqZLUs2q
2HwvmiirpDjaI9yq68P8a4HSek4xasYKZKrB17iGMkjIPUfkM0OSATeTh5KOeqvLgNsAfaevcYo6
Mc5tNSZurQNAQPPxCZfum76ICd7jXA79QlmS18VcUYlGl4Hq7FdUb1AnY9buof0quieHpWbcCmQc
fqhpqfyozEX7WcLSyQO0xNXHAZS7RMZomFCNQzqOkMnaHF0PBdNsN5qm/NuMNTVhTVWiQgyfWHrq
IgUJeaV3skf4rOY/UlpYd2VaGSCnQ3l6TOsFvP5g18oj8HDR+fqgSpFndXX1uzfxgHKnXC0BWM8W
qn2hLlWZW2EM8Np3hvI+iAk3aeDi9cqLreZnCc3jcKdynPU+ribSbTdWtCTpGCS3jhPNZOs0fJ8x
azHxNHAkDWXbaGwGl/qnZHwpsZRiH+idmrqDIQCawNy5pTsHDLMWc/0QUVOqfZA4VejPM1riJKTj
6ED8l3nqtfCCaywhl7XLwxxsn5ODnPK4doHumU5By8ZQBQa+MqjvEEkQK/5iC8MQbju3Uo6V2jg/
9uacath/DYDTs9Ss8QvORPLWYH+FomylNz/MMkc1o+HoTgIrgyTmmlnBb0XOekFLWzWaewBTtuRn
SyNHbh4WXYX8dKfGOynTyWxZXRVEX70aJs+euqXbL40AWAi4fSl9hW7B7ejkyJBXlT18Q38FsJVE
n6z2xympkCwMrfw+nwYkqnL6wm5KZfWTGsGCE1Yrx5mfdmb0MPSxWQag+fsHDIRmdd8CzQIChwGQ
7QFJtX9HVFr4trzavVXJCOLjUuOwVjHow1OwHQZAk1ONjc80SiVQBnQP9WCWU/uTStGU3jbq3Kge
phYgNvpqXj3UxGQESIgvH9Uk+snr5GGM/Zi2EOCBgpARVcIYCK06gdcEZGBTxRgNJLLlbtZYxHqo
4S80NjNgG1wok6CUzewXJwoVtrrE/sZdxnWqS1MZur0Uiy4PMH6dKqxhEcpFUrqt65sQSpkNErvF
L4wuc73scnPUK4oC5WDe4FIZU65plUpj5SMRDkNLy2muRaV2twyS3vm1nM7fm9VW+NZQq6738L1H
frf/2xsqwqzCXVZzIojMuDFSZGoyx/DqSKTLfh6mxoQQqpTVIy7GYCYdcNXJTZqjjL+iky3VT5vY
Kg7I0wPvFWzfOUgae3wRaDLqN9xSuoWoZDzel2Dq3wcurB8RtJomwBQCmROYT7XsAwitlEASZq99
cXpM6SH5qgLyRCw+404uXscyJQy3WsUo7/V25KBs5J7FkpiUeQIc43EqRuM5/KnPc/fWWqlqA1kZ
rd81cQdst6FNx6AAm3o/KnEpfww2rVdXkWntwSgInQ+AjCGIniF5MgDYfJO0SX2O8pGMWx5TY0WT
FoUn2UhJIsLSKbdJnzdakMqm+Jwh038DF1G+Xb5rz0RuhOrQo+DrUjffKoAaMG2NfCGzA6WPASHh
02Muyenn5VG002H43TCKKAeSDUE/O74hTFvAKO8YBrmfYPE7v/KyB+2AFIiv+ejdPziPyl56Tm+m
m2iHMNDO2Ze7LFACHKwDCCZu8TDf2AEYhiv35Jm2+fGTrU/+r7urqay+EQpPlrqWm/m/kUQLfoNl
cV/SXexD6LkSDZzhfB0PuLkskcCcxngdMHd/PruHDy/4+vXybJ/e/ccjbAKOeBZgBrFg8CQLX4z6
XiBsVSe7y4Oc+6K0cv6aSFrcB5vXUDqto1fEbV3RggyseuBA0ZxrDLkzr0KuRJxNhcqh27l5laQF
JhehCeSlUtYcjM6Qd2Yy5U9tVZb+5Rc6bRhYRC9rR3uVbCZsOl4IKcZqPEOTAZwtgRaJhrp2NZjl
zzFczNt8mCCTII7QvtZSI8YbIxHStaWx5gzHcRQcQDiapDd/HW02axGcIX2ydsy8YWgS+Rk2Yl55
ba8oJXgzDLFdjrPoaQRo8iFFGFpIAxT8vaOLOkBMl6O7F0t8bYOc+dB0By1c+NC7WNmcx/NSRnbf
TEjKgadq9W8zGBNgVszhnVkWNXFAruu/RlRxNRBhA2GaKZTMcdV4BMjVy1r+w4jk+R/djLXZm+eo
+HH5s51ps6B9uRYUEchZqw6bwgb85NlSBkD1SmokxT09D7CZbavAHitmcNIgaGMD9LYdWg2qp233
aUyhnQVFJRkdYO02/VHndvw0DO2yYr/VuSBk7Cp44sqy7DHS03IoswakNauupXovOVF6MO3V6COq
aigldV+j5Xr5tc6UN1BmMugEGtRJV+PH42nHdEv0cCWhraYp7fy0S7UH1JqHz2ZuxifC6ir0hlzF
6FrX5upX0XK6oixY6S9SNJkdCC9tCjTcn6SDoaT9c2RSUXbtGj1Ar4AgoQdXHnhFG2wWL09JQxFV
H5tFvDkQqJzV/eTQ4ctW1AxyfsuLreW9V1tF+tIO/QykVlZ+LekSf49IlXcwjNT8yql0pkRgrcI7
DlmsBmLB2FQi+gr5HYF+DCWC0ZHuCN6BO43DEr9h9jzDe3Ky+fvUlanpxtUyYUJIDeZHi2/Ozyvz
sa67zXyAQYJDS8LJxbfVUhky9PxSGn6e0XTocVZd6aroo94JVZ9uE62yDopdy0FaxPNThyXXNyA3
MHOUVPpiFWHoj1RAAtq3+KpEfbpzlNDc09TWHzBYka+stvUY3T4reoRgszho0VDY7HEZMTBqZuwh
EAFi19dhjuSOpO2QABBeODftlck5c6Y4SK5QKHJoDPLZjxf30I+JlYdT5pm0hTDtGKqbupunmyuf
4MySdKy15IYKCeDMbZN7qQW60gK7xzjOaPiEU4s0gSIMCdzqJC0CpGOLXrhldvDIMhm/ZtegBf8h
Ftm8coyezrAtr+VmMIZIRNBtOX7jxcqmGds0KKe90/8TK6UdtFk3vxmLod0C0oy/XX73M9AmDmxA
ZQq1B0hgW1FOpy9oJWq0worGbsMdqS3dyS6V5D8JHlpRkDeO+cvUqkIlceyaJwPKwh8zzZvVC72n
S2xhavmA4MOIC3aoIf+xgBTlZC1X8hXAnfqHyBrxVV9m62czmvIU9LB8r1bPTyMA3gMZlFVgDd2a
7Yauw6bUmoIyrzU40u+sRUeBa1r5WifUCOoo0x8IOmtYDvrgd4mRHELbGn0tg9/qSrOUPy0oed8g
0kRpaAmtK4XPM+cNVw8VMz4rCxm1rePvOieNo4qIxmablsBTtTCShoe5FFPHjWNpf+JZap/bfhRv
DeVIAPCNpD44c1NOV4KHM/OkUnxdUXkoGBHEHD9Iq8ptMs0qJe3JMW462FaQsDr9jsr7NTTnmbsJ
ZB6oWXSQ0dY7QWepWjxDPkGesV0ScydPdneLwVL2Ylhp/KIgKtO7bH+x5zbosZBX2i+ZZog7rKaq
G6tohgN43OIxdTrHTeO6PEhSstwo5F3plZr76RlMAYyaNO0XmSBh2w/uItAJHfKX3qyN8oc2tR08
Qrm7w+yyu7daKYJUO1QHEKv6NZXg06ofQ6+oD5vYgO7PJizp5VBrFq0EYGM1w8xBjjLOLgXvCQdu
yko6yHY8felkEd+FydLRf7dq5+eQDOM3Rx5aORhAU9uw2Yr2voijovCXNrdMF8NewBemaBTtyiVw
eigDb0MnHtSUvDqzbI4oqx2Q9Oek9LTUzu6pYgjfVJprVhrnPomNV6ZJdRhRhW3nzcFjwuwHeEm2
KIeXNLfg3nIxfU5ELU9dW08kw2GLfSnh+BWBnjNSIFjRUJ9EBQS4G+204z1iAnjPpNFOvZAu0Y2B
ENBdayaD18HD+gO0MAkmpwynHXTk+UvmAIZzk1Crv0FhMPdx3oZf63RprtWHzz0WfXdNZ7k47OBt
5iFUp6E7V2ZehU+g7ufQf17KhfqKlToa0G01+ak3BqSfHC9Txlde+1ROpwB5JusQ1nkFG0+017Dx
Zw4U6v/IQaLrBzB5G/dLE9jKFBcGb0n65SWn/hJQJzQOqU2f7fJldWYosIF0N1DKQVx927QyZ0VD
miVsvdJBhKJBssFX4zh9KLGwuHIiWOuBfBzqrBA7E7Go9UAAYny8BqKwb8M60jtvqjJ9/gJNMA8c
WonJIVJEhddB36OBGVUQt6SyA/PRmCEE0tbR3tOkoT5T5kv0WgMgVNxY7qMnvNcE8CqLP/R1S1rZ
f8lS31pWMr8vqobgtUOsY8DLyWXr0R46zdx1QFO+g2dV3lFZad8z6JlviqT8Up1KfoNyJ39vzPaW
Dl+2W4Y6HYLFGWLES4oFsZAwrUdXGttG7MvEavFViTvta+u0sgGcSwZL1NW8uttpMdQj+EfIrEgZ
aG1PqgY6c4OUR9hcVE74WxkhSO7TzJmUHV57ce8iso/WTVnkTuaKEckN6mqZoLNmpQaenW34FoeN
WsNrEtPP0WT2cB+cOhz24mF5N+YJFQQlh6LllnIsES50Zg3Ub9SmP5nKcbLXgbTMEEvN7FUTpnkt
iz89dumSoTu0ypiu58umYADbHXqWTjGU6QwP5M74GTfOuKtSQ71Bt0RAaZzaK4vqb1tss6hI3Gnw
rKpta2vyeFHhp9ovbUMY4syw6QzgX/cGLPknDDpN6rKTZfotRE5AeLidjvS2fHqZ/T7TcvVrIzvL
DtCYfhBwtEjn5BovP+RTr0Sgf6HKm4dcnRpoDK8YAELDzUNWo6zG0Yq1M5JSwfInGgrfZqn/7seq
IjeudaMLoknWnmeoMK+zXcYqAE1HQppEnozGRX1nQtGPXeC4pVNDNdadZY0GW3ks3B6XAgIxqHoP
mjIkFoh5rDx9xUDKAj1pm5gSZn48BXrdx84N5DTxbCVp8QkHdI49O3a0T0xp4VQuaZp8aWYz/NV2
Rd/vhGPOX1BwqW+5CSOdPEqTfncdfJZrt/a6+zdztJYo/zr9ETZswznNCHOpp9XgWcgVBJbspD7l
WtxmAHZ8j4U1PIIWtoFk0pjRCN2/lMSY99lgTvslVyMvVUraJ5dPxzNLmu4a8PNVIwpk8CbEBNAo
7NCsW09fpN7HRa/7pAykYIApcNSl2UZXC5f6y4OeHMmYT6F1CIYOKTsSiU1GGLYxXBR0SLwmk/JD
aCXtLTw9opnKuha5noaTjGWraPZhKQnkbdtK54alrWIoNOsLdKSCcJLqTxoXymscRsl3Se+JJw2B
MDw91vEF1Cw+E5SrjYdIXZTPRlX+mE2PAuGsLa9Gbc2/EY/sviaNvbxfnpStN6eqg6sACGVonIKY
DP59k38Vi0kCOgtT3srT8Ge29ovo6hFXC7w2drpSz/GDkkAo8SulKlA0aBYcMUN1Gmlz2n1EqRQp
x8UrqfDPbp/EffklHyrtSkryV+rwaA3zkHTv6d87mDMByjje5wUbg6+nQXqe9fTHRLnqz2zk4HOd
XA3fLWNBlNeazPmXqJLkbVhkBI+gchPsFKDncVNVoO15mYXFF6JLYy4O8lDBgBh7hBMP6FASyTt/
U8gONsie90O7ROgVqGEUZtLBRwfJrgJVz2gg2RLoxb2jlYt+ZYWeFtItXHGo1a4Sc3B8t6Qy3eoK
a0yB0bRDrh+GRKHvotX6zo6sgXpLhgNx2gxBT6HIi3pqlw40Wvh3NJuvLIuTmGJ9klVNE+sRYsst
iavjEtUyeK8Mk3/YNENd1Wj3kSrdilgoe3WYdmBVDtaMHma95LTVsmsn19/Te/PVeQYTdBEmd/x/
k/+FHJ9la63PoLbj4yhADCKMrJofptDt0G0FHtrARwgiLJmGk0AiZpQVHFJAPTyt8BK/jYrlgKWt
ddOKSH5wsAj3w16O7pvR6HdxEdaI6uCynNUaZichpT0aajI0/jQLzFJvduxuEeR1A6m+7eqdXaCH
UModcuWlrd7ZTdO9XZ7400NKBRKJdBFJLxB/eZOxJAkCla1jENi0Tvi6yNMQdGVv7dCWrZ//+1BM
7MorBJQIQuZ4U6FkkzZdDJuu10cazpk57aoOHjgQ9vLm8lB/0VLHn5IEDPgjWxgjBL7m8VidJc2i
rhPu0mJBF7fG+JUea4jplmL7ShqhBls6BfV25JbcgTzHh8A9Yc5DWWdUVsEwaZpd2arlhIvb/C5X
WX9YygwK+VjW76oG1j+2+Zw2VnRPeZRLXyh+K08Cx0eks+PqRq8HsZvSvM+QYijkg2bO9aHATeQe
U8LqGn7kpExH4wXlVI2pBY18YlKizNVsoeSfe6k1m7/lqMjwbc8T6SkNwZPsQEQN0j6b2h7GMUW0
+IYEGdlKQX8YCalJiE8Ck9Xmlb95M3W9iFylMIzKn0ZdvqkUrMH9erSiHAGSzHhTu0r7dfmTnVzR
vAF+QNxhbD8qIpsrmpCwWSLc1WmzDfGj0ofTl6q3xoOzqClYS4ciyRJfO3bODkrtlA2w8ku2gsT4
cHSxjrESuNKxeyKNK5ATXI3d8c/8BxP35VXv7OoKPPcUL86rEucCeYNjhYzo5naJS3QPqfNBOtTS
8gb7A+WmaojpXRArzm2Y6qW38IMEQ0KHcF71bEY5QuCiVxrIC4l0reS/7obNbuH0JWjj3IU5t70G
NB0ByjFD39OIGaum1b9fQaNXNuWZIEVF8H19bW6aU28pQ8RV4eiocEwI+78gKZonrhwmtukn9Ltu
52gEspBP7TzsonKJ0KEdohH0Tl9P3wgo2iJA76aPAqmvAMgsAkN2l3IiYqhkoyAqoqii4HJ5WZ77
WCuTAEPnNazCGPn4JKHWkKZ0LsGIz41938a5+DardeZB5owOndMafpjm+mOJsNrTrAOaREdmujeb
od0hNTV/XH6cM8c1ZR/K/hQp/9ofHT9Nv8TjiJBb7ilxn3yYSY4wuDDD77JwCKkuj3VamKWCxW3I
l6J/RhdgjfT/FarNSAmwNzhUhBNOQRSbt3DrdlSrRzQr2oLacPzBskTayUZBIv8/K8P/1yPg7NSb
QOV1jrXVh28z9VqWAg9FfMar5yR/SYw6CnRUaIB+cytiYzm+zzS3v+AA0wdKW+n7JS4aRLJy9bUd
jflKUHhmk5A7gMDgB9tkW2GRmqFWCi0qSFBA5QhTMm4M1NWvbZJ1Ujd7kbh31f6lZYyf1ibFtPQl
UqPBoVdMyovhkd0+q7Pa/KM4guajInW5tZM7CXkXSgcW6oZyi3unlmb8NZ3LLC1kkVBQzrM6uLwe
zkwA9zamO1g+g3fZdpyi3pbB0fI5hEFxsUN89c5Ma+NweZQzK5wxmF8ECEAHb9nC8HNmS48x8Zlt
lJ+WIcYKL0sAYyOKcGVvn3shQDtkZjq+AaCDj9e3XTp0iB2OPXwSnDsycGCtNuS6l8tvdG4YGyaG
Q2kDMuV23vCfQLWtg49ULuBk7VZ37lCmuea1dWbeKH5SKGfRrFDZTbZZRqVqdzElzkQRBQpwchto
kp7XQHQX5cpWOEX8gCckw+euYCCAHptIuTEQ/Inon4N2GkkPJNRW80YpvhQ5MqZZqaAMuGiLbxel
9aBqeCmmZSF5odCdL3QUJb+XB8Lhxum+TgC/rlUgzkwFCHcekC42rbvtdaZUYBbgaRVogTZh79Kz
kn+rizB/rggN+2EOiRkPCdTlxyrR9DLosmJ45jfR37RYcCECTnLeurY1oZyiqdxYbgMA+RpW5cy6
gKi8ItLBXqyi4sfLr8QCmKRh7Q2qVnPoVbj4i3btaj+tjNNgokbL+a1TsudXHY+Cl4sDRLRvsOlq
kPYfJoRxq6XHDhp8K3zi2LeQ8npMyjZ6LNHKzXw0zqMPpHLfF0XSfJMa9rUzbt1YmzMOc0ltFSYw
CSS2Bj/FUDagWXV0k0pr/Frp3SpBV6d/0HBedvo49zeAiAIpyX9jjjAE+uRU+5Gy0JUD7ZRIB/eA
7HddJWBHT9J8uQslMKEy5cURZifNpD/OWJd75KqygPZW8tRQHX4uxNKhyos2aTJgIN6W42dqq1/V
EY0euxn0P41cozECNiYw63I5TF2EVEplWfvL58hpsArtGwQRZX7+ZYsff0mkbh2jKviIkgQMtmtL
+wE9Vecu0yZ8kOCW7aVstK80fM4MivA+Ox3aBB4r+maRLlUxtEaP8lIbLhz6yGA9oMbT7eupnL06
lAq/pEPoXX7T02KwRSFApovGvQ/7e8u0GiIzVfV+9YVu8vYjYhG9lIDk/rGrUX9E7RFZNBTgnB+m
GSEwS7VFVbzCQPgKdnKYvZlRF/1sUXh5BEWgrpgza/7o1cJ8v/KcZ2ZnRaeAugGvQ5C0/vm/IqQa
GESdGFXt6QPYZw56bP0yRV/+sdVG5NxZav6z0pP5SZHE9D4jRLdSz/Xc9sOqM4IYqL56U5Z5ngQN
0ettEybpbxQZc/SNkglh58vPuyYWx/tudfgA0UPoSH1r+7hWOdfVWPC4caY1fiJDiM6gc+2kKNe+
jUWrfbe6GDXpCCTa5ZFPj2T0OEwFXhUEJ7wgNxOVQSFbSZFrT0EeCSFF9Cg6qhw9qNort/q5oZBy
WRthJMKQ9Y6/Cere1AU1qjgDNPcAIUXHrexkcGf0ba+81ZnPzyWDxApR6ooU2fQsIowOhSTTs7BK
5EEBr5f2z0VTxa3kyDNKwChhgwXXGvmaK8aZd2RbrAw4AhdqqJvpRNIrQ/BQRrhFaepAtIPjF3qR
uo4+iCvx2Ck40AIEBhgFGB3ATkKl4/m0iwSED+LdHkaohe1VILJ/Fw3mzqvnKQq36aSRQKvwE53d
ZIXGGFicTctNlZko6ksSQpguER22szCKJPRtc7qUZm5HwkMVr1EPYloK5LZFXweOUOvQl9BP/V6Z
+NK7A9B6B5cEou8rZ8yZb0ereOVtr15rrJfj16pqBxRFHlZeOhnRGxFpf7cSUO8NzAifQZfIfr4k
ydfL2+D0yidcguND0k9OA1b2eFBbUNnDrwUJl7oMg4pqpKslo/zfwzOGoSMApBgSGJJDx8NMSj9C
rXNgbcezCoVhNr+a0wI7HbIK3UiatAfENWEZ6lV9W8lGzYJNsBJei8AoSiJRRGjlznEb7pVRpQR9
eRbWbXF8DOlAqihUAXtZ9Qw2O9TOdNKXSobag7/BdzOLICQgTeTPJrqubpeZ0f7ygGfiVWi08qog
R07EF99UOSUcOGZcDhpPjWx5QBnadHw8HQwHyR5lcbwkGiEYRLjLyq4uNGvXK329oKVXZxkKo6El
3KLNrO+RnKdf4rDtEazssyul2DOhGstsBYIj87DqCGzmhWNfDJ2ErWpe1lqAypy5U2WwFQmKI9+J
lqMEam1jY/ms17dGNo27psWCEZF58QzQ1byjNX0NBHcqBke/jC/FVyLSI/3dHDW5VCjoD6sI92Du
U8GftK1faRUlH5FRLb/LlIbwzqFEEwZpBQklGMq+f6FwlZe7MLRxUMhopaAegW7lu9R02ieQ91b3
7XZRZG9awBIrNCB+XfngpxEmcSV1A9YZfm1AFY53wFgDcpMbWUIwZcBtZGgzmkyzMR3Uek4D4L46
tMZo2imNOT7WjtUZ/iBX2ieSyObu8rOcntXruQme7G+EQIPu+FEqJHmJwRGjbEX1A5Kvcuf02q9x
qrsrdcXTw4WBVskLiqf01uz1z/8VjEiRFefYhjJQM4aeoqQJXV/6Fpdf59woIJxYpSjzrD3w41Fa
NUyiuiMZStuIRTEUdjCV6D9fHuV00mCm0yyAd8ja4yY/HkUdSjQhTCX14qhsvBUwuUMJU9y2qvF5
eaTT96E/YGocDqttOVHR8Ug1efMqPY81bFoUd45uUNPHCSG4PMqZEwhAtU4dcY2CCGs3J3+HHZWm
1CF83DF1HuJqGn8LgCJ+0yLbNLI030XWJS6cXFyT+2XwMqUffNRXa08UDR1P1HXuMhGjC5/21pU7
/nS2AXUpRLJomKD4sm0C0VdQwjDLIJ/q9WeYZioCmK32nNhp9/3KPJxuTDQwVvU7Gn1gl7cbU0P9
hyMklVykCTu236KkbqKo7S3gzyQYkwl3eok7zQMNq/qhGbWvPTCdN0Jn9T+rLNDpg3wO6ERBJw/c
2PGnTwoSw5FGEdddjM+dvEwHUxXptWz3tDdDdOiQhgPtX/2UN2tZSP0M3gghxkJt0m8OQYAb2/Rn
kF4GxKLLCRUKJPPTbug/NbJLHxmM4efleT/9wiCjId/QCaOvjcLP8atCY4bvyJUF38GMd9FMskhx
o0ejv742q2euMd6RjIibDNoFgx6PhYMfZ26Oh6EdldgBGWW2VuvjrFPuhtIoEOuNDONPVi5W7K5B
zMM8cz17oawDntJxpsWvSx5ohyytnVhXwr5zT8c0rFHzX6T+9qMXsxaOSpvnVF16wq8BRca9Cvf3
tQNt+Yqse3ObyIMce0KDvWRnsdij0/1sFzYUkplE4iA0RAuuPNbpKQQGGIw9DQZCInbG8ZxhPJFF
Upfm2K/0Gdg2PT+YyHH/16sIjDWwZpDs/FwXxPEoypR0Mu2twqMvJf2ssri8o5W+0O435CtFuJMX
YqiVE7ke4pTMty+E/pVeFTaAFGfEkm9INLEna//PFVyaE+BgzVVGAsXHrdRTEUpYFY6IucNQqG5A
XKHd3diWf3nzrJvjKF4lXl+VXVg07OCTwnecWcsUon3rZXYxfavTWPumoUn2ZmmtfAAHbbrClJub
CXl2NC6X8r9/NV0zweFxdvzNNo+/WhwOTlmY5FiAVdZiq1PsK7vHIKbEyOnym54kRYBByGT5bKs1
JpHT8VBUDPJIatHhUNUS4arcLVQFi6rbiEhZ664pogJMOp1Zki+IifxDiLQFA9kjh7xd4wlCbo5v
xNgjuudRTZOBoBTq6HhGOuEhMeWa+GL2OSZ2M+juH1lDhcy1S03/jAWgwH1kiPHH0mnzHT3kfl+r
SL16uWKqYOfzgitGVMYM+Z/+9wJEx1k6DuMMUOcilP4Z6IPZwSCpZeMFS4ledyEfANSiLor7VqTM
zWsUqp3h6WJEdCLsRpTurGac81vdUsFpFhx4Hmxs1NhkIWHE3I2DAo+509PYj8xSfWwlJ0zQAhna
ux69JCTwi8j+nUfzcGNWUyZhdpQsiOGDK4UsPZjN46rrlKBqOGK46DS9Fnl08qUfiRWPd06EIw5E
+FhjPQiBZXY/WtL3EpXEd2GFKk3sZv6nt1rtUySl9L2SY6NA0seISrdXU8vh3O2lRxxyJfzV9bFC
MZCIpL4fVrUbvxo6FD6JZ5DkS+UFGR+wLol0WOQo3k86Ajz7XJjR4tZqhQakXVaQ/fGQk32pVZ3v
OX4DvCBksX8qTG91V+5lzKykGRbXly7SORQUdBIB4+UTtkh9Nptm0Bs1XlNZsqDjjHItn2nCKT3Z
0U2tPoa8zFVEz9sFma4umV67rFZ130JU4Bs+DHnh906HYQno28ZyS7DotQ/phZaDocyIF7XQtit3
nKv+bcHe8BU1dLrLSVV3xS5jlQiAgNVUBg4eiuXtUv0Pe+fVWzeS5v2vMuh79jIVA7AzwMsTFK1g
WQ66KdiWVMyZLJKffn9U97uwjgxptFd7sYOZHrulc4qhwhP+AekiVHrLgn7AgL4sHgUU17cjyttj
xCzzxBZdZbpTuAjhcjWVNcJyJI/2tPVWuto285f8Pl26iUWErr0dqSmwvjkWkJNIhQKXISBUw+ch
LBYTbcGRqI7SbxZgZKare+ARw3QTmkPzOXOFC6YPGBQzhKzvnAK9aW16qwNVnRCwxCCinPHK7JFc
3JSx365k+QAhjmKO69XyPENEgvUUR0pq/xaFj7TaOHEYXNRLO547PE2+zlerqZwzustugeOIJ26z
aKDk+WpSwET0V6xdhqFZVWGtQV2WLe/1jeflFsvBZFlrFL6W7g5PJhcQwDLkBLtWAyFmQx833ofA
BM+bJHGvl0nMtzqvESrBbTAqqKy8EQG/hCWuuksrvYxqkLWmN893vg6pp7AeKdcVKFpAZwvLLeu2
OGk8HYDDWLytnaXjEWK/zsYJcA2DvEzxJgCaZQFRiYjjkx1b1Pjx9Qfzm3OUEqgD//EvvfCDwAAg
00KX3kV23ayDy6rMp5uuM8M3Hv/LqIjbJwegbLQSSwBmPr99CjF2YcZpsTE0rQ+97KUbYopsfhJK
7P1SfAZLdJ4GC6qQmL7OLrCMRpmXbTG+Ubt6EaiCrYY6DhQc5LlF0Pz8Qiy7Dnptw2KSzix/hJhC
bMtq6c4aD3+j9z5algL9BVwFCNCpCz0fSruNzok/V+eC2j+qnVw+1p3/busC2ntrc4kaKgQVZtfz
UdxwFn5HRwnnzD7ba1e5n5KkU2/k/r95bEBrVg03nxIX3cSDUbyJHLemPtPKMcOro1322Jutqqf+
GxncywkJSGvt3IHk+Q0epnXokPsYc29EwKLIEn/eyxpI7uvv5iX2gzeCLSbNQdQFV7j98xsaRBd3
aYJ/e4gGCW5JJXWbzWJmS7AbZCnrqGqmoUGYBV+CyEhn/aVxPF1tJqHTVWi+GU4GZ8jHNxbKb+6e
VQIekIoO+9RhB6WLm9xtR43ESFt6O0iJwS6zUP554+5fxkWcOkRFVEcpkr6YNDbNw8SuVvMnnWBp
MMXZDboyUO37utnTyBUXFAvDa2tysOEuBRQ52+hjvCdqceVbeXrLs8E9jXp9+MnJQy+i0K7f/ygQ
dqcvGK56JIT7z9+QXKa0TTOaSaHC6sQ0e6LwELbM64/iNw+cb38q3RKXkiQ9HyWzmw5zTiq3fm5h
KRcO+sLMc+uN6fab5QPECFcl/rMWXw8WqRgyb9SpVa+GNy3qOGDtRJE0x7l0y7fe7YsKyMrRX18u
wAmAji98AGRVcZ43ZBP+aF7FOMd8Tpdwvh0SER/beLpfDYOVXSupEiwsbO+LO2biUzOSLb/+aJ9S
3ed5DVdC1QtcwOrecvgG4xrVb5mAx/PQFktOZ7mYX+Ns6H+QiySgvuDMd5FudBmcoQrmfLZ0k8an
o5fM+aYIevdG0qm5tbIKA8AyG8wot6vhZO79Kd7lqHX+RJAVTKlNkfcsD+e62y+LNu+zXmOLStxK
VT2ti+IxkLq1t5WqKCgm7uLdvn6fL18ujRbAjXQarJXGfTCF+tSbaguw4Qap2XTL0e6iW5zaXy0Y
I28M9TJ/gpeOFirJE+glFEiez1ZBCRlKS89QjpPYp61pL0FUp5V7ETg0zo59/g9suBbNW54ivxkZ
pgmNVao81A8O3T68tpmRB8JcaLJ1/7lMEb/GXKPbO37j3NlxNu1d2WSfX3+yL7cpymc4OvAe2a/M
p9bhLxVn5LA7ZhCCqMHSARyVWogvKHqJD51MFkKJ7C0y8kuZvFVqFv1PChh0PXmtzx9wRs5j5i5M
iiyzmpsiWDBJtuB5OvtGBYNzMitHtfi0OcbH2A6hDAZZnd/4YTlgSdbn8VWiJdlOVRuoelngSG8y
ZL23DmaiHWADlGRP6Pw0P6uubD/GnC60AUWcfMOxKUT2Ezeuqw76Mz6PJY0k7LCMIXIGI813taqy
7HySmWdE2EE2cLeGuoUSFhiFtfVcwDRb0jD30fDnrjxO8YN2I6JdNGSbFqPSZMnmr63R+vEKbZTD
8aQIE6KSZH14724HpoJlvxZOVneow2CvFZiSYmCIN9nSdecU+gfoChgouzAVtq/PkBeIA0oWwYpW
5aWhPxCu2/svM0RBtQrMZByoafv5h8yGGLZqdLXHeJM0x2TcCgqFb1/IKkMd8PWxXxwdjM1uTvRA
vY++9cFcge9lKBiVyKfACDsFgQAHzw6dvzKH/3gGU+3+9Z/8/WeFcU2i4v7gr//6kPzEFbR67P9z
/dh//9rzD/3rsn4ob/r24aH/8L0+/M1nH+T7/x5/+73//uwvFA2Sfr4eHtr540M35P3TIOqhWn/z
3/3hPx6evuXTXD/88w/MZcp+/TaFS88ff//o5P6ffzhslP/x69f//bOL7wUfg2CjvrfJ98NPPHzv
+n/+YQd/rjIK4DeRtBWrNcof/9APTz+x/3RWOhytBgJi4Cj8pKQiEP/zD9f902YfYaa4vDPwe1xA
Vw1PP7L+tKn68ylC9oBKUfjH/7+yq7+OtL/eCQ/i77//oxyKqyop++6ff8AnZN49O/oAM6wXx7lA
A4Dvez4v4eVIPchRb7RS6eXoZPZW4CixIE6HXSsujnjs1Zn0gy0tNe8hywO8XbMnn9cElYgv3pP7
64ik5UXr0hDezO6Al33y5BWL18Ly1XINHGQxg4biaWWj3TH5+sVf4QY4zvb21IYndS6bj8uTJy0m
bUgAymAtqMSxFVwPhsDB1ppW9D+1DJxtqVhB+3VWw9sGBtn3dDXBTeNZnvdywaIWYUxcclvohSa6
sjlJeyYfbCtLaBmpWkGFx5G+1eWXscAL2heXtlNcxqL/aiwSenHwwRDxObAjSG54/o3ZXrJuBbZB
tpp20i52cY1xLygTu7OO+b1km6UUoPJJmCdNoNjwKQP3VxPArh/C/tyGlRgjM7Y/pEG7xQkAC+t2
F/jecWfW35vev5BIBSLgegYW4xYy/vUc4GRupP1usfgk5I/IwDISfyweQ7Ax0XxDOqWZ13/sGuWz
udLN16jAznzEXbYIh8DjpLg1OF+RNdzPZXHSNihA7oumpwlsbPtgOZ4SMoY8Fnd2M4Xf8iQZ9wma
AU1UddMk4AWBS/SMQH0xsCD8ajUV1tIx3qYPGoC1jKxkdj+MwNIQo51WvVbTtlqKJC3wOCtOJhXV
dVH7UTia2W3Stu1FGqD8GyXKcc/nOPeP+rL2z/LMQZAyS4dTzGPQIrW9OPnYo6Jzm9Qxmp/ZrLUX
gX5JERGlBrZvLU0eVBaxQtqyc5KPCklmWtvYCZ/lTOYj6XndLvP74tr0hnlvzo6510inRGY73eix
gcznm1I/mklIyuuN8jizSoVMoiH9HTWB8hECRnHGzJ+Oe0UDJBMSq3tRjie9X3XHdLDGTVd28c+5
L10sOwQ6tchPZZfYTi87JeufqEbpHbi14bFsAZ6EjevvOwneJ0LGZA5O/akCXALAhFwuQVkX3SAq
pZjBVrK675Hc+hrrvv5it/5QHmss6JbI0k547eQp7sA9EFWDK7fa+xa20GcAR/kXs+4xgZXYml5N
Y+MisUMOflfFRfelnQvxYy4ZOmJfx/yxTLvyXDgp1bAm6+3VFbERl1Kms9jgRRL+dAoNjKsjcrid
w2K0NkUBXCeSedz96NQyBJt4Vngrp/D3q13cgMPa514aj5ukDvW5m/Wp3k2TmT10rk8BDVBUi7mI
K02MKwdufcRougARYY/xOarKxYNv2fqnD0IsvrCKpGp/EGKQhsS6K48aU6cLb9SohyP8JfJmT/NU
Bsd+o6Dkl3PWu1v+J9szKDPOVyYP98juZEdLI0UTzRN9mSjxsnKi10gN9TwvgMadZGbpdSdV72dg
OcsCiyexZNZ1PrQDO1CWYFFmswBcvFG61Wu6xyHv2DGUss6XNEi8I8QKgEdbsgXnGvchMEsi/Mrb
FgAu3N2k0lhuyV5kv7VTuy5B1OADB3kJnt2mzLXHY+yc1qZsvu40RUxnJyonvWICLZb1lkdF+KS7
zjlOHabdqWvVSIG6lZnvTJsIcFe7iDNFxKVDe5RkfoAmgmOAhxm0pxClxgDB22NxjAVzDHKt3mlX
yOlLHHf6MqFSY+1yYCvTlh0WsdrQbU2cyxfIxFtYPVNzNpE3/7RQlBm5lrqAnT9Lx0ZKG4m4LT5u
y0SiaELTcple1CjDLuhP6kH2ePYiyhvvqyn0v4ZVGC7H8Tg7ybbVgez2TYNrzokNJ9GEgB83WUQz
R9QRmH6jOHWI38NTw0TH47xQGNXspBjKIzV0wXA15Z1zMWMjbW7muu3Vjqaqqo49rU0dUUa3jH3b
UBrfBZas7Z09OtI6cli3SGwQMtu7JVYaxVyK1/X51PfJw9J4bRcZWVfPlz7qwt65P9pWjDdbnZ6Y
I9N4AyDMF1tf1YG7c0YyrL0op9CN0jbT/YmeRPkdoPZ4LptVcsAO8+G0UDn6+BwBRLd8cLT2M+Cb
Mlqmfjyr64pKpmw8liTu1wlSvW0BgwS4JK1pI1v81bd7mvHTMTL3ri1TV4HgHM2c+sLchtu8nAp8
1UfvbJhqLJShTXvnuhN5ujUluiQgKSQdGsMaMno744RMrrJbtGCJ0anpC/bWbhNy7vBvCqdEQWjy
+2kPJ97GuDhug3rrLlhERl3odHfz4I+KzojUem8lqd9vglRmPlDL1HJ30p0BjZMNQyadnBgVD096
E4ozVQMSXOVLdV90zfhjwDwqwfBpQCbN6aQ4T8Khfugahegw6tp0mJJylNhuK2wHLfumoX29s4rY
U1szjc0b7C0R/gOSXhzDeRbOtnXy+XxRWn9x3UIF5DXTlkwsrbZdqu0fosa0ZS33J3pbo6J7Omaq
O8vHroNjXMoyP6KbkiRHlION69kulmQ/qkp9E/5nJfB9igt3uC+mds5RWnGnW44nBwkdlSM5HXgq
/OlKP3Ejb+nnyxnvTGDOg7Y/p+zLGG7jfFxERj6gq8AD9m782nV+OlVfIb2vRT9syTxqHI6Drt3J
BmGyI4RdciAwiD3hvUhP+SRupo5C81T0X2fTqP0NUlleGIW9hVFiHTiPQmrnHvUUv98azUR6q1c3
9971Ayx3Zw+XdzeDS4i2jOUW23w1glca5HjkUOEHrSYEXvHN8uQbH/Y+ajNPfvKIkvsfq251mQ+X
rPs5dWvW6OvVh75vPFRp0srkJVEW5TQyQwIVx56TeBMgLtr7ef7RaRv87dsnr/uqCZHyWO2lmE1+
iOQ0LDZ6nHahq3zblROYKdAv7ulY00yORFkpb9PgtrWfaz9ATBhG/LTVTtVcxzIx+kgNaXzHmg3v
l27RwVYsHrQJMQctPs0qHglCPD1i6G7HE2LnbnndJ471HTxqxYJcSs6tZWl7i4gloJa+cFyeVnlL
7DGVsWUgylNPUySr1cnbL8a5hVXWLe5uMavGRaV8sX8ESZD96Plnv1FydX7PixZJPKp2iftXjvp/
adUftPBfy6tuvg/3yT/+X/v9x/Pc6uljfyVXQvwJF5W2ORhi6Ef2ymv5K7ly3D/X/hlmPEiQkdiv
P/k7uXLsP0F4OZROAB4TiK+wnL+TK8v7k8bPSroGDgUP2nlPboUU9UFuhRIJuR3IQFgGsJoOQQRq
9lXekf7gCGlVxpFUqnhI3JApi0+7OJ2ElWzZlNFhsg2b08tyEHFclrmwUKAwmnBjekX+2BbWfKMU
ltdI+/fp8YC+1JEdLx2HpokIeuJjjRcloWqOa1elmy6dG+RB01bdi1I1J0Fn3JZLIDZtYJZnhJ89
QuiObL8gyuJv7TIx7iVl0Y9+TZdbiynd8KC/OXpt0xcg8cJg0Plx3JROd1K3mfo+2bn3jRIiWUfi
5x8DCz1xsABZdpIpvJF5Jedcd7jGuoHbblqqq4+okSMCldMxQOG2dK+E9BDCNTqXXMjR10CBsI3P
BoVbiCOr8ahzx8GJxjB2j9B/6FGlx75Dby3Yg+lJjW+6eya7yXdOsyw32Y7jNr2hYGGPR46e5nrr
o2yF22A2JUeV05F5GTXG5Enpi68mliTTrS3wRD1ZZJqf+UnXPcjYy4/cOF8b2EE8ocsPt/l2iquk
284W/fCbIlUNWs1l2cjsZ4Ycvj9GxZgNefG5pBEcolWiZeE1R0GwuPLTuASzEltR1w2xhDuOQzM+
ahSRbGwJgeLVgPnwkR6kZTxYYWUMV3YjROGFvDBU3HZY9Q1VaxBLchibH6ZC4Dy0UUuaqIvEGPIq
BpviG5V2tsr2OOapLxO6WySZQUk/aBzaZGsOrlQbuzSHew3AjwtmBn3IU9G1J7oZqBmO6DcF55Qt
MX3wvXGUO8OavC9SYDUYdWT3IyojE/ofWgfh92EQHPWVyMIzv0Xq87zOe5fK7tSW7bCXcV+Y+3Ea
FBSQhkR/GBw7/9Aj3gKt0C1GplYBwOebEPG8E4vEjKEa2jH8EtLz/xQ0WXXh1Wk87M24z659bwrG
j1ZqlOKEYmXbfdZG4H2WS5jex2bpuJdNNdZ304zs7dHi03EpMeBCnnwKQ72ZqkJcBZAnss1QGxh1
eE2Rxbed9rP5aBwCjmvtl/qn1wpMtDLTSPCXyP3gZ4eTwBz5td3HZwjuLHpj1a1YNr0AHnOa62z5
2oNc+9DEGPqdLbDfELagOcdhMSWYAralAavQKJW+DGKLHHKs6zlaiDJCitBze10Xg30rxGwbW5k0
8zdAM4wNfhiFpI5y4H7URbgTWdBbp1YwIqWzTMEqxTA6n5pkpsYyArO8TePFTndwGuITqiLa3Gqj
VhKfT91MO3wn9fLdDHSrdy32O9RS/FnVpzH2x90xLfqYkDN3gFyWqq8viZXNZjstRJ6fyhjh/qhC
5seLtNVY7mVRJUMfkUf79+1U5t7GQDhSbW3d1p+GPFWE/GRDy6YdwPFs4wb49a6gkbRPLJRiIxp0
OC30bRXrqLa8+HuNTsAxakDxJZXt0d0XaEh/I1VJ5y5CF8HoNtqyeSnS0t2ZghVZRqB93IfFq52r
2p7s01Bg3QQ4qUkf/WAyhz3QN/LTHoXjAepqbII2MkD1nc4T/oqzMltvO3V+cVyYOL9s0VQtPwfG
bH9dFk8VEc5z1ReQVOIbjJEeK5HWS9TWKmfdRLWA5cBU8bMxwv+kw8ewUireOZMHFKlM3Gw/N+6g
zjIHW5RFqeZyGbzwi8HGCtQmZA3t4x4YY+XXZMl4vfR4n4wSG45ChyHRUNosOdAudyyLfVP0CQX6
BNkSZHEM5ex7F5f5cuwXxD0BxSof5D7qPEinJW5OIxTxqLKnrSmZPkfOoKX0tolRCLnvR0QDNoYs
zJGqup6tFiYW8BLCJMM0R+8cE/K0wlvUBoAAX151+q4gld8lNi3kZAMRtzOCcVukVZ3aYvWAMWR9
5WvbycgtGlE0I7Vq3fBMOxaJXlzvQrpmXlpTZNKcrT81rd1VdWRgwApOnocb7BJnQK95O/nuCgR2
FaEWOg7AeU5SYTTpxuZYtM5Ls5xsc5egV1/rXUzmoylj4WAdse0M8dYWhT+nOMSoYiKAzxfcUc12
kP64VRjdDgNuIb6jz+hZEFxHiZN5U3ZluIsMRETSXDS7tLOMnyJGVjxqtZqaczflhRplad0JTWHm
ZvbRS92KYJjDrQra8iaBH4GLeDyYfYTC5+xhGlT07XWKauNwLh1KHcepCJf5GGPS7hFJne6TMYX9
tOuR+VNcYF08YG6Uo5RkeXSxrSVv5k2Fdcddncfx8snQYLg2yvMzHY2GnYmjoiPLuEQ3PqnPsJpr
8SubTBmwLOJwgakri5hXkNMS2wSAzuCjdlx8igtv0SEUWASj+DoWojawDQGkBe5sGaycxozCWKZO
C93t6ZMDddroplycSKVsx44d93j9LqjDnsfmoE7mhI3kXBeDKXY0/EaxHJllkrsXqddM9tViloWz
mfI2zvYNPubedTopNGXtZLTvVOf4dUStoA43Thuk3QVJTHYc6Dm47Lmj8DMNqypgU3FHcUHKMLqn
6GdzQmVtZiCL5FAkLy/7zNLIvmtTXJolFdzNMvQFmcha7f7ZWVJRTysG/Q33bdVuimFSF2I05htR
S7n3sbbpNpS+YthNrp0WRP+WPdh3VtLG9brpuNVd5Q/J19zqE3DwZRYs0ZxiK31SQG1NrsMap1xr
pgv42UCQYjY3WBTl9ik7R4jNN+gocN4Kz4dHt+KmPldBUYa7Ki3GeEtRpBEUTAfEs8/aHFz6UVrr
HLhxh3n0ppcdRalNwoqgEJA3buOcKtdMf9ZoAdZ4xahliWLm4nw1FlOs7gZ8Z+9o5goHPVWPC02L
an2nOSWUXUXIm5yAhevEJ1Uaoi4i9Nr6Yk9sSF2gmIZVbSq25DlmQ97yEc9qhTreHJvpbmmqkO56
GDb23eod2V0Vsyiv+nry79IcMcndhNm1c7R6UTtRCUap3Qnt1jgOO0WPxUW5aKB+DhW88W5ITeGw
O3S52M9BOKzO4EaO6Q+FvIY0V5Hs5amTf5XMbfNDgYW7OHJCuaAmE9SzIMeuOQq8xU9hAedAMalV
NAaZqOhCtNgcJawYTePZ3RN3xR+sSdtfgIWll7ZlFJ+CKphhn0ugJbu+0RhGdN5IFN6DYr02K+Lh
DvQ/3x+MLVI/uYu/05yF7Rcz7HGqcmOUAreI8fnGLl8yL7vMRN1nl8B3pU0foUR0ctXjPp1DfJQL
e5oAKeTmcCo7M/guwXui+Sqa4K5RctDbgknj3RgjJBcKNL4LwjWbhz3hbP7o9bU6loOhmM2D2z3i
Jzbd1sNoHYE78+Pj3C7qjwtLdd47c8cUTXy2To9bOFH2mO9GmZjXsl2Gy9awuns/TvQKfkwG2CvE
jhtjMXAow+gDoVpcQZgvhoZjHQWAtdkiVl0EyjzaxEbZKBflR+MilbdfkU+giN2JIko3OvF9kVGi
2lOjoIwNVYhurF8UXXjSjI73tTKy9KzqR6ej4mICP8+WKhg3OjOn76JtwBzTgKdw0hMvIqnV5WB1
Zyqn/jm9jvgDAqtWtam6VlhRJwqTowHxtSui9PB7UWTVPp16pkTvSGjZsz2wXiisTRprgWT8RH8a
6WfsxOcrbxzYeGblpsdQ6gcmfyy9ECZuO/3ITBQVTzBaZuvrDMNp9mFlwaA3hR6q034a8HrTtQ82
uJnY2N/owh4CE6BVsVPZZJ4ovkEiXjEEv3SAM1AIUB1RP8nckLVCebl/BKTFtZAUcM09nkrTtsMG
dzz6JW/+TZdvBVv82uNDzgv/PriLbJQAiA7lXSrqflVT1uVmmnIOlmwR6ialALbNc0xj48IrxQaF
8OLKSfrqeCGkeC9EiiuAbQroBKgYJIVDFTqOaZzuKNNuagS5wYAX7l52c/f4+n2+UHFcbxQYMoxf
AFnmCwOqJV/TIA1BQEwLLip+06HMMuALcY6wZGXgNFYNwNaXiadAFMeGYjWes1Cc8txPYH3it5Sj
DjvvwAv8NfWH/gNcA2TI83fep0YlczdBxmx23D3Ax/S4lLO6fv2+fzeKg5bYOqkw3DgcBWP5avRj
sgccI5YTEiP0TFxZvhNZCc8eFiLQ5MAGiQgk6Pm9iCkgbUwDaAkeeTsbOOQ+spZmvk1npao35uzL
e/Lh20LcBshJA/ypb/3LakHHRXq9XPGFZcgSmYU77UxZj2/xKw+ROygFYgUBRzYQ1spFP7irsTYH
jjvWhpQlNcOKZh5dtLkdIhM/i13m9In8CyjxDCfxa9P9sOXOkD6EOjg04AUd8t3nDxKDgJCjFeJV
4JXdY5t4zpWIkY8348H7ZC66+MlxMwH+Z56+E/DCHgTxDmisgAVOcnWwB1WeWYce4mwbleWanXoS
9A7srhiSqFWp/QZC9oVuGsMJ2j88VbCEoLMPpj9GdnWRwJpGv87h2OnDiYMhzef5VowFYRbj+9dS
xOJz0ASyPBKtLy+SOku+vr5AXrxkrmPl8VhY3MA/PMS00ytKbeTmMfLpgzUmKRdSCAuKqYJjk9Gm
Ebn35sz6zX4P8gMhKmvdkFDOe/6aE+kUSxZoNqNeABuvfAsCRpKGgkp8iU4uzoTBQlM7a0NVvKHP
TSH1+Y4Pxx/OGfB9ZjXL5+DBWykSkmYS4580+vLMFEtckRQG3aOKXVKYdz1dlLYAFDKjocwCRgNf
+PxG584bzMm14k1Ofno2DKOfAfbyvuUdKMM2oDL4xoAHe8M6IEcIGx4FX+7wcMCahkNsDzRSaN1S
D00FfJm3d9WDSUPZGA0CTuu1HIxW44v9LkjyuA4xNu2zot61YYoVsNtBeKy0nR575vTW8XUwYf4a
cB2OyQp4/XDL8xA9qEaJ1V6rHPsOVdjsy8QWRMVEbAdFHYgOKgv19Zd3MFMYFDI2GQcIJHT2gHM/
f3md8BHcnGF9O4a+l5RgNmE13COvP73x0n4zkECsiSqXK1YlhYMpiSyMVdttqjYzyyLKVwRPnkOP
Su3sLVuQ3wyFn7tHesGAAN/WuvwvZweN4NlEzgJIChDH7dNN5YSn23C9vdcf3yE8f31+qAByuAuq
rWt893ysXHoChrgXb2qHO7LqtAwoeOp+/JA2YklP5eKra6fqgAYUpFqRJRasZoOpWOTR6OZe/qG2
plzvXr+sl08AgSos35i2AJqBwz6/qrIf6V13dOTshbROmm0WFcGQ7sL1T+8fatXFIEXmqH7xsJMl
j2mbqRjC0njrD/p2LIZbkz+/fxhCSM4uC3IH1Pznd5QmKTTamJJ5b6WC1BNhMrhStON6BNLePxRq
OMhvg8/jGR680mQw/WDMArWBAw2uI1nkBcwkZI7XP70+1Mslj4TmqgCPEsvqRn8wFAWWHCSvBe2z
l+kx1WbW9zQOy0mRscfQ31AfhFGOP18f9SAfYM4ShHM4AEZkgviHJ9NYZoZMnQ7H4zwOYRmSa14g
yz1chl3PPI1j/WVJ2uEkD2jn9EFTvBGv/mZ2QgJC+gFBntUn9uBdkizroDEgu6pprO0rNMTtuwoV
F+iVXsEFvX63L0fjVhFtWaHvoF8Pc4+iyOsh9Bsjatr51igMCt9ef/tv7AUvB6LVB3VdQKNaUfYH
L9NKdaDGeKbQuUxPK4HG2f9oJYBWxnRmDYphfR8+vb4Gh+cJjGUaD6Jowjv6DANolcjgT+99dMio
QG2hZcfJ/iKE0X0fKMeqeXRderqu7cJMTv8na5uJAEGYeJQzlwDt+drOhSAXbuiTBm5cnVFvvS8c
tzxL4/7+9ft5EThgQQSX2yL2JlsiG3o+kIiNpE17yh2pa6XHrtDj9u27+c0gkAfhkhBrBy8H6f1i
TqoUuZncKcsbV8TdIyvK3b/7VuCns7Wj7E539DA6ATvR0AmaZJSNjrrmfCnPGtTK371SIQVC4QAc
jFYdLarnD4z4FtZp3MvIrpAe2Lrc23g0uCnhc5h1RPCv39TLFcQYQKFRIiMUwdPr+XASPoD00cBg
OD3f5npaTpqZgkHu+dPu/UPhjkUkSUoLhe1gzjnNMlu0BoyoLTI5bfMQCQgTjvdJ1SSBH70+2Isp
QREAmpNLgg435EXGlxVpuCJ30HpB22NvUAnamTGT752jrAxOwBBsDMwHWKPPn56xOlS4DBMl63Tr
qLhu6zl494NjFB4a1b/1OObMej7KUKej4bXgqxWpsz4ekGEC3OwU/kdiSbd5o+jwIghnNEAcbEJP
8+IwapwGpwNqhXmIn2TJZ8epwC6gM/hxtkb67amn3mDdvnhTjIcQLXgSTgriuoMdwkzToKGlHkZP
JWXDs8ftFAbp8bvfFOM4MEdtrvZFzCRJbaoU4TvAbIacz8xiIh1EdbcB8PfekdAYov5EfEb1BjWL
529r7pe2dqH6RHbRDKhZTDbWsWlQhO0bAz0RPn8pMkK1XTVVIEFSJ1pVSA7mRQcMrzRi1m6+7t1j
mE0fEintHwVohPO6w8wSCEFdXdYhzU7DdZ18a6k5Bd/RmmkQLXGWeohOE6tGpWMaZ+ZcDOfgGzpq
2T2Ucsufh4uhH8WdqDzHwFYt7y58lEY+x+FM7YDy43zruX1VnzVyoBHl43Cf0bh1k2ta2tT9eiVI
/uPMa9RJ1tFpOKZ/+aUBQ5eegr1T3zrRT/HeXrOs2wnU9QU19c6JaN5U40aYZXerlzpQF11fSEDB
g+lcNcoOlm0HoOE8nCydcYQpme7cygHBz4sJHwBf4rHIXq7trWq96XhRcxVcIC9q3aWooNG28of3
+i+ub4OyAyk5FTQO1sN1g2lON6UD+haDIobtMqOk8fTmPH65OiEnc5bSXaTcCkX3+eySPA6UBDge
3KCinOTkk7wow4EYEkOJC7w4ljdKZ4fLE/o/iRagKqSqyAUOa+hVq3NKREjIVTAyH6ewcI+QrFbv
k+xxGIWNlConFTJq1oe2FNAUEriLjNJODqF4Qpi1gEu+eX1pHh52jALlJqQCyEZASe5gu5Z5Yg9d
bEp690N1lna1qqMul2QAhfdmovGbB0eGxgIl9CcQPgwXshSB66oaYORpA1WXgmNB0bj8axN4F1bx
U1Xw30NW1zM22L/HEjt6qFaCVXf4VevV/Dez7H8HQQx55l/e/UpAe8YQu4Es9/1XetjT7/8FYXRh
gXHUMNfIN9mrfabB3xBG8Sf9DJsyLUE+2kC/Qhj9Px2qmbgjrFoKLDHm1t8QRtCN/AhdQsToEfXm
i9+DYWRqcCfPSokEzGhdrtU9siiGOzhBukG0qGUZ9iZxjEJtFgccXR9L03ko81mPbNYFYiF10tnF
d6sogeWjXDbsnQDBnX0ukFiNaJxqdCy8rApW8aRiwih9GmgRFuAGNpXiAs40btL2xo/r4GeA57uE
8Z2xvWAE2AfGaTgYUJM2sRgTceKYUt5S0s+Am4//Rd15LTeOpFn4VfYFMAFvbknQipQpuSrdIFRG
8C5hEsDT74eeNRLFELf7bidi5qJ7qpIAEonM/z/nO0JFwo5+Z3aYxnZEgGDZqUCUfK+ttTpejVpb
F79smDQuLiLhRl6+1lqvLQp8Jo7Z3cfo3k3YPWM7tCu9te3MWYRtGeZvRi5kbyy92ktXdWe0wzbP
nK75NgTkAC/yJEKCXguhQ1OmoTdYbwakQsoGetsN6bHzBqHeujQ2fybscLQahTINQqgxQ5G0TzUW
lGJno37WNxjFJ7xxSaDpwJN6Qawicb1IVRZkAyYv6FnGhyyxm5u6Q9GNYhAF+RCSfqxFvwj/fCoD
4xp4zgLfm3XQs3YzAq1NBuNPF0d3dSYRVeIdw0LbIQwtag2ibevRfkjKo4IK+3GKmtme24gDGz5j
ZZVISnJPOfCzngnh4Z7GVX1sUiTaSXgVtu3rIK+pGa6LIrpKc+AXtdMtZzH1Lka+txBm5HyzW+vg
hVjqdfdgZsisW3PrlOhDGhvZQlo9jVN9JO2n148KmNe9FM3NNEYkb48jDR9HRncyLCB3ZlNCiGjb
7YehuZ4C3Vo3jlkssIR0KxPx3/fJLIdriqTmNT3zg9p2IGuGnoPENkqte8mPRHoRwkKPjK2IlPQu
xxSy6MceHBGbgFAKscnxWqwG3N1LKs+PrSIq4oWcBMJORJ2uIpSuboM98RuQmEf0pOmQ2d6WGr96
cMLinkq1r4v8qUrb0KefVFDVn9XyNu4MzLZTFT32OKX2Nqr1hTbWLsarMLpSvT/EzoR+AW46X5jU
0papFAdJSGaIQ5JtkL6SwR4lw3VY2Im1KokleSihS4QrEn5SgU2nR6HLRFi4ebWNLfENboBYOE5Q
rHsxXMdOaiNZxzmYTOV1b0Bc5tn7UeItoYmUW8sev/V1uYWXi6FnaosNXeRHLZOkuiG1z4Nc3s4i
Aj4ZmrnUIpu5QLYGnjdD7Ky0oipd5yPUK7bS/MNxH2XddBUUtrFuOv7HaRy2hKVt33bUnJSdWmvX
Bq3nhTeGybDU4uqnVmCPKur4pxhSE8xJlPx2qi6tligFXpvGMg6trAZ/3nLucezFV45dmUd7FjmY
6bBFP1xnC68j09JNsVchm4PTPFVSrLEtRGiYjWPC1gXzoBIcm870ljqqFp+r8m51zKb9itK+Xa7N
Zngl0ea3NLQChUyuXZuunhVbk1jOA0JTbZPguomXY8Sfpp3u+FiOlJVUlFDfO6HehpsJ7+KS5rZF
i6nd4X4FfdZR3lvrBkViXxb1ZkR+wMtGEikrgavXBAt6iHVwQIZ9R+ZgkuQ3ea28aUp300TVG1Ya
hLSk79IlHMv2gThY14+i4SF1UKloHcqgtqXKROIziXnVQbWCfSjM76NTZMrP3KgxnNnuQrjlLtHQ
mMeumrOjDgrjV+NxFiBs1b0eFOEdsa9fx9iSiFH3wMUEpXJr2tFexNV1XDTmFev5oiPn+CYjxJQk
dgz/FuKXhdq3Jkp0nmZod3wJDO2tSErPtzM3xWta/xEyD94gRb5knjK7p/qFZ6T5Avq3ux6H4Dno
x6OGAJe8iHx61AuUyGrg1bukN65LjWihZVSyoV4SGZq+liQt3ISFRJ4JmMQXZrFNi+TWUPrrMQ3x
0pXoZte9o2hrpdOYWbO0rE0F9ImYuHRQFbCjLeFXqbwikfiI0NxY8T7xr+xBfdbqOl6aHv7KOy2s
rSsO9RlLTciVJ+W90wa+i2UNveM2xTyz9AhR7dwI93SjbgyzAkfDx3JXAXXziWRw5baqWTJsqSD1
AMQ/9pYPDQ1XUtnQFR2d+8CIfmDj+e5YpXMYvae2qLelW6+Hvp63g81hCgJYf9MOsXb3PaeAsHC8
bleIg0XAhlcu+qy+SeuRr6mEGmZYzP2yfgoFyfRhMLjQllxvFekV3kiayl38i5WuA/wdWsfB081v
xmCGv43+T1ZlK9QV3EGladJbcMNbcq/uvFYuLG3YtEF64KQR+WpV38Q0whZZbqsvVsNZ3CsOWWR8
s91Xshz6Q6gmiG3FlsjSm7pujmrZNVtlzAM0S3VGuGlU/vTC7qbCAyEj7YgYbz8m2V2q71RlQEUV
k6q110JitY2CfUDpR6o8KnF3CEdwfIWmPAJKRSmu3NQtPU6wwLtcD/+w+Mpw50DuW+pWdEPlKlvT
tju4ylul3XWzQLvJ1mwOnntvohZjg2AwAm/lVSlW6TjdmHmcxb6s018V62RZPejGT1cmiz4yFyL5
jXKYjnl5w95gjQd7qYpjgG4S4NSiKsIHCmW8Zlim0EonSrhsGm2pRPHWbq+Fcp8r4hkUU0xZn14e
SzJpHdMf11bwRyDmcogCGmogf3KbF921PbH4vEwNIlxWFHT5GOQIWnWvOeodeWVv2U/OniMCtd1t
PSGn6ySfARbjOPExMm7gPYCIxr+s1Rvb+ZUJ68aNjdsoL1dp7aJXa5hGECiUH5ZyyA38/loNT89N
OtyC3jHv5lXxOc0c3wbakXkr3fwtVJ11So9vO0SZThzuB3TBSzHZK3AhS9TxK1epD15WYZ4KZd/z
0fbKuwkXrRmZe0516wiYJr7Jm8oNOJNi47Nv64a4Xl4H0JRRoh9RfSE0lh5zBX7KXeKRlYlbwnGX
0kK3TMCa8IEjGVuUt7vJ2FhjQcPE2FAM8LWK2YIYtCrDfi+7LPWdYNggxrqRQ9QSuqAFLQ+74jMc
Ts3dVCv6zjJlsUf0EW/DkX2pi5K8bppjmbS8+0X7vRlNY4fGFFWk7UxY/u0gFne6jL/l4saJknLb
gzjxYeTf6G5zpYn+Sm9XsMFGX3eA90LddFgiy/SbZeTV02B4cC5DngDuEfSwSZ37pfnmjOmt5w2E
dpfqQpqeL/P8Hlk20aiW1W37gkjraNTWeSquBHDWhazGg6tG97WRqb7F9473b5dlm7JNjHZpymrF
f2GGFt/NQkZ7KRtmN1YQZB422x4CT8ylq0evkW7vCJd/LsOI7aE07oMxIt/O2xiQiken2ZlW9qAz
ciFA1ys2wlXdfQJP7BNOHi0m/dps72p9nvHUc6rOINqVLJMaM7MSLxEiH7RYRbcXcmMWcK13kaMQ
ddgv88rdxnE5rok9XgVsjsfYgpDLZI2HLXkZPk6cdjHruGeoZRTk60pRvxsxe81B84Oxus/N8jqB
eUusl/HYqOJ5/lO2yJ7UIb2PE+XFs9Kj07ffFE19a5X+UXo1uEm2BAsv6JdtnZpUhMjhmGRxX43B
us6SdT7URzXT9oqR751Y41uvItse9HvNbB4HvEFG+bPJeL0ck9uR5FdqZjMD7BetGX6A5PrhCucY
durKnshUjQdvrejhpoirx6EMrs3O2na4G9cJfm8OI4W1ClvVeJTkKC9tWwlWlmuN/NmaNVcdFspM
X7aiNNvpsblyEPOrShfVVF7t0c9DiweJ98aawjWHApy1w7BB/fPS9rG4ivSh3gZCIz/aWNVyxOgd
r7q2RoqegdTae4Xxg4rjVcpcaQeidjFALexI5ceiA82Et8YXtA/J0VPyqsb8O2ytjuNUEv2YXHvE
pjk2W3ifr7pq+IMeLwh+8QEa3CRBT0yJ7c9tj9bcl06JN9V7dRrlwQuchzDrN3apLYo8Q3RoDz+t
9IrwKaJNCB5fYLv2i8i7AfQwEL+V07yfrhJPXYSTZe3hKCVX9sDu2rSqLcY/ViGDnfIWt5BeLwy8
XVLdQINY6Xq+dpBy7qNSrh1n/BY78U5rTJqbxSEQnB7YqbDKrOqmfMlSe1XxZZe0ynUH2WDfL10r
O1SBtY+mmxJiqmN+p9G+Mtq3sFRW3VTcxePMOugWZSnY/LX+wD0yixsVN0FetKVvsTMOJLuqUL2b
dHtrWf3W5OuW4lNW0tZX84SepzgqtvLUtDdOMdzXVnQkLXmhha+S/aQ/jN46tO1jGvV+0sqnsidg
B/MA6NVUSR+o7fN9ALcB1jW8ThrETNhj32xjWOmuyJc96MOgCccrWxuszM8izlUcXursVxp6Jn4F
0ChU7tOSE04gGjAVoeEmz06X0mxxzYG9eDeVwS/szkq2QKM/TN8isg4HkE+VZ24AkHLqmfJR/eM0
if5Lk234TUQFUJFAi+3XqBL5i6c2ubk0sjZ/E0HBsl4nCZ8XiN7jvTlmjgEneBzrYyS9ZGe04Cl8
JRyLdNl7Fr5gXVUgi7h5qt30nOEUdIBaY8McMARa0qAVrypnRHZ5kYuy3CFXj+5rEDQUCLEozUet
MJR8s/LoBXANDsrGFOresMYe7wZGdL7WmZ4OC1wJirqkRN6GayhQzkotg2Ht2EIl5dIqrGilR9q1
bQ/lM64I49jpkfpi1F6IuSxXOfNn+oSadFDGUaxwQKwiwSbZNyKzxZyYU7FewJwvU/4fylAsqlwE
q0Kxi+oKl1DG7qrHEejPuP/HsJkclm4avNdQdl2IvnMmAZ+/UXw3886ulrnIAhwwRtfY67SPw8Pk
AqLwgzqJr/lh8gHQfnWQumKgrqkn5z53HCZNTN//IRmq9CGtPetx8kCgKJYmK39SBTGbWlSk8ZKI
4FwS4DSfLOSg8nm1Misp1rWZsYHTSxPO70SNe/LrGkH3MuzxMPoOC4azNHuOmxyUhf0tgFH74AIx
ZmUZ+wShbWVJwKmNl2fLdkDyuW7sQgpeuilPV8ZUDBi57diSC4eK6Y1pVhlvf9c5N26dDZSZqrK7
Ymfp6stJc7oSfBAfy6Xpjtm8jksLX3isJfdaiwCJLYFnTez4S5wTDQaK1zjNlSdNZONMX09j9V5K
K55XPVP9QZtRww2AY3b0pTL9KmM07tgU8hjVvKYCTx5n89S/e51/q1b6fyuE/n/DZUHh/aoa+ljE
7Z/ffxm7/2OVx+K1/dN8LI7yx//L340fG+Q8LUB9joFFzvTfxVFL+xddb4p8KCCQXSG7+B9/t27/
C2mtheZ6jn5Cscxf91/FUV3/l23MTSo+g47Fx/RvFUdPa+pUbGdxJzoz1NDIaU8K+LaX53UG2MXn
t/RrVP3FLqbycaGxdirWmUeZQ0LMucAxI3Q/9lhcQ8ZGJTrdR1xP4iHNyRel60q+eWp80BwHcQaU
dB/zg/GUyaS8ffdszngHTrsUDG/OteaZQOyipzsZPpvivAyQDANgUNWVkqusu1oEKFBUlyj48/16
30H891C0/xmGvqh+MpSBG0HXlcH0s9pbm/n0IG32CLgPcTM7wMN6pegWrR7/+PoKzzxG7u/cJ4PP
xq0+aVwKop2tLFe4wgiafR54yhrL2CUPxmmrbL44y+Upzg0lYvJOLg7XlD25gWX5KmfCwzhkxYvC
uFC0cvOgpmn36+urOvVC8EZg9JqzBC3bJXjitL3kVXWpAcM3KIT3FNpwgO0U6mBU8AO9FH5L5xm0
PceTdafr9puc8pdYLal8FVr1eOG3zLfw5MnyW5B8QQtGRHI6iRoKHY4Whaaf94RQEbXtj0N8g1ne
D4M+WBowD5Zl0BwtfvMOzdqCZpX9Ak0r9BW1u0QIPTOlP/yauePxTh7q5g3kL5NEV4vqN5295lUN
QnWv0mqOLry8Z+YWWaH0+VBH0q48dd4Qe0BJYhDz24NRaqjTe0LA9AsaibPXw12ZhU0zynIWGb67
Hvh2WlcUyHM83tQ9ggNqEk4SbdMpqDZfP8lLQ50seWbQuoOdmIaPL41vv0OWodNVxzZs0tXXI529
cwRFzeIz7CbmSdvJUENqTKxIfkUpCVOjWl9JA+7Y16N8vh4XLgc2hZmnM8uAPt46QPatWTku2/UZ
eFrk07jD1Znv2Hg0/2AoBEBIMOj30UaZL/jdU4J3h0rBdCo/l3kLRT5UtpOb609hE4i/KWJB5Man
jaYiCmiEyadrTQu1GZKqivFdOtWG3LCeEApxSQh0ql3lL+bv93R0q3wa+DZ8vKDR9gbVKLHX8/XW
/tiNkRyaiVB61aYWKoGy/Ex02Hp/94F9HHRead7dxW5w6twJ2LPageZi4a97akIq5CINuPeFyf55
Cs6PCjkn0xB197yreT9WWdeDaQmbWoYM5k2rV+9rEpovJM18/jAgFrX+mn3kYmGv+jgK+bRsrHsL
ur+maFujAYtMrDl2SZlzGzXF+puSYx6bBXWbqF5n9hqcTg7SEp3IEBp1vqaey3FTKZeBM1Afpn64
rxO7W3mYqS8shJ9fNN5hc76J2A+NT3YuYmFDw8ujzk89w1rahcj3GSxU3000ceECz9xQVJGoQ2hY
ILA4FXlGUd0PCIu5QLXrb0pLdPfqFLt+WVFgNUn8uERmP/Op5StrsdNk3wJI3DpZFZswbQa9joWP
wdTATtUWmKrsGvJgJg3wx3ENy9QuhfVa4fyFi9V27Z0HRPwu9mpMsl+/Ip+3UWxuuccsaUQKwTX+
OKHitkidPGuFb2UGLeShzTRMJC3wwkUED+gbfCD81ONga9MySYjQvPCoz6wLrMus2eTizMyMk3Wh
LxodtAfjz1E0a6NQKh+vWetzpnztEi/a1R1K76+v+dP0ohrMFgJBNIsS2uiTa5auBFLYkkYKAidZ
NT1ATcQGHNzK4s/XI31+2AyFnw0lMdfGQn4yVNUaoWvjmKObx3kSKq4ebFz6VTthtwYQlloiaSvR
gE1jYzpL6IbOzpVmt3cyQJ/+17/mzHWj5XEM1F6gphCRfXzWssimttOVxm8xzy8AkdXfrEyLHlCs
JRc+Kp9eK8S+s0OBg9M8zU8R51PhwiMhl96v1DJaCSiAy4os70dog8M6HDv3+9eX9mn1ZTyEmGio
57gxxDEfL81W6L+LgBVDRJ73K+WMvsbroey+HuWvO/Rha8owBt9LtFFYoP4iiL1f5JM+gNBuSS4L
yvGV1tBgpoUImK5VsBDtR1OIVTp0zayniCC9hMnKgSq1l8Sz3OYKxmaq1KFJDaa9FJV57g5YJltH
GwXfrBc9uQN6htK2IJ98Nvvte8MY1lOZRRd2j/N8PbkBLMzzFogh0IbNU+zdFzXuoMxkFnlSYwoU
chn1U3oAwR4GflV3+sags3uE3jj4Oq3XrQUsQLkwiU8zd2CfICzCIM5zmJftU79WWGupVgZ944dR
qiP0tAO/DoqS/oFuXXUZyOIc8GxIDXJwHpmj3m0ju3zlAs/w9Ulo20q1kguf5bO3Bbc6d2Xeu5+u
KKFe6k5adLxZQRnTTqlUzgqjVFvacOhjtli6YEAHjVjrReutxkpTgguL2qeFlNuC7AqHjGWzczzd
f6DXtJTBmadmotU3FXdjYadjuuvQZr9NijswRyftwmv+F/P+43wwLMIKqTRALJ+P4h/ng92pgxKW
mfQDx3g2xXVRtkc3UPwC3eCsu8WUsDNsIsuj8SqZ1hQVd3Ch+sbzGxktLLq2JBzffP2Wfr4TBl1q
aiwupSDO0SdvQuRpQ6QKmh6WMLoDjW5y5Cqtvp1MthBKMtGKG53q59eDfl7wmJK4htlLIHLFNfzx
Rox1ITvYFKpfNE5yNb6lDXKjCvg3qNa/+8m0WcENvLN8NxFo/qWtfvcO5tIs0Hulk28ldBeNPOkI
vcY8ktK33SIUdQ8TOQYXVK6fZ/g8KFUySh58P061tJoZBQU23RELEXcx0otkT1u02WYjSc00Mdx4
i1tBNRaZ143XrX5RzPv548W4JhsmPixUtk8rFHSxLBTa8eSrgJvgJ8vwKoDT+0OKTL+wzH9eSudI
G9xFPEru8GkRrUqqeT82jf6QWcHvvAjip6Izfnw9YT5fDyLoWS6sehaZhN7Jm1NJklywdFNEVjtx
X2vAeJQyMn6lgs7W10N9npsMxSlAxVwP0uMUISDHSAxalIy+1olsZzdmBYZci1mzG/ogUTx67urr
ET/fwfkLSeQnDi2se878799NUcl1IaxsR8j8mrqF76ocddlbF5a886P8ddwykcNaJx8joECiM6qM
F11JBx+nJ5inJE/X/+Ba2B+jj6ckpf+V9P7uWiZ4e3KIm9HPNPYueZNAUU7C4cKcO/OMIDk4KmvI
XJRx5n//bhRigGghzCReietiV5b1jJIi5sA0I+ADEF8u3Lsz009zqUdTYQScgUT+43hD2iV0LBgv
d2NlbySK4qHEzAoH5tNw6fN47uJwhhFoq5KTh1/r42CEPlJ1blA/KQFxW9CZN4kavqlqcsvsKS7M
9jOzgnMVJ4l5pZq/TR8H04Cv2fXotqhta48zU2su26jutl/PijP3b36XNOTUs9lIPbl/kGEoUSpW
58Pa/pMHsclmx/jRsiRt/slAHNI4n1KgPZ3kSicEpkqj80GCFt9IlcJpTLnrEEzd31+RmA0Yzubv
OB7Lk6Kz4uZ97AYqoWSeVt0apWWsFCj690M1GBee0V9IiY/7hrm2/b9j6R8f0kR2fOg6HLvrygkP
PaomsTTQNeObLrTgzmibHhS9omngKz0xFWyjqgFcXeGw8YNrVXr0bw1w+i1um4mWm07caqH17oxl
Bjv5IJWi+iOsXtdhZ+Wj4+cTDFb/62dziixhL2rO/mheHygTqqOe3jIRkWKglL1vQY1cIRlujh2U
+O8j0TErywPMSeYfGpbcnJSD3sTBdnTM6h9MxflmzuQUqmenXqpu5EA76kD3SxP9Vqizz8Vo021m
K+OFoc68yPM+j50OxAm2ViezfsROjNMYL2Kd1emxQF+M3DBUqoNAGb6oIqO2L6xTZ0ekpWBxZJ3d
kCcTxSp4BH3a9r5J2WQXG3a3hYCCzDJE2X400iq6/fqZnlk+TDYq9HfYJNGvO10+SE/ngY/Sx+xe
oh4bkfHpdnJh5py5LFxJdJAwcbAJOIWStJkZjL004RsnleonkgiAOk3EdlJjcaM0IGG/vqpzM9XU
KHhQfuVIBBTz4wuXJ3pi6yXI+3C2YYRj3SGm0pF9J0n5gMxDec0NmSg+pVt5FwvP++l2bIL+wXvP
Ho4aPV8Cyk7WfPfffeYgP9kZ6IvBV+1WW4k0LXYKNXWAIiD0DoOZRTdG4fZXox7py9JGCdFCsFzS
aCf1K+uqW/B2KhXI0YSRW+ZrEj/QcAPih+nCq4hfgT7V5Ordhc/zmeV+7kdhW2Mnhdf4dOJzfkH7
QvBO5Y6xuiBXfNh6udRui0LKX18/q3MzkBnPK+3h+sL29/EeeTIEuJrn3KMI4UdUVjWEOStc/4NR
eJldmn0q8I+TeS4Vz51IGRmoJFfBNiMHYV954Ce/HuXMAZF6Ab4iNoH00B3v9MYVkSRekImukX39
W2Y1eNx8ipCIppD2dioR2cD9Kew+jkFeoMXFO3jdN2q28wz7TZVQeC12JOvRScNbC7ptvxipcpAa
r/ZPX//Wz+dGfirbffYowPdAw32870NsmUNWct8pcky7sYrzQxaKBMlYEGxkhgi20yrz59eDnp1Y
Do1XqAnYpmZlwvsXogbv05deiX6tTZ8FGv+lqiLoC70pX3090tlp9W6kk8trqHAmaslIBamm5OAk
2TGaMnmhEnL+enB+0bY2sHGcrDNda+NodcTgl64bggnr4EHGQAqJ4fKSSzSZs5c0hyhCNUClcfpW
JmnQ1YpkUUtlSmLKrL0TjVpduKRzo8x1U6REc7n+dPdaOwMfDKsZfFPKbqWNUbdIq+ESG+jcjXs/
ysn7mGpqU2sG1pWcc9x9V4Kpakl8ejLJURkvLMNnytKU0OYSLZMOwtJp10Nq5qhC4iZHbAQ3Gpou
viCQsXLfh7n7LIWn7QfDFd+HSs0eAQsrh6Dt4iuTNCr70goxz4iTrSDlPJP5P9NDYFR8fAN6BFye
YjbSH3UtY6Uf4hWZ2s+D5ohNZBdvPTlARYeAPG6baWEPcQggNr6wzTj7jCkWwfFho+04JyeUpAsi
dZgghArwflur11qSkpv8wlfkE/+Jzcrc19LAaAENQLby8VpJdXGRuHLLwfk7V1MepncklunXfGsb
19eBGO5Jr3RWCZT6n8pMnQ8ARn7XKem94gbRLu3Dz02697/n5G01q9SRcFGl7wbQpjrBDaCfARZY
t//Ju0qepANpgiMTkLuPl07wKGcOm8esjQZAbGKA/LxKwwuL3PyWnE4mpF5zTZLTJnEeH0cRnQQ3
LSPpJ+zZO9JBc4TbUC4M/c5UU8ThPY6Dgwrjz8DNkZR/FzY3P2D6PARoctbldHjyFtOzDZ0ptKRf
Yh3d130iyEPMxbevl/IzfQjeFGRW7KX4D67ej5ep11GK05WihzDG6DXTLdLtnKlTHkakjFdaOeAX
GpK+waJVRL8IYBiiBVT0rt5NraY8S70huG8ICHzyY1DK2YW36dyXlHs6KwqIrESI9vHn1WmNrL5X
JcUMIsKAh484x1rndnLdfGuXOAKJYLIevr4p8zpx+ujnfSWJpSanhdNOYhh2sZ7mrGljmcWrOGow
EZYJQFfrh9YqT18Pdm69IJkVGRg7KNpBJ4uWXnb4v0ZeFxrG+t6oXRIPEqv7B18e9HyuQVF/pgvO
r++73XKvpTg9Y+4j8QGI/4v8dmp7cf/1pZx7ZYDNzr0z2u0YwT8OEiOsZotNfwB9dfMUtJ52TUBw
sy8U0b4EiumR22cQz6JK7cLlnXtiDioG+LAefdLTuiQNuj4p0Qj5RogDKgKuvq8rhfyT3IZSS8xg
nj5+fa1nHxsNJAh8iPc062S9q0tY0PwiAqKk5/mYBU1f6eNk/fUo51ZVrgglHQEJ0C5PVvk4Eror
Y23wgwBfqNEM3p5WTLtT8X1feNPOPTxoWCbCVkpECEw/PrxMmDaq7BQzRWjI6xSL3mPgtMV2EKGy
ynnsu1CJ5fdCD4x/cCspuapzWZTPpnnyBlSq09AhJWsrN4b4KS4rg9jHwrzQyzn3wKhpUI/iJAT1
4mQ9nzCyx31msNA1QElzT+YAWfWSKM6vH9n5cVD/QvLjsZ0GLld8hAu74lw6AWZZedIbN/ZY1f7X
o5xbF2laspFEwcNNO7lnBFBamjAHEhTNQB67mITMlew0Kq8qISI+yZuEvKiZvKBxOXv4n6mkDI3a
ixr2x1lSFS3OIY29pexMXL1WUTu3QTs2jyyO9jboh37XIAHdTGXS30gvKm6zqb6E950HOV2fEROh
KOSINYMqPv4Ik6y9Uht4KzIZ6OtM8/pNbxNpm5B6vhmnwvxN7Lvxg3MCkeJZgxUiTFrrNsyS6cL2
99zDfv9LTla8hMiJKo0mNvR21WHci/R14olLMKozo6AZ59tAzYDS/ulWAIyFGWJ+Z3s99WkEbsEg
UHHIKu3C0z0zDntWds/U89kVnDZ+q1zTq7xpCamMmvwwJORhQfa/RH49M3Vp8oJqmuVttMZOPkUk
rNTCMiLNN10F101vj78g7RcbgT6HJmBoYcdC77D5+oXxPs8Zpit0dge+rkU/9+OcSXSCxMIo03xZ
R/odXqNoDRlzWKb4vpcd4O39lAw1wSpEqkKJqNQLM+XMSo5MhqojovZZMnRy1SIioyQiwdX3tE69
zTkIrRwyeu8dLNpfX+nZkSiKsWWkA8SE+XilrqdNYYZb3JeNO14REVSvprRW7lWjvfTNODNhUMrA
HJybuS6qxY9DxTKpZBC7mj8iL1sMji1x6pA9+/UFnfkyuZzcEFjY1FKo/3wcxRVWIASUMT/E+RP7
nt1Ez2HidpUfEOA0J1q00XWkW425DosiLS4s6Oe2yB/Gn6fWu72TnTaR3Xqx7geiFm847bqb3sRt
O8WzobPMzWJD/lG+MhWnwTLgDtqGhBPzSY+VKyjUqzIGrBKaYfPr6/ty9u576qy5Y/P7iZAji35K
Soq0flTmc9jwmPnOaOsXLv/fMpiPyy37bpQonENomXMU+nj9qtNJT2lCkkOViaQhB4DK9wkTpKlN
P4wRo1rminRj9S79Mbgy0QOJU2XqN1rkoQLuguI6VGioLFt4MQrufK21HrpYKCExXG5xHDqiVDkx
9vjZ+zp01X2de/imQQi69i409KRaE+PthL4dhnG1LrGRvQRDhTEYO1tJOIcyWldpEA3jdpq6kUN9
2+jhIY9wHi74DeMAFmMkECwXypgSd4qiijsVYmuJxYCARE04TvuaHjZoXBqQHYNwG2+lySwGnFyY
mbsC9RYeRquaHmU5JVTVCki1i8GtCdIipFWGKyLPgnafyrFqlzEWC9x2Ebxb/pYSao8uHeplapfK
cDF2Qa770H3KHwLSm74tSM4p1o1GWW0ZVYnlrESP2GbR6E3lbjJtTCM6MuXsQomkYW96mTibmeGW
7V3RNeM2RXBZozykXXVFZmgW+uh3wnDZm5V9HwzYW3xzaCXuRNeLJfjyBMJ/2cRW+miE8WA9pm4z
3emWHAW18YGMHc5dSr2OOuK7wKtozgB+RY+fdYoNmIGgaxzLWqm+W1ZDHpruiH01Ivsnty2uymUm
iS0sKF2k6NvHWtkrPfsl2APdRFRkYGmLJBw9MuC1wHUIjiNP+CrTCWHEK9g08Bxjs/U1N6VcHbY0
lDdZZ6eE3QSBc0hsB5SNGUz6sCG2SH3WwzwZF62VGtdxOEZQaSLW+h2FnwRnZqs3+tIeooyQaCxF
Ok7rRsz23q6+8owAfR08vwmqaDe7+rSgd+pt70ImvtGdQnki+KH/LsYUhKEj6RoAiS3snyMz9tV2
C3kjNKyUbj7ltJ9VSaC2ItTZHJnIB9UEKQzwVci9U+KZX6Cx0YjeCsu29Xhbc1LtRzd0r9W28ZSt
JEhz+NG5bmstEoBNuCDblvw04p3yxM961XgbCuLMIJ4YyaZXhPJWksBpAsnArwI9oGDGqqCxvrFY
wk2Yiil/tnJgLCTtUSxZUhCMXpKkcnewVfM/RN7Et1Ib+uQmCB3zOY3BFiK5Aba9IKUnUn2gooFg
xuQodXOvxQMsQ8AgOwLQGmIqrTF+Lnq43iglZFDeDjopfj4Q3TpbTl4sflsE2pSLNMO1uwicqn9p
4YNW2xoQV7pyktB6JipP9hvw/oG+pI1k3KTR4Fk0OqEhRuhplFWbeVOziMyRl5KYuhzyUupV6soR
DoGLujJ5N2mYKVibA35IjDUpXGQ8tDkZcdR+C446gAGN/idcEkUBX2XFMVl0qfkco+YPF65TTQTT
REmc+gMaFLFCK6W5Ow+rtOrHnsuGrvBg4CybZvpP9s5sOW40286v0tE3tiMOypiHCNsXQGYiJyaT
kzjcIEhJxDzPePrzgarqJlMyM6p9jh0d7q4KqksSicT0D3uv9a3wKPMuwz8GpNg6nYfVwMHKngkg
tJJsY6khAShhkSm0o6q2oGatk+VoJ0MJekb2o6S+agWZBvIQhK26KMWY/Ove1LroQpeFXnPCqbJg
UQoBKSACPC7ioWolqBZsXbIHuRdrsIqkyEfuaFW8nbIYmCmy786L11Wvt+B9ZNy+ZKMwKND99hqE
XZaSXQ2Dqd0IQV/KwAYmLNpAYQlQBn1JQnXa1hjbPTS4IwMOFQoblT4UGi2Pe3fQK9CgtML0aZt2
dSZFixRKBprfViPWkCTYQfCk+gWZXDYIV6LQTzqYNvC9QnKXD7Gpk8g5eDKttX/LSnx2JiqpRVeH
2YHal3WjMRTdanIlUE4jxH2ph3qyjSAiQG7oQwYWiFRVach3YyBF/LFVV3cgpgqeqCQXsjNrxJ8E
oSZaDzpLuAUo0COgUT7OdD7ixm7OV19Eun/D5QJCIHkjTC3yz4lIYGGaVcRPe/E3ZiUs2BEJzDmC
XNsiw88p2vrubYb/l1f3r4gc3i12fiIX3n+vm7/Yz1n8waA7f88Pg66i/YY9FVEm8kwc6sj5/jDo
EsBMFxKtzqzJR/Mz6+T/HsAMdnkOoJlbouge+aM/6IXSb3OPnhIE22kU9hjm/tf/+BCsA/Dxw3+/
D9pB4cKD8m7JBAeZvQ3CP0SplBERO358kHTg2EUQYrGQrHjbeeqXRtHbYxFiMm0pVa/1kmGn6w2C
MckP3ZnTcJSTKl9lqWg4A+aKilUFuCT6rftWrFRXFOiBWbEyHXNdHdYDGcoECg6y6tJqXCiNOO4o
yoqrMNUb8E2Ai+uG9odMJwjkVJwv2wwvkaULho2UYEe2fLNQ5DLXVkrQCId+Mr4ILeI9aljCqun0
6NUbc+lSbqTsPhZG6Zi3inAlT3p1bPtQ3LLUT/daR0SJnWfjTCsk9PNeSoP6CatZABRrWkaVW5vt
hTfkS4N2RGR138sZwBW0xrXPcLwIpYkXCTionnYpxqMRFl31JIcPchvewFTcB1q1kZPU1UaIMMEm
foZUSDDBcNTy7NnTy6dsKl+qCpKO3C4Tw9oR17vPjWEV9sXR8PWj5GdHUl4bW1Omde9Jt0CoFoJe
uLq37I1jZkY3QVXcZAbSWjkzDiwmltj5SYqXljRWdnEyHHvzIQqNhRJ6xNolrjkQM10P+64vsWK0
BQYb4als9JbRM71qav/GGmFCGlr01AzYIpr0nqjEfRAbu7HzHuN8uu/rZONJ4BLzmkAieem3xorQ
p6vRr2A/eKS7+qyFjPyxJhduwJaqCd5l1+Uj3KTI7sVHJdn75fdhnBZ5Ge3JhL6WcyhpRervjNxa
DYS5OqYv72Dr80lC8yKQ0teS7RXBh7YuWAeoleuyNi/lkiNiQ5wINV37ZrSZIs3RunjRRJdWaLPJ
vGx9bVlW3jNb9G+ZMS2E5kqQo8soiJfjBMYlJn1yrcnHlsxSoVpN02OXbUiy/hJI0xycVy26EQyV
KD8XucxK9VKVoAqhoHYtK3HBX2SQdJoHIRFWlTCtaj+/07zbXIEblFxXkofNYXBbOXKZv6MgPIaC
vxHAgFSEEFs0vJRGOxA7cpAzc1XmX6b63svaDfaJp8lAl5pqa3pTS+g3F2M3bY1UfQor/xh4sTuI
yeUosN5Rc45UYmYvm9rxlWQjxE91J21ZSKy1gqWfODrDyNNJJI7dmW4pyxdUv/0DW71tWgRPmvzM
E7SbqnoldeJjLD9G5rUUcJ9Kcte8krzu/pUp8UqM+5usg8hnBq4flyB+lI2RPWRCydpR13aURJZm
0eyV3tqyKbkLW21RNwW+2osa/5oZt6tKuoawfi9FxkrtL0yYINoOpDCRv8boWuOwh0G9q3Q8itFW
9JOVMuvHmcSNTHHlsFnWtf9kJYQWa5l3NSb9jTG/fIFp3Urdumyv1fJ7iu1eiVYEwC8yLVoNDRRq
zPC9udGrcmWK9V7Jo5VeWBc5FXCb1UeeOX002DnJL1BI7Co3WLoBrVLSS02oHhJDW4+yd8eSelkX
xV6IU8BfgnXVFdpO0K864uKNTHZzy9/I7KX6yc3Sajlm3brW6qUWPI2qdqybGqtGnbj9IH7xyu5A
esA9neCvkkm8TxH2LHorwHTNEpqSpuch5+y7TV3A9ijWqr8Fzq12M/ZGtVtZxtcRDRAKVetOtMSj
YlVOQr45GLowcypaxLYuJatBehnNkYXQtPAtYzVVbsnjyyofO073RRbZZVWV9xp4k2OJk8cmN94h
T9iQKm3Y5GLviiz7VmCkYUD3YJ+CYhJldVtN3UoP+htghf0iMaVuSZk3dOIise7NrKgZ+Ysnywuq
vRpExUXVJKVTG+KObfqlIkx7iO3sgnoBg4DQmZetx9tKhylw1ZCQcvyHnpTsdQtGrVm30Y6c0quZ
cmLnksTDYaxTvtUudAysjSQ/xtl002jJc5t3hxocwq4MKhbfTSautVjq9k0hY54kv+2gMvNca2kt
H/tRkQ6y+IDjTKu9ZEEO26KPRMcP7wJfD1GE+wnPbim5Zmisauuit8LnBF4Lkod0AssGtNyv1wiw
rpoUclw05ndCOi1jMFcJ3bdd5goxDLUIo0czxCQLs/u368rT6G73OysRrTVOYKI0y3xZ+uE9Y37i
pOONTBo22YtuIuY7OTIfyqC7y1VPsIPKuKvCEuASNysmjh18WrtPs2OYAkSQQw9gkEadok6HbSfn
30DJfZ1a5Ramzi6L+tLxfOKDM/GSpHBoSZL4UOiF91xUQGhJ+LCbkLdj2GaEe5DzCFEpc3L4PE7A
XgCUHcKIJuMF6dsKeQ7bKTGtqExI+hL58j14wGYjKJG/MaXhIpqeYR4+9CN/S6YcEblpas48ommR
RcI3EbtS2hG4IEyulZX9IvaVkbLH5JPzlByygkQoCzDUzLHouulBbJVXYSwre5IshK4RXjNN8T0k
EOw02kHdU/fZx4l3K03eU9x7c+rwocusB3SFz70lH9FjrRS1+RYMm1K+9nNS34MZ1MukdNuXFMAi
URQWitaJkBXZjsm5GLp9rmd2UJDlDEyJPX/cguQaeoXhO7lREn9gyod62cHTr7qpdNVaK1fefMUS
1uaObCXeKk+k9qIJTN7psfmSlSAASK/y9lCQFZu+vb8Pg/gi1Jm/QSBTkPAofghq2X1XhcZYmbSr
FkNLRwQukGnHVthsjSb4lulEE1jxtMduCfJvCiEWSWm3yTwt3ge1Hh9SfRTdUJWaFSUWwKB1Y5LL
XCAWrdZyWgGIlrjKpsFqaWJ7p5sD+E61dns9cxNFUMA8PRTDYxmqe58UbCe1vKNikMqngHxgeaEx
Tpm3QmNd1km1GRhGFLFfVzVqkaGpbHLMDn78YuVsCCFstUtZGw9mX96gRyd3WwAqKcbCFcBqf6kU
6S17ye3I7swMvMrpyi5YFUp2Uw7BfsoiiYGtSUDxVsVW11pzlzUE9TmNoBiHAmD/BZ3T5EjSOKPn
HEtIXKGlrnJpzK6A0HPVlG0halemP5qbPigeGtCzKyVcE28oXE/kTdyRrTNOtmIVkcic1rcIgXxv
OSTc8b5sUrdMk9oNSuUefK2x7Grh9d/S3FIkoVPQaSsGCcXNZiSPgt0vBZBSaDelAHNvlucOxXgh
V/JLWKcLuZO/tSw0kTI5hNX/2P/9a7v1V0oRn223Hr+n37MPW6357//OQlIhHqG/wyc1d/bfNlQ/
QPGq9BsCVmrCyNXZcs2bpj+2WvOu6/etlST/RieCFxbPAWkDyK5PdlKf7ax+pEy921nhJ5hd/LOE
m10futa5KP6uGF8AldGoW+p2TkSi4CoR6/fjFKsBM47fWH5HxN8wL5P9shbCPXqWVHPRPkyXxkTN
aKPDvJzTMmShdGUlK1H2RFODVVxOqaQbaZY+jmC6DacM/PGewp/xaObxBF7Zi/N7U4FlY7dEjkgF
jLNcMHqnpaJnAj9UZuiXV5lqB5y0ojMKkTseR35I4HXdnaT7UMj9pAyUwgnrKhJe46RV08pRu0DC
ri9SFoopmAnR7P/FBQx6SPQlAQSpQj19b3oRnMuyzoJ9I7ZCf5H0YRYspkSUYQ0mY5TOuxyzPmpi
qKsbaqGBktnjVEHHLsYyzp/NRkTuZga64hN2wr4gWEqGECd2ZcQaJTjsx4HsRj3ciX3QNg24bA8V
Oa6ovtWeKbWb4i0LDQ0ZdVwpE/ToUAsFWOxRFeXpl0wxy+5pHOqhugOiP0hOUQ0pJLc+89K5Lku2
3MKysKalDo0KZTxMCZjoK2vyrKcBmXKxYa/YBRcDFB49sXt0oVHFrCKMnobVG1m77ET8MGBC+N0K
QjiwHMH89Hx2PquK/ayMPz7vqaBBDoyKyk/ZjEEaYGzyDCMnk9CWJ+g03atIfjt0PWsaW5nSf1YE
wZ1A9o5O65r8L6tb+EqKRcTutGZQmn1S4vmALEspLP5K+HkHlpLMRfiTadOo6TrSzSp8LVtVkG8Y
+zJ3Co0qcDTBiu88sWiecR9EMDUTWJ5W1rAaEb0o2ZUI0aMNDYIqvTDQNzMNZYb2gDW7UtYod/Vi
m/Wp5K/rQB49J59Uyq2tlVz1ZFYtGtUqr4q2BXOnB6y97brXpSsmn2bTyF2/LE0iEeWitx4aMS1e
AA9fylVh3It+JIx4ehX1Kleq9KtMGbp0VKVV4UfgIXyAwop5YIjU5KEQB/Gm9PFhZ11hPaL09y98
n+L4QivYXTqlZuVUidts1YfCjVJ0E02cPNmNYUIlQh215qnXhuIqCXr1SVYrcN1yAM2EUIAQlnYy
KSuzh17cCMyNaS+HuzgThdWMRVSIDt/Q1kEkX4OFNQcW0bzNr+wd8yXkQrZGk3jbJQ0A4FbW96Rc
8yNUubr2zey6e+tMJOrwCi242o1jLi/zjDUeL0dMhiO9mJs6rfPcsQYtAkgplzNAOI5SfZlksaiz
lU6UwIlJSIy3pRZSXghDyVIWZtU35qqzvDo+JKI0REtFL4L0gecg6r/NlAjLSeveQ33epUm5SDVf
0B/9qB65veNAKgJMaI2VWTCRhZ5NQMAO0+DVkyMQ6GFcWqxcdCIh6FTb+RQHrzG18I4St15cd3pn
HYchrF5MKW6MOVXICIj1bOSGnxTmd5aAaQ1aLi0XgI3EFj1YFmr4ZSV2kohUvpmKRT6qkYyXvQka
J48kNr2iL8oPvdRVEDskhYWi3BdkMMZVFBurQM3D7Dmtg7jaEnOeR2uhmHxpSToafFwk+L6S24PV
B929opfmwM62y2VHaf0o2JeFSWPFG6p6auzKK/Xku9FncnRUi7IoVo2SV5W4nshInG5YEDQCuRel
nOyqjLCjbFFTxvNtpevopbyb4Y4/poz3RbrT7ikKbJoZ5HqSTI3e4VQQAKcWNbLRehC2G8J2MwNJ
+6IoquZPdmnfjoPhGMUR+juYPh8nLI0ey2QonWdPAJtfiqAfX6QqOAdfmTvt76fF+ShUzFlroYwl
QuikEz8Bnkl0OpAzgVJZ4+QO2Rgl2TVL2cEui7i+GD1eis8v4U9qoPmoOBx0BFVAaH6CWCR9Zpnc
oTnlCxVFIwwKaG8RsrJqTNGSvL7QpXNNiEVeWiVs00JJ7AIp5JfPP8dcTT09efrcaKGIAUP3fXKJ
CfYyiBUl78HPfAoCkb9nqqVcao7V5vMj/fzQIKiYvR3QEUicllnmvF99mIybYS4BcW/8zLrVJk9a
TfV4Ts348/kgVJGpbOPEwyVwKnjIjDTqwJezP7N4H2pLrheBn3l7omKKP/0WUIkH1qVy5QijOEVg
TKNGI07PPFujlb4z6ZkFvXzOIPSL84EnMYMx0TLPHp6PVy3RNZEtXGSxrvdY/PgqXNnGM5ujHCfN
OUfCL26RPpurebN1UESngmZ4xHrn41WYnWkPgthRDfDj8Mxz8KszYh2KoIdngDL/yRkVWqkIodpb
9qREeWCD9G3iXdxlE+uqHGrJ4k8/djoEnNkzMntHlFkQ927Rq8M8m+O1KJ3odbuSK8AfGIvO5Q/P
H/r9awRNDReHTntEndPBTo3cBlpFgBCqZQcatbO6o46ot7zcldC12zwTv31+Ur84HNsCOjFviZuq
efIuGY2phEWtG9SkhfB+YGu/ExJL3lWtlR+UcVTPAGd+HiLxPFNoA5jFaIwO6+NF9CeqU2U9Uli3
At1OGv8ZWQ3l+046jDpobrlLzxzx56eEI4IzYcJnmEN6fXLE0FeAH3NEgGf5ajJKKh5cB6qH8Tm2
5C9Pbh40AJZgizh1Q2pqVneIrw2b1Tew77jvV2SPtreGSVfJl6Lwzqh7RAWf38JfnSAPP2/BbMBE
Lv/xBCs98RlBWsNG8Ne5AmFcS7mIy1VdsN3//FA/v9ZA1Rjd+UpvjRv58VAU/zKPRa9nS/TFdqFg
zOvMult/fpTTZ3Ke0DAb4DbjF96EE6lZ1piElRgpz3zSBS9xFQt4n9Ns2YxJd5nShln9A8czACaq
mOTnAfjjWUWen4xmRLfOMoBqBCo6qhYZ/UPHsNLalLfSM5fx5+eEtQGNU4TyTNzSqfgybCdhlq2b
toR8jJaXztJbDoz4ViUce4tZl37OqJf9OfnjL4/LqCLO54lJ6+REm6GTqrEl76TsU/U2KUbJyRJS
OrJKa76OODBvhBxB1edX9+dnRtZxRgPcYILDDnbyeKqhNRpCTewylVl6HHUiKi8ySpkzo/PPbwH9
FcTICDst5HjyyblRyOyAOcoWnTXSMPDvf2MMyt3IIiX58xP65ZG4JRRcOBhGz4+PSxeJFVVcVN65
KNW0mSjo2epUQ4yAUn/OZjV/7PfTASRk4EM8JLwIrHh+MrHqftVKOpqT3EtcOZl0R6iNr72vUMlT
ijNQoJ9vFXrjOewPpT8QkVPyQGTklTcJGQKXvhMdcfAoFWu5deb6/STwmIMJZQZlzgiPA3Kgjxcw
CIohCTKDUq439d6i1XsaZ+0ot+NCF/LMIinJ5JpGnRE80FepoM2LpHnZihAYxWrk9dBmsp6akm+a
iecgEL+8CPOSAjzBTPk7+XQaO02vVjhro9BLR/fo54+6dw4b+fOrSNA1xAVme3wrjD0fr4GJZDcw
W9oJAfGs+xy+ztEXkepJZl3cjEZTPoTIY87gvX4+NWgOIPwws+BW5Pw+HrQXDK+F8GbaNZfVDbQx
XdRWEpwZ3U6VwvCciIdmkse0x/tx6uI1EgLzhKHW7WrMqq9aOMaCHSYxlaiQHOJyUZHiJxyCMoJ9
Tfi7co6Z/tMrAwQHZQlrNTxBs0Pi41kaUx2mjV5wfJIW9q0/UbZQKwm9RjbS7Z2a8JwVe/6JH15S
jscrCm+eRTRmpJOxp7W8IgwY5u3SCNTsTvVyb7KZO3x1M0lRb52ZH3+6jWiNdTY+OH2x40Fj/HiC
ckGMpgoUwpYaYoUtD2sFPvA/PUnNR2FEZREPzwJX3MejJFXfmRBANDuJ4xqSZy65WqzWjpTLkoOC
pPhWelp3bmyYn/uPl5LxgEYWGjRo1qwRPx41mxoPDTIxKbHlo3mThodQl75klnEwg/pWS7sXFWmG
anS3QY7a4/ORXZpXnx+Pjt8Cpxc26pkGdPqCNM3U9NKYaCR1aNVSUEmED/yodeJJG456SRnNKJvo
CuhB7woIg9eto9F5+/b5xzi5v6wfsTzOH4MVHWT4U6dJJOUZcskpdSIjI7muAZhKLfxP2gbejqIT
gzDvb/FiqCeDQRL741SEJIFqJI87YRnAcp5i6cwlPRkMAJTBSeVOAqKXdPwJJ+NcmMl4RuW+ciyS
xcgM9XTrualDM3EEWalG9ENaH63qoIRO1LdjMj1/fi1PXs35+CAX5iUPy/GZVv3xedJkvzCDCTU4
TV3hmpmjIyRQ0Qd5JdD+bf7cjpSjMbdhIzVndCBT23xn328RKZH52aA3TuPThoi59OQvxlGb2rrR
m+egM2/rxHePK4fDDYBpbxbg4UBXT0a6gUZxFUpF54iKKaDBlzor6229qo3e7chkbLZthNASE0Cl
j7elxQdakrtiCq5uJUJ5UCsL2TB8jK7TnysRb/pC7VALLAzZl247PU+DWblkFNjas57UMASgrbEA
diI+jYlcicsolgprBY6bBAq7YeWcI0UQ1ejHXfxXT/Cvmsjo/d//aMb9JME85H9Jn7P/Uv8lec4Y
Rb5nTdiMm2//88f3/U2GCbiVShWribm+M+9ffg+RVn8DMMYIgl6c1Qbmv7/1BhXpN3YfMMhktNRz
iYYX9+8yTEoQJnpKyhw8XarxZ5qFxtt8/+4plVkG8JnYNjI58riewvyTrkdwrWGVJalgE4X7slIO
fpG/5IVMfqmcMCggKFP0u9YztxQntzjfL4rITtR4B0FDJytUfDQKyXAEHRm6Mnz36VeMqb9XEYUh
CcpNbyWFz3UjP6GDHh01zH27U9XcibrmuQtlp8TGERODO9X1PtMIAQVW5shq+Yx0U5bX0Y0VXRKS
V6EEV+2xWHnmUs+dfGsVGFVdzdyW5vGyoZViGGR6OUGwx4DfuqW6TBUE+UuvcWTJ7hGMN6sxsu3a
ICuNBgaRlnTOl6K6KNqjFV8RnRfm1160w0FT5o7mLeY2aExtwpXjA7FrlrpJbpKbaIHbAEvAa3mn
iNfoqESb9G2+KjHz8bRPVslKuxe8xYiq7QllVHFD7QQl+K0gOYS0lARQht8D6Tq7Ifv0tkwOufCF
tgOq+8lG5eDbgpI7k53IxUUZuWJl0nBzamFwSQmcRVx2kE6LTTLs4Wes9fYqF/AQrcqWqG7JTrLE
gS9kSy7c+kYGBuu0D+NX4Ul4Gr+Kb7+Kb7/OX4Pn5vXH1+BZ/tq8yl//+Kd7jZ7pCrvq1+5V/aox
JiGpkBm/RoBBK29cWW4Z72VymFWLGEgC75QWysM2KdKnhMizlUjpT84fUe1N8ODYSD8kz6ridMjH
4luAX9eDuIkb4k9dW3LyTTAtSQbvfdeq4FVcgmKXtFUfLPAp6PllVTrDdInsArQEP8uQXL62dBbz
S7NaGzRXJrp1RELzJdNWgbCEFvA4OCYKoCqxFQyL25Lvno2LN4MzVHZr2dZT56iXdrXk75nPubok
pNN4ctNqHRU0/C7RNdrBuFRE128dw3D0YUWS4njkPAPS0nB1NQsin3tbvR2PwYuH0Ko+poQgZ9sB
x9LOIyFjHbTEOdZzysO1L3z168tU38ubpF35Lt+eB1+G4XpQnrRse9TFVSQ88Kj6KoM8gHJyVhfw
35w5wNcc8xX0XzjMQCPnSNJuE8eLMXdCdVchYVWGY9Culc4VJyQ3i1JYZpww4mXDbsoLzAeOgCrG
KXxX8y4U76LYkzA3rEgBbPbm1ZNGWdbCbxo41mXVbINg6ee8384o39bCse5mjhQl/WoRiUc6gf1r
cBseLharhYnB6nVVgiBCIv18IdhaaFOEtZxMdaZpRcp5UaNHcuoDyL6aduTSUvYVEoRb4bILlvxE
eVxq/rIelwN5yHOSt7yP01cvvMdZYscjnsF976gEm+MUq+mLqyIqTY1dvaDZGuRnMo/IVp31iCJY
DmFtBbuEQHopfCEYj7TbbYX+t9lnaMWLeG+xd/XonPLZrGZZHMVnVrIhBq0vyAPL67R8jfF3+KOT
JsPSYDlyPbFiCApAjaSWmQwwl2gTo1pcZ99C1HMsdx3En2TFzZmqDto4/tv8domMgY/GHY3sYUNM
q0LXx5GMp9gbncD4bvXCfROtEm2dFJtR2c3wwqSwTf82kO5VU+NM3UxcxdmXTPwiJssCStvBfJYj
qs4BAbEYdaZtn+yUOZHZXLJLt7NVmxzF8RYFgFqsOn/fXhj3PeOhZOdX6ZUlQpWwQbkJb/8nu2wv
6ou33+b3fvyJyPBKnG5mT/OARpDbj3+12qm/5xfgIut+w8A47ab7kQxT345pPNOzW8D/RJZ0LNUD
UjFpfOGxhyMkDC91ktKZPmhjwpN0L4hLgobClneqhDVHlDzyKjsRyRlHOipcG5Xg+P7GLwS2hBnS
1E2N4crSDLun822OW6zsQbGptLt06fXL3lzEVI6jqSWK09MfapFxlSVdcc1VzaiekScK3UvzuTYv
pu1x5AXhnpMlozEFbVZZbk5WcmvT07aKh6TXV8kiw5pmFOQK29azvo9e2t4p49pRyUHMD7r/JWd6
9GicZWtWjIaBQ2g1HQpk56pDUuggP2RECjVsD/xOoKc7LEOTdwfVgilPyzGWjw2BuSkqC6F8pky1
zLYaL23Y3KvasCzgf1iNtpINrAG5t0r64tXXEqcA5iVTUYna3Cb1eRHLd54UvzCxP0YJ3YhBGGwV
3Qqqn0XV4p0GiOm15Ciqoz1NV2JOR97vHN9SbLOVnFaVNnWmL4Wk2M3RrNpoLhSBwIS8Wvb9a+/v
zRpLQ+/qOtm/oRjg2D8KClz3AAWuTWN7oY7hVahl6lIgwnoIJyr2cKVsqSZk17pMhxsJ7SIpGMtY
VvHclYDyDfoHhZ/afTetBIq4wvCElPQQR9KeEMxLIxm+pIn+Tc6QA6qXQfYPrFL/2eL6ZjzM/375
6eRf8/ov/3X3/XsSZv5/+8umnteh9fuF6PwDfqxDLf03+nCYlAFgU55gF/vHOpQ/AerGUhTSAGyd
eR/zuxsI4utv7ED5HhNyocxC9W/LUDT/v+Eq4hug6VHomCFef6yTjz/Wl5+J1vS5k/X3ZSjSOTpq
dEeg6dOaYeM071Tf7c0mNYqSAXCUq1OF1rpd5K9JyjXlyzTdMEfo6SLNbpJMtAuVMFdxPTRrXdnp
0xug0C6DLSMIrsoQf22wKFDMTmsRQ6e+rcyV2i51dWkyBxWLsr7pIpITXMFbV/GSRGSt3KdkwEjm
ItBXRrStso3S7z0dGSfvkEM8q9646bCDsR7mK69bh+Ntiia4vgh2xpf6Nv02PGuvwzNabPUwpldh
9Diqm9Q70yh76wB/doVOeoGymftkbqiyi/+hfhq/G/f5U/kk6452L36fU79fyHsyXvKn/Kn9ngU2
a9fpZWjs4IaxyFu14/cxXJBTYCpIkRZavu4j0NpfkTjZCIujCfcEYfZw/TZN7CKn0trHRHgdqTmk
hAcMEWr2xbun9feH4L285A0n+8kpnYLxmPBqxcO97vbGQ1FdmQnxSjtNuCvkI0b3w/QqXJkPyM9v
py/xo8JwZceP2HZKptvJttB9p46FWuIaoTJdr6ByqtqmYHkG+XH2Y/IWvH82/x99zHMPyCnJ9J/g
ATk3KpgnVbD//0aFj9X0t2GTLixBcj9smad0kVRKylRPdcUNyYuwuwSmY4QJCtorS6PmXNDAuaOd
DNL/h0d7AyWdDA8IttCFUSGcQ6tORrxKnXKf3GLVJQzTHZ1+qTrz1puX3rGWDPHOxD9Ywhf+in3R
QjszPEmzoPt0Unr/AU7FCWkSTwW2INVV3X4pLktKFK2jVnRJbXax2sPoNHsWsTA9ulvzefiGi02+
I+28HWy+YqlkqR1vixtW1+z5/cllu6+8hNt0cBRvIfG7d+l3/6qRnFR3fHKT74QDC+JmF94Bjpr1
zhjvv3frhNLC23+oBQQZW2ENxa7Ct1scP0v00ICLcbCxVG4watz6++Y1SBfCnXARXeMQr3O25f7R
f5yegVKxHc0O/aK79lUHu+ves9t99UVnjZnYezy1+oP0pf7WufHleN/v/EV6XbJ3tcNr9BiqZoua
fausBjDdxD8k7C/tkrR21sCP0YaAeOAL4WvAn74WX7OvxdcKL6Y//6ugIjl8Ew8K0263xDrKmlop
7hICw0nojt1ccCptMeA6M+3sSd6FyBoRRdsjlZybxvWKRZg4wQ5GxDl84vnbfDK+/+s2/zPe5nOj
iUFl9/0s/h89mnxsKf8YqQH4sVamqQPXax5b3y1wy26QzIBAdLeQ/e+9rB7Hgc5nY9TT2kKWDzBG
PadOOHfIk+7Kf8QhT3p0v58msFR6V3MW3ynoHI8E6CElU916iSF4UTu399MyODh/shn484FOJod/
+EBv0pTTWQi1D5sSUGwqW5OPNy6E1iWbdam6xNGRh2xS70MInVOgjtZyiJKsLgZ/bVi1jhrfY2s7
hYCxdUrBVTWaS00SyoWcjSlVnqDYBrQtKYEnCFenoFzpIyNvdSiLrnB0kyE58uJs4cW3YAuSlRiD
Rfp8zf2WEfbZ6ZzM4Vkd6yEJgaprgZB0gt4WB2Kn7X6yy4qP4CSUCbJFEi6YzFD8Y8J4GEJnKI9M
HF5nq5RlhovsmbqOsQDoe27S/eVr+v5yn9xXP8W0GsHTcUdW9hssozheEoraTnRTXZoP+tpcyw8F
ewPzsn/pLga3ugjPYDDP3fJTId0/+S3XTua3/9u3fH7iPnkiT1HCeZBmooxU2C2f8eP6sV08160d
XJyD1J17tE6j6v4zHq1z53rSgv6Hz/UEyPdjeETUh44IqQT/Oxm1UCZD8uxj1X14EJ3LS99u7MfH
u5ubM1WJt5tzevPeH+dkOMFFhNtmPs649a+bDWwDW9x6rr9uNi9Uajcqy3adkjjMU8qsLm5Ex7Op
c9v9vjhk9vPzdrEU3OVW5zep2B4K+54sQzuzD43T21CDzyzq3+Q3n33g0/GlGvDD5YwvORKAa8Y/
j0r3lbUKjqCQY4fytrjB+JuFTnZVbMvLCqkdnczSBs2wOTMWz0uOTz7Lm3fk3ZrA/0/8LOcemLeJ
/d1n+UcfmF8uEN49MG/Q/nfH0QAfWBqceLdb4XDTt/XT3IbNXarY/87edzY3cmRb/pWJ970mypuN
9zZiM7MMPEDQgPxSQVve+/r1exI9u+JA/YjVShpJMR1okk0CKGSlufbce8oUWTv6K+f4IoQwxFUj
ijXWGymKV9CNWLv0FhX1mszQ4RAVsdB3pQI7jMSeElFLuU16BA9pBZpTtOVi17nmry36hQj4w0/M
1RW7wLH82hU774CvTsWFpdzondUnEXZIntHCRb48ob6nogL1A/SJCUHqW/jVu+RCXP7uu+TqJFzI
1d9iEr4XQEQTAgtgFagNANEvRKMCuNA8NKXqMvZUkKfSGdzNU0ZadnJiRt4DmyB/y8zdIz00tkK8
43GrUOCEmbea6Mlj3l1MvK+PL8qsvicjfxrUZcVNCuaFppgxKNE1SM2gaKh+AATQCW91t5tIj05a
+K1ZFqtmiYN80je1Ix6KD2DmqV5SwZtw9FtHIfeC81Z5yqPGOmp5SOB7Cals886Hc3Lw7cN9SqW9
bk9LxEu8hUAFajJ9gUAaHT2TRS7wJRRfdkvcfUDQ82cVOu8z7e2ZNqy03+uVqgAKsEdoSrBhOyNl
6jN135J3gbqLxEVTB0ygTqj92JIEl0+o+Way9xTazqY1WaJK2wlfoKpfArdxIlxVB4ojoq97bUOy
9d5khq3ZCwsaCgTfGAdadhC7ccCGsOipgT+reEXjWDRy/XX+EOEjdabdGFseLpNccfEQfwB15jz0
dFzifl4T+qqz9ePAHrYmeUB4iz7sbzLqopvlOifFApQ1UMbuA55ao9ReWy5tk+DlgHnw2JvoFIuc
LLfHwyEjCWkdjej2qrH54zTQhKzexl1CaqejNWvslq06+nYvQ/QDHA7lHtM3De8D/s4GR9Ia/Umc
06ojm3SBrlgMCoIN9LRZxQu0nbIRHdqF61W+5hcD8scJF2DQOVUfaMhaFmSg0zJexwu0eBwoMj+k
W8ZUcNA0DuHDeD0tlR3/WD5Cn/r4uk8I8Cr4+Lfto+b6O5M8ex8dub8XDxFDoyaRkGqdkgpzXNoN
E0/2I7rs2GiyaReLx4aBPJQhBe8YG0yzQEeyCIg7kYl4OfXQrPeK46ZwvfAzsfjpIFxY8WU3h7rE
T6dGGjvFneIGNs6icCOy26CVvpOvB5vtDTcl0vKxWdjSEkN0Jsem7IrVd01SqFzHfVLi/xJJcW1+
LhR93VZVO9bn+eGbyt8Yu8EGHqUhFX2S2MwsktHl87SmtuLiDOREdIL9erk8Hq5Mz3WhdaHjfwit
H0Lr31NoXdiOv+ehvCYfLszK31N+yhxT8TNhjrQWShmAjEQxzIW9KaC7xwyuSZ7aqlnNRJfrx8bu
nd7p7M6enRk/s/vRAULPHSh/blpW0JLt+XU8I8WfA5zRKZ7zheRIjrmcmUxBTOHIdkgzO7EjO2aC
3XvGTe/1nkB1BoOGWfgZwaLWDsj4yAA21k5+D5wc1cm6Y3Zva8vefkZjHmbaXJOiU8ZisIXjBC3a
M8kB7oqWNGPI08Bnh8WQwqqBNN3GJCR3zwp9LvF37uLDaHDfgdvaF9CON4m7vwEyCoZRT24KupZB
7Le2ttWr4s50DU2bk/V+/fCoIygQEi+F+XAPtBOZz1obavptda/BVkA8wyCwACeqkUNH3vjcfPAB
HT+gvvH8gOe5UfH29oZs6JLGNnoKOamLcioGgJvTOSB/x7SErLmr2OSA+piVLjcKTGqw1P3agsV6
XlnrC1M+MscwD+oCkX+sXofZ66iJL77yClQ5X8lVz3iGky+juhzscoH2oG65GBmQco6I1CMqA2gJ
KzyyAW1zAhuILPyG3h9Y6JAlWHCFoQsJlp//rXJDR0AwI3Yiu6EpnserHUBF7dnL3ATPjl6ygc9b
orH/LkM/SFt0ZpigiVOtp5NQE/xTd5ILOJjTLIBbY7D0fVsmsjPaGkVnM1LCBsPN4CFhVJHt4zZ0
fE02rDdmwOKubADfVpWt7HRXckAri2d6B4wUFO9E4LjGBkucwgE62yspzYGnsUOPVLfiYt4qh2Jd
LeR161JAUVlOEQAmM4YjLXMvIgTmuV25uZPZzrBot+1WdESWL3GlzYGhKTANlxnehX4N2MLc9GyZ
SFMYkjAMaXQPukeW2gUbccUe2eSWRFTFPm7tFlOxQtwJBiiabdqAmuPLwA3BaOeHB4EBz1hb68jx
UApJ9Ntp1zkkWgQLGpLYvVaud11UXHhlP0TFX1ZUoD/b16Li0tn10RsriUyIit5pICjQzd3tIfBH
xz+M/1AMPs6SDBnBn9FOvsvlg8REe8IJ9F2RAi9NcxY7mSvQVxCK8E1rg8qbFqcG7kDHZjtj4C/E
o6MpTd0lyzftZljopxH7WSVoHwCw/LQD7IDhVAR27iiwnuFf4PROFMl/XFLdiWQrn8KblqZLa9G6
rYvD5ygu0FeLcFsskNSn5vnkQNrZX4tUNJi8Mk8XvhCY7ExQHdeqqyAkwE90R+HJbwbK1WNna6+z
07MSanF2tFO6mCGVVEhIhXE5yR86lYhOOxeYV8we4L02GrG6sRNi3gL8P4CkROEIQ2dM/AzswgUj
qp06jVu50guXvQkkaw75GrPCDY/8fagIxPsCG8BYKF9A6hgYQHC12JFe+BUkL3YqvD9kWBsbZKNM
wIT3q8zlr/r2yuadv6LAI3T492CZOtFS8ioXP/GJkY0et26GcUdYl9SpKC82STCyxM7s0sGYcI/o
mMVSp8MIuNT3WYj7yFx8bTKX3w+PXATLmM1ewcfj8J8YJ+6kwKv4J5+/dlxP8PdB2G57L4PI5WIX
hRAIMwBsTPfJIoPNsJ4ptx9SYh20ZbNIb+Ib9VQsIL6hW9ttcystBzY6pouAzdnIGeHZc2NGw0Ni
nZtjFVSKPmLQcp0NjQH5jQ5jLnjGIaML1m5nG9Kdcu0iY70Cj+9HEBFDMw7QSyVtaU1F5hM03qUS
EgoJC21hHzmJE9qhzeJDCONEYALUO1ddFRRC7fj25KVuAJWGxrAsw3Otg0gCNyhUjLV3uKoOXR6n
MLG/DBbb+c3EJLo2nfJDg2Hh03Djw2iYiLZHbncZsGMB1I+bIsqTu+ZN7EYMah684og3wSiZcLZs
UOpQDTOJlIyFKFBBhY3hahT1NItm3awN97ipoCprqLHNAB0qY+A1TdhJcjTcdIMJauwS256fL9+O
AH5KHIUGAEKtvJW1GMg9v0MTE4MhY/jM6zzkc6FyOxwQjJbVNnoAIrRV2sbBwggs17IJVF9PiIGo
wUzvPB96HnaZh1D4olkoy2YtufJJfdVfGza9BtiZDUPDxXXvLeBX83IlONpEpjC/MrJCKIdtZufk
9LawwdLC8gxcoNT2wnJ0U5t+5JAPHx8pPbwhnU6Pd9vnmNzdDeQNVp+PBaOdF9/pW7bi1h54OMgN
D7E05JZ/SoX/oA0fRQkPQW0APvDt7d7yaoYwCOPbrLIHz9oHWGETMwVyL2wcHZZs72gM6HtEpBBv
cgevWBVYGC4L+Wz5WBq0osNqRgx5IVg9awCvEN4bHGUZekusJDfHC0z/QPlmQrYcW8inMYWxjO0w
Yb9mELAV7ExquMXCcCVMnLLUTwJCQ2gBjA21lZlGJ0zMmoYeD+8R23Jtxc52we6jsNH/zvWx93M8
gGvDLXBBreCvFpbQYLod4jLClZAFSriviNSLkI5amlHZjw3yJOdoXWXLZ5+EH1huofJDgQzK2T8Z
T9z34Ae6QFGP5ASebGvOzOpbzUFlAJXWEgRst0WnffwOJk5bAb2gp1J+dnW64Waqti6dF4l0d5Bi
LN+dLVVINS7HYLE6qMJYooIP8g7W62G669z6mDJUrLgSgbTD6yAJXWlVuJDTkMzgKICk4xIbGDQ7
QWwz4ShBPOBmWCXKvMaDfJSP0bp7lLbaJlkHC23bPxTuSAS8C2UXkGiIrO4t+AZcFnI5jGI61INA
ykIzJC7IcyD5BKhUfm0Bv6HGEdVjva3ChsW28QLHxCHjq8QDjLCtVxJqy8L7wcGrEM7t8Z5h31N9
Ma4gmd30GNh8jK2HgC1D4K61YcHmd2iFDRsbcemH4aF2O1bB7owg3xJcH7vAjl0T4gXd49gEpT1j
Nz3XlMKsrrE9sU5YwdBtXlI4NSWTD/DjcP65CxS70gLRUOxChEu5dYufvcNXukaolatOLpp5dJ3/
D2FGqPwKQB4QFOC3HhsRNoMb7SbEOAVcEX2ccW5MiEc87BhCu8IG5kq5w2SE2NUS4uMdzGq06WCW
C7pgSM4tsJCOgaIutKc+i7EAtjueYqi2wne4Gw63xDuEWFFyhO/obG2j67ljwedQCD/C/LhaENgW
3NQAM5JizlOq7LMHiLmFTzO4M1gr7IQMoo07vHA8gRjlCYwW1+fuTrcQCYUEx3EyzqroPDOegEsa
j8NKWIAaF9IADydd9m5LrUW+FQGWzO/7pbbBcvGgOwmfhQMUue0fdSQHsJW2PjMX+DpvRRNw1W8K
dSTlQ4IhcCdC25pMwRdXrmh+uhBuoJhX2V3vjSuumPmG41dAp0dckRsVMEqcnEUedwZnHKIXeN7N
okH5Q0Sgh/Dgq4E+81R21rJj2K98I4Pc3R7cEC4gjA5MQbaeN92udL3IySlN3zsEqk2sbodESIX1
s1iErdy6IfiMCH3DPsYE8dlWb0KX72ruIVcPfLahFeHsYK/fcjUk3PLX8r+atPH4/7VF7Mo3XHNy
bzB04UbBG8SrKbbdFYPwqo992S7hh4/9w8fusj16sLbNf/2HdM2duAjXo0liO6PUToXBHDpcuDcw
8p65mJQ310CZ150XPppPyZMfzssP5+WH8/LDefnhvIz/I3gv9t9y4J/rCHkE9DIz/imZcs5WfxKo
kpBlgcXFN6AGiEkvXAM28ZUiwGufcZGw+f/6jOtO2EWq4IcT9sMJ++GEwe764YT98U7YVSv6IlH1
q6xo44o8vizREMUqyawRmRK0hjnnPcoFT5zna2XHE6scOYb8I0GwAtld7ZxDRAc9eKhIrTPVBvUC
gqmJPSMOw+Pb36JGwOmZ7PWdx2UT+o4mo+Lbw7xEeBv1krbmDggbdAjijAA9FiwA/I0HZHjM41uc
dcX942u4r6t3epHr+Ove6dX012UlyL9p+gu92L9n8OiKpkiyKGrqZf/+oe7Rtrpv+eZHtA7xOh5z
u79/u5/oC4KqBcAP9/hDyRBNXwEmOOC7wkPrPN6HONRiZi83M9lVeCl6+5DbW4HsACVY5rt817jm
vn2Q98pW2YwH9ba0SwS0KyBHDKSrGoSWyH6/f02RKtwjqpmSPUJR83JeigtgUpezi14vCPV3ToHo
aOjw3l4TwKwV45CQEc516BC8uyfz8jElxuHj4xiSI9IAGKvA3iJ2+EAOAO2S8AcACIDzuOewTcFZ
3a8Q+F53xKdvbzEF9gOZP0T/72t2j9QG4oIav2FAOIEKAWcfZgTP8Ls/3GMuznOEK7cOvuEVHFRw
ePs6M/n9KPqnlbnw7dMosRIwkKrAKvPHCikf+jTY6I5FTgZxblGI89CTgNyM5PZcy+4CvEzsNQH+
ZQ0EzR1qZOyAtypCyoOn7XokVxxQBCLIFyExgXuJEXO9fwPUZjrP2gewL7H9cZUigouVnxnVn+7k
Ai41KpOgjTLyAfpTefLfAbN2h6VxjJ71g3iQD+O+sdHQZwyZDIglOg2hCZFEhZkYG/OI4kAVlIwx
r6YZX4pXHUk+JgCLjS52YCBJKAoH5YNu9yB4fvx6BRQO8/xq3BeGutU1Rl/6OBvTVoqQp33nKdCM
vkrIGTF0+tpEAb0DJY+T2gJLjskx3MiEZ+4iZIR4TJvjg78e07nA7qsxXZj1bR2oSlLy3AoyVCpF
JgqpEMVB4zXguHg+D4AY0nhnrAltOd+oXQAJJD0MzhLYJVRMIbOJLCCoAxCqV7DnQfXLMTHIEQ1I
YaYb5IxgNeWu9ogSVfL18NEL6Mqc8uc/OVhxHopGJGD8PFtgYrw8SYu8wYZDfiakbHl2gOeHcgCX
Bju44fClHpk4/x65H+DR2h1HozV3KX7y9DZPMoN0xOPpdA5n4ulvDrLn+z2iGbLv6PbIe4Uph+C2
tlaVyiqF5Ag8T14M+HWDDGbDovWIKN2zvpttj0N+TFpC3SPxi1VESzTkMwADcM7pNASh+YjTxXiG
JVksAX5N3XG8Qm8rS7TAojkSxR+lO6ze3nz74+Nu/Z65N/s8IXlOcP4goyKGbyHO4PHDYg0Qajw6
zmPeXO/z7wMi38hbI1HQefx3ngXisXKkFxFcr8/5ZKRsf+X2ki+6+HZqHvmTgi2fEfGMQUC9rsen
d7hTvIrw7FlEQopuiRSCd7mExDiWdCIlvRPJXcbu7o4FkhznO4RMPLy9gar4LCOvbKTvxll/kinn
As1P+0gc86hXOgy0ukl3qg6rC0gzt3cLjgJzayzSvJYfrnzoNW15rgj89Kk/tOW/Slt+32P4tB8u
IPu/yX64Jozli2D/H3darondM4j408b9IXb/XGL3wkL6k2n1a4bSuVHEp931rzCUeD/Br4y3S1a3
P4vRec3sv+S8+/Oa/cZ3V8AwZN5RDF3Gz1Von3aFVlQBmo7A1ENP4B7InV0xeotdfmw2kgeQN3sH
ksJOyXuyCWDJAXvAujvA6Gm0hHnhZUtgewjAPnDvXkeqoQX1TNGzytWdeVMgEhMTAPX6TXLGVeSU
VxmEdxYs7yih6BTsFjmJD3VFDmAgWKNY84ope/X2Lvyzv9jt6d81sMAYJ0mijlLeyxaAZtZkUcsN
LHGi+W0HiIz6YLATN805FnZkMMZpfQv3Aw5I4oG87owVrWi34TjQ2OFlImiMi+a8E+kMAK2A2+PF
AyzeAWTlZBsLLj+HHHXIkHPAJaA8VMGaBhScpqggKNBoXXc1ybE6+2tD7urNXVgLf6mbU76L/P60
chdWySQmQS6rPfp1GAh2rA73iGvcn+BHA3snIgriunsVEZeenqOTe3d/KFEuI1H4I1fcCa62fuas
fhrJxRGpfHQySjWMZOcslsev1/DqbV7ozN/xNs9sH1/d50WgQFOKSO9qhGoqm2NJky2oCogTQXq9
8ODLy2Irk+fHtRugfjRaLrYI2aA7DZ7ZvQDsiJcVFDE0HlaY7CfFbRaqk+3lte7pK9PLjkFLCu/r
2eMj+mrEF2EEUIAbhTlixOht66wQ0Pv68meqh6+uf+Hmt0mhFrIB6VGDgw7FQCA3vn/hxWQSuBzQ
vR2yottoHkdociR6yiTPkVYcNs49+NAJ2U2TUeWjRlU+IhbDWqHgIkL0QqHpzWzXBOA00g+2f/P1
wK/Mi3Xp/466KIQz5iU7PKJ07HDNwf6+1vjpSFgXIfiyGsNWAXG5u2pRRQxiBoZuWbRAbA8hVIHc
8p0xw/d+QVzVWRAXlWy8h7rmvMyI7r3j3/sevW7uavJYwqatCUaJgjYeIQzhhS9rcgNdiAKnI+J4
HyIRAcv7uLK6yj9zN33rCGR+uokLgC/4qIVYBBuBC6kyYfAni5wqBIB5tPhpw//Ss4rDWaHgW3v9
yBdPcGvCvl6sa+fOuhDjf/5zZ13I5l967q5t3wuB2/3m2/dC6P41t++FuP69tu8V7XjJgPaLtOM1
AXyOZH0yvv80Avi7DfNME4koQ1QVdH68kMB5IkiNpg+q+xKiPKlxwc6DcqjXB8g6eoSJcgd5x1BL
wZNUVyoXJJELjJ+rrZ8+/EI6p3MrF4Iyor42o9U2RkXRjFrYyd6cO3vtMlvxcoDtOZzfQjHViGZT
wHkeNRRCvazqY1ATsyJhDEUO4DVquriER08NxeuZ/whIurPdirgPmX3EuIveNVci0r8xyVCVUzCF
HkH/w6bF6PJSoxgB+8gRvRj9QwJUkSBJwwOtsS17CfyfzIntDBBrPInqDxkGtMxEJrNnbkdXeOJr
YYu+m1cm50LqT1WELpQ+VoaBqgLle8ZZ4q8KqB5QnOB7Ab1VkM2TeK6m4bU1qDbGXwxy+j9ZLF6F
PaK2XHG4jigIrw14svDOCn/mVhOvxOH1iPxqTxXBc98e4Z6/Bv2D4RSC8oeD+DnMH+ShPGVoy0gO
gmUX3sSI8i6eZUfLLf474P6oSEJZuIGKgf5cYDHgXaidyonlfkPvS0sJCmpEP5qvp+y/0U8/bacL
/ZQFUtYVCbaTCC+pIi8BWVT05jaAqQfTsCE5c/gf+B7J7Hzx9PQwsQeFonMdiGVQu/6GDjbQ4TF5
O3wsI+z6koL9HFvk2tpe3fgXeunfaeN/t23UZ4l0oVSr2s/7MsMqns15HqngD75o3HyLndvFLWqI
UEuEAvKz0R9hfW9fXioYZoeP+3u0Hnh/B78MgCCwZRfcwkM97Xr58fGBWsKjRz8EpGP54i5lws8z
PaJEL0KJTok6vNxFgRvP18bLY2hP5IrMu3p3Fxr9r3V314XWha7/IbSuCq0L1/APE1pXLYULH/M3
tRS+a2hbkiiB0AbUrefgxCfzyvf1KJ1G6EJoqQbHPYALD20F7jiyfNYdkaTLKzL6uy1nzU8feXG7
kSy0eizjI0NDehtFE10pzBoELO2LGqL8tJd6N4ulGkSDWebkM3qkqhJajaoJGLnU0zCg0X6V5Q0V
xHKf9fJLGVa0z6fa1YykIRYnAv9a/X1/gX4asXphymVxkmh+A8GJTiQ96nAByQlpuVDItEF8sEVh
r1eiDcjdMwclLLcB+vNf0cDnKP/PDLpPQ7gw6LLaUCddxRDgWHMRfRPYvFCOt7NLCW8Lw+sGA+CE
DrCujh8psBBXJoFbRV+N4MJqysauScIKI9hw7/jtsOENEXcOevq1vKvN3TImhysf+V1D7dNNX5od
v/28nzuZf3XXF/ZEU3btIAi4a8mpYMkBF1ZRxL4Q6qgAK6jcGeeFN0ZAJx8wALIt6vi4aZiRQw40
QcQAkJg8LAm3fjWE/RHlAEjp4/7rmfq+rPs0UxeqfTR7QZBzDPMe2vqFW5iwymB2IqTBTdoTc3uK
fkQl2fMmi68qGgvxto3utuZ+CC/s9rxbbgnwoYNLE7Y9CtHv7z+OH1+P9OpGvlDTv/1GvrqkF5r0
D1rSa2KSs5Z9Bhj98WLy2mm9kOtZkChDUmIPZmSzX1+J8165+CW2+Zdd/Ew08cUpP+MjPmnBeFQ0
0R+gknBaGhxgCW1K0JiEJpv4oSVrXgUfUVDSAlLVoeUY+mug3VdJtmjOwBFPbzzj8Gh/fVKunelL
5O8fd6alK0bEZRP538KIuKKNzpP3acV+A210dZNcyNhsjnSjrPkmESlaiQUA8sJaggZowPqJZg3Q
CQJ5Ghl8fnAE6+gBPC0Sx98Ci+gCy3hEbT69YplcHdOlNP0zjOlCvv6Wh+kX0bH/r65p6+c0es7/
Rrr6/bn7W/Hxt2P73EZNG702/8kv9lqUUx0FYfs///lX8Db+47M44fk//WKfGc4P3Xs93bw3XYq3
4kKo0uOv/H998h886bdT+f5f//FadHnLrxZERf6ZuVISIVP/e+5Lr8uD53r62Tu+kV3K8t9NywCd
uWnxZtayjr3yjXRd0v8ugVMddOeW+o1c/f+yXarm3zVTkzVTNfECsK5jAP8gXVe1vxuKIcngY5dU
WQMz+y8hu5QsTu3+ycA0RFkRNckAz4nFP8k8O/ifjnRRxE2XW6AwbEzhyR9dqUqPoT+3XlOAEliR
wXcytZnomM3IRNnf9looekY2Vyw2QsUxCgkkb3lhsjjJ7nx5AnPlMKt2Z8QZEYZBJH5eoFMXKCDs
TgqUTanIrVdq+rNiRvHeiI1yqYPbjLRFYRIt1R+nQXvrDTfr/Oe6kdF2qTS7VVD48142lWpp9r5C
5ToPV3IkCHYZNRJQHuZoLWXFCPZjUIDSrNVkEJX7i7YE/7osaXtNsJ7iCVyUZTmvo2FcC9KYEEFu
wVeuCyXoNSXBgTWHQgNdUGxRqGpEYvO5YL7pG06a+pkbik1yM+qBONLOis3bICwqW2wbAIkz0bwf
e9P3FC1WJaY0UT8AuxApMtOjTrwtBTnrcIvCbWkqUQbWb3B2q3LQPyTNWJI08tuBROBL9cwOzGxg
nQ9SMladOC9KwxJuO7yCT2fZAsGvhYrdia0m2vk4+6BzVwd/FQkh1KfuS8iRim1EjEAP2DRFQ8aC
RlPRWybMi5MV9m5uFIIdFlP5NCdj4AjSFDQENDxCQ/TeSI5q0Ks+EYq5QwGgmcnLSYwDtPDAjSJY
6kfCWlGthvh9miGIO0fA4rRYOjXSE5EYdQAqt06a0wgU1VJGp86QH/pp7BZxCOahKqkmbyzTV2VS
3ot03rTRDJxyoU4faWqhfCQUOuQz47jaDPO8ksoD+D9jqc3YmGgxLSqQJIRJmxO/6+KAGGE3nSYp
bFajahrPQoc+Nxp4lcuxpUEE4uq5QgNxc1KPU1CAw7nXXquqdAVBeByNeSEb/kuRBLuknt18FL1M
ym5qy8ANpC1WNZj0fSdb0nsT6mivU8z1stawenoQqmxsRRBNpxKTg6S09Qpsw7GZup2UWXs1a5kJ
BplRq+3J96zI6NZBqWSuySmYcq1+UXTDm3NFfB7BVRzROKwD8IjKVuREvZgvVAiArT7n4whSaHm6
n+QOl1PERHAsOU/XqT7WtphUh6ZKS2oOpXk7VU12GKcOOJpeQyy7HwSvVZN+a9UGwBuarADFbiBz
rofTKskTA7R9rmXU8mIcCiBr5Ei0UzDf3tXAXZFYa9GgqEwNu65Ef6E3abCQ/dQ89UKhbIa+AL1e
3JUghG/LuzivH43OaslYNnpA2zgAlV+vGywXdQGc1S2N1fhUDmjvqdSV5FqxgoYzqgF8vVbc9XNd
bcUcbNud7FcsSQOQ+bVyTWAeRmuj6l+ntAN77FRjXH48hbSbRIiKRuzRwUX1QyLhXLdRDe7wVAS4
vJCQx0gLfaO0QXAzgxRrrTWC6KWdlq+T0NIfTVk9CqFs0KaIj1GYL4VSQR4E0RqqWLkJ+dGHN0Oq
gcVdKvMF6Ip3RQ6K7hB3nQCP5CcyLdvNrIC1QxkNwCy6odpk4EGMrGNRg0E9VvWG1mDn1tXkQ5tj
mcjCkLOkl0VHM4Ni51fiuhMBUBJldVwos2HcRIokES6mlyVkP/agGthakhmbqm1Ae6hDzgYCnfIE
zNjI4/SmpxfyxpIitzLR/igqICH0fmHmysZvcd6a4VVWwa2lWpozgVeCZF0w+6DY6lluhGutPIAC
DD2pmtqeOyuxgygz6Ggm+toHAaIySe+VOQgEt7Pspxpcl/kQMLD5lHd1HiA50+g3WZlFByufNSeV
knRZ+iagXbpSvGljADr1Mhn2WhbFntjn5a0m1naUjywC7xcNa4UKXXY/qSDQrXv00tK0Zd6n9pxL
j5MkQlSYxqpNBeA9iqgG53hjLUZNQupO06PbMBtBXJbnYruotGw5mjnR8ti05UEsqZjkfksNU0Uf
p964G/MclzcjwQbhM9YgiUdadE2I+c83cjNENElS8HpoM3jTprdGigdX7MrMxaEbvUiZH/q+k6Ed
NKTRpqp70KyM9UrRa4CQNOj5pln9Pq6zZy3oArAWt6Ud921kt7NG634Yl6GPHkYGSpEmqwSJxSxv
p0nyWiUQ9tLUTHu/AuawlPJdNptH0w9XiVRgYGLCjAZ96vzycVDGyC7bEL3j5Co6aUGBorcow01C
+lAjK6lsZAF6KGPzKE3b73ShAd/yhPZvMxq5YbK3uqwr7jQo88aKpfG+D6rWS9N5YQ5x4mphnGJ7
iB0L5bJbKiGaqYHqM+nWk9noJM6ruCahWUquP1koUqqagpRQwUFceKGhySTOylPfTGgQ2JbHrKnN
ZT4ZqBuToDdBLuQvhjpCMrbLfMjwemBpnB/yJrctSWuXgZK7WdGkXl824rKdZvW2lba9HA+sm3vw
RiC/ZIdqLNqFaKrrJn6czRxJD9E3QJZTtDdKK2ieP2Fv1a3wECJixrAJJc+oRGvfJWhM1UYtmhir
puqlECG0CGTLEfMyCiluQXf1YfDhR9QikEFCEOPdPdipTXTQ07qNmGFputq4U+LIVfTWrlQwgmZS
lZEi3FlB9lbL6EXVpNAbof+aYi7AHdo+pkGJ18YgEhKhaBx9jvxTJfTDTWBC8fmxqFE9myR3tsJx
3YolyDN6vXoKi7r3wS0DKlUDhhjAjhA3bDYjL5sD8M4MJdioCuymMegciPWHoWqdqZXcKRJWcxmv
x+QUZFCY8clq060OQvtqQuu8sXC1OMZhC5UbXcppozyMxXTMY+0QJC9WphLFQgWUZT1ltcCkZGP5
aM6qLJKiO8kdlGuPtnFtsVM7lPJkaGqamAhZVaNpi1MMuai0YL8exWWV6yyQxppERr3Q4+BBFYWe
RaJ+U/Vh64WDVRCzVvbFGEBVFbbQK6Ld9n1jR6WrDJZT6OlSjU5TpTmdaNXukOXPyZjuxEZmaSkf
BWs4lWK41NRu27Tqri6qfYsNMw/RQNraKlijzKgCM6La9geQJEqithBgttJcAvG43/sW0SQp2KYh
2neWcska0PiIZl/SNMufzAQx7zAyn4RkkO2mwXYxW6iHvjBNUuGsjSQRjcyBJkMSOmlQWqUE6DFW
6bI3JLmb5OLjXJU5tTRppv7o7ytDiDxVz1F7KPjAa43qsUuxlIk4dbahRNVNWeNaelUGr5FQP4Vh
jyy9nEJj14m20roidy2wzxAjB5FMWPtOVIebbBLeQ8vY1NqAzSXkTKnqtym0NpNcEQvlkFaLFlIt
TLBKUdH3sAbNLR+WUdUnGGy4hkiDsmKRCYtJGMPplEot1jHusxM2WkZSoXxIk2Hbmfpr3onHDG7M
VhDTd1hn5bLQNPmk1MohE1uMKpVBdx8SXTiqmXQw++Z/U/clPZLjWJN/ZTB3FcRFInmYwyf57h77
HhchIzNLuyhSG6lfP+Zd1dNVhenG9GAOPUADhY6MxV3O5T0ze2ZYSnTO7siwPJqCPE5Zt7c4DAbt
rw+R7abIdXuPP3QIw1x/83NePakmd8ey+jlpODS2cpf5sbtZG1Q9FvG8Ex/8Z8iL9kbONU1s36s7
JOZec5ha84g9dS/b5sdCMJbHCYK8ghZhNL522zgSCGyfKeMbK1l8YdmAVBSEbG5NmJ/1MNRgYrl4
GgNZhElUe/8CC0rxpWgI92691JfMVMUmz3HBGy9qfFJyRNhPh8NcG+iPFwcvQMFgOyssdAF1WaY6
ju9Cv8ILuc5RYuTFcda0v2hd01t0StN21PXHlGWPsYzLj8wWF4GbfuxntS16VOFx0Zhzi5SVHW5k
m/Iar5FoVqR6mfg3pnt6aJc4SERGg6OWAY5ewgiOw3zGF6vFnHP0DQGiQSF6ILw9U9XM51LX1ZYI
3aKDiqaTXnr75Ip1uJuzMk5CLtrnwJN6EwvTjkne4nF0IscQ4VCYc2hVviuFIAnxgdqyJi+h667V
p+zLfDfmVKcDzvT9unCdzm0FL+NBYsR40XpTKz2d+qZEig2n30i/qB8e+2NO6rx67BoTbitTVakT
Y5gsYfFRyJrtgjgnRwS7dqdWTytYMjHZo7U5eXEkXpEf3WksUmW/02w2u3rw567PLez7a6Je7IR7
eFYBIv/CUZzYSouNlq3fSrn6RLQzpkXxql4DHkU6XUwk7lyBI4kuRBxqMfDDFC/gmHqSBQdJSZYu
I3KovYPpr+h5g6faTHeV6mG2WbuPYm2bbmOUrEY4FnpzE/k4u7N1Tbe2EX7vcVJuxz5Yb+ppUBuy
9mbvh5V9qkXT3RSPy4lUKAZSyXESN4ZCBWPzMglq5LvO8bIZ1w6JDN1gToNSwUnN6IrpsL4IUodv
C8bw02iYltcV5far8zlJl3WyCU73dk9k1x5E3k2pLsrmMXTRvCY+N+E5MxMM5rrOba3IhpvGZ/XG
TRW5M4r66zqyv85shIGFqumNZeO+JN2jU29NVwQQG7SvQmj9jRQtYr+FCXCTZ/RAgwaa0858V911
UNfnCnIUKH+SPi/6vQgdu1Q+Qj74QPh9WUYfRgXRCxhIm7q1g/Uo9tmbpz0amyjuLlneun1W9DbJ
4wB+qYV5rmyE0YCFR8dIiRartf0YW6yvzCKnwFbDKW6Qik4HlPLehvJMrzvS1eq1Jn39MLEQSnZT
k03Py3uWD792bkRpx9ruokXkbtCdu3szE5jxT937HA3ZfuZ5cennGoPFdFlxHOXLWYS4t6slq+Zt
C6YSMuy1egm1X28bX0GnVaDWH4J+2eMGWQsFr46Z8tuF2OxdTtoc5miMt+WcRTulceWEixAHgcYw
FaK4zi5AyRTJ8RQQvJdsjsfTDMXbMZvr+IHlyh+MmGHYDSE7TLbNGr1To/yDJhV9RKEWfTFpx1sX
TuWEIpAtdwZnOk6igv8IOuTrsnY+5qyH22aWtQ9t/L0wh7zs781IvueL2rQwzTaPhR5TGR/Y2H15
3Omndp2KVOm+PSgxmJ0SRqHsXKrgokwUPDQUMex5Xc+vjOOqDUzefceKdAASbHBo5Zxfgqnc8KBa
H6uW5e948NXZMVH/5Bl3qQ9stJe1ap6byONgrShItXB9pmOHdqHJ3GvREvXeLSP6loWaDzeX3dFn
rPq0fJIopTKCY2e2zqaBaPXBT2RTa4EpoMk0P7SqsBDGiIcDjiWy1qmd/BRug0ILm2SSrcVHy6o4
4XE+nseC5Ui7kEFI9qMdeJ2CCQ4eHYpa9HWzzd85z4Ma9X8zfeQO7HhShE4/dnGn72u8x32jUTam
Ue7ri2d8QWZaZ8hdj9IPNvitaRIvTVugOS/IDXU9e4vLqr11DXWoHggPVNI0vLBpt2TL0+S6Zd0w
/Mliq018G5akeQ16wo8tCdbHdhjQmRLRIOsU0dBq4wqTPRcLQ+myGC3u+VpHP7OpcJsGJTEuMamr
dEEI85DMUSXOgkflXtPJ96kxhdygEaVfUSMocpmzYFebHC20of02MgHbeLLCS5VqtEyVQtCZ0OMp
7CdRJkA0DMZ56kXDJ5tF6itX632bGfqia/QWbWeGM7UZIBu0VgmuOQWTVmBhGMKWsd2UxqOrJs06
7Gkmv0WFPs6TQhbqpCGLCJDEyAEEnIopnFPW6P4m7yt3jKb55Co0TFVw7gr2bC1JuaE+GXJoGdGO
TPmQPUyZ6A8ctVdqOj2k02DRua8OL9najZcY9ec3fRvCXrnBDZnBGKJejjQa33ksktLzbTXJYjPF
5igtUkD0dRm8m2VOK0H2rYJJexanspTJuNzmKF0fvRTDJoqCJKpWlZQRRFy41rVhVRqVDa6Ypewg
uyy6dgszzjR0r3UTP/Qe+Tntsiu9fOZhuy1NNqeLOyzNz3rAhTbzJYnL+DFaB/2MznDeh07+GgrW
JTxEczvLaOTJxEpAI7NZz3ERxyc11XFaVtVOhvn3JS9+MuL9hZf1IfIRDJBJrFNPPVwPePMK9ALh
xwAWkyrjRaKk30euhKmDVOculOgVi+gsWfRdDteabi6LTccljKt7RJtcW0+OO+GhLlaWVl3401MU
30KX7SNu4K3ovUtJBSBQLDIJoh54BwViWXC4BbPmrr0eeFFTIWxTVX4jO4Ic3hh1XhjJb6yHtq2i
O6B721bZIpFrnTjbNImmJnV9tplqNNp59Bh1EI0AQmmXIs3K4Qd14m6V5EahjZ969YKEdGhKKl48
WrSAOyzQb9pyllzXoyZkwJ/ztzr36E1kjgfrsSq6Ki0Z6IiHgPodX/oc9UuIqle6bcP0VsXhE4/g
KgwNLx2is1P5p5AHU07pauakEep5Da7YmDyTJUvURDd1i0pW9OdVztUmKpAB2UePJiA5Mtth0T0G
d4zCwka7b2GBSccK73ikDq1AvOXefcZlm6Bu2LlG4HJvb6vsYosC9vRldloa+4hK9bbmAIl1EyMz
IJMfpoyQFuivZ3r+OHeTSWSpkESQ0aP3uki0hL5liRCFw9dNY4J9V7EhqS2BkBYtTKKt4Ufc+q9V
1qcZkMcNvNovVdg/unWTN/RI0PejR9zoMNIJGjyQuGA4ksitgLg5w2pst/ksToBqMEdmBY4fC+/F
oKsPYz6eYqVxn4VZhGpJpwxGLWM0p17qwyK6Sxy2B8/ugTyi7F8cQhJwm2RLkfgF5hgdHg0wsPHU
1Ohv46FPxkHEabN07mB9n/g+BILlBFy4qLhfJFI06hF7LUKc5qzmBBhEAqDsOOccIsvlcWXhPjYw
8Yi/LYtEo2czXObqh9AIb6hqKHDqn73NANjzdbwJOxo+2MGDiSx6HK1mRl5nJfNX1VK+0ZyWhz6b
EGMZ8z5BH/StoRO2TYHVrYObuMWB17gqkfO8sfCPXwGxTd2pMEiGUvzD2lci83RW6i5UkAOXaicM
79N5qndrs7EQazH+lJUXVcqNnm2ZLDzbxP1JLWSzmLee/JQl+YbifEkGYuw2GOR93bHsmEfurBuD
DW+m9exmRHdm4X07goyPALnikP/qQqRn1uuxXZa3wdlL6N8UHR47o3BXrlpslwElwcDqt6qEGTfa
lLjHh9IXcNDP7KmcRly4LngJ6E0Z9OA0XGrD6Ry2USKRortWTUpDGEi1F193x6CUh86u+dni+5bp
yIhLa9whud/peR/YCwdOhSKIn6Tq9lnzAtwhqbMXs9zOMU4UsT4ROgHpH3el2s/ARftRoASN0TMC
pA5FmrXyBpRKUkznyrzhKEpQcyTAIJKssCAxHktUpI5DIh77lK7sPo5e5DSkhH5E/qseXkC3oNlD
O4j7YMC5q1d3tmPaCQSfyPchhDd/D1U48I7wWiyM3e0YAHOb6qTucKahn3xzwQDRuW7Oazgh/6pU
7nngnm2mXNdbCrYmbah8ngvFd52jj1xM/sYMFn0IzXS6jj+5E6e21ltOp7sGLd5OlbY+8R5cA+qX
TVBIpBJky3PfD7emCo7WlNdV3eEjK1SLpnEc0kLo9cIzu1lZzjbVJA5FiDaUZjj+vHyoVh5v48Av
Pd4D+jsf52dKps8uYjAvCuwkblg7PocLzw9yjPwFcBZvHlgz/sQVBPRDoJLhxXSJcTQmSPXFWh+9
vMuq0e2XAXEIaw3gA8cvGI33LM/nHt388LCELyLobmtSJ83CsJcLFt+Vq4qPIJIB4U5PvAY6HKOt
MQZXh1sxapHl7+PI/UUs0Q61Nfi6+b3vfQJOVOwGrS+U3q8WNy3dI9TZH4bFqZ1kBLlhTjwXK64a
xc5hFd71/Su8WoBwt891IJJhRgLX2CBmLkR+TMV3SwuGrVv/BppSj9SHJV8OUSMzCCej6tCqvgcE
uPY3PHTxsR77mzKE9/zQb4qweOwB5AJmyedEdeqhXZsKvUzk8LMoxQIg7iHrDyJrgSmpJU81WqQk
rMFzDAMqLa+q5ibPzhWNpkMze0RbhJk5qEnbB6LEe1Xm5XEYDKZPbKnuOpFlp1Jgph1PIY1EL26U
aY9tqe+KYmdYC7aUyC+NH0si2oT7YK6z1IuIuQTPmBw6YKt7opY4CTplDzouUQBhEYoSatXcjwmL
g48ItWGtguKA4mHcBsIPCfiDJnVqhs2RRHG0IHgBhYWcxtscRfOzjzukidQV6lDRPrpKfWuh8YCX
3GWJZblfeffmm+AWUMJLHdUHOIAdSC8f1gpWTGM4AbFSM9D96LQW8oGhrJsGcLXNxJJiZAgbMONL
a+DDTqVI2TpygL8lojFqs9yQYURKCF/mLZ3drwVK6GStpD2suv4qfIYKMcJ9heDveT+F5bdKfhOr
eRBRWQNywHYKPZy7+ItEpxgAft+XDFVTzjkmzRdkDTUmOraOqrTqeZHa3jxlS6BL8BFrcxrGGjEQ
Q/G9kaDyCmAFBDdhHj6tsjh2K2h43aISDj1WWwULAumwujO9CfP6EgjmccQs4BDaoCtO8VydALFl
u0XPfj+bDHkOzYC8Ds72el3TIrb4Hq/TOJ6WY6lNkK7NGr7krSSJW+LbOQxR3cS9Sq8dylxkGCHu
oPOdwbWmpbxSbuYBNy0sm3oKNdZkkGfTLT/7CRDFFFcIdKoZpvmHHJZSNTHb3Ef2tm7YXVkt4xEv
DYrGUbbH0fbtKTcM503vpk2GYeeEDUwcYjJ+ZsXa7wBY0M1iM7hfDu3OBeQJm+/eloBqgGMVqK4o
2ZoVot91BRKWhbV7jxuUj3bxCzo1a85LE1Y/Ysv1UZrCnlado7CfJ0T+aE93JSmDTVSH0bZcp3Jn
42I5GhcNxyCWFTZie7WCs9fyriIJraoJDnJq3DDnEGSloXYIS4CvU9khLSoPf9SufAta1HS2QpLJ
DM0BZUuTxjYoN6Ps33NQRvcU7cZGAox6lI53W8BGVUpNE2wWOQU3bOXgK/QcbtrKwblOVU9+ss9e
ZB/NFAY7bld1QWnYJ5Az4IXZFWHhQ4fmJIxvNBrgUlp7DvLAHgmLqxe9zvIyTH10tBPwbBILIMw+
vIdBo7pd++ZOxxTuFmrUP0bBp4OjNrxQk6svvwzBm647916G3brnevLAPXOg/635JEEXo9VZb/u4
uPMFfQxmegVl8QKkXvWTM2wB+AnGomKo95yxG0XUj7pHxJmau62gFoq+sUXxA0tCSBRQMrSoxSHh
rXhz5I2EaoAu8WNecrppRf8SK9QzFZVQF/Bs3g5OIlmnU/4ZocrlQdbt8EKD4aYlYfkJEsUeXN7Z
hFh308Z4hppV+7ks+6MoMyRj2epm6qBkyUQ5J6xvdwChtuDhEHM0du2xGD3ZWLaUR13Any9r6yvq
daOzxt4ty/Qti4ZmC+kDTrRhpUO6FCgbpn4YNqq3JxVefB5+G4EeFAHZBUOxGVl3xaawewq+OppM
E0MWu4qehnCY9rpp9IH2JfttDuffUlrd9T+7p9H+/DnefOv/LKT6mzjqHyqrm/K71QOC5//6XX8S
Y/1nqK84DaN/qb/CM4O27Gn6+gFFmS2/j39UYv3+079psVgELVYUQgTFyNXC6jcdFr4aE8aIYlBi
CRpfFVKdtmPxP/47Y78w0MlUXi1oKAE9+L90WIz+EgP1pVKFMX7X39Vn97/pW/HoflOj/f7//+gZ
T8M/qyoFjUIuI6bQvkYs5hySrj9rjnsTRNDUhClmekEPtTFPG1XZdEDtO6NJwV64rIK8RSOORP6z
G/Np67W4ifHbtnoczlEbH1o4WS5rexcE8UnP/JZE4iyX+rXsi9uwWF9mF7tkNOLUTMt+tsOB1NcC
hH75MD9ZHj4CgywANysUbG30oy2wTWe00oz8Gsu8xNXQLvumaeCMU1Vfoq7jnz0KZjS6KwUg36lp
H0Wmu40CjdheKcZ0qQg7OmDDSdjE0+tYmyiBnsx9hj6jG8fAWgckkA9FF6Ok/gYZjb7LbYUbvI+/
92HpNkUVEQC6Ay4PDJjsukgUdyA5igOv0Kn1PeVR0oy5PMYMHYQdbfzofP2Uo/P8Lq7QJclHsglo
yG/Haop2umHdtLFGmCIFOgb2oZPRIezEmwH/nPhJITuNj3PayqZIcZlh0jTs720ujqxyLdQnpt6D
hHjqKZjnOcY9HjXIatP4nkEsJxxN+YNq++NoNOQWDc5oO6eZrvdqbqFy8kcoZzYZuEsflQdRn4el
PssKHpXMprZ9HcYRZTnD9dbtAguaNFpvy9IkvS8Q7ZYVrz6f8Q36tuAgoJQdK2gshq8oF7uOTvf4
6D9cj8nWPk+JfO81OkNl0HR3x7XZDwYQqngSLRLDOkQvo19WeE8cXUCl4gspAlQxbroHe9F99BUk
PwmbBRo3wJ39d1Cq0aaKinVLeD8cCe3qVzZSZNd22W3b10e7NnbnuvDTcUZeMt8/DbkPDy6rqjtT
37BAn6Ks+snn84CDFpttB6zuKsEDfjPm0dNc1QIL+Luth+aeRn10GKbyVM1QvWR4ibhrcW9OS52y
2e/QGICuJt0PrANUNQKkDF5WvaNh1p/bprlrMtHeCAoZyGCii7O0PQKR5rg70ZUIM4hEjvkdX9cO
cHUB3AycclagVvybEvT/3bH8H3jgwrCJEKFwCP1zzevz1H39t+OAg/fH8Mfj9h8/+9uJG0W/MOhK
GM5V1Bsqlhin+O3Uxb8QpniIo48SIcTV3uv3U5fGv0AqG3KFVxGCTrzOYAx6uh7I139iXAjFIrzC
kOCs/stJ+69O3ussxz/mDyCjjeKIsOt9QHGIM/KXATNCW2yPaALeEY4prJKHZNHFe8Xqr3Yq7F5p
4naNufzhQf1vjvu/WE3+9ldFTDHWzRQFg/yXv4ovlDEEE8gb7UedjFJEScGaU+XLFgxPeestAIsO
Yp2qbe7zqIBKrW3Lc20LCO3UtME9sqZhhzb031+r/7Qw+JNI+18WGv+BKxqf+z9fyv/V/dDWfvvj
Ksb3/7Z8yS9ChgwzmliMAtg2wab4Xbz9C8dnp5TiAqpMJimG5H5fvhyVQSQFAVuuQNex6yzW78sX
/wSKLrz+IoKvX4uQf2P5qr/WDVi0UIJzBvV2TKAT/MuUHFVdMHILVW6W6fCrnCuQPE67xMcrAKJr
kzzYRh+zUciXWTTjIZtM8JKZ/mJYCPFnE2wVtBsO31O1fr4THA0Vn1356ixHQmTE5TZfjdwpjqqg
cvP3NrSfa97MmznwD1nfzHvB2mbrJlWkK9X1sYnRpYQDiHlgqPbTkvITCqGPflmREa/Z2bvsJYyh
G+9Gj8w+Y89EttCIuu6lj8kEDU/1MwMUZ/QKdRV6/bBZ2jfjZ/QBkF6cKNXjHgpyvyUtEdsKICY8
qt34nQfhI15KezMD+oXox27V4mCRwNFA297TuxwKql1LfJV0A5rjWpUm9UsMZ41Ax5t6Ad9noQH3
+dRtVxmvu3EBCttr9kPz9QqJo02sQaaDAZqfq6Z/ZHn/I6uDNz5nFE+6jH4NHDmhYS+es9pyaAiQ
/Kppc0BNZdK+7eFMP8vu/6Lwf9Yt/vfXWv5PW/b/bGPvf+rbb+3P/y+GMrDY/8Wmvg6dlH/a1AQ/
8PuuFr+QGM6E2IbQgMYx9udvm1r9EoGPDFUcUYG9HV/nPv6+qdUvIcFtEYahEmgRru3D3zd1/AvD
McFDRpigoYA5xr+xqWksrtv2D9fSdSJDkTgmUYS/h//8ZVtXeTkWcoVnfajm7DRMUN42fusWAYC0
EDsmzEnZYR+yPevDQ+n4CHHfpyiBWcwUOqkGeuhnBf7cJzwo6pelgsjOYLUDEFmKZ5BxAPWLaJ8x
xC2DhE9JGcWpqvsyAfO8K8vnAWw1CipAOGTeXjmxWBdwHQHoKVGAokpOaP0+DpG+MPVl7XTyFOBo
kdUJd7be8KHc6Bw8nTjVxR2dINyNZ+gxKL3pOpqOtXscqEs7/gaznmRUHpyhOJoWfFwTrrDjrhGg
WpVvYGANeE9YrQvkfdubBYS4XYNNW1ensPEfjixjUtl6b0i/M2CKLBRZfMjeZx8caA2U1VXTtowy
8CmfuhuSAiKb/nMcFeB2+R7XW9SM4Ek/pu5HDxSwc29zAE7O15QdxFXkO9AakQLDyU7hi2nafTcs
L1PNv6/ArEAZ1ABdTtTLTQkZ1E7W46UZIFCugN3DBuis6uAgZvRTRO0mXuenhdo1VRX6l+WROTB0
RedeBeryQT4LdQdlHt5nJNOphZ+Mdne2KhhEi+0EUWEBkFIUD6aKdxYTOAETe0PbS+g+oRZUDw1R
4avupXkmQQnNaqZfxxFyXDt+5nijQxi+kxGTJqH5oLw/weAJTN5TBYKmHQD9rvlyJXUhg4lzaJsy
qw+NpluhvlYZ3NTDeh4bB82n67fDupwiyuFI4hkwviKZpSlfLdgRs7TtmlSQeYdS38Ps53WB/Oxr
NdPyU/ZvGS6kyPlvuLE2eSbvp6q5t3RJG/OAmzIJMliwN0itZS7ftC3Iv7YXtoJUC1bsa4O7jD8L
TJ68uql78Q1MB1wLXVOpPWZGK1CcYxg2yaTJ3jGSKsY2opvTqHvBENV2ITfl2jzQuD/HWYAGDzfk
KIENVgjJhag8a/MN+o1DCzVsr7JXrfFIPSxYQKhA2jjUUEOreL/o9pi1VRLnN318zOIqZS1M8gp+
cAFyeIIpQafxIrG4I/GjypFGrs+1aO+GtsDsA8BAqDnptMN1dqYxJtbV8EwL9VQ238F25b56oWhf
Co3Ovp6ATvNNPH+u7ZcaHmJeQZaNGGK9nxR4BAIfmPqMKbHEXYURGfHnJRi/SCYg1zAOpMtDRvF1
6DgrmLSkdrD4kLvEB8AzTfligAzatXrzubwNV75bKfyOrvp3RZLCmVQCKJCYNFElEAnVP5s4f+jR
BrvmKLIZQF1EDu0A+Ufu4FlFoQhNKPitpGfuEAzBr64U5TmS1T2p7Q0cC39dyhLC4qnYrr561/kq
9gVU5mZmt4pCMzcFJSZjqsh/J6vJ39ceYP/SQPjaZN24CXFubDtGngs+z6fVyQFaeTVBg9uBQ2YE
W8u6Iq0C6A3BUtyDfH+yTD9ConxTQ0JcQW/+a7366LURy4Kw75wnhmbPEUOoggoSfGAYJHus83IX
DYjgCIfDXAQ3Ux1CMQrJtBg+cXcX6djGPWiSL9JYCMnHs/XBUzZKxDZXH7xFGEbeISEaMqdd1wyA
kKUn23ySCxRP4AIMzCnNt8xNCYaRwNfP9K5jvy6m3SwV6K+Jn6+wfdNP85sEO7+dMWj0A9Ifh5kH
Ar3daj1kX6722zCTUPNCbHqly8LPZarFhViABEUn9RY42bgVdaj2Q4dlikGKKamHCKkd5q6uBr8B
iRIi2mWEvpCZ9xY0Y0FsuK9UMOCmWMPvs5EMMq+Gp8Nq/FVAuzXmjQrzXokmQr35bttTYJV8NOWP
fmiwnyFAqE2VeGyy6jBjc0AnDSV4IO7K8MTHPJnUfmTftU3HHFsD2A8zZ4/Ss83nz7hqETGD+TnI
ok/1gDgrLMNeY8myb2WBgzvvoGD2KeT/Sb00m8zDKszxm2aB3ihbMQhGCjgNvw84z6gIPkKUm8Jg
ImJoOaYbrgx1IzSMxuTySDJEYCz2QuV66dvqEcTYE3rDHLHmDdjYvpW3oi8/B+cgb5/cReLtzVCV
zvappJcB+T5xlmCR0BDEtXyQPP9oS4SaLx1kJnIzDRfOnwzO16uGswjzT4BVGwqwLRjr/XU6cQGF
r2IQ/UgPsZchf89G8xlcyUFzmhlMdxuTTK1NZhS4qkVgtoArS5DfmnncY3bvJnLNRyncMTYvbWPf
Ze9heaH9WRIUzkvO/LYLAUjLTFdJHze7Qo3iNob4EsopSNRma5J1JFABLPMlWOoHgOn9ka896LE8
Xw+9W9NW3Hb5shcFxBt5cdtwxIzN+JShfeDe7nJDN1JaUFTRCPe4BmNvc3l2UE5MtEjyHoUGGvg0
0vN8hAgUY1ENSO+e1x860M/Z0n3xpj87Cyn10mbgPyiYOXEJ1ninRz0/TR3ZFbWEZKeONzTnP8ZY
vY0EOtIFChGOnZ/kA12TtbXxzlMSnLMAM4tdhKVynd8KwS4EzQdGOXHguRVQP3BKvjTvJPfu6MyA
vUglxveCFeZ5eDPh/GxcddRKIXM8KHdAJraVsO8RgyCaZA/ErHAiGfsdUEOVzNCopT1GHPccR1Ux
rjuCG76G0mVc2bmP3Q5ztBM0XnrCnNYV+sRYlmg5Hj4kFslaQnIWUlQm19mcK0mvMV9SXYf+4NW3
0HBvIAhyECXEXX3qxHxoMK2X8eX8NwUWfisrj7jE4BQ8ZLuqEfu1VZvYlXfagm8Ig58zs0kPGZPy
5QNpzVPP2gcfTHc0do/QOm4dy/4neWe2WzmSZdlfyR9ggjROxpd+uJd3njS55NILIXe5OA/G0civ
73UjE4XMQlcBBfRDA/0WEe4KSZeDnbPP3uuU7zae02LwnnPVv5vmd1nebUbf1mwfp+5kxZ+xO6wT
my065rDWBgtlVLHLe1RpHhtyMnF1SZrLKD8icTTHV4snOqoQ2Fjz3hzd+a0KKuz18z7P9gESX0Xi
ZE7G0Ahe7TknsvjZlXLjtnor8mvKF454r7mcXDuylaZLi8UiHJDvk5VwXJQf2b3A6/HYvLWFGwpG
O7UtV5KO1ZV63osJkxbF9ono6dof05VpDM/ZJHHYYpmqo+wb21qYDPkpdqZzioiKzWO8ZskBlORJ
F3NYeaV51ZpAxOD8bkmhBtp0NpKEk9UbW9OOees2+6agFWaAEyoXM5SssQgKyjf9q2rUHst1RZjN
QH0VR5F6B7KMq9pc9Nb16h8y6za9VE9WdxEMQJdEPA7pt0/Ma7FY9V2bxy4RGNWrB5hRabiU8j4+
RfD0h1cVg4wkehSlDGltokGVO23xjLzidT2klE5Xo0ihTnaRte5yXpyOa5jc+xGxvrHU3sqbFfbC
eqW5Fpkk/sEQfVV2R9u9DKUm9VDY3160/CBeUJEkcNZxMvhPJDWjvUebvC4y8VDTyq/G8tFt2l+e
xK8TaK6Jp+tTmhlPRRV86LnfLJZxE6116+f8MJEErFUYkSalunTqY2FO9AF63bnZ87D8qPBZBVgp
Rd0dbKaDySIgKtXyYhbd0cLyhIlknwbzm5tMr7kvMO1YJ84JPDDUNbV5QsgIU8HirJqxmoH7y1qG
k+4U+UyHCPbY3v1ghHUgmm+TJBO8iHGwNllyUp65aZwBCp9HIgW7KBmDl6xb9oGRh7Q6L4ykcWOU
YVfyUsmW6jxWQoZdj9XQG/sfstTUuoOZbKZs2WUORhMzdsMm6z+7lC5gGszflK7tu1fx/s+1ZV5j
Jju8PEamsB2z8HGwnCo0YuGFnpXjfjd8DKuGoU5+1KT7WMw71VhEwk1s30XGXrA+ekZgiR8KbVTr
sWtJYi4tb9ykLif/Zsw6v+kl00QTGnPrkE8JA7dhYm461NK7iLiFZ3ky9Cq8Y0NxF9X5MJLKeNOy
jh4MQbM32mJF3E5vMVUflvbuRBncF20YVylVwA0vuSObWstta0xkDkxvXIlq2deSxq8eh430EyJ4
d7NUhvfkw/CCh8w0CHC6VOyWyG9z5i9bMeXdocjJNDU5gyvp+Egt9TEPoie/xbFc1801SetmXVXV
A3k42IfVV5q5m6LtydQ7jb0hNGmsM7JhlpdlD2kWd18Wjti9LOTdTUYAIqV0U7YNzpNRw07WRndm
8l0RPCioDHCCY8wMzh724FUbG3gtTOMIbv6FAEMS2vij1wWdlltVoa/F5yg6sKMYJjG5CGYRagLP
2nmQS8fWPlD/7Bqr5eXHkH82m4qB/iK5SNumaq2Vt9x6lR9Sv33sTGJLlH/3QTIzuC/MJVj1lmHl
tXHoL+KPXeVnvEA3f1DUmjwspO+IQ1E99pZB9wctfr1MVXKjjjfClGZ31/dctmhhUt+4ZbedW1us
LXcmn2R2H00rfk6t9WSTGZo7/1wrtWFKfdPc2ac8/VaOfMeNt58C/7tKs5Bw+J+WcGvaRZ/SD/ai
/C2D13iyXm2re24L58XVZXKM5uS34Xufbtt91GX37hvDU2rz2xuOuJVJW2zaxfts4nugJ93MQULJ
rPtDR97OZjqWpl8lTfwp8bBwygjD6zjaHrFuF4YLPjmSSny8FBLZsLy1phtvayOlap/xBsjmSoQf
BMzyKCA87O3io7EGmPjmWOOy7m+1r7yNy7Qy9IbuYriGexUdnu5S1luiceulNp86jg+nyI8Y749l
OvxK8NeTsMO1VaSeDlUR8NJDtdD9sY7je+Tlua6KK4aAayNyQqkUU83yNaZ4WTh4STRb0UoRPVX9
PVyPlT2fp80sTTRMPCJG+lQ047YnXYieMX9Oxrgfls44+zL+TilzLJIQhRofKnP8CnpP4RglVrlg
MiyW6qdc/C3CabNGc6ZorzZVK3+2WckHZOI1qJqASawfEwgO48z6SLP+IU2iPZnmlX0/SISnNoXM
io3v3JvVOCzEciycYNd2eDARLisL79s0MKsdfriiNFZJ6e8i7W9HSYTCmsI0xRqR2muXUhJUAZZJ
b963vQY1gUI02OINc9bd4ou8YXW02Q02iP6QDB6llP/ppDUBkO44pJyEhHEHG0mDYAGhuSFnNVxQ
nGNK1HmMrIe2Ta5uykpR23gF1jKua4OgonIzvCIJZes+Bid29usZFpDSh7GYO7rWrO/fqIgGoiji
N0L4qjcWsnmUfjLpUNPG2L2O80SIz260dUjsOb1O/r04MezEm1ZLI/WjP8UFWSAQ0o9ZNwI5MNtn
WzUZ/2DPP/tGHKeGQbsmuLyCElCth6z7pTx3E+ivTDv4ufuXJNXXEZ94XTk9b8xJXQnasHTSddr5
Rxx5U44gVSI0KU5eUCkzOVAO4DZmJKrqPaK2+aSi6sSPDTrB7J6rmSu48JBswOLharL1baz7zQiO
se5x4/OXbwQ1KK5KtG91Scx0m5devTN7WYXS5IRx+vtnjrFGTuqOxtgkRfIa3b3qDrLMMLnu2UXM
uY48GmuLFtnO5p9NIQ+I5xhQnY5dqs3kHL2ufmqHHDjErOeNn1bbiTnHruz1cbE5lHPt63sUP39R
bdOGjBXMlTUlOUs3c8lTNXCHlPo34/aNywDsIRvmrX9XKSrfoRPZTz1pkHHcWqUZb/HO5mqTam77
foy9Ky/5/E0KhD1yd/f39fsAm4YoD/ULZtAddA4gkEU/Xwe30z/mMp0/jcKMv/MKuXO4qtLYpyr+
zQAh3QHkwMmTE/6TeH5HXqbHgpBZjn9iLF5diz66jkjI4jSXg/s8wM4we42s7wGYtg+AKb/tFO0j
n41N6aaPuq62dsaexyimIQvUckmG5s2wzUNptNAkGDWPKnkCW8Gumsj9xrS2u9cotsceCvOcZCcD
cEWN+cNxu53VFi/S/m1jRiA1uekL+ymoxplYln3xh+lLTIpTVBGOafNT6pfFXizRU+aoixIWeRCk
qXnkv449t35x/1ySIn1qS/NS+gHxNyAvK0PZ6VsRvXeZPov+KSiflFftY+yzDCusG8KU58bonMWO
iI278n1lfSzdzM6NzK02o5mFjSquTqcvafSrsZ/TBTN/vqDJtfbPudm0ZNLQ5dD09FKSfsuuqWZa
z7Fk9IkRGlW0cVQ3UossPxE9jmCU9paFBOLb1tGvOf6wNYfaUs9jZNDAERU0TDg6Ve5hG6VCR6hf
yVw+pY27ynrvY9Yulj0v2HgtfkWrL32UFXXK3Jcu9kOXl1nPGTsgJlRxeipqxjUeak+KAtSZ2T4m
42FQ7ZG9QUYQziGm7YF3QCZ0nNlDJN9wM0AIwPA/GU5JKw0FwRgVuYP3zrh1qNJzvJINoTFOntnV
OwrwlddloeMvvI9Y3xDj5NTTzyR+LI0PKCebqerQSOLv+wPmkUA3K4XD3fzZF7yLsYcg18/XKX7W
vjx2vnvwEpPIDMSYcTcGbzn3j47Mx6GsP3IHoMA4RhvRFIeg55U89c81r4tofsm8KKzBUUx89pnu
LyNLdZR5f0EHgG9+a6v46IIEC/VPD2FiGLfTLP9kdDkGAmg+QItfsPTPpCH84ZjrfkuGoxo2uXhO
9B9RfgKGmQvo1MkXds9T0I4baxBrL3/v0h+oGmaZ7hpUaMwXIbrCtSvcbdfRNljW1QnIlo0FslrV
ncr4uyEgnlvlpcXTX8fmTg4Bv8GMwY7Vq1iIMe4EII7kKmoyuTWSN9/LtzS6fHJOfBTJRyLsQ1WU
B2N8KCxU5Nwb9m3p7FPcJsr1HtzqWdqfd6ewmJMNqeynsqCpbx1jN7DKmkhKfuvS/BTRt0G+sDeW
V+BWasNqQaVWxvDoLdOv0om/aouTUHfNQyEF4o0D68Q8L7z1VJUeCrkwnCiBy7SmIH1BSki9qfEK
42QVTa+WnW6b+FszT1DEEMVbNd2m3l0F5Ws9az5cYozeUj4sxmAeJxw8hn6CHkPWqQNXodl8lkso
CePZbGtEYWIt9s906Q9pM70U4qOYIH6P/tNIAhfu1cqDB2BFp9h9d+7himbMmLv4PwYXPMI8Feeq
y3apKk51f4uwkr9YJLpyw9irzCd2rukUA1Ihz2kWnYQNYkgbTGHnLQGRzZJP61wIDn657qsHhWGB
kBMH4dPkvFTDspJClBcv3cT9xwBNCsG3PxhDQv+N62LK1qN5ZM5jkSpJNo51KpvLYvLRIVAmx1we
unQ5GPGxokJOsk1OsZhuquq1WG6FV25d88PgGM/OTX2EObPPqCES/eKM2WViMZAJoj8i58HIrLFX
aR7DZVJhwS1zbw0do96ny1dk6zDI9GOB8ULpN7gx61gQSyq6CxpzDQWishcMdbSRkw02JH4QgdgU
FhYNe59g2WiJe7OjqADWj3+MUgl1LZVjCHXp4CuX6O0qiN44AlaRX21MdXKrk1tcPPO1M/Z1j1y0
tVNrVTd/dPVqdwy+NqngDGz8J1KlJ86iS5QiiTBMLkZvayw49UrjtQV10EMNImwPBtERGxKMc2Pv
ifWvJeazur22gvs23qlgerezx6UL54p8gY9onjXnqtpJomlIxL3Ni4UklS+2TrCEjrZ+WbBoEr8i
h1Y+BJQQDCsYgUh3RcjgZAg4VkBGGAQ6jNyLLFiBonib4ctsAIftc1owSqhNXgPZsnAS4uPrrGzF
biSmJddGRwXPhulvEpHmZFwk9Ih7CmZEF3GTQxQVFrlfnOPO3NGgFefGQrQthnO39PW+Mppbn0Sf
k1d/2AYNbg+Tx5EEecaiOuLXoCy08uYyB+07PvHFXEizdN3vukjPbbms7SFH7RnW6dAQ1SNOILel
ccNmtrqL5ME871rf4C3srZr5Fpn8yvOHUSk6YahMqk5/OI6JxLF3nMHY626nBYSZmantXfJ9yekv
1NK5mzIjh0CUsWzOs6Lgrwgsvs7Wq8qutohArvWrxWDlF/fnbBfbSJxLe3ywut+TbWDXbw9CfgZ9
+pShwor0IcKkJP124y8ztYzatijJeX1IigMUkST6KaZT5T6jcl/b0qb+7pe1cAWpDhMRqlP9M0GT
ZG309ntAArAI3gGenBvPvhuZM0pIggZK8iopDxl4GnO2v6r4F0mhHggP0UahAeJhot4qv7qiF9ho
UQ25LGc8jyY/ZGemZBPcfel2+a2K2vzdWyJvm8/igWerh2LTy82S7CSKREBiZCSwVPlMgbrhPV8q
qG7L1i7Ysl0mzcr00j9Rp1ZdAeBqjJdjqqtNn8d71eGUDDRVijSaMMu4kxUGshVyaGjM/n70jYDB
cs6EtzV+1UZwrRbmuAYO0CIP5Emm/fgyLs6nZ/KEV4F+slCHyP9+D706zFlkrOY87hl7ofgHyJO4
SpmJaP0YBBlGb9fw9t0yyKNHi+Iv/Vq5nzOj9lXgWBqpCIklHr3y4AfzpRtsBWwj9sIqikm8ykQ9
Gm70tAx0H4PLtkkR22uUSNZyRI3J89TBuistkCrWNgrshPL6NiXkm2ZAiqsytT+DZEmRUeOZllM7
N8IYNkbGGX47pC/eWmYavdEYBtxCwXLKsL/u5AQtolSD5W68Oc63PtJ76JTtnhDeW6y5Gmpy9MZp
34g47o3E/cR8t809h0G2I15jc6EFE9uumFa5WG7eqA5MiLex5A7skkMjzHMfmFc/Id+aGR4xXK2P
2cI+CkxBsIhaMywWw9wF3EkPvjefrDoe5aq4A9+q3C22ZuMTzRyzongTQ+NAvkEl2XWdA7DDFJk/
0CbZwuB9Er+k+dCIld8liJd5wvcNsznbTV6x6RobVILtehumOPYJuovedEwd0Gj7PGI9ukzdbRQ1
9a4zqyfXFtVTbTEgDebIvzWxUDu7yvoNaDLxw++aSz6REKDVxEjlT6QLGnqbsTF1WNZIFUti9s8K
1QVYi7IeiJ4krJ2cvX5vE7FhCq3LBdeESOdHRTAnWTmYGbf4lZM9a4uAR9nWcx41vwc5WPm1ioSN
2BDX9vtU+up7vIu8sbCmdTOhNBW5ar+X1ITEHy/Dn3uQgYPEHm5L3fobO29RV4Dln4LGAELH1+Fk
mDHJ+ovB/4JpjDOuGFDA+JDIFQ1JhiIpxEPr+a9jgETmNNE+w7yxTYbKfmfkzmC6bobbIBaQaabF
26MiQ2o2ZrF1lzT4iWOWOrfopw8QAX+SSjn9vvIm96y6yf5sY4beMX6HP02VQVCZFZW9SZIvgUgY
RD2YhGBRKG0euUCHR39PEJhkr4HoVEd7rkXPu1FDg1Ptn360mpsLIAu0CqHbzNY+pLQFrT82Roe6
bjIPoEgIyGGWv1rF7P4cq0DVa4uw3DcecjIpd/4U0VrcyQa9zSbN6jlM6Gh2TWKg+0bQzHyQm7Kl
Dy7m4k/rwN8Z+qghHq07BihQQNNp+eijqtya5PX+BBlIurBDLGIUOzY2p3FaZY/dEPsrA27m+m6w
5SIHdHejzCkMShYTqUm8W9UgbhAVxXtPX3NocJRdAIqoHTwecS3pH6hwwOat69knDkMYycIvoxxO
xSli/llEyuO5tupzlmHtdqdE7tiqloK2qzCMBy0DlShvvF1lXnI5G0wSoZ59NS7+cybaZht6uFtu
Zl0Fv4rWsHbZYvibsWndS+S75takPjiiUFNEcZbeutHQb/6oCcG2wnvowNVtvYLU+MoD4XpqWzu4
Qurxw7HpccJgll/ZgYGmo9WkaCe88VcxxW67A9VKzxIV5rq128o8th0gt1nE1pPVx+WK4syvN1HA
OJcGbA7r1KglrgtCRrHddxcsIQ4bXes5fhgQgDeDY40Puaf5/XppMJW2/Ik9r31ygbnFvWGTWeNR
ppXLRb/L4XORVm3MNxlFS7tVZar3TlnID4AuMQzL/I6z5RQznkSO7cf3jS8zKjUywxx9la0jViUR
opBYibVJsVNVf0HErkGMatIWeHL7zJdcltQ9sH3sQUfQk0KGmKBRmzxG2vDAezU1EQ6niOwHBB6C
nJ3XFNYVrsFgQFmISvqDxrojHoeNYUhSaJYl6jPaBvp35hIqd9xQsl8stOdMPvpNPO90NGVgmQDQ
1BOWodj3/L0k2vIUFTp9bOgvFFzAa0Yhieljir7Tpp2nVaRieSE5/6ChF+0SDJNW1ZrbAfjCbogW
VOJGiHU6NvHPKfedYza5b1NdqZvTV/pBiH7hdQ1PlF9L8FlH0R4RqT+pPLJ+3l+FWzeghxJNNf+Y
zJGLwD3xFOfC3c1tw9fqlLvIac2D49Tzizd4qC66tDaSkEAIhDJ4NFsxPKJUNQajdyC2K2mOgRcm
U9aCuALZ1IRFX/5ImCREcgLxWpTTKcrn/iinTvFExEaopSX/OCnEuwyMzrZumPryDDFUUQ63h0WZ
/5VNyXxBkPtVD0zMO9nsguVOv+1z5JgCGtHVrwPap4wAGM9h6RySNjf3nhbcwhM8RcLZSxfIAxwk
FH/pk9801VHRZz82lTNcGFo6W0vp+WLP3QxEt+AZy4gww2MmrBJV3kXIabjNIwHXslb5K1QWFKcm
EM6ATUEPV5spCYtYUjOi3hnzB93rdJvc1dheJE9z2dq3mWsLXtiFXMw4yd8XiX5NodE+ul4wnEfH
j95qYzZR3PKfFurCuiR7Hi5a1/u2JjcOUGRrjW0TRlSNPwJ3+HlHn22gdCGO1uBXX+VkJ+xUUzEh
IuX1yEmL3zf7lgjl2tXAoTJAGqs4rs0t5Q9zpIKphHQYVC4MSG++a2HLgtN2nySfdD7Z1055ZF7y
5QOhB32mnvSvKLLNtUNAqCOdOiChk/nUTbuMYNZg0d6fRrFpdIngaZgR0+ISDOZY+enGn4BvUTD0
HBoUIlUON20exkOJmgdQCvM04ssHYV3L4YXtYRoK6EHCuA7yT6vi0kUCY4Fdkh5b5endf6H0PfMe
4znpVRn9qWJLnmdkP4W3hrA8IHqVFaEZ1P7aNCfzyA2a7wMx+b/KPMCcyVDyhonD5hu1/q5YEo8p
jyWMqykA+rR1vo/6oUWBiUmIm9PIEEjbMa3z3Ec37jb68hS4L16nKH3qMTZSYkpoiRlJ3H1P/bHi
28q3oiDJpXDWzWA8wLBwjln+GHadIL+FLKhvIh9gqhm42K6+WaCtA8M4ZCLKsHwOw7J2/C57g4tR
4PlSqQgbK9bfU6nSm1MARK29kZYsT/BSR1Ogj/hfmegAjgXwHLjLaJ2lbBS4ozn61Wmfj672BvNG
dlt9zX29fOckHo/BYs75xo8NJgX2eJ/A6vgDB4Z7M3iTbwUCFFHmMa0xx7jJozFXmLBjqz9NAzL5
lPTWftFj997HSxzGgUs1bWPBJpGcXtCwaiAvgio60UA3kVygaxgIhj0mj5ch0st3kWcsDI+ikQjY
EpQrIYyUZs8314OJ82+pwSnPM5JFIFzcsUUCgaddFD7WcpLtTcfBHrpQuW44kg4eRJojAbAAK5Ku
YDI0FUiaeb7pGjtPm/pPEfPJrfbt7M6xU97apW09DcZQh4b2Ni0rgj9UpJuXrodooLKakauv+1cT
WFG20qnZItD1/okAIgbF6dH24p8o8JgRzLm9Fiqzdz15r5tme0YJTteHducNDdn8gmgfYNKNAd/2
EXYKB4OGqRs1fsmbtF8WvGyywr60zPK6VJiueGaMc2Jbzq825sNMbBFzfsaKMXuFjCcZDa2ieJlI
3meE+kfPXDD4eFm11kDvN0C5rTdeJr8GpooHxsLBykFagFBszNsq1dklmjOekQhyjb2a3GX69II5
eJTxpYgYfSSnwH2IyqQ8enHcfpUV4TcVnVW+7NCzodz0lABttGx9636aL8ZJxeiUDib9QJ9ccBGi
hZtqOVhqy5NTpX0IAdSlnYzu4dtF2nHLHCjy9xQowL/bxnnn5ADoFsNUZ1jiu78DZUSvQ1kl8HCz
gOk5I3q4261pUNhnXug3luOERUGowXQU6zdlsiutFuxf+moi/w1ruVjxg7SPvtPu2wh5vWknhsd1
uxwKH/E+jduwMZ1TvnTpenChcOTLOZLDq1HzJza8HsBph9Gd//xler9HbNh08M+w0T8ST/8R7v1P
//q//n8MBwiT7Rf/dTrg+TOt+r+d0r7v/kaC7W/XP2P6bzG2v77+H2EBwxN/d9HpnICUT+ARAcaO
/4+4wP2PpOewNJAMAR2M5RPQ+WdewPL/7lioYqRypGMxgiVU/M+8AH9Empg/5MxzfOeeMvgf5QX+
LS3gupLvbvkmaSTLZY/DX8u2/2V/AyL9bKUyphM2+uzikeJ9sgHLMynyY/GQaaY3iayh5dapFW9s
PHlsl2VKCh/In/HE4xq+J1sn63c9JOnW1BaZ4XnmZpc1ACzRW8y5J7FAOy7d0qAqaj5IAehfRJK8
JqwS5GvfdNo/BN6G8F8uy/8pK/fvCae/fjnm0ZZrE6bi4/Xvyyv+5ZcLvDqGOn4HSwH9/gxcYX2D
/jTOGdMZzh+DSAaGPwuIg2M/B7LENRrYS/oT2tbBkWDQ/m/nOf8tdHMb/7Qc4n/+Rh6/+xtwzq/P
nnH1fw7q/D+YmBP/beJ+9af4xM//r5G5+xf844Gxxd9JNxJyI91ok/y8Z+b/8bwI++8EbmwRQMu7
Bz7vWw//+bi47EIhIur64FhAdjK3+4/HxbX+LmCTS9+TuHBdx/ufPS6Sv//v8RrH5c7kuwjTJtIn
XX6Kf72nRsqsPI0E+ctI5A72wCLYWlpRpA2Lf3cWSCxh7BJCmgkhaciDW8S3cVIpwfRoKU6qSP1d
5VQfgCk91HAmY0vNnZbNxiFYSKuIBtFd8Iushs58rOJhxvhQF8++gaG3wOpz9+AeVX6HX2VEBjoT
GQcnHbpMNwApYR/HkW5+55WL/hFJYtkJcpodeV3I36Jsm7CL9BGgv6Bg3jz3aQOLo6ezKn2LIYnv
sgiCQMd+LJv3xuke4wh68cgiwTCKu1tVLK9uPsFCjhLzbPFkh8qAB0k5mWxMv99K1TQ7z24SNi1i
BS1HSsMmgP1LNB1dSoE+ZbD+RXiFrXt+9RIXOliXxXQRZtU9ZKOhdk58j6RbbX2s4so+EFwg8Qce
bO8FZQ04UMRhayr6EGgo+zzq0r2g5V9XJkAunQ+QlHMfPJF0KpAZU4TFrbUXYx0kAvphqzJQaJFa
mcu0vBSq9th+wgaZPKHAEoHEEGL/NW+GbOWmw3c/yH1PjuGpisej4/VqDUS0oxCyzhncVJI24mx7
1nzMygiPGv//ZBNPPv6KXP5RCH8QhX1Gs0ONpT0gsvND5c4XlOf21PsdhqK29Y5Lgzk0WoJP11hu
WJ6BUzo5SwOYVSAJ5eqW0GIjJMPEm9xpwRCGgs679UHbY34x/PrDMSkyiStyG9hFcJhVDWO6y1jJ
EGHCglpzsAu6vMgYRljkKWuo2Y9JkoAFIKpPT2lrfQSJYiMOCJqaHBZWSFD9MxXiYiQGdsYMt4UM
2g/LLBZs3aqAxa6YCSoXe0sRJUwCJSjJ3vvMGLvfrZGzZZxjVpw4BXs5cnCXmuvoNt15Qu5UlndO
YD3EVfnmGfTgzTvXAicFls2sBQnRVczsXYYiZYKqrtpVGTv70XHu9jf6Kqu1lj3OD3bouEhNlU4Z
ydZD6/JYQOrg8XS6114XroS0hjm2SIFaYyBof4xDvy4WRVE5zFiScfTx6SNGtZj+F4vhC1V0Nojd
yKKBpENUkVjc9l2VylsH5uw3J2WF50dk6y5myY1jDs3WMcFVMCeEsFQLoz9bYIqPnascWOoAIzY1
Qv6mvOu/4JBdM8e67lSZdXQ6nonOHtNLFtneY9F3yBFB4n1N+XwNyn6DP2hXp3YdVoUBcViKMTTd
jA0lUcHiG0a8P5wadaikEsReFGcPZdPAZBTufJyI5K2jkX5xsge9yxeWKsGTwVGzuL1+4OY++50Y
npc4FkT0DDw1QZfhuejuFo1+D/OCEE9gh1Y9R3jVDfwsSjJ/HofCPQ6RxXAcKKNdTNMuiZG7sMr0
CH8ZrbD/6XvKP42jMvd+mqdrMQPYIetHqGz2JQZSh7ZnsFpUaW8xHlPRoUCMGW+iRFB+TxouRur9
YNvM+9IlCeQPuQvyEtzg6G/gbiAhyuDJqy3oqZFvrOm9q1C7pb/FMscLNtPxOe0MJr4yCo5AisFe
wQN3r3UTodMlvC7Ag0QPNXwTn8aAi4KTJ/UMPN3Bd4Nho2zIdIxp/uG2nn1ZqOnBF3kXEz7cvmNe
wfcd3bMhI0xtRsmda+rKJf88DLcR89QZkwvrCsCerkeFiNYDoCCwpa6JdIsfdNkSfIlkIE++eqXh
PB9ZHdRsFJ7ZnW131hm7gL8zOW+YUOL624xlz4hzcHD0JYWzcTKbtME4+x0subq+Gw/GYltEHc54
OtSpZG+HdSuD8n2eh0OyLC8550Tc+kfdgEvH62kF48YZfI6w+Y7wWGeEuVEtcZ16HXyu7pfHeIz5
Bj92Cka75XuLa6HlQxykR9dlZjyCCC/rxyhjnNsLXLquhc8YCQA+Pg5Qux/Ithi3fnybnOTZ/csS
OT86aLC/gWoVKyhmpIH4BXUAq8BnheNE9AxzMiY5bI6D82VmzSGzfo2ZZC8BjgiXuITmOUuTRz+x
zVtQ1/aZLEV3T9/AKrPF0IezJksV6JrRpjcFL00sv+pSl2FvuvBR9bRzVTDyw04lWs8k8Nm47F8i
rBpjepjwyZrJN3eY3Aduxu4MVzUphlFIukJPpOV7yKkYxjTZ7QxgbJa37CkoMETFHT95p12kexrg
ueovIok8e2V1U7xnJVR6EfhP8xXAINaB/W/mzmQ5bqTNsk+ENnc4xm3MAyM4kyI3MFKi4Bgd8/T0
fSKt2qr+7upqq10vcqPMlKgIwP0b7j13HvXGH+vgqTJB/GV5mXwDXcddhWii2ztNkdx8hX5ymZTM
TmEZ1SQGCfmrQzUwdbP61v4cr+M29b6bjB1C24NHZ2dAzaAmpvJtZ7sHi8Ye47kYwyMbzflQA8t/
gXUaXmdfVPdtm3Ja6AzlQuh5hE9URc0zd/s1z6aHbFjAJAwZmj7EDdUF2nvIUmRZVjsfC89FERMM
J40h+oOJAZDSeEoOs9a8nHnTPzaMa7csdjcZUsrfy8J8h5OJKKBJ98Wdlm3ySQaBs8OJ8WzQA7Nl
676jMmaxXWLFIZxhxhW4yGPMjIiouBDqqOcV3wNUywsP1qchABQspE2cEJQOcayTnLlS4wZPuuj9
a46/cQ0l3zswnL9GAXTuyO6OMG4+Sre4yYkbXoge1noz38RNmXgZ00kcO2ieh54hEsigybwXhXHh
kEJgdjtdX6xxUFidkyU6Lv0Y3E1aEG9WcaXhN7WgLuMq5gnC/F92y11sCiJIFoZKvVfB+7+FPgD9
Rb3fw0R0wph3D0Bjiini0DGQfPduMWbubf0DWwahbzJE5qNkobxzEJieIoB7qDBbTDCtRg8GXTc+
9KGbb20VPGadr9mrFtkeBaPeUnYhoMjLZN/LsXgrpI2jteP2GkbcM8nQRHj6SCoKm5yElRMlXnNp
Y7Yi8D77zei4F6uDeLB0+hXf+sa33efaFJ/MSJ/zTKwSgSKuQyfVxttJe9FDLCOsRZA8V4w8UAyh
wtxqMb8A3XPfe2a9xZzM+zA36e+AWTAuUAi1bamHB9MG995sWGVkLhuvIum+0yUar0srrXE9skXc
ulVQoqiPH7pmyN59pvivim3qvVchXwmkQuheIfwhKNK85HyKd2EMXyhxBTNFguk2PSlUiJxHO1uT
uER5iYawG6LpTxYFOEEAKoLUk6tOs6pOo+J3DMKys9HwumG18wkyaUIbywqKPG9EUOHhWeAhdavq
CX7o0clmfEbx0euVphpwtq0XrDEmnew0+JVM0/voVghMBZJheMQspPZYHxRvJjJmAuaYvGJwnLUZ
DgWgphRF8IyRFcln/zj2yF4izDZuEp7kLJC7j9FmZMy0X5YeWr/HHA0W8Wht6/I3OpgNC24y2mYW
yUo3n4UVfPYmQuqBrWAIiEwLir8BUEOGuBrfPYrIMbgivR/XCMov5TDtFcEBHiIlTbTbUprnlPWb
hDqAbU3ihrKf4jEufoYx9zYGxe6p7nv3rspg4TOpTs8tLrFrO7KXzwNnkyZouVnQUzTFPkWSr9HU
xx5YSIFLIRYfVsv9OxUsjRzH5tvirONHSvIDBI/3MsFw2EpOsYVVChcyNg9p9qzcCBdxZ8wsmAFu
tuIKXZcomarqNt5k6Zxf/C5Qh6FK5EOFMeEAXZf1x6J3PRpCi30zMQjyQ7Kk/4Tpf40nWB+sTOw9
A8WM56gEWCZV/FSwJf4a5ybfLVmKsU/0P0qjvCknsIWtjgkaaHq8d5E/3s9ZOG/DlHjGcHHVfVE4
VxX0jxNDQ/RZqfzyk7zaUUDpH7IEWEZNIv0ul/Y6lQPnl8+rMwzv4HnK1xAqAQZ47DZ6D5LhJg9D
THXjrCKnX/uENl/Z9v/xSlltlSKsoVy4SZVgs1Nm7Gsb1/vRkuHwfINoi8rdjbXyL7PJg4qlfX3z
kkfqlJQGrH/rA/We7Uuo4tfWbs5JRAhL0rffacpWDBkSOsZqZhErs4vdpfFXiIsCljjy+IUUPRzi
kQyw18xe8RUIAVMOhDTa/2WbqWTcUnra6yHLNa4Rfzf6hWex0AyAcTfOARDExfOX8RmZ5qMXsKnx
y/rRuPqZ3JtfgGcu3s0nEMXJN9P1mvFysoXlcLBSc+J6gzpHSsWp4Qa+IBKujhxHyVkr3OpB23kb
UQgPkkN+R2yPewjrG6JyQA/Ghku9R80EQNMx3ldZq+6juaVvdjjqlLVJByyQFKxbg11TV+5bUXQ2
eV8ds2J1yF2yEPsmPDTcP/vc5aUeQ5QSfWDOzhi/DjUahSmYH+08+fZAqG9FEWR7NLpfg2Em3rs/
gZt9dSNa4YoEC7Qpt2w/lzK6rTiKEPCAQcfoItG73wkv8zCH5A8Aa+6jSPgru1MHaX0NOC0Ka9i5
o+MdErs6TYWFRNXLv7ppAFhtp/kxcFBzFrdUlZg52IqtS3YA0a5eXJ8HWLpNsPMUZnQCd3FC14iS
KinWnrJ/90lzVBihz7YQ6dVZ8mkb+lmPNasPztAonsOMtsaN2nBlfOZ6YxQegiHwgPmWOa3OjcST
Ss5WIhyUVby6skQt4MAzntky8fc5kV711jvgbRtrwOADrxdAKU3deYk9Witq/HKD3gp9J68nw7km
xbQpCorl4obQlTlqG9lSfhFjRMxhy4bcL0HduvWmaQd/1flF99j1c41oaVkQjA8aKW1yE4bn0oVl
UNj6IalYWtQyMayKKDk60P93hmv+J0QYc5g7AbFBJPNd4XqvyNeqAxjC4jsysnlhQWgDlk3Kn6ZQ
KP+dudz5k5NtZjvCL6RYkYSs1zbKVhFnjsqIJyuzXzWbgg9stf2X7QdkJiTuT2r34ojwsWMc5Nc7
K4UtAgoqRisdWKtBC3NoHVAe/sStY0ZdnUQwm12Uq2y7FMvynenK2teWBzxirogHiAjgeuKrYZ2X
Q8qOI9LqxOxNw7qH47QS5eA/O31ar1IP2gOyBPXUKULPNo01FYcOzj07UPjblI0N3hO3f1BDXT3Q
jQd3psSIKTCGnydLo1ydQa5kQd+v55SFTz21FCDGLEDEq3hbAh7Y5b6XHIPEEi8YgpJLlNsYty0/
u5AcupkLiTgxInknjWI4CY1VEIwx8DV0UzgfHWHEcRYuoIt6n/Q8LfHQDbsg9shzn0aO1nLC3tyX
NrJKnwub1ERn2/lpykdItB0+AyTXjl8TH2S7cP6l0Acf+etTr5dfShSXeOwJEc2rYKtMxpMZ+/DF
TSf/1DD7SYBLuf49F9kbyEeAEmsztfnzlE/fVWaBZMFc95y36uZwhzu3CePoA+AC/nmcteMGVId1
6+kRFmir2BalmZkRtoxgEGD419kxCl9p/GEnATKOxAePQYNzCS2fDC2W8jflSmp/RFguD7HXDZxQ
FZ+bk8CMAEifROI7cmezsvl4SDomEWZ2luSrq3KSmOcPC1gBu0sigVDxbGp8iCQhzScLUfJGtL6i
FB0Aq+saneRcBDcRZIrUJbMUy7hJ4g9qLDJG6zGPw9V4c0xHMIY2spXxZpqZXHSDuGWJ9vm76qU+
lEmB+CSVy7nh4T5HnU7us9iZnhJwNO9BLu6busK421YRB3O9TLdzWjCSjMsEfE0FO540ibtRLANP
4TJfXT9z6elK/WhMXZzEgvGGGBsFmQBmGOVZ6vBCdD9MaSK80NNygltkQyuzGrYa49lLlbUX+Fru
Z8AEbI2Jbwl2SmU4BKYpeqlK89dQpgGWpk5YpyOE6CaEcNQsdoq9Cm8nQ0X0i6KFgi9pfP+ZTuPM
UPXatmJ2mW1UYVEkQ9Fl0S1Gk0DcuTnQki4YgRyFu6gBes5kcJ1iUqyFT72dgceoQ8WO2Kqm5xxM
5l07RYR5WVF8hKeCQZs+5MPD9p13ajmQWd2cixE5CaXvgyfkNdN+/lK5Lf1SlTA+qUZQpmRgByxX
CXH1anW2nYjrc2rJxexmjDZ5Mt8b6KEhTai9tyuSkVM7ZvjJ6rG3FiKA2GnuXESCG1kMX8L2/8Di
/Mh1QoVbilUBAEjmyjpUocfbNIGvIZ6PuUQbYSxIiUla52TQoP3Un5PtkoIDAIHQxOVEjttmcCWU
RMK85aMzmRtJYdkhegf+VIfhXklc9a2sH8PklkjZ3WMnuoiluh9DKmE4s9h9OkoiRi3sXAkN9ap+
6xX9G480vaN2H4vB6lZRKH7RmBFcQRHuI3qSFMomSMxfZhibNrSeS3Zb1K11/CfCm5EEubcrtYMd
Fzf0auQIf5ciPHWD8yRcZP/ogf9i/g63zNzLN/TFPprAEr/Ngly3VtO3LNNoF43ZE0Ldm3YlGt9x
EGXXzq5Fvk5z9IEDMgFP6o+KccpYOU9WUGKsPBkLAZbFBxnmIWIrs2M2sma7a5NX5LF/1u2ZnV1D
W18NV6+ThJkKvzipplkvgXuH8wzRXtpDwOvn53mR3XaO519O42K/EOVf2bQoFkS0J46Q1GdC/rQ1
BvuRcfQhIZX1PFWltR0qgLL+3F9mGL0H1WvOFExO5yz0P3xvjP7YTDlHzP1ofOqX2MvRiSS5kuex
aL9pzSXKXeYEbeZzl8wJpAuXiFTqX9BVQ+I8sNLmXzdJorHuWm4537W9yBqGtykS1h66/Ur5XXIv
koUjp5mlai/dLMyuRbzVo23IiHoesh5hwlwNuvhGQZFhXSxSg10PnIW9nlUckDM7L/5tID0gl0bN
soAocy26gjEiLm4h6vqP14XO1aQkCJyiAEr7Fl1v8CEH1VZQaaT5jZQ7DDa13STfXVpOJ7uNx/Vg
ST0zvLbp6bOye0OxTYzUMn2SPkZGkgjfBSokZLOccKfAUk+uWVbUSfqOI4NZm3CcO0Fr8lz6dbx2
JiX2mZUJ3tUuJM6gLZ7HMtPnpYCuTjCBq0kUi8RmiIaeBBuH7U2ZpXLXI+qE7UCbRwaTPouqS7FF
pd4xVJLsnxRVKxbnxx6Vg+s7n5V2cyYqYANFiJ4d4Nfs/+lAjqwmaZiFzT99khbvPSPle/IKyWy3
KMZVX/q7CsXQypvxkoUzXuVoQRW/NJxnoa6C9QwLZo9g9hOxzWMnh/S4VIWB3j/GT6g3sTbT2KB0
Z8BZLtlrFKUUI0SokJHk720qME7XMd0vbrvNfPxNmZOfhoxOT8aglep0gAAPhUZG+J4nmz1HXjDh
Trso2Lgp/IvaY+amH+Ukwt8gpKevdrbwBi7cf6t0cYfVvICs80peOXvsFpgTZdQ/Fv38ULgpx4a6
FSuZd527Ztw6ZuQtHk0+UsvZe5Us+kggwSv9zSsPqb1uEDAbJT40rhq81i99sBwbgjdKPaq/DL1q
vjIX56WoeYN0meXb3ip4LCK3eQnmCeaVEH/iEYtHPgA5WI0qPRgn4W8VISub/OqKWPnHWbiNMYep
+4YVj+Ph0R9RVTG/X5CSEkg1rXtwzp9M3UvyRko8HDC+NoZqZNXapLd6PS5UMBDuocfRZbx2WgOQ
J/U0wXBrdceojdgVhTTNHPdYmQZUdtWknW2x+OneGpcE85IJvIeuGPt1ERX9zhti2EQVCdHB1GQ7
8mK8X6FlPM4YEf3ts9ziEi+sXwJUG/cJ1/ktQC4pn7K6z3+xdis3CwUtLXJ5aafk71I1axZ2v3HV
uVsVlMkHznaUTFG/r0z5J+Dp5loHBmatlhr4iZ2wPclKog4jQx/dLXW4p/V/CSXTf6eh9DFJ8Ifr
Lyc4DD2fXLCoR+UlVe6MafOWSina5tlBQXi5fYOdj7nLbZSDsit/AtWY8LQtDhIGxpJjHiFGtXLQ
e+zgoR8t90ValXtQ/e3GH/CfLbALWy8lp7HIfiOKfPWm8jRqsl+t7BArl3G2BnhO0EuORLh5C9gO
bTM+bErmtN6pMGI3W1sPvoOcmxfCKe7tqRhotZMD1AWSKhw1A+kKxs92FP6zVJ14G9PUW8Vd7W9s
GoQnciZCihHo1YzO0y2SRX3HqlE/1TPAd8mK6hE+JD6nzpBCNoSHGhId+T+xxAYsCB2CT5C/tBSK
mwIU0WYqQusYdGRHQCFrdzx3PYksKQFrge3Mu8IvKgI9bbURowf6xqu7DYXtb25Le1+j60XXzTLz
5lklBMNE+65OnlVgeWdVuDvLa7K7SmNwHStNPZu3b/Fym77dIpO9+seW3ZGgPu76IgFFooMLuAm1
gRGyvhlxbdS7JmpAQdlfveepbTMFsJ5iebVjYX6Xbu+ubprjNVKsnEh6esGuEoY4x7C8korrnqP5
H+EUNJsifor4wU9xG67n7LbDavEGbYjFIZR6KZ1zmDeQCAuYS1X63mHAZJnlc3+p7mImyznVXj0e
8JaiwOvKF9pC/JWj/WJBe1pVrnkoZYsXHnE3eSOtC8/NYKCd2VZp7BxOg3tXqYjZLsm9tEgllAc7
okeypt9ebycAGMouevQMptXKKgVRx+Yj86w/Vh8X/NWwVJgevxfJyeHFLpv6H1ekw464ni5OzR4X
yM5b1/c/3dghuS3p0duclsCYX0E8zVz7TGJJhG4f9DKtp0afwmjcdoRPD63Um4KR8drU9kuti3XZ
peeanA00zum4PMZL6l259M12sRvy+ASgsWzEqyGTVULCJrBHEAldEeM366ON7/GUZR37iMZiym2p
9tgNOb1Z/xgOXnZKWnOXDCANai+5JHgG2IoWGSgMxNq7cSQZpvCd14FlCU5yK72PaqLaMZUwurWy
hqloqYJTNzFTDmmPpmT+KFhZxLyhRz6he9Tccu1DLaApUevELkKsk6z+HJY0h7GNyAjSaf9nTvEB
tlPcPWXhUlGzIp7bpmZiYgr0nZxNAwKMKOhphSn902UgeJYtUfJF5+1a5L8TjwyDbeLUE6qPgOC/
Z0RSmLuHifyfzniQxsobgaFPr3UiSXpDAr7Gx5QyAgf8JGpmvx1eg0NVyIca5uC5n7mvNHC2TZjk
N910KwIQlE73jezaOYSp9zHejrosgj6Dj5qFhce+sShh0zsmx9gn7fgc+c1JLiWxe5oBZRZ8tAgX
+ak0NytyTrxMPeQbTlmwA+oyLjnnvz7EuvnTIvxucWp0U71Pu/zJR0KdDWcGbKTdzS+q5hVPWPdK
VFtR9UvyBSULIiripNwgB5gkf+UV8+SgfrZws67Iu6R4IQfSZfrbeQuT93Q32kxXa3vfobz2Bnnt
pmAklA2blB2OwCSb04gzagnw7mMiOGatx0BtICF+2BSEwaS8R2WdbStcGdMobq8/y+Bcb8sug+pf
kCtacI+1Faf00oPQK+xjBXArseS3n8q1zZuSBiwHb6mLTctLia2txlsELwfCQVfvCYGnrRzWZQC+
aGkYL1gnDYCe/XPBbJ8FYZTvSUxcjgsp4fd20Xc8MwWmTuNPwGCtDtdwDgODQenDQLO8z7J8uuoO
X/1Y9YfUZTvEWInPUIjXZbT22kzlQ2wlpE2QcgvlLtAwb2uzqcJWQXqAfGd3PaaBiFlUxljxIkf7
0/cThCFGZkfeDSe7S+KifkDq76w7TNYESPRU/obbDOPq9+S51p6j8X4pUWhbLEW5t51XvPYcXonO
yXP3EQmQU7Smkwn3uoG017ITrGqdY4Kulo3fip+gdOb7xK/wdkxk0UAxmzcO3BxG1r73vhQ9L3DO
Xo9ZOnjQvWeQp6c+Lbj6ULQoYOr2oQ3Jif6iDBhAqLHa9DW8DwbP64xjcesaSdBOvXE8j48jSP7Q
t2yb2oAJn0PihdsTVpR6G2Q3SV/S42NrI+B/ngIdrJiL/QpneVSJzWZ63KSmvyl4q3CTD7SOTfZg
8P+hbPiZ63Cn4eiMg6c5apMF2rm6+BAYA0TFJOHqZ1Qo7t6uQVNRUw8XMhexijPZx+7vS0s+tnR1
dDfBUwa7wHJwXOUTU1nycddYiHr2eZSsTRI+8E1Y9xWNwoeSLY12FzXBnuhxFDdOm9jXkXnPbQvD
Ur7f+Ci+qr+Kto4VYjEFh2EQ7dqaZ+eYpYjNXc3kfwpB4bAAfmUTfm5jlvi25FpL1c3HmwfxXWjl
z+EYFec+cmt8j7A+Gc7Qm0WJRRWDc17l55gO36TRWqTew4395yf102IlbwAp9lMb74PGe0gc/8lO
CgUoUVsAcNCzxzJ8ju2adVU3eFuZYndKSPU4l06Nzknwfa0mV4u/4LNTbIOW37xLgkW3Qmo8iq4K
0tdScpftB63jdMciug+vRcDUe6nVFScECrHYfzRtvI4wixVVz0BGcuuF8HdApcHiRJ3uQSvSrmAI
7ddGO3DBQpzBA2/kZrHrxXsJm7ncGI3BtBli8TqhJE839PluuOEP53V2TRQ8uXnGm44Mded2i3nM
goIsPjr0XRmq2wwLHNR6kDL+0ZDIcN0FJJotG9ORUkpTCtazdoijvQ02ITkEazNTEFnOcHVbP1+3
Qt77BkM6KpxqVVqwWcLoGW/d7YhVBIuQWXz0ddxcNGpHvLoYcCe8FGjjNISB7h35GC2B6pejaYr4
cYY/RdwMEyQYAIi7fgTIj2Uk+daBE7tV8O2BuSpso+GAL91LrbXdVgKpuftCMOuD4BiaOrBEPHDI
25tTlZurmDDXZOb1Nv/ctb40yF5luFYjXk2h2A5gimPHZZLwdZ6mBpCZdW0ym0PBY8QA06Zlgd48
ITNjnblsJ8btRMXGOyde7oMsXi/ebTU8LMS5SvUkLSxMNnJ+V+QvIKmrvXANjJFoYUsMMtPH3ozb
iwCZFS17wx3OwKyoW+tatZ3eWzrsLRwqsCi0mb8La4Ig488hJuo+XisyHmkS67vBp14l0Rx0IbmP
N5myeaKe9M5+L3pun9K6w5Pp7nP7n1cK2G7l1DZotjRe9+EELYnurRNMmoNp2pJlWq97jep5sJnU
V1bMDnxwQl4pEkpz2ZNMrBL8ZOCLdnMCxij063NVGWvfZKaDGFf4q0TlxUfca3vtQ4m6KxMqvroa
f1WeGg+pI6DZRuQPihjyQr80y55tXXDFwPMzsEyAzhWPW2xvyYM1tPbK5XyG3yG2bRj9Lsqemk7H
mMTb9mAN4bgrhlvl6lCVMaCJ7kIxfrJ4bQ9oOrk+fdK3LTWEm7IUMchJj9n8MmKMZB67SeFSEY/J
viUyjrgipiPq3a6IFqVqIXu7f01U4m4WPQM8mAPDdVrWEZQRp9m6KecDwAix8/whe6HSn9Yzo2Ns
Fyp8aHTSPNbkl3GxUwrRfTjfcSPGsyvs5YKdKl7WHp6KbRhE7tHxKkqjsMeyK/ue1X+RPqrctc9k
146XCpWmWk3oW+D3zH63CTx8FUy+5scCh82fsXAr+uc0Cl7cwX6gjFyCTdkNQHWnpGNJil3Jqn7N
ugEskCFsyzcYd8XGYinMuoIdKKFP2YR30IVIjOH0r6lsXX9WEZbYdY4o+K891C6HGlKulQ5nNHyV
66Dk1XqS51a1hvqoai+khA3Jrptvqo+chzQAtKvih8w2y2Nll4xlCBigGDM4hPQ6rnV1gwpgsaXc
SChkkqUQ4GhTD+1qU28rVfk73udm04fL78qdO9jEmri4wkezQUBl/uTotD1gdQe6EDzYJfRen34l
6Zfwsfdku0H4Ks6kJrv11klKDGmZM8qQbhI9iMV8bxNm0zlS9ktlwvxej5RD85DdjU5YPcoB9jgU
jS9TO/ewT9QqxYG5LgK7JkgWNhZ+RN5XA1nXjhmbaYffmcy0D3xc8gITEyCSMasokA/EYc2HwZit
Kv37MmD07g+/NDUt9JitwgHTdsNZ8O0kaf1lwvg9bVhha91umATcRV54nPp8K2zmetSGW9zYXreS
g5Xtem5HvGaeik913A9rf3ITmpzZOi/YozZpp509VVAAY2lU5zh1+TNR8N52RsOn3c5EQosINPDo
76SG9QZDO9+G7ABPEGbdpxpOCbU5WZdfrZ/26BqqaHhbUsu/jGWUfnVZSn80Y8zaNCqCYajA33YU
txrJSBPdybzqflGAPaqghpSKDgRoQtwO+4zOZZUWhKOtaBp+vCLJtgy4n4xybjTk+V7b4se4OLoq
6yhSwD2pgX07XetqIOmtQcXn3FmmeY5K9xseJld06dA3NqECXRpE1m5KrerVs9kNr9BwX7M0gVJV
Zw1S3SIlLcjdVsPEpY3I3rM3fTDlwVfe+CwGVHfLF1tKzPlWU3xMHZUd+Y6Y8Rog8zR5+VGNpbu1
bfy9ppT3/dj0I2AQ7d55I6PnFc19/KHBlYBMNN5bhpNrlU1lfmRigrUZ7uMm4k70x+6+0MJ+LbKc
wl4niH1qTF6ApOEQDTLaKcuyPxizPgl2QSc/5/WgQbD+FL1roXxOTPhaEBu9ycxcnOwqSA+TS1pZ
VKjll05sxh7sjH9QUJiLU8zpS4JclrWEZR1Lu+bzqOTX4Nq/q5DqN8CUfw+B7KPPe+dCuzK/46OJ
Dkiom0eQeu2+RcXy7dEjHPuqru+FqJwH1PX22YYpetfy4d5zKrO7IGCeCTbfZNaU49FPs+wbnxmK
YJQZ4SQhfPVM+dTc9HelvehrYc2knBfNhsTkdNs0MoTzE4r3dPK/Uz1052Fk3uzlqLrhxslr6s4h
gDLnsejibDxkda4+47KdNsTs6mfeV6LgC1zDiSeOqKPvsmL8CwL4uBCZfp5ByqEqGdL5kPcVrj3X
mX7GEgVYks8lQyZys6O+2bj9/Mfyh27bJpV5DPsKSX/W4UhbZP7oDzOzRRGAHjE5qB9i4Lzn1PAb
Y+CH/ysMFHM/e0eq6X52TpYB9IZs1nZB/8fngAMqjgCZVprXiyE/Q6p2kdU+8W37Wo0UrlKl3ya2
WCSMDvwU3f60RHB3eIizArZn7z/TgdnQtmJcmimfTpJUn+nAinG0El6bAJJmVcyvxlILYsfEXYeu
e7Qt4vCYBzlnReeDtIB3f06XDyi0QOLEHLYoFstnX+JUBCfjzcQ+e5+6D8O74rbmCKayBKMOmHeJ
MQ0sA19qmSE98f2Y8zsZfoynZoJVijdGpwyBl1LYOyZ7SLF6UAp7FXXJplTWshtbgeq+0Ll/6IzL
+GVSLfmnLG0PahhcFurY5Ud/8T/oPdgYd95Rqv7c1TY6qyoiktUTbnSW4B72fmdBi6WRZfoho+Nc
OOm6l4DZ6jCFB+UHV4KQwNlomM/Z6O/bMgCMIRjruFkGHC/VwUO0dETZdqCMeCMWVlBL9GLnlBxl
EGKU18gqKRfyw7IQYDD6iK4FBdcXGkCUkDazXp+pOnWfnMmL0tbWbTS3YCzfh8iLwX+FqHlHpoyc
21DumZlQGHmNeC5Y3q9jKw7Xree1T3kbnkjjMGvsoBfj69/JgmWSZWR6xzIUlhtu8G2KWgK/dUm/
Q6yBd8DMvGwrZBFrwogJWRzfyGf4nnoANu1Y98fWDadDZ+GRnxZX7kwLR0AG89ukrXsU2AykMcX2
iY1134iPIVy4tqgNyP+7iYfr8Ej84bXMnecwlC16prYkVaaAyYwJiNm6SwitivdlGYntUJsnm2v6
cWyzdl8Amt9KDS1QWR7BGwFSKFhn+fhql9UjagMiZ5kgopq9bWBnprEincMbkeLKCmE71uBz638e
jrJ0nxSqDXze87I1mkrNtplAwdxmP94FwQ2V2I4bgV8fftHOTRoCnnsFkE2K7oiGMzlQa3PseEvw
hhMLtnRVM84zVn2ogR+vQy+D/hnhidWW5R7cJnXvdMczGcTYC1Dcdv9Q2FT5G/2Mf0gy5yMm02M9
mOwirERc+96S8PaciM8FGnXB3bMLBRYL41LRIAuhLe96zhskuJOqs01MSCRPKT2uBwJbp7J6GO1a
3bcBSnsVw2cEQDX1b8jGx0MzVNMdpVfDRs36vQz6NhuSChxndV+1NbXOnBbMlW61VlxMoBnUeAdN
cb7+4zL8b7lk/8tIu38x9f1fk7T+P7TxBf9liOPuqzE//1mK4+1/+1/u1/9BDR5gk0MgFgaBj6/2
38yv/v9gZuIhfSAa7+aiw+b3b2Y+bLEqVLbHLxKsyD773wPwPMm/cgR5db7EqhqQ7Pvf8L7Kf7Xy
IVmSjouLL8Q1SATfLU7vX6x8gFg0ptNb6oCftIx0Qnl0mvgFATMl48D0Pmwg3do98mUaP+ZBQZpc
GQDapyTNyp1E24P4VhMYy4B2SfQ1YBdzJwjqeJyk//DPY/YvXuz/mPOr/rOfls8FI+stY8z+x5j4
H8ysY1BFqUG1g6FLtm9RmUuObNMEL5UyTPSMU3mMJ8OjbVf0eaPT108YBQtEzIw+j12StPh7pCp2
yHCCA/sqdQM5kSEZhj0dr4tFLGSFbv1kU9pdBQyaa1ozAgDgCy/QdtLlEVOAtekhgT5XAWKKNfBN
LlPE0py7lh39adnCo8+bwp8uiqYnTWOO4tqzsgdpR8xE89vwsGyi/BMrj0lW//UnJG/Wy39PPrt9
n/xjeyKgvnUdx+M5/I/WzA5CouMWwPtjsloYLLV3OBvgy0kmh5jVBP1ZlcC/NuBIjklsF2LVNnp8
qirfFGvkR6gq+A+YeM5abkuvsh8TZvPwZl232MyOqv8fPzHP6//xE2NJ5Yd1lWA+7/9vP7GAdB20
nivBGsXWc1dG+VFQ5P9miUgmecNo7SRYrL4mbuzCglYRPpIe2mtkOrWu9czhl+bNhU4kBmcb177F
flnMbwIx61tEbUt1FmUjKWlRq5+Gqp0eJ5wHYOkW0Gaot2aw0n4Y/U/uzmQ5bmTbsv9Sc1yDw9EO
qgaB6CPYt9IExkZC3/f4+lqQst4jQ0zSVKOysnstLS0lEgiEu8P9nL3XNvixIfo+RTEwnQTl4KrR
2CVgeOhFtWDABK8tJBY8T52OgE7tSUmBnQxMnZyb4mrqSQzylKItXQsv6LDsreDWQnfx2EoBodMM
0uuGyvFTq/IxKOKRpDA5lMPpTAb0o1A40l9vq+0o7Pq1TgplgXMv4OZxT4x06EznTBoWQAXHKi7y
dJzpIY0Irz4fQPNCdTqA8PRKU+V/80Q78fYqtG0rT+Wl1csyhOLohWzkIh6JpLEcuoNfQaHtNYBs
pNrbKwQLcxJCq19HPdUJlwBlRGF0vfSquwytyAK5gWPndhak0Ca2ZXnh25pTU7BuAmyKvR+dOfQ5
elRwXkUShCjGs9bLtwVuz35Rzd58mBFeR2GQChdChePo1TElZg4k/BDNBrccOZ8GQUzWLjv2+6TL
aahitiRxp/aDs6yCHYPeL6bDSw/Vxm6GmlOqERXzuvNR2w6UTeZmpjIerTJeiEJHam97I2dzDFYr
qVKtiWstPSi83GFH8+5ea4lWnE8K0umm64N93vcDzaGhSVBOJ3p5DFL+gtuaobwMNfMC0fKwzGgB
BtuSvKC2VLEbocNXi5GkKwquD+YI93FtzprvCrFBwrlFOai5T3ihMLDNDFb0zSyT4ainMrnWJly6
v635/7q8frB28CIgY9hAns4Bd56pb1ZXcPYxkjoE3jSTaWyOlXqMSXw/pxGq0hWSJuFrSf2cg845
+3zUzUmSf4w6eE1YVNj04ivnJfn20qkPmj3t6WPUWpGvDNSA35CmWweQbgd2PsmOTVK5QWGeMvHw
AThKsdTCNjhTnFJfAQjqF5wdst/JoP/6QLQPJoOJa8phHvDJpTHf9psnIgYdHksykoXXo1YJdKvb
REVdgZKySJ+hNbyWBSxfUVQVilpCHS3FT+78nNBsKu/UoWWnbtrK46jiS3WvhJYJpROVI8VlkBFJ
Bp7cIdq0rI3hi3V1JmecPlJq+Wws2Cs4qpxRAW/vHedgWsWBA51P0aMjESowkT2hjdnWi8VN5rGN
dSNqSo9qkip47zmox0XxM0gjVCCxEQCGsfrZLptQcOSfaape6LEoo7U5oGgGuUPQslpS96LcFSz7
njfMwsv6clUJQYs/xNEhM0IYPB2QucFzfEgMC9Oy04tVnwuP6VKoxSGvxvFVU7sKAO4w9Ye6Ui4i
r7+YTOJRXNW0wlvOeZwk1dipLlLm9bcexHnkhlExnMHj50WftgOHV92jnUGJH280Ixcljs5iBcLX
FwfFHCdlofTwSx0dvA7nhCJc13aEpjRmpdJlPT5qjR3cJF4kHtNQaPS9taDrXMWc5LUes6m3KmPY
JdNoHtWG+D8zbZ6sMcFmPdbm0vv13uhw/k1fTMuP3ukWU8wEt0Bst2adxF23kZ7FxCELehIh508y
b7ZJlrXLKku6Vd1YtUtoS+QS6Wceymgq12i7gXCRO4xSvM3XSao+IQGPiN6iUYRrgBo13o1FUYzN
8vOJLOd7Odl/WLR7DBDGECyMX6PyzYzBtT+inpyjY7o0fihLaR8UChbS18U6i0xzzWiSNEpyAbnI
9NEDl9/KLkaqaqOH02BjMt50SYQYpN3MFNqO0xFWCIFAFk3aGgSsfleOHJJqyyGObxLVdRFExDBj
Zv0Wd3l03qS0NFOrTbeVUipffRl/rFS6YfJi1ATXhrShyffTSglDz07Lng8oYvKcoCrT1Z36B21o
HNDIsbUSeUk4mb4EwdA5cCVNs+PmW7hofmu+qrzWvprr4o91iptyKPizRqkazJyTXXxhpx49PPiF
goLnpU5q5wrHQusKq8NPQYEiRK7HgfjRVHlTCn0/tL3zO/z8XxfL+RrvvnndAFIDrER1BMvNnAn8
dr0JgTEPpe6oblH0L0aIF6dzOrFONX/6YlmWH3xcSDaSU4DGkYqDy/tLDfUYkUmRkNPlD8llB+7w
ng/G/ttCx6e1nvI9nNhxw1I3istay0jXsaR/L0wTMZQ3zGByw1AOmqRfsEB3LJ7jvN06VAIxdCc6
pqFpxEY5pQmxVLk0M9yTMo42pLvWZ5rJjqiStU5rf3SoYZEV9pQlFiIIoYYUZH1nsFe6jC4+n1oz
wOX0AdskL2iGbpvShOXy/lNziMPCm4H86Nn1LLNhFuBqZgZJwp7u2lHXV71v9dcV5rYdOTJopQAp
XOTI9Ejg8kv+uhFVZyngdWOZ2dl4gxARt5M5CuXZ78P6RijFQUU6eZtWWU0luehobmGHqJ5KnfoI
+wZj3Sk+PnuRxGy2Dbh2PVmQAsoi1T+nDFvEEAV9+CDsL2Q6Fa99pQACddLwm09x6zHpY/sgFc16
7hudXXVB/fEYl7hDEHK0c3vSwO5VB/FOTA3tekKeWppn9rdU65JHImcyGhH5Hae0TuAkqfONLiKu
pHorggu18PeQ/quyxr8WK5gY/0UM+1+fFj/+HyxrOKzb/0732oTP1VPSPFVv+UTzj/xT0jD+I6XF
KcHSoQAxDecJ+E9Ngz9iDy0YC6a02McR5f1/ihoSQhE8KqlKWyL4teajR523TfA//8f8RxxZTRUC
l206Qhd/VdTgp97PFXN2n/AbuUMsSRyH583Rm9cQeaZBZBRkMeK13U274ja9hhrAOR+PFfrCpbl6
jffpHu7QUWxRWuWbfhNvrYNzGH8Yx+612bFwnGe3yU65SF6jV8Tl2+R2gif+gsiQkKqneqW62W50
y5WzRfm187fsQw/TrnuFAmMhv3H9fbIsr8q9+RRc6j/DbX5mHDX448s22aK31u6r2+ZY75U1NYmL
ZpmssyU72118r10VRwJtrqIdaWnXmktQwuW4Kq+QZ+bt0r5NV+FW911ErRf5VX8HL4I/qa+mo70Z
ju09hc1r5UK+aHvCmdf9pjmam/jcWJcbb9lsiRDZW2uiSH5Gl/meuzyXB2vr3afXRIM7L/ZPrAi+
vYTtgacedz72RROq0tLel3uq2lSsqwtnbWzVO3+4KPeFc/ncnoV75C17/zy4HPfOxXjPIzzyGX4S
+7AGEbAI96RSroxDdmEtrEWxTm7Yx+yYvW7g1u5t6lqrdFUc1b08glly1TV1pFtvn63jVe7qy2aR
bvofmbeukPc8Gtt8L9bOmgP6tj3zrmbaNvGl361tvNFB9C+HqwBiKVSNNSxkrKWNC+0JrQAsEk4M
ZbLwnxNxkIAqDsaudcniWLN95L6opfYuMTvfmhu0MyQ4gicwHqcjcTxXxaHcIG2OduXWWAIK4XMh
aeSxRLtgR0t6m2/8g7bPbuvvynl6Zl9yhQewWN4C//+OzajNY4834QYa4rXcliDkXqnvKw/xobvo
N/bPkVb5ontwrjEnPMhDc1Nd4OcglHfq8NpsHW6UhO+tek626oo+zobX+7p9svfjvsncpWOu0oO4
UG4Yn50bBtlFmG5p4C7yM35+CX1m4a/NQ8I+Gqz5Itwky+IbcYKL8oqDOrALRM/nPLSUcL/lsMUR
D3Ze3A7eOsjWCtTu0C2OpNq4LRS7Z2MJTnxD8EPk+meXqbvQ3fw6WnPCX8POfV03t9hJzXvk75zv
e5vH9J1jHcrIleeiP1tpK8XFmhpuyu/pGdKpNYFzQDMJv+JXvEYMI9UddgMuI+AG2DXi7Dgf0xdV
uxbm40wadpqfvEcWo/Mz8Q4GFXwoVHI7yLNmcflSr2E+DavkoC8sd4HAuVFdedddjTfGHdnjGI+K
9MB/g96R4NNBqfTSLslSu0tWtnAh+q6QCKPIMxmLCV2uZcarbkCzZ1AxWPQOIZyEGW3Vl0GvXSIq
VuoKOlC1GJ/K/fSARyxy9v6qXApOWHvvJb9tL1FGBtnK7PgY+3KXYft4SvbhhXFb/qQ+sB2tG+/c
Yl1CCr7PjvqmWUv1h3FXrrR6WV+0N3ACLVfIdX3RnY0L+MbTmXEPGNkNXSL66KqyHK1zNtlIgiMK
WGxPQn2JLG9B/owMdn5C/5MPfGZOt3oBbnwjb6s9U3hh3qlEHbYQsa46GNkNKQSYAfDln+WX+qsN
F2mFGIHG8L5EGDrsrOQseQpvlJ2JlnGNFa/cDD+VJWj1cvWQ5y5hQ+BWrpQVk3oHtgiPSyOfeL7q
Yz1T3R7owWBV+FFUDwrSk2W8KVB7IBuftrq50uwzmayy515ZwJewgPoT8lgdOC3X3yiTLQjHvYaz
iwpvaQYHKdi2rXAxMCKIPSNJMxYPFFLcOP8OwIDE3JigDu/FC5O1XMubdtqmwSX+3Kbba6v4ngan
+KYfiEXN7sp0hxXoIZyMBaFE9rbg9Fkt+o16Vtmm+90yNxbE2/s4WJvmfUNikvpAXzvfooEiV4SA
RlKuVfwejy196GlDsHu8G50nnvV4Q0i6ve1v+hvrnjGF4M4dzptrFdkCElY86vvmKl7eWDthuBQW
MiIt1mP/GthH37kCxN0/1A/qFTEq3VoF3a6sUZtv0JNiVVpmd8qlfV1vXx1CkzAnLhH2F2eK/mTR
gWrd9rG8aFH91Dga+zPhXxOxdkElDURP9t1q79oUTPJsSiLuLCd3d3gh9mwDu5JUzl24TFz4IdeE
MK5M4PnWWYRlfRHc8nseyZG6gpS3yPs1k0NgdN5Xq7Y405wz8zld8GuX0arD/x7sWDdQS3Kee5Ah
gemb0iTeityWEbnCwj5D8k5bDkHUAku8co93Mv1GLw49C7FH4aOaPYqLqvkuEAs2botH9KdsgGgX
L0Z151wY8aHdp85RVzfLctUumFTtshvcu2616l/SemVGBOi5YIGRXjz4BDiciaTh9EvOIwvlao5g
dlncXYb9YLGwwjvyr9p1g7Af4Q8Q6FC95I2FHeylxrVsZ/d6qK/NOH1Q4KmfcRKPbzxCO0ll6VYZ
RqJFtG930OXc8tm+ts+poYTL5gzKZ50ttGf+0Zwl+/HoXUCDWZbP/YIm/IIoqEXhAjQ72tQlK5b6
YmfydtG/B7v2GRwR7u5nedlv9YOBYadbDOYCPe/RBj742BuXYmsu26W2nsMCXSnW2Lf5Fw78KiUO
gqBmrTQezy1jlZI4Xlmr3xo2IfebEr5UuPcm2hrbxnjoaR68tjuvInOOWvYqS/eetoyHdW5t9sGe
QcZo7tCOLNADtNtw+WTD+CLjam3a694Ez3OpElNMB7NZvqqVq+qbX5vRv9qW3+Yp/z/lgL7bk29+
5OdP6Y/69C/9v7gdZ3/6yXa8/cGB68f4bjfOT/yzG9fYVkPDpc2OtESTlkXd9p/duEaHUVLMZV8N
bYiTOT/1T4tRd/7DCdrULZ3ttvGuxcgf6epM3lWpfcq5J/g3HcbTw7qlWwBo6ezA6bVREJwc1ukx
NAMRrAyQKnAOpuLF90qJJ8TKleDQSgwLTUjSvecXDQrnut5XHHQXuRFaXxQoxFxEfluhmO/EBhjM
eYUnASLz/aGg8dIsQslCJJ0Tk5jbhd/RyIVHifjn5wgYCF6vFny3RyOg0Bn4DeggCwe80fvfmlpB
5uiPjXGlT7WOKf9XYJgpwmulGKcvjvof3KhtSCCuukbDWFgnZWfYc9LrJY8MulwEBkORm4rCAtvv
Pg1K1IZe8UVJ5fTAxDCwwCCrOOOkRQ3pV5/4zYGJto/deRodFcgS7eyHsVRUU8RpQskASrX2zRHN
rNc+hjHKypxyNmi7QRLYAGtHt5HftH0cbvoYZebfz/b/Pw/hzNfPpj0RBk9N+PR21v/6id/TXjBJ
dYsWuE4LhmKrSbno96wX8j86rRTHMSWzVyc2678nvfkfeq02x2OL/h7/ylLxzxFc15j0c0lN/BeJ
+y9m/fsqqcUwgs49E4cpAohZXPB+qlGMcwhYh7YSFCTsmhTslr5Wd7+Hxr+WHOX7ktjvy8yNGR6B
aTKAT+qeSa9JAo84C1uhaK9NrVbvS1NVwLLpZXWNqLW906KOF6eRF+jxGrhei051FPq59oCOGWeb
+hDUhHotxqyzeXWOFbUoU0vwj2dmegsLJ0kPsQE+AvKOapw7fRdEBG1SOuMwPmCylhoepwXlCAW0
nhA3fRJG910cD+1m7K0yWgZAgG7C3LRUGhKGuvSSDHdhLGLF1evYvrBbyebnzUi5/L2ovVVKfPBg
HAopmtAB9+usve+f/+jB3iCcNXInb3Kp/RK0Zt/o2Z1vMN7+6030wYXmnuB/r6m/voF3Fzr5BqYg
jkVfc6HSbx/GIj8vE5u2F81NJGl4UlBCDPumSr74fO9XSMaUzhvPZJAbvPIMyz5Zyv0Q55PMIB/W
IwdW4F79yo/wZ7ae5a11qM0LzYAp+vlnPSmz/76qplN/xT5hWsh23j/VUgVi5YBlXUyyxf3gdCHO
O4wGZNVol2gw2dnVc5ZqT8wb/Jom3wyjji+CyfLFeq2/77NwKwadUqa+JihyOVS63t9KnSJdRdGF
SICOMfLdNjDODKnNXSs5lJjbc7XLFmOtky6FEH1Y6oS3n5VhZGAq7RKHAz2OuqMwBNUs6VXjQwgl
+hojbXtFyoYz7gvaeHAfYrqZ2GtGZdzoJE0X67Iy4T9H0yjPav77GVbmEHWyZ14OeCoI2ZPRLEQv
LeN5Xm0I60kF5S5Z6ea4qvJovC78joOZKXB8u5YxsrHMjdph75+owLWMGkM8HMryi8XifUnw9xOj
KgkCktIlwql5n/LmDWeYlj/lI+6ZtLARreOXuB89ZXwuBm38YnSe7DR+X8ui1olRyKF9rJ5cK22K
GtFyqAC8FIlbOA0HSLtumyNZm+Fl1LAHhySguDUl1HMlVopVmpTVlRHl9CO7PEtcpVfaoyGDfD+S
TrXKJeatIdab6IsxfbJQ/BpHszjNnjVomnYaD2Bb8UBSDlYzUsv6TcrOiDMpJrglC2ZxTRWhz1df
zKI/5q4hdZoYdG401RTitI8BpKEom7EDf80co2Nr2T88Lc2672NRoRpOI4WDWqkGyTYdJTLqAJU6
vc+spoKbSBSoneKNO4BjlOOAhuBn7Y20u0Mm3UJNDrta23x+xycvs/kZ0dcyHBQxUrLszHPxzciZ
xq6JPJ1vk8lxXcqaooE0Mib755f54LkYAs2fNAxTRch1MmhAFMao2W1WFx2TadNi/QA9clOCJLpM
gLBwYh2aL5Zv8cE6wpywWdIo5oPEnsfHm89m+BbtmDZll6eOgr6XBzhkYzglme6YR4tvOrtbbOC1
xYbP0oek29S0xninmDK6/fzzf/CY5w6iOm9BkLGpJ7eij2BubRVOmPRz5D5tWpDRNf3T0/nXPcOJ
1OTX3KQtzdYHV5VEPnCycqZGoqO6RF4VT+AmyTHOV3HcY1oNpIfwPvR1/TvwtGTnaURpLmJ7SFkF
0+ClyGEg01yLOfXaUAp8K9B+62j/9eY+fATs3CywfQINzsnbdMxbKMayYaQlQYPZQFV2bHH8v7+K
KVTNNDTB/pCX2fvvvPArJS+dCh9hJAgUzXtY2YUmHz7/Oudz3ZudwTxrmN0as4aYFlJfaAS9HVmW
3ZhiGnjOQgYpIAx4eGUj0q1XkgQ9mCTRSp2E8ym1vN3nV56/wdMrzxtcZEwIX1jr319ZC4fOAG6g
kNBc27PfLCCsjvGmXEU6HhHk0/mZaprKozVi7lr0IOOvPr+Dk+PUr0Fm6nJWQHDi1bmP97dAu1Vt
dXt+2SAcwnsPChKPekB8thldK22fbIuq8Td1K0lZsYrqANyIzGdhDqjHrGYvSB8/M/zRcxu7pgHw
+e19sOgzw+YthCpMi+P/+7trRR62cFIIdIQAeBGbZnvl12wj0FVN3dEm871af37FjwYD78F5YWPr
9sdrZiCaQGZS0D+C+w2ToJ4ghCr5c+Y7iSuErJch51LoW/b4+PmVP1hV54YkLzehkkb7ayP1ZoFz
/FZNDRyHRFYDwEwqyYAs+g5AoV6RcFmb3gqlvPfFWvbBVRmANu8KSg5sUE8G/6D5kOjxWrjo/EIk
a6X/DUFMKVaV7NsBRnyIqRtTcLr5/NPq8y8+Gfv2nKfE7OYQyAnw/VdbDRXsIjombjhOug14gJmw
BWteEjKRe8bKN9WCxhk7sH3RRrIjsa9VfiJjVZDNpjo0jrJTVVoSAA63aUwWnuvHqZbOmVvY+nBo
T8/Y4Um4JDmu9haG3+GfsVA8JiuOYhMpiIlt39q+Dli+RpLUbtGXG+MO+eQINCSdAMTX0qzyAxF9
tbEec/pUrPjOuCzpDd9p9iBbkIIamMIgAQgtPMCEixbxEHg/q82gkDkJ1UxYE2h+xqE1hhVF7Por
SeIHk8SmfW3azONZXnPyOiJwM0Gzg2osdbTm4Pl9v4pA3FP3qPJgAxwOBmwaq8uwS/qjYuj5wRkH
9ZyQa307xmW+s8eWwiqe//OyUbWLTvYcML/4uj/4tlHCWKy0zCtUSe+/7VEz4O13YNfJjTFfI5Yz
l8Da7vvnV/lgPbUtfj+FRI49jOr3V9Gdahj59tl4BbNTMLWDFKoYUuuF3UC2t718PAqbI9PSbhCl
kqanfrGh/uC9aFsInLBeI/lRZ6fE23dJ08dtOI4Ak7H0i0dEjEgXif4+fv45P9q2c5SiFmrpuC5Y
It9fhgNcqnJuppxQoPDVEzwEQgWx5HgkrY9G24EVTQtnhy9c2xgA8tY2wcGXWj0RLQC8OF6kY5Xd
BzkrdqROquuIAMrnGCFV+vxW/1xPmeQgQEwyn1he1JMHMjpqHDYxL1cUMrwjMpLOs0KNHoq8988n
MJw7wmoehkY1v3i3inlIvV9gdPbA88adK2sIdt8/o0ytHAdtq7LIohJNhOYbF1nn5HS4fcjSEzw0
wrXNnyYuDdJqfHC2agQ3PidYyADIk/71DOB2CLzhLTZvz3/d7pvlfRQEmqopLF+oihXJ4qCk01Fr
v7jKiQRzfp/rDH0DOAcPXWd5ff+p0RYVvdXTkxwCrSEwvK+XZTWC7BDAZOFLZNNlz4H/2yRUr3Cr
iG6mj9NyWYdqrqN5lHhIBToo0CsG7J0hCp41bIybrAz1RZvq9hdTdl7mT78lFIG8cuc6NxP3/f1S
ik3zhniORd/nz3igaTMmmHLckKTZ5ouH8+e7Tp+lPvNhTsORNPcY3k5OH3S4IkaezeRF9gXsBlIh
o0Si0lTNuzBP2VYYo/n8+QT4cBza82IAjcNGE3u6w0IRZgMuZxw6wZ2le+Va9QxWZw3o5wxjRquj
pIFwFY5UqPcnnbYVSvLAjQc0pqFhFvvP7+ijR84JmmIn5QVmx8mbN5M5okpOU4sBbNXaLweKUETa
QCftQ1QUn1/sowGpU/vRNQr2GovyyTSUgUldwOGhaxmwzbYf8NVCFCCXe+GogRNviWCS8RInmdND
DfIAkaa0P+jZJnZDT06bKVsA7sKNZU7B8OgkflG7iRk00QV8eAdkw5SmoTsaZiC2n9/8B4sXmixK
MBRHiLL7pbp/M2dTxReQQbl3qxP9VRdF0CBtHJ550lUbOGLJmea1CEuIlKy/GKt/vspYKyhz/CqZ
8+BOVniIzBVVCYfCjC1xqWhswe6bKEXGQsJ9qFyBa6+PVeQbxg9VEo02dCL6p6Hxr4e8D06g3IQu
KctSvESidjJhRiMmubYT3AQMpNu+jAyqLb61qAbjzq5JI+4mm6OCKpsVINPusUhKpPUxXs67kmwd
NwL37G+94ksbxgdPhz6iTomMdQPu18mgCsdCTQiR9dHViulb2zcRqLdcE2dhRz7Fpi8c7KpDSDKk
B/Aj3BUcLoq7zwfHn696/Gt8R5St6RZyZHi/moxQYJzaCuHmeKAvGSBEWgFF+2L+fDBZTY3TKd01
vF0Mw/dXgb01NnbO6tFbjl8sjBK1OdtMC59bDj3+84/04cV4hVBxsBwDy+fJxVLTaXTbQNCSd3iV
q8h+arL0kdQlcf/5lT54eBQ4eWroK3lHOydfIJFqoUHyFDOLqKRdkGEsjtUk/KL4fGIa/fU2JJ9S
M2jm0lzgYPb+A1lJ2I16Oy91QATwaE39fdB2NYZCwCPfTfIEtJ0Va85yTESyJIU6KuCK+q9a35KW
1TXJE8mQ1NNsw/pJmgeKPBXqJmbrUBL3grEEjhRJ2zd//3Cod8z6VDrf+Ize3zVVRcMeZacsyO8S
q7BxRoDahf7F4jZ/mSdvXqqE1As1LAJUAE52ZklaUvbwuYqStSYESrwIoVaLO5kH1pF9bP3FSNb+
rODpJkUzvgZaYHOT//3HKoNYwbarzfkIVE+LoVQeNEg9SzkBqPMrRHNh6s3xGWrs+tC+lg3oOBQp
vSSpPA6nXdtjZzQgf23N2vbXpQ0BnKxKfQcm4qg7TVYfo6auvthsfzRU0R1ojB980b90wm93DRqB
4aKwPMA/HJY4llbhVhnBy/39d06XlHcM3SIa2/Pe5c2rJmgqpTUSzrb5VBv7akKCaImq+eIqH01w
Q0gKaja12z9eaJMfh3rvsduqc4Cy1WBCTC8cGZGvkYrw/2I1sdmDMr7o8JmnrT1gDWpaJSPhMUEa
HMOefJK8ppakE/S7+/unNxuJ0UtQKeKV9f7pkTZa9lnJ0JoMG/EjKPUdIT76F8WyD/aP+ONtZA6c
L+fmzPurxMFoVUT8MYBD5F1s9as1Bk7cP/U1AZhk0ITlF9/Xn2OP3gzTxRbUvjnpnYwKow6rQrac
83wOtAuYNMWF0SjDFyP8z1FhGCReGxpe9fnQerLeCJEJKhy8ybp2RskpFp7ZdCLAVoC82/ztN8W1
6Eyy6rMOcBR6/wzbCHGNQuwXISVSXRLkRUQQyQJfrG0f7Dqp4EkGBAYUg4Pn/JHfTKd4DMYwJ52O
SM1aeakSdKeDgBg4zWhgfGroI/FiX6uxH53PUpWDEY0tNqxcp/U9y3gj/IAkRb3EPSj4Acr0ma5N
0T3WTcgznz+SDx4/Flaa8ibtJmqwJ1s9XMAyTB2GFdw8CupKTmfFanpQmNLTvn1+rT+HMNUCTTMx
3LMjxwL1/rnoBsF6KbmPbq1a5E9ldPpGxQRWKKthfvVV/k1o943xxUf8YCf5/ronn9FpvHYAcUoh
16eOaVTyKSqKBD5aBK7UTo3bBKPWJtInZWeNjXnhdPET+GxQLqMS5+uuSRE+xH3+9Pnj4D3HB37/
FuTGDAn4QqdLTdvm/QNJzZGWsjOFrqkGZXEFnkVR7oCoJsm+8lMjupmyTiPn2ffFT7tmPrpV6JkR
lOMmKq6MogNYVUFPPodAkBjgGtqS8wEJBze0+Ux9yxefWJuQ1Nb7yAB0SWVwqOhWd76psDN2DDzB
UY60G9SKhoAzh4I4wyMU17Zj7PZR7VTxHqgNRkLaWRrKU1tC1jWmCRJVM8SSw0Fvqj8I5jKuW4dz
lTv1fXtFkQpZaOZX2QsZVmF9aFqjQMNqFCitvUGCZ+EuR/JVeob3MSEeBLF9Pzdum1zLsIaU0fgg
zQhir1OBiieUaMohDKpacaB2SM4WZD9g9vEU9y+DVjKTbYQmFT9Inh/iFuK8ZAJ2YKEqfXKFSqX/
UakJupJ6aMrxaIRqOxMpYw9xfOeR76C2Ldsq4FPjA9lhChRwqGv9YMlyIwO98VmUAGe4TS21cdmr
nXPVQ4vAJwg4XboEUPgrAdXDcO2CwzRa525mWWaa/GaVmf5a1wUY8cHo9L3vdaj4E6PrNhmpGstB
qAX5U2pYsfWoybBAit9ML6VsiwezQVgbQdM2AqJuFm09cBTU2LECt5KwXEUqrXRtZFFAdyqqGqDY
SAichcBwdt0H9H44LwVFD6Iy0HHphkEgofaGyTU+8uGxRqjxiEXuSqI13BGjW4kVFvPqR1lr4gWG
cP7gOcp0OSURAABY2Mar3Q+DJBXBisrzgo4C1HFsyaqrK11e7z3J0dFNNTOlQe77za3oWqT2iVWL
+yypfN778NcZwVHhDG7uxYU4a8I+PngmbDVXHytiACoR+qDJgDZdmcJTntQKWR0IcVt5aMLRfomK
imzzzPaDG5nNXe9xqKvJVb1eN+E99db3EUpVtVQg+lxahJV6UNKA+MKWJlwNXOJjSba6XMZelMH9
s33wVYx038TwaHo3Y59oGhkMvjj2pgl/mui95rwbw+Q5jtL+PNGt5jmuxjzaWb3A6pKwFZyywWR8
ClHfQOYDol1WZHWBBxhHFnQJ7HHMc2J1DbMlzraQpAmvTYIpzFXgqFG0IgOZZnLmeQqUY6clBVRv
QhXDeFl4T/pAsjbxRU07uv7k0aZh/KWLAIDdZlAGxNeOBWrFwHZIKFhmVVRTLVKYlvpgV5AxAXq/
ZnWEYgQYO+QFCMKVm4uMMgiFruI+SaMsXyZlDYFfoVH53FqxApsLzknrFr5uT26dSt3cDHSCgD33
TlatBjMc00OolgX4bEdMKUxRI57n4Sgf4goU7CIVozyMHp31WSzW/YyFld2KlvMm9HSjb12rqfs9
3n6LUEEtwCJAPEz4I3dET7SfqniPZubnx2y0ox6plOd8V/Ose9Rzm+RNa6LgvaC61eN/AUVFHBzH
PcNVnTa9UJI0113CnZpbXLiYDeYyRVuZokYokcHSGxstgQ7bTA0IlF4SdxkY9cUkjLFbeJOhfbO6
wINrLEXrBnXYXlMQmK6c0SccL0MmAra8nOS4QaLAG9uTo97tS1sH4AsRQmAUEplDPHuevDRw87tl
H039ivxz3YRHrfRXhKQYz2WX1BeEQGFMK/ROfQY4llgM2z7GG6OWMOBr3lSuXYXxz7Yy1IcxUjWg
+XrtX6HmClHTh0ZtwsLsDR5xYasTIP/J1JcafZnr3paUFcUArJHo2HrOc54aKI6l3p4l4HrJCNK7
sj+AKUyHpRqFya0vyRneUOXSb4XWsOqZZRxdq3YZPHNko4juebr9hJYpfghhjt3oWjdMW9WSWkGR
gNLmAkVV86AGmfdr+YFs17NQVDDiw4UfqBPjQyrez3wwxgdiNmR8Y8opeWTxduyjqnNUxlFb5C+N
6cXIa1sFl3jXjwlhe2ZyZyfllK49pulwafqh0RD93EntQnRZVq8VrSeAr1QlCcSR9Imbiwa6IAvU
JOlRwtM+lozlY++T7c5eoCTwpRLATZkybabuCGNJkMZ4psWXCxL8iXpwhrs26qHlV3Gd7ttIq3gT
ES0M/zYESp8AacRDRwj3VhtNj6UCwPgF/WpsASiJ0IQ5Za43ZCRbGEfGjKVz2aLjPmuVODQXTamS
JBoro4bnMiWbajHQQbpJy9K7pg9K+kpjxnUAlbMR+cqqZHDX21MFGR/1ThWRf5bwMefArJCtSkU/
kyUtJZLbDguNtrlCEHzO6Bu3vj0p57XpBMBj28x8LgPiDvkzrbwQBbe/Em0QbEktpqRmM2L8hT4I
AmumoJrw9kRBeR1ncNbXLAOk+8ANnl00pZwz3hPLe/FZYO//N3dnsh03smXZX6mV47Jc6JtBTdwB
byh2EtWENMGSRAUMfWuAwb6+titeZQVJpbjiDXOSg4xHweEOmF2795x9DAf3R4+oPuvUAWpg7Bis
zv0ckG8HZVh1MBftbAh2LdOlYt/G9YUYPfsCGYvxTXRs4DX+4QADxJAYsHHsmFuE99q2mcVqK8ME
I9pBOsTKhtb12OtOJL0lurt882K8GqCbraOzjURoK3uJ/1iImSjO5TDqm4hHAPaIrLv4tm7tJmmc
uYkT4DMIhia/9e70StgZQ8webV6O/o2cgd4yeEcqo4DOYshtCOyYh+wweKIod6Gk6Qk3OqrVNZyT
+NEfw/UzXUysoBs58w9xZEo8YmNZezt3GJqv1IG1g9IhnniiF88Ceu6v7tdN1+yVkjpP7JEqYtIK
INHau1JELLWZislAgWLu3AaTiu9EOc/v+kzK24DQ3ztJ4gBGuInX1dnctmb3t/W7sYUYutMLuP99
tKBj3JfbtH2h4IvgP/qVU5IpsLJJWHZRQaoe9IbTyl+mt/lWO5+rwapYpcx2cZ2pgHRscnn2sadW
ptnSSlQ/xH+WUyC+KoeZpmU2EEWeGFySf9k0sXK2eXtwCoqkg+tu9glD/Tqn0iHj4Tg6hYPpJq6H
dwCQ4HL7JCfn73g/ZI8VJs86mH+sRIA5RPSZpG1ZX/Vl2dZvas9bFlCraivfhI0c0alANyCnTdZl
da58y7tRbdPZhGsP8IEJk2P06qAuGG98NWQD+xvkxXQgXN5NBjW089ERm4pIemwL4lAj4lnpA5Zj
fhCZ5ZdHkt89RE/Qq3axULgeR1E+dIUTExfEPIEUn4l8vV2Yt+MHq3OxFhIFsIATtSvck8Mc51Wq
yYXfErXEFTmJpQc0Me6sjz6xcu/9jiDjK4eUziuSkW2T+GSqH0gURwU+86jcj2ElAUoRP3aCxraW
V9Gi8FHRJmNMpZESwKYnhCtZzVLgidVhrdIpmMCWhR6x9WevMPpEsgclGqBknuvNF+F1pS0bFn09
NeF13bnQeCimgKAOUsQ4J9Ypfmc34RodOurix2WZ8/BgdI0xEhqK054c5aNjbom0/pP4x4zPRnVy
U7ebdetnALy5OEIGHF+R853tUn/kZfL13kUi/rZzV5/eSN/c97aU2bl3svGz1cftHdrsKiPgZR2O
3bpA6Aydhvnk1NtY1HKq+XRUOVN05gHTNWsJ5l2/t7bmejRKkDxtZfaY9jOZKmHQlVPirVQBO2uD
R3qopy2cDmPQ4Fjr0KSRgROqiiWpym2VlMB9VdpnLf5wunC4hytVs+x7BDZ9RCs/3Poo192TNBvW
tTmequZtRfor5HyrzhYclssw7DJ7aLA9S9fbTr678ff/Ozdj5eYKNU/nU00RyYMpJZ8XQRQkdYjz
SofzF6M+WhphFF4cBchaLgTFJ12Huo63xVnZAzYCxL1yflTS42y3SYRSEUTkeop8Gs6r9W0a1Xgl
rWW6qnud/QgCLf95Vydg4B56DB0vktBn3aoNZVc7NmPOUNORx15U04+QQNRLznkuXznfv+wlc4qO
7IuIDF0UfcynN+67GeW0O3PjHMV2comnhLDp6c9WOP6Osbfzyrn9F7I1HxMQmjCEUheJ7rNvGv6o
U/UebSQvYEzMSa9loxQmhrtX68dMNuv7wG9ZAu1m+FCJqL8btthLle+QApkZWKMyi7Eq1kLrY2VC
htu/7yz8qtESoGOnnYscBczE028EiaZFrluPXDnnU2ogyYCMddnvzRKJ+7lHc6HIln3lCbz8ps+6
GXQV0HEBnWQqFT/r5IU5uyNvFFd1O/VGaHuNdtVcxuSrxOYwhUAni4iUiv3Q6eqVntvLa/PwX3Sq
oYUljPHF0zt28jiropZrj6bcrrpqjU7T0kyfwdp8pQwm0a6hOTAJ8Y8tFkRf0yF1mZBdkDDPHWG6
ELHbraRRTGJVV5x3yNy0siE1ND0Bq2/1HwzDy1e+6ZdPPNJXFDiMZhGm2vGzhpYY7bg25qcGuHSv
MLFwMjAUP9gB5TX/oT7+/nn6xRPPwnJhpF3ASe4LUIiwCqWHHinkBJf/0M1lneZeVu+NpsZkTwsy
m8QPj50y4vztcSAZONMg5ZTvYmtoDwaR7pWtFdokryDAAJozVfHvP+QvvhS2QVZAxCd0/Z9r+tZy
IWfe0TlFSA/Ku6JBbnXXsnQP1mA//v5al0f56aOO/BokLNJBdITW8+nCKqDB6TZEAkU0wXVMKJIg
nUNAl3Dxejv7OfbyT8poAb5aWvElnztqo1f68y+NNrRv8H8wwCQ+guPEsyEa2jryGy6SEifbZiJi
HUOSJvEZ3kNjj+s7MQz2F50tsD6ItBBesrmX4Eu8FdGjEFbcvfID/KLPGlkXuZMFcxAxs3P5hf7W
9y7I8+t/WhaWciTrHMYqFiAKjJ5wx7eN7Ghqk4l7zLsh2pWD2ZJaucNhUNlyGsty+bzQ/8MaP2XJ
73+tl0/G5XMxckIEhaPlucZ6dHTsbjNPRlk3cE8Mkoaw2PBC5ZE41WZ4TW/4cjFC0sqcAccI8laG
qU+/h1ks1sCDyKy8XaNPG+OpXTHPBJzN8eVIkG9U12V1CXXwI2d95Ve4/ONPH03ukIWISQdLIoO2
pxcPVFm6PXmG+2LdRgyx8BmI1QtfefZ+8ZXy5PESYIrBKvlCWRcERDNfpIZEh3rvKyTU96NjbCLv
zHQmPml7zYHzck7BjsIAjBcFhTKb7tPbquhLgBZnS1PDmN/5pJ0kbQnrw5sRmf3+cfnFpUJmbDg8
Lx426yde+W+P8dI4oz17OG8Q1prEzFOZatQyOzNk+rWF9eVCwhV4WKhvmUlzY09vKw/xmi3SYpPW
siFCr+0/YeSpe2aJbXQjwcGuu0ys0zXxmxYZPM6fzlJ0CaJKCHIzDWMVdt2VR4b0jvgwk9KiyQ6B
upBZadGuVzW611c+8y+/Hgz0KH4RmjJeffqRgfWh/cx5m2hWlT+YGC1vbKJxD4VlzPn3v8TLFYVh
NL91jKaQV5hK8tm18McRm0ZWDMNpq7kbVTVFyQw58LGUwACwpy31Z/iH5XhVai9niuQUcvk6OLKa
09GMA5iiBhVY4jKycN72Ms7jVyqPn4KIJy8cMomIRZjzO34R1LdPPyMJDVNWW0T6GMaB26e8uGSo
rtg3gLLQrtZJLpatPgY2OcDHWTvx9gEB0YREuAqzRIe+pfeIIEZGFSzxh6EfOlx+/aBWyskO8TiT
H3Gb17MzHpZqmMH5ehnJdQ6GpH6nFTDRq8Z3xxvVFFOVznWu04nYQn0WiuDgRItKb7eTdpTzyovy
c5t7duuYgy4zb74BSNrP1posaziuktwBlFohfBKD0AlBK9UXeg9ul5DO2JQpDcOwSqrNq/sDeyrh
7qgCtxuMPZq8h6ITYAzWIHyYoKi6X2rmCw9uUW7foRTSLSxjz3T7YOan31F9qS8k3zi0GBZvq0l5
LOTENLGQ/1QEQ8OSIwWQU6wQuP6flZNDntUV9aYkD4GDXjxCXujHbX1FC/myrEIzwPnIBUUeUUU+
B7XzTUWFTazHvlRZf102hIoRsLFNxLo13ngsTCTMh23MWnrbRQupk+hdBZSk75KlZ6K5l60P3jOH
pyze0OnInHSJdPkaSfLFlnIxvSGQZU7pgBp8LtYJ6G3bmjHensmNPuZqYrzFAS/9/cv+q6vELIMR
rq7Lm/TsYaIn4pe8rDSRZEisFppI+NimJDHt99d5seQi0nfgeeCH5pDMN//0fRX8/52pCQpis3uZ
+EVgAyo2Ot2aue2OZa6DN8sI/X4/ga26Gv2i8g+//wQv6gM+Ad8nlmzET3/B//5eJ60WcVqD4RN4
TgfXzrO6XYjTjAQ4nS+08GadesKOjw5zwfvfX/rFvs2lY2RQnJNQxDKDf3rzmlG7sgrBPHUdzH7F
eXJTDF32jkXHfquzqtn//nq/+FEvp9DwYp8CcfAca5LxliOnpdky98TY69p73PDYv/KL/lTSPV2H
LqZtTkIXb+alIn96V6SQ2XO9LcCOg8b/VJFIWZHNeunsj1QNMiVSN6+SSUjcNgx+4b4arKOk0zPh
pbeEAKNzl7uumNR34V2oRx4DRDCbHrxTJgv1J9Qk+lsmpLoEKUx01SdnNe/Qrzm3dRgSWO+sRQje
yXTuz/i/8Ivu7VikqqoWLzG8UwEvj1gznE5TQ7fNDzt11209jIUaQSQz/laIhwINYPYjqt1hOeGa
CfIDETdunDKHzXDxohKuk0ogCkhmr5lNSuP5woSq8tw7sNGDXkN6FXxyMnzVyQi66S1nkrV739H+
2d5opzKozPUyDymya80xZdK1vWt7Ep9I8M2nPwxyLDuRee/rpJQSg2kR0Lc/zpUhSLMybncnREaO
3rJNTKoAywZvc4RWEE7U3H+Psb9kJ+lghflMXKw8+2E/EzsJ7Xn8a7X4R3Sj/6G8k4v7+L/gEsnX
+ev/+tHOxbxdME3/5z/O339A6H98wju5/MW/MEcXrAnQB1hGHIFRuV6Uwf8Pc+T9J68J8GFsfhRT
OJX+i3gShNCRAEYjkeSviFzlP/2LeBK4/4k7FS04f+Pglwucf8I5etqZ8vGEoPzhhIj+H70Xa8LT
N3UbN9/KVLekYSfvxq7LCTkf9HGI9JRgmquJ/yLZ8G/fz/1f68B/T/m4XPPiFnfAucSsQNZPP9Pf
6nkV+DID7DWlYzgVX5dVE8iy2m8JE1zul9V6TW70tD7+63IegjZKCBDY/AxPb3G25qyr3GFKW8q5
4+ShneNoBPSu7INXFr5fXgpuwkWhDfH8OfI8UzWTfLtCyGILS8NovgxiCJOPd/hpqr/euP9WkP90
3/zXfcXYiC5aRzjql5/2b1/j1IwdOs1ugrIwVreSjeRYVKTHDWXVPMxiJceQLIeVaasabzx0eK9c
/+nW9df1CRzDKI00GZXqs0cHv2UW6FqMqGCj5k1/qUKiamTXNKpEJiHcf+OxobGMawz3ASe0Z/dL
7H3vOKhpUpNlw7vIkKcdaJewyTUCj1+Lf+tydJUsWF94jp+VJQPFH7lhpKP2oQgTxvdDMvcdUQ88
aieI/PXpn78ViM843uKO481/Vm5NW1+0lxZBukU6OMx5YN9bax1Dvs6Hu9Vx+1fu7/mzSpvcYhJA
75AVCL/os5+v9iNlvEqPaVsa756pdnmYLhIMiGLF59/f2rPGGEa3Z9d6Vr7HaNLK1h3gLCILOFcc
q9F0T/h5KqDkIs/VLZI4BsudfkvepSI2UJMV2mex82/cNA8sgt2frKfnjdq13BZaTnyQLSZUcQsF
XslYFm8WNazffn/Tl+fj/9dAP+8ZlThHRBb9C0ng2T1TVPc54XED/NiLOKW4kP6NrR/mjZTF/TSv
33P+sEllzgz795d+vjJwQPfZclCPgpjCM/SsN9PbVTxsQ96kzcciFbce0Sh/iKPaEvPwDy90ISXg
p+CAAP6D09nTJSgn3kRkIpJpBSF91/Ee7WdS4OU+JKs4beI8PKNbdFNRL9Mf/VyrV1ofL75jaAAe
y8HlKERD0Xm2JCwFIDySUwmjq5fiDX0F60RnW19HMq9AO9mPK0rBc44C65W178U3bHMW5VDk8ywR
OfPcNadqr7UHBt3pUrfjiYsgdERiebXhHkyKCLP4wjn6OCwtrY48G15ZK15e3qEwoEnFlsYm+hwG
MsRVTGE6yXRCp3GAamcYSxMV6vbQK1KnDux95G4+SLB5jk4d5cVrveWX37yHew/EAW2Gi/z92Tc/
1YSVyHnoUz31w55EksfCQ3Y5BLI92rCAkiFu48NqW69ZoH59YayhlzMbXqHLsva3Xa8vVG4HXd+D
R7WbA6beOK1E3R4NZtXbvFTeB7Kx3kWS2fTvn/XLHT15n0EwXgYutAcZuLC/P72wtUFJQ+yI7KeM
pkRomFJWBAqKeSY9bMb6u74zrzl4f3G3oB95h+nfs+k9V4OvAfqSBWVj2g6a+B0Z+4cpcJZz38Qh
0VKOjaZsih7amKjk39/uyytTf0ZUh0D66AA87/S56xrqyVqb1G1QD2SV6D4Tlvex3zz3FCnPPRt7
uqlz2HK/v+7zqsKzqXZpwCLDtkLmRs8eLEIjRd2xJaT+MIb7csXzZBnffYMH6i2hXeL8+8vZv7ge
pAQCw9gQvEvy0NOflXaXEw/lJBIOWubrUhQMzhw5I3hAL3OKNCK1TIQkbPRLKa9zExc3oRDut1lF
YzoUNUxZb/PO/dpP78lSX07oUdZXfosXj95lgkqMDvATyFEcGZ5+xmorRllm/poEPXoxsXCY9DhG
ngKvLk9CA71nLZqPr3wz9G+eP/KMQpkn/Ky5qDJfDJCjbJjz2iYlKNRts7f8ZTRfbGb79Z9eNTfD
LYq6Vl83DF2tN/lclMS5ZqUJjosv3fqIwc4pjxp9cv0wFZ0ZfaJ2ae8llsqc4ovKlAV4wsWr95BJ
1cR7b5x6lClD5zNE1a2cTpgpW//L4mxde7JyxOUJwqlRwArvrNxKm7DODIG2blOfFMkKcCScfpph
j9Z1c+uubvR1QqAYfMrmSeY3aDpH4qo7dyv2VQ4BA1HXPH+zdLA5V0LmxIFvk0MjX4xoaFse9QLL
8UBjwdWq2kvt8hw0TlV5qXbri3gI59Q9EblYGZqO4vDQxvZmvVckgv+o+g61j99ufyC6acd9BGMB
TDYxwx84IMGlR/AXJd3Sr8wIEXW390ZCWTkLOcRw8usG2PRkenE9sAgggZqb6WvsLS54KX+EeRZT
VpyHvAyZapsF05wJ5fYHpnzr7TgwxtiNxs++wNYYlqt8FJDIFz2GtzpiCJqsnIWa3Yb2Bm50nPVo
s7XEAyI9V3QJct7WoaXL/xbfrHMRiW3wgCYcgV8vKhI79UIxf4zUODlQA+CdEe465vpcTqX+qqN2
uVVdGKwHmjnZcrcs+iIGVr1UB8Tetthvdk83nXODQH1U+Ne2Qdoo+feQ4kRleNsa2f3J7HBuj84I
TfHMZGtWe+67QDOBEAgfcVTg1szINr+mDSXRdEmrH65kbonUwiwiIOD6c36wjWD21TpF4+39eUOK
O2Z5cBvCEvT2wTgPRdKjEi/TOFrGBZmUAxlxkDJygELrsLoqvJL5gRTbdGDTd7O0pKhjjNw0ek3s
TXZEU0zb+oZxh8K8P5T5fA4AHS57ZQ9Yi2rKWnWO7S4oDuQ9Zz/iWKyIBy1oenDrxjVFgEukQhWa
5b1LVzsjYKynEG9W/JAINkTWJKjxu0915TlF6o2zTeQGq1l78PC6vXfbnJTscZzp+29TBoHfFDMB
HIq0ocSeHTBRFt6E1PEr3byxNlM0BPqWc3Q3dyZazi5nyNt1RcX+ZqDcetABUe072TFFT63NyqKH
fm7H694AaExjGXZcYVw35j7loshuajbadq0sXKabm404tVVld1S+l9179Tg1JyoIsi7qHkvc3hqm
gUK46ZFbtmx7SG90ObPB1Fb5wZ7i7CP7WZmjc7UwPrlxFt8rnZGoifGCQKOmxhq0D3pHIcjOt+5b
kE/sUVSogsyENd6KQ2uVw3IvCWqz3joSY2tKk6N+6zl4bI5uZ/UHXG9tk9bF2M18HZaK77c+GOJ7
Dj6E2vVT4fY3axjqh6537Ooqbix1XYy2HFNnq9rvuioqZrhaLVniR112Jt7aNntNyVbuUSEzRELS
6WAJri2bJp3PIBCZNj6dhERStREdX/vrjhMHdtuWxfyxnB3LpLmJnBtRe12cFCaWpwVcCulXJrLu
5rHcZ+VU3Es5DoC5Ml/i2/A5PMkG8wNpD8wdACDjp/uUiyKQO1CO7cJ4qp/RDw/hLO9UbxdFiuGu
l1dYOfr53HUrr7nswjg8wJElwz136nU9+Ftvw+NvYv+WtHR7+1AtlQcinsWGfvyM/uYdInt/Sbza
AkGwbX70oyGJHoZ9wBE5LYKLUjoAc7HTJaqf/ez25mFGeEU+eWvrg6km0e7wCSjnMIyrhSyJXjIU
0pak8l0fyt46O/AV7tqtB0GGkC4H/m956mNojaF1yi21YmnKJYG/W/BH0zacsBbCnyDh8tgAJKvR
KgYLDWLC+ao+xt+niI+Dc+ENjGQ1PoVNtyaACiRsjS2w6A37zro2+2Ar2g9VnvlbWmRteR+MJRlk
HYmtahc1c0g/YIiaBw36gQV0C+yHsG3z71O8YAygQKRvFoxb/6PaqCfPqL667VzxnhOXmcdbdTRI
JaezF1dA5/FWs6djZmA7ior8R5NXAz6QyCryC3Qu/EAOG0A9h8w2l4Vxy7ACNuhH9o1vlNr19XbU
09xeBcwcGQGR3/iACLvEzijF+gbgNyYAtM/E4AAzz80R6EyNu68LxR/jZMyfbUN0bGqXyB9PymTR
fpqwgaAJlCRJwATCGkwDqSkOPFIsSzmexxsTj4TSOmsmftjSn9828GL6M9JUwhLdELF1afeEhHpl
aaP9ExZxPsb1lqSomMomBJxHwyErM16MdXLRodIKYSe6qN8Wxh94TJNoHf0Fhb7bQnBtFqF2eUHR
wfuxOd9WCenCklP8zZeYWwj2aBG0ZEs9HOBwIl/WXeNhjo0L8w0lqOj3EEGJtc2D1XT06sPgbnAI
4tvFXbD4aWhVkeQ/bv3MyXU1BHzI6Up23WPuUVakbtiFt7DHp/ezbqqvKq/l1eTL1krM2gFwpjpp
v/lLDUxMLF5+wy4ILrpatvBb5+HZwm5g9xFUSAfdH5QObFJb1ZACocG7WNfFPBAzUm7jdOPZhXmf
h3r4XG+zpXbSTNH4gGsoi489GVTk8+Z2/ihUHgVHoSJbfmhGU911qMtWxOCOmQg7rtEdLKKuvm+d
t53HIFdBmgWZ2xyxuMXvNx5rL6lLy/d36F9YP0xVjckYLNX3LCsHrET4DlDgRwHZhh32Zupcl9KH
wCoCNFZKuDcbsbn1ufH0VB9WE1dX1mzrz2u/Oaee+SlCeQ9qHvknGDSSfiPbNl3sKCd3KVwOIMtI
1VxlZv/IZmtFDSvmfk1orsX3Gn+WPJlwsWlCMbXWSPikxYCnJa4yoWKKrrpWEH9jRit/23s1v9YU
2SPPEHwU+yawg2k61KonJ8eMbpynjKhKtfdqu82PdiBkmGjPdfs3wp7agkV2wVLiVyTwNVqzetXB
2HqnAcZHm8a80NbOMSRjHhyV99vVkNfxx7UjLSOLvlFNeu4NLJKiY6uiTeXOwuVfJKja1/0nxrPF
xxa9N+FAY8eoa+7DqQQh4ekPwlJd6i1F9L41eCGSeMgYZEvq78eVQpSGUCCd961Y8vfbimGJAr9u
PhkQWf0jo3H7GHuzcQ+4FnRz0+I+veQ1kmK6N7WjK6rbfCCfy8jyWs0TCbyLD4S/zKKlP/Rh27OK
id5dz4bgSqK2m605GdEE9a6r6BnhsnOZWm3+ErRwB7qOxC2kDzi31gHaLhCiejzIbBbN7bhYizxE
YiI5dA2mRZE8MyD4GKYaoxAcr9UlusTzmnPdR4aQ7maFJ0YDbv1c5z42T01UMrF6q5qLUzmCcNwx
lsPZZpxo/hpvADZ3BCi3OJbGun7DnNGajlU+NlQ2RJifiGhzcalN/baXq5buSaxux7a+TpWCOmNP
34Sr7O890MCL7jYL9qbAapysqkUJsqDqwXbO6OU9Pqti2wVYfQUCEfRTO2MVqMR5n2uie0jkPIT+
sN6KAfzLTo8RD2wYD2u88z3Dx5OOjPkHLcJMYR1T5e6duYqWVG9ZpGin9uXbEpQeftDBRq4/sTGe
ejygy46jJ9dsNyd6nAsv3Hg8N/1dSE+RjcqklLATb52LRPZbSYRQuXZUnLIYitOcd8jbh0VYWNTr
cJ2TtXHgio8XyYbbFuXXpaIZdJxw8uP2VHF7U9RZjEmwDwti1Be3/kTINYXkXI28oUWEw5BO1eqc
YQzMlJ1I7zPKSdsb8DIiYNrNYxNqMhOGgQyzKVrbvVNWuFzbWA8thXA7lucITsDRmuIy3rle5c93
W2QihP0MHfuT502CKmSFYimZ8ucJY41+S7dNWH4Cdbz6RAxqoROJvxjGkA46PCN9jXEmLsl9gbuY
t1e6RmmSOpR6KzLGaNmRcDncy0aF73NtTVfhrEdxqNaMg15g6fXQeb6wUuQ81JBkYCqL4kzMREz5
uk3deKxPrZjQgSuh1MeLaYWot7CH8Fr2IliOHXN0flC+Vh7McOsAcWjTB2mfO8tjudJ9vPJEO1lv
ymKY3McoIl/LAyyn0rIu2m/RUA/eQWW6+V7ylPKmeIpkbNGGbp9UK6M/jDrsdAnj/pb8HA8kJe7U
2RzDeJ6dNOB7EsdW5nazh0ZaHlpH1bis1rk7iw3u8mkJG/Gd73QxzLDbkuj5nrPvjozd+Grr9PaO
U6xiAzclxZEX8JbZwtHlnTA4UkaniVtgcGSdXigzBUWpK1Z8oyHmyLrU3btqQdW2j1Y/xu+q+D12
iJrWMWHObe66Eecjq6+1flhK6gT+fItLPtKi7sE+ZR9FUPsj9na6qDu8bdlb5VlZuG/xWfZpYdBk
JW1uKH2lzpprRfPA3UNFCD9UjVXwmOQeyx/9XbXjHHORWNUXbr3mtR1Pce3O086sMyUdcQ3oQxar
pWKxo8XRlOek+kwzW87IkU4lYe3Ad0M8Ih/8ZqBkiIhH+lBHTZ4sQ95FqdqmxRy9bMIXsA1iupoK
P47PEZ5aMF+NhVXE14U+zL0cDwplG+xpPTt+ars4lXY+DKBqzyQOhF7oEqCw92RlEA0EE0yb3KvJ
Joxb+1ugtFwPmObCh2ha2uvCm3F7W42Msr2UJZD+sNtivUPmNzuJGxbsei5tkfyOeVTw3lOGrD/A
DO6Nhz7LY2Fz5nhHUdCEaSBoXLwRTb11jPjRmu2KWsg17bZ5xFW2zP2tjEO1nREirPmBQRtfXTEF
LY9860TkAOJCVEcWfbPs21Z3HmT1QBJtnCOk5hvNsocI/9TlgIqyfa/KxiOfqzf9eIeSfCp+kCGR
E07nK9bqRHFXzHkcLOGQTjf8iUxGq/g8lGG+7cahLLHm4H8t9nPpEcJWw6IyP8XIDX23PnoPbVWZ
98OSoXTqIrV9jKxqdQ6+na3nrGul3AlNQbfXkOq+GKcXJ42LiUy9vGRPsope/SAA21zngrhtDJR+
sV6TsAtdb5JO2+7qqpvspKDs0Nfgwhp1sWqrObXsicF3F7EMo6joMnHuIwdPkov//m1maSRfHbvH
dNcKdvCd7yq3uJ1FKONDxEYG4qZ0wvyE+4GR6FCR9X6oqY2XJOjisEiMGLH3ZfiWKM283D0savOH
RLi6+dOrRXjTx45xDm5++Ums0cvZ8ZchSAKOWJAbczrUwBpoUu54DKbPSN3nKI0qm42QV3OxEzee
V+dqy8zwJTIhFZr2pAg+aNMon6O3Y19pZfJoXzKjfhtuOFYftPTGbe+ruAgTmK1zjae6o+McB9r5
3jWjl4EfrsuRhK6uucSm1blLSNc46uvZL0p7rzs2cyzhyMQO7FYYfpcZriJzrj7/QOZxC0ugXUaJ
8n1CCwu3aWYIZ9ZIHvERyQnaUzS30F/EOgLXtsSYmC2TIUkVnCE5WoxOflqrKoLqQOl5rsDSyqQs
V3VDLyE0tBGytUhaBNg6sft2RDMUYVnbW6ownPZCUXwlQVndSopaXtRLPDJV8wJigu4G/lEJncgQ
pGLyj3ZTcFbPbK2vxzqvgn1vAcEynpirfRn02Z8FK++3Zg6iD6NAlLbHGQzprvAWJi4m6scHLulv
Vwav8UcAWqPeuYHMHuU2EpTQx5twTpKTJDvK5GPaaPshvKNCNNspWIpG3wNPIEWJ2STc2tJrog0b
cTuy9pgIYkFdztNtOeWS0E/Vjd9Cu4DH0VCZ/RBbHX6z5qG788Bo0bXQUUQ13wZzQ0lN1+VNR+NG
YoogwLjMmTGfcAOb4jwMvfVxZMv5RAoJtv8NK/8HeHbW4xDa2rnth5YW2SKL2U0sjz88m3rNj10/
5MFB1kN58vzcYWxNr4xETuN9Z2R47NlunP2SuySml+VQHBUJUdmuGynsd1rY5j5YS++8lVv16A7S
jtkZhP2N5UMN76ihZXCasi3ESR9SQCT0GSqed45jMsV9RjVCawiOBGfk4TGfRKb3nJorRGazTWzr
5NKxmULDD+2Rq/1l4mjIgTmO+L/hNkI+LkyN1wDnr3KTeKWI6mmYgEidXGyTKypfkMiWtNJeFX2Z
WG6taSe643bwi4ZeA73HZUr7xgk5uoLln3ExhPMfjVvhoBYuu/FhsRfrm4o9dghamIzFfJQoD2Xg
ESidQUqIdo439+POLuuVJzbmIPkmQHp9yAfVMonAf3vRdobzkozu5Z3FVb5csTE11YFngdle19d6
l7VudVe7RlPHdDPszjKfnOzoQGRxD7KMIboDOuAUtdAu/sJSV7WX5yG/rao4/xGKXNoUvbANUvrQ
JT/ZEKr12DNvsqDh8jrslYereC+GTXTM7xtemIUKQ6VM1Aki4Gfcd0o0w8keXM5Tbt9kdTosc2zv
qlFB08uDYUBKWYfjfhuW7jOWbc8cgmxZ37Vhs2yIcwwG9Qlyd7vHy63P9tyM9ByGoGlOFSkwA1eY
WIeqtuo/5hazr3O8sOg/0LAZ47QxHvbsljamd1iM8qf9mM+STnXcgQyqbLkVRzohnNxZKWxsvF7X
/V/2zqw3biRN1/+l71kgGVyBmbnIVbtkWZaXG0Iuy9wZJCO4/vp5QlLNseVqa+rcHeA0GmXIVmYy
Y/2Wd8Es1NUodAQJIuubrmlxiyiscayOLDp9bUsSYgd6Mqlh7nQHND1QKPCSdlS7Zc0UldtoRboi
t9Ia6xgZ1FdZO2SUojJ/vaeWQ/MMZwicJNeEuoYdFtMn5XVUGtwg+zjEw+jjbR4g7qrJQ5C+ElaB
+Q30WGabqjFI83EZqUimrfhWcGBRVAq95QhjUYBQ9aMO47IeRqNC+n4rrCo7b2lVGUuaVZ+HkhBo
A9/OP3IgkMmME+ywbVtXkdxFcoUvTcbXZvuqjdmOVhv0Cf0WN5QnRBY2ocXaDc4BuTsq7w3hMxlN
VCCUnaUriAL0RZxwSwd0HC50mS/XVp4k8QHpRF8dOOhHeWGjkR4doxVm4sk82jVRTaqjEtGdvNeQ
MdvuM/Vc/KSoxPmYV45Nh6EsywUkMKKqR6tzqztdLFl94uP4AY7RrR2IyEP0uaSaC6vNstW7QPS+
PId6nl4y9hqcJBCS6wQEKTRxLoVk25YZsi46LRrqzyrxLvIlSfGH9XOyL9fr8nJPlStbNxpmgdHD
cIN407l1YiSQJaBzBJvK2zitcRdW4OEfMuSBkZJpkhBVxkmM93MOMHy3rmrllqUbtGt11H/Cc550
e6HukMDOQ2plh4xco3YInmPG1QZ+NZxo1seXHoUS0qFRNc2lLlZWIQRN9093bDNJR6uJ/gxwm7/z
1hgPF1PrHTYJHKqWbe6Wh3TJxGOo+mpE0GLoPga9iI5BF1FKjBMLT5w2hFLNBRkk+SHPoAbt6WWL
GSTT9Alsw/h1nibqJEmeyJ2lpq461pDB6I6gPOWdJpRAxCZjWcL1iasq2MsGa4q9tuhwHaVV52dl
EJb+Nk7XLjqp1eLfxmRGWK6qIVA3GZmyQzkIiRQK3OutH6sC91Ivk/kRnYjAvST6I2OpKMgl556Q
Y3Kb059Qu6rJ7Ol7Z5VxhXHyHKrwA+2W2N9VC63Io+zYr+fWgir1O7cOa3E1zPO4XEcFWka30u3L
8MIrg1x/8csY788SebFkQ5dS3Th+WYsNjcc2eAtW9Us/mQ4tmIgABioqo3ALf+7VenW7BCSN804k
+XQ6axFc27Mb7znkxAE6/gvL8v/jbv9lZGD/Pez22D8+Nq+Bt+Ylf+FunT+gFQBfiABDAVEx9PwX
3G3o4iFq2+hQOljqGAjt/+BuI/GHHxJAc3gSdoK+5Z8UlaTsP//l4zwa4fuEPYUXeRAq/wns9hWA
B7wBqCzwFZ4AxwPp4BVwSgaa5o5fTJfdPHTwgIZoLqsNcKo8bHdooAgrulhqwAkhohZTlJxOtQi6
e6p4dfsG4OIVpwsWAL4BPgBSFx4fwNzX3FmoXsjKUVi87DhU3WJfCZA9Zz0qYNYHXYdtcClIlFLa
J7oIh+qYcoEXH3PkaO8afDQ5ZdHjoxwRxZitYS4none0d1Bo/WF6b35FDf8yZJHwXINHgZEC2Ow1
c2Gc7TCZfVFdWq5NNgf1yJov57gR00eJIPWyQ7M0LY4TiQJivU6QoUSi+kh+/OePAV2DmXtSK349
c2Lp5DJHVXVJs4YCTy9GqqCuqAvctepAhgf0p1Eeoz2XtvF5YY+VPkux7onegBe+ssDy6SZyDT3R
K5C04lkMgOcHIFRSYPTsRZi612WUZM5ZIDXiB4EGSGGft3m6uneaRqVCMYqEY9M0SGSc0upJtvRT
7eUNfYm/e5yIdYRrZoC2O3jynx9njv00mQoRnpl4uHk3pIJASI51tmQbOceq8Q4pekTkNbEFC2ve
+aNnKapRZS7Ld1IVYjl5Y6Zer2xgkLg9wDIGHM1uZsP9/EyJ289iiuviuCCpU8TXM9UAtEHIUmf+
KLw+lTiHw8gY5y+5GL1wPC1rdHzQmVyL5jropkB/nnTYlQ+FUF3xHcm+CY0keiTgRLZDXsk5gpI2
p3ZxYlNpxjzT9u3Bak/c0qnXe0p2svguQhQI71Jbrv7nopPmHVg2wXvlpQEp8mzZ3RLRR0fNKnlf
r2OS0NGFC7Pei4VPkBBKKs+qQYMU9MP3dSFRTtwidcHbbkuvB8SyRfFo4VemWtodwLRq6Kr4aA9F
ycuXpS+BmhRIM/LRiQ88INpFTZfA3azBqK8T5bVoGOJ9HleS75rVTbrs2wwhvmg3F14qF66zVKn8
mBZWi0wwR1oTzLf1CMpj3rXKHpcvA1e//ujIdHGaMy/QIAx24djwM2JRpiV8TEbLKpCPwSChRlas
ajxvO2UG8UUK3ZD07dA8LWmUIDXPyBmZHvNvbRmo4MrU7szfBc7g+CdRXcdqPS3phYSUshjsubqm
jxFM4h0KEKlrHym6L4tE7d0zra0N0kCtb+YnL5fgfLJcq+lvbIf+u7x6edq8YyE5h3VFuic8FHj0
ILwcSDW51nYdgny9T5aey38brZlj+Zui8RUHdQIQn6/MMsJ65Zz6EOvFz2O0ZreJ76qWEA2l2xQ1
Cgm/3kjRiZihn0UB9mBvW/h95UeUEtZhF8+95huP+Bms992aqvKhKYO2+A6TB8G6TesuZrpGOWVM
Oh22miFJGtJ3gSnU009yWUcGCEJ9zbcP3C6W9y6Nff82UqJa70dTHLlCISL9HnBWKoqg69Q+5GNj
zxetM2OsRK0fEQAEeZ2VXgSKcXHGXA6lZT50zuAkgMFImvDB6/zOeucsuZHcmekf8ewQQ5vywaka
2/8QgN7xD21O02c3NLTQEfAxZeUdakfmyZH+W+RDiDYvGJ2+KNXUvqM2ScR31BZluGRTDKtsl50z
hxG7QksbmTzuyXTiC1Pb6AKci9Y8FqfutMQUmcopRUL9zPaaWFeXroxBIiT0fdSyqUk25PmigY/m
mzEJJ3WD4RqNrj2lYI0wZxqP63xBU0UDPVGSs4IYNkYODT1yH1QaE0ezGkHRBsLsHe6pvbx3egSR
UBOQnEAbei3lDO0DlXDxBTkQ88gFe0nktKWDtVxpKoxTPZy58AzL+ABKS7K14AH5461dtSm4hMbv
yvW+pRjGWE/ofK73APjNr3kdiwf0l+dLp72J6BezBCv8TfhLVPNIEkFe6DKwoMDFMr9dW5ogyHQ2
6K+fFEmqWWyhXzYsNp++Gn+U49wwnMqKy+L78y4TGogcoXFflexbF5bZmL9fxeRYpJV909IDr+lk
UOPN8oW9whFjJj33EvBHm172rNWiL0TxybGSvsNaB5WwLyNHn+gBVwF9R5djzpNbhHTrHquuwKxn
OoSR+2jDUvZZRyn4jhilrpazM/XjSGNvWOqAUlJbjxMrbUInIqL8HJTiHeDNPr83gKDy6KDxibRl
nFVIWG9IJZbiPSfgiILWgvdXtAlLsRbU+irpyoukcxbVbV/maUXLgCfhtykt0BCmiXH7/IXzrAyx
dvdzZ4ovER/rCIhwGB3+pNeUDh97kIShs/PFRKSkKjQFbRA3skXa1Jnaod17KWvom0SE0rp0+r4p
mwNxVNS/0yoGvxm0c5BhF4p9LSnZsFrnpR7SERxEVYj6ZEyJI676YaSuRgEe/Z59D/kekREEfJP0
3kt7lwdGZrAw6ptPW0IA6ysf9NCa85vxa9BCdxo3nT/gHE2ZwqgI9rLcGW0+JnvSdBXOu7jT/ED/
2BpLOgqhuSqjMXKWcx0ihftA4mOW4UyO6Z+mpfKX8YA8ah3f6s5TvDRLl5k5rQofMbYtiLKSAa19
Lf1qm1BjpXCs+1UHhzUIO3khBtC21A5weTvFAM5xNo5TUclVLJMoOgtjKzJV46kgDN5mQW7OuFZp
l2tOcBdZFnAq7IGpYz9fbLgD+vN4zJBPTBWKbSC2bqqOCsBXEnNzXze2a1aP54Dkbui4P93lZVXQ
f99gI2v2UbYsgvdn74+84OX6LTJpAoWXS8JNfPTPtj05Hr+5pHR4Dr4OzH01wnHhZaEOzCFuirPs
CaSczV1M+dNcqs2kzP3ZJCkiuxsEFwHp0RQMzdZ/ufUkqjDJsCXgRVXglBS6YtRBL5hzE9qraTAs
DTDFrc2or7jyAf3jc6oG/jTvrF2zo2I5m/WQ+ovDV4ZaZzGWFEkIYnSN4KaxtaqYJxxRC7YsJfhM
pbeg/daq/1BYSWcF28kuJQgbR5ZU7HtPTezKLgKrKE49CkXcfCQMgNCptCFAi2sUezASYA34WZ5r
3fUcELMFoE2cUqQ28YCtfdMKsBP6Kpzqz1dfGdZm3RDXmK2HIllgzfvRLVlP+5dPQMKS0v4uXIB0
APvNK3OB+mldlvYxFnObJgfSbnM91Z0fdPpD6fZWW933/WAOqzgBoVx8yVxycoQ51hDN+XY7zFVC
bwNazjL1ztVQuwi7Hv1Rm2UusCHniFTNPLEuJE0sfmUZS4dJt6Ff8C3afKoYSDRcA+8EQKNYnRu3
q+q+eFibTvTOddr4yJSfy3z0bcvZjJPFu4NOQaLCA0qcO+PTSDVZaD4/q5Im+ZLjOdpV9y9hAYKQ
uf7aqiUaPiwW6o3n2ksyQH1zUVn2soV2bI7hPAtz89CtZ2JCYVJGypqZJ8r8Ki+QG7vPKQwzyCBg
KYacvsQeudtLfr9zPPMl6wzNZfl+6rtgvO2jLmUykTUGhsVaMW+Y9PXA1/GHQbKJSK+smdBqEyvl
BqQYHBjS85B3Rd2QifTtxqzLvBPm0V7eIqwJdiUgA/r9+ZUvlOY3l0zVbBGry0DjU0gFCwEyWoCO
GS/l83oGCGOmLo3RsmRVPGfIWEkEPJaoBXGAyMenjyM95C1LkieULfxONsX3XgGbpJsKomMNzQox
XxPFf61WdICH0j2vqlTliDvaeWnXe0tQRr0i7pf5fThaffMpzsCtPYKZJn0anMb29DEOUaP95LUV
4OMNnMsoLTY21Ot2PHFmoHk7v658VbNxiDzpVKVj+bHI7K4HQ1LnK0l/1qHggbOOUvFwI8t1XT52
jRQQ04YegjYA2b50CcPGjpkRl5nGcwJDpdiXebnBFNwaBxjn9MGqD3O6gHX9UK89qsDIb5fVMO9C
DJtCKpnDWM97+CMTPyxk0Eu3KysW1A3v6yOVnenKbb7lOhtp9dOaXpNuw9iUoXOhx0gW7W1ElQIz
iNiuRkAdgBfnaDi2GGc6HHZ56r9znDRq9EkZK/P5NshugIVI0ZifwF9hV5OUAN+sfW1UUq5bNeZ2
dDJ3xib2LELkvxFbArlMOPtV9WUOLx8do86hgRImtMXappDFyawkUm6bDNQdbWNKgqsz9ugzZI3V
X/YQBjj4Jpa3OfEKyQWePEfNL0d2CzWDOgGxjVVxEgeBOeNBOqFuvddRsRQPiMID7tvUiYI8ttek
Q/V74O30/zicQS1tMl/58cfCLSNmdkIcGs/4IV7BQF9qzG+DDYqeFDO3jtUih7mNIJHo6COwGNZN
kCfg5XGUcHL/0qXXyhFSy96kbYiJmkuumLlnkB4oloWvIJ5/pbGBIgINqVdLV7tJVOZSJwFRHBnP
uanfN+a9PGUvyzmwYHZv0cx0g26SBMmMA4sWB4UNC4Vgcn1KT4q4eLoXKl5zPrTC3PUCsC0XyHOm
63qwLaZNwLE25DDB3UTOB9f1kiK/ejkupq5ouBGGtjWnPoFf0oOllWgqZf2FqpWr81vyxGR0NkHp
FVAgSofuptz1SHmziRdlmRgTjRFzAaP6zk7lvAo52bPJdxP9JVmCoNK0zcunmDQBRNBBIelMtmEH
kjRLpEbdH3zKEHJnqNHmG8btMDKmbtO2HD9FbbUgocvBK/ryJIBBs0RH2tztvJeD3XTvhBady1wP
DBunBqsGRnzpcq867eyUf13jTYBNXYudZvA0Ls9pjKWwHOs2GF7i+NIr49OXmjZxfmWvMJLR48vi
lVcJSVUL6NfTsZwTt5IgPQfOOqWV99BbwlzyDSLNnGf185GnswqV2OPL5Zq0YHiITyMkE3OcHOo1
UggvRytrGFKciXxyje643InFNqEC6AFzqOrncD1NapMO4h32lFAsYC1OanQp+Tj63OamQ5t54IKI
lGMCLQTT1l4Ckrfi7BxwZ7K4XxYrnqf16DPAUB9YIVH83qafJdMddBI7fQTwoJP38bh05cmaZ1ay
bkf6aWLcxKyfGqha1qGAmlKicPoTF0+L6JEygX2HnEY3f8kmWNjgv1Km8QjyN29PkSJOlvsWHZQJ
OadVgA9ptUA5XvZrZx0V3YA5PwNq7cDj6Eu5lvdzB67hs5vgbrl3x8zNrV1XApBUG7QwVU+fD1Vs
SYsBxRf8pCqRG4YkEixcZOuy0NiQs/fgJNXsnlqN7oqvwPMd+vCrxPhSzNgMnulqHWmBI+I3vkfh
eUiuR4Q92ZeqSQsGHUQc6XWyjgUGC4GKmnLnpWjckLNUZeufQGeyer1TQBcaASSCOz2/NKlZcrSd
WTfNuaUZOYLHMKCdJqrcdqoLP8Mb5+tLxvUSZRMGmKjnuUjwnK9YdB5YTN6QkVWmcUsAH4LhxZwD
jRMqilvQUiGLUj0n6infV+6e1z+YO/Nu7vOumpfV906gpJcsj5xqdPnwnF+UyWpCzZc492VLhP5o
wuoO32rWogWI0P5M2aD92uHUEGKA4Jl5P6wC/CRQE2CVLYCuKZkQQp4MuB2NYg1r9ikcMaF1Dh6Z
J1Pl2hcXeIRExbV0o2wAgmbZsj6jyxmgiw27yhwZXosQs7u1SBD4+NhrZzZ/KYHLk8wgv0qC25VO
Rwg6ODES0HXCDMtdCiOHPVPm6AJ/51yqOLrWdnFgleKROwNykvNU3bGlgizYUPvt7Wmj/F7q08Rb
MJ9gAtvpKi0lfU5jfrjizqeDbrX3lKNn9QhBe1CPxBJD8TWLuq64z4vYZhmqftHFV40zMN4KOvQy
hTh4GPTesB3oxTO+SCKWrY2TxdosX0yHkuedG9kGj0UpiKdRna9Hfs9bbHMI2tDM+Em2ow1M77l4
RH8qkLTVG0q+UFGs1gwHXFKbE7QnYiA26nKfH0bQ5sGVFoCGyMAdt2GqXs4wdlxEeSJToyDCoRGO
Y8VS+klc0BzvMXa46VJwG/UejKW5hwZb1DwODiUmEOttYbINYBzm+MKWgljUt1w2xa5lS3jr7q9L
2hSdGHba9by6pEW33geTC3LziEbJkk8UTaPWvWh8YDEMToc1DIn6QESdbFwlTEGjC1ql+LDASWUH
dFeMSFEEPg1/kKMAmc2SoAhcQQix6oXFI1eniuONO8SwRACYPNUAcFOmYgIDnCQauwP2T9Ig3hJs
Y0cv+jTS42gDyM5J/GJBC/EqRN2fYUNsOJ3u6PQO493LnWqDKWAvionK97JPwqRdviZ4SjmgyQAQ
mEFD3J6xnurJDBohtxmmJJstTmZUTQsgRbxU4c7bCnNr9o6L7fm+EB7F4G1ouTWDgVWNozQQ2bka
mj3qmokF/qEF6Tydv5QByjIwkQYFiJIH6l9qedRhmTGtQ7PtX5LFdEwUKUU9BDWGe6SV0ezvcM+c
WcB6XALQM50YI8LkBYQzM6x8YF/IrisqYtBf24l5cWh8+npDaTSi1V6OhfkDTBnPRDGv8z3UF0AP
MyF93Zi6Q2oFJsCv84Z5zzHB4gcLOTVSAOBNY6277fJcUUMiPxQXjLtsrypNve9xzSEiE3s583rl
Ze6E8BQyp9PsvtH7ecWJdv0A61pEfCLBvGIo9qqfUMEbneZEhH8l5UDt+xRGVOqDd1NQMduZ9nxl
ag3x4Nek1Rj5seF+39dwDdP8Bya6SzsTCzh4uRF4BIFE289tDS2stXdtZz1Nlhhfjy/4UGBFdeHb
KvY7pKytHPqOa3cecUg4FKsEWurFbeaBQXreAwOx23fMPXwb9Dn2OMt2shASBvgDFIhF5s7MLYze
0AoewOJESPUYDQiQLRxkeHEVwoTOEBm5EpLR478vq+z33/R1UwnDSygU1FSx7fRtF0PEn7+p5Rdx
3edTckjgobHDwroaiWKEj37Ysq8VWTgx1nNAGFZjhW3M0OmO4r2X9+Yscp9rI79/rFfLABYTYkI2
xvA0RV1Ci1etrtYXWK1IdzxgwKvLg+Wig3AGmg1Jfp3BLZ0hZ8KASjMrQkhpaN40fDcaBz8sAB4A
Bx7b9l33SQHiteyGz6UZAsLoD47VOfpyjqB+wNda/G+eO9nVZSYKpW+ohfLXYTnre+QwuEhUw3Fy
qmtnmC44evP2iDZMhbtBZc/r51VV4NN/P1KvwBAC6njgOR5teLxF2TKmp/tDjzKMKsroaCEfUsD0
0cFRJahVUMZKXTa1rt43YTvOb7T9flk0UcDkGFVhF4GpQJju/o8fqisBKniCazzI1Y6uIGbkwYek
KC3/mkt2WvGZG2T6fkTFoDshZEqqy46ujtpoA/l5S3HGedW3ZgxQ40V9GJ0UiPQgQ35+nMSlDkfW
pqh62vE1vjqjsx+4vevTtQZHe0zh778L2rWnApZ1zhZvkeFdXfTYCGVRuH6e6jIJHmOrCC5dZVfW
3gsob29dit/eJqN+C7KLfkQDJjjX1hsn3t88vIN8NDoAqL7+qo7gLB3GDVL1hzIZohGfhbnAc0jn
szj6K/B3CPPBOl+P7ZrL79NIWLQB2ug//n4ZvbJS8M0YsvtZ8ag0GDnK8Ocx9LRnWwQ03SGf3fwM
mzvn3TAJl9JvCnofhhC1DWcP3dZvL6ocEOq5T3MXbtWcoOhfd1bifa96GnnyDVGQV4qhT0+GhDVg
U9egfoR4dRYgakjXNg6oHLv+OJy1Ct0MtI26YtjBZWxreCZ6Eceqy5oBFC+GgFSm/Tw9VAW8nTvP
kwnKvTVh6PtKVqV/PePFU16zsmv1hrrp07P8eGyYCwNIDHQdFF4xmXz1rAM06CWk0XtoVVh/0OEA
jnapekoomUOX8qx2sN9IIvSphs2aTFgCBouTnrjt0DkfwYljUFRDJaRAX8MSXuBBHvBbG+Z9mkBP
8bxubUxd0lKnOlnDB9qs+XyGsOF4O4V2R+0YlpEpSY/BGeqp2pObsZ2t4jIGLa8grsxp9x7uBMZU
QevxCWEjeZUD9Ua/4Rhh1surkYh8P+R//IdNaU74H86lFERE30ZkVhC3l/ydrSpoGxUBqH8jmLzu
NF/9/ALDs/rD71fy335wRNDtG8WtwOCVfvxgzLvTehwh5OCkXU672Fcd+XSQZge7brrhzMuxVQLy
42h9/ftP/pudjEoPSxUvb9/zA3On/PCVIXho3GA4FQE6+vP7uvDDj3Sb68eV+Cv+HC5h6uIg2ZbO
ruYqXrdYYVblG9vlb74+4QpiUcjocBu89tdEOITySDTpAwltpw7dMOPmZvlOIbetjwP4uxbJ8V0p
ENB84yb6u0/2QYKZm8hm7F9FEk43t8jEtfrgkK4HB0gldfJdsacNZwIIwEZHjpL7Nor7t+4joy/4
arEBGRMMOjegzYf/PPISx6JmXmIFi3CobZDQajaIKiemZjbUx5iSjLNbEWmUh5RqZ3VUowVmncsy
UefSRjvh/2IsqCyjmuV5ASHtqzC2ULKt0b5WnAOy8S/KKG4fYULFF51rWe3jiBP02RrN2fDG7L+O
m9BTxjPbJmqJ0U/iCPp5INa2sdve5yb0vWqKdjDwo7u+ddXd1HaY8JT0IIAPpK5cN/CWrWL/+x3w
Gg7ELRKj3URcwAbAFMV9tevz1ckRfmzVoVy0AXWTtY57RL/hvHj0ELeOXdoxBHa39Zdth6TEtZxV
CWVCr5gicg5dQ6GCd5jA0lcbmsdjcPj9I/66Ss3woMjpRYg60sv6eYSGPhpaK8l4Qiip846cLVo+
rbNjncZx4qhP1lSCJUAns39jav5ubAD/IVcXcj6AiXy1Jrw6Cwf0PvsD3ODubgA6v1DycuGABg7s
YIg1zfyxjLVQm7CognPIaM0Fabb7zgYxNVDecaSfXfiyzB5clDGiNy6vv4nq8DZAVDiwAXSBeHt1
ebXZuK64lXcHDbnmz1FkUB39pSmn/eLWdrDNfbf4nDPxtzicFacV/YhxK8AFdW8M1a8HaWxykdBB
/ozHeX2Lwu1F6aGt+wOkuMxiLddRjmiwdK3TxqWQuFsm38aTF1GpqT1L3QS5Y89Oxe3vl4pjroqf
jxUiSqBt5KFmtbw+VjAKXvwutrrDEMi1psY5iHVfjBUNOTBvI9grlYxfZTfVIR6iY/K5KYmDAOhX
zWU5h2txZM03HyZg/MNbR56ZjFfPhiKAbURXoygkU/p5HWdwxDo0Kjr4/kTo+2yMqgu6lf1VZ9t4
N05+/WHQRfPBQkWj3fmIB7mbFNjAEeOC+rHPOwSa3hiuXw4fEibsaDAj8gCzUjf9+ZFme5TtjNfX
IUJ3oofdI/sPSawQcPYdkQabdY6841AF+deIru5lsgY1GDs4d9TLalngwdmhxHMYOZxhosxhTobX
FMtelxC8tmtd24dhcCnJvPHcv9weXJRG/Y2ZDnxQjK8uLneBVs59UB28KWgFRr0UivIPgzPUaKUb
J7VbPc/t/E2LFNgV9NMou6EkOfef/dLRCHjUwqK98o+fijg8IK3A20y44jUYl2JrawloQAcFJgQW
BGIQBphluV2UX7tJFQVnwwBEg9t9IS68ryS6DrfrNCQBohu1XAt9mD2MX9///sGepNB+WnlAtLlp
bc53xIXj1yWaBjjRiHo+ruLA+ygriWeggqD7SkEJCQoq2vIFRIfJNfC6Z1DIM45jaH3+qrBbg4Is
7fKK183+SetoX1/Q7p+8s8UjtfDxAJmL+cSDy2B/Q+7YtEw6hbRW/cal9cuNgJUVNQYuTBEGAbvp
52W7oDdHs9uO97R7ovkAxsWWNAeapN+X0dQjP4GyEMS3IVxlc/40mP+IWnAna/7/H+Y1fwK0AxeR
6f/6j59++t+pfh8fpdHLVq/f6qd3Vv/19M/pozQy2z/9sH+S3H43PPbL7aMaquenePnN/+0/vgh3
36G/85//+lMOjTbvluay+Um+21Tc/j3z4OyxV4/LLy944R24f9jcUdALMBdx8WMxTjwvvAP3D0Qq
Imo3bBmjKMypSZHGcAu8+A80dlivHOkO+oeQC/6iHfBP3DTIM3Mz8zqIDP+Ed/C6doh1RswOCWOP
RyAZeH0yF8kAV6v3sCu3eUBc8iii43sn2/3iTWhyVbIpP6MpM9Ceg28EERQi+qZzkOSyp2n+pojS
Ps89bi8g1sq7ZKJnuGmHovnY2/hfFAD8PntlHN5EaPx9Us4UfJ8668GDA/XnP1+d/7uld90+Nu81
fBF9+dD+v7D+PC6Bf7/+UAXKhocmJ+d9fNoUp9/+81/cD39RX9zgDwgSHqpdpFkUwlwW0/MKdO0/
4MJg1MFaAxeKys//rEA/+MPjYmTxUa7j1jYlmL+IL+IPcv4QmT3fNv/wj4gvT2rr/+eADlGt9T1T
QzcahzzCa7ciL/HB2gCO2IU0Q+JdS2dFbgB3uQ8WcPNyJyGDfqwI9+76ef5SwdfbUsALy8MKW9fZ
L5iRqB3SIvX5qIq6BS4CRWUjaA1YtHtT3ewHehXxDY3YRZ3PxM50O1Qw3/8w5DfPD/yjhj01159i
HCOOwFdANp9UlvI01+HPJzPHsQhX2Lg7lKWy+ITqVDZAdkQ/5qybenjlOCXl30BYxecG9PSY4/Yb
bNNugkeXw8+oNj1SLN6mJU7KdjBZU9g2fX4TJF4tQKUOFQYRDjc+KFN9a6foJG64KIL8FKvuqDx0
onZh5EZRlZ6ggjB3JyAuUPCZbNuYm04pvp6QVapPyTDZZ1M9gpiJ1FRkG9EXk3sTp1N97y35jAoQ
dcV+m61dDwlV6urPNsrqcT8hR1XtsgrdMbCAElW5Ptc40hczHRJwGEHhg2eM6opO5Vhm29oSDp1E
4mZswEoLQa+8T9ubTOip2tJMQ4FFhZgCHhRUESRmmOSLmYLUuyCqcpSSqP2M+8LJY/yspVJ0RevA
USdBnFrTYeC2uwB6ukRnvt8k7dFR7gqJM6zab1EedmfdGvvnRR/V2xJ74v60Qq30cxEWvbdBlUIw
SPjv9ZsII/hwG4t4PemwsP3soyByA96emgwdf0RHatKrK3QTBmeDM8mU7VxrtYI90FQbrYA6mdeN
taRkPHgsFtd1PooIAaZm/ZZomg2bGhTD967sY8WXqKY7pwKNsq1E5j6mbldk26zs871erOLKAeXv
kmM27kU3BZO3qSs4PLuJJ65F2qNDGhbIBvn2tOLolorpFstOvQIYQ3HzQBMNr/o6x+XUmdD+3Egx
umIn6OdeRIp7hk6QjKD61kONDGbv+fcN/fM/aacswRY8aYbNkWpKB1c81ufW6XEs2WYABirwOvTo
mL1sSfcxygPXVPagx1tGW3GHjXbkXVjwvQA6VMXYn3d9sX6f2pnVjDiW46HrTtH4wEq0TTFrMKzp
ccoeppY0c8/dGX9e0HPk3zzMMTfNWEoYsk47IUxa+N57V49HkwiiDV+C+NyFEFQHQrkqMNpM2SIP
9gJCFQ+mpTpl/YGKm/rSP1oeCFSophb+5qiDTR9haKKv2ddg3eKO+g4ibUgcJIUT3UKAXac74ari
U1EhVrrJo3n64qFMM3OzWXTy4EkgA4RvbJCdLhbiQoBq2/a7BSv6z8HKNEqkWbOc1C1o5SPijdX3
xl/0ZR2W8i5wR9gZGCmyHWJXUFuc0fJI+ulrTYfozK8pOBxTxCMNNPezJu5TJ2u2JHfAy5lswODO
ZpKt/hNDiTY+jVGnWdnfFg7BblsE9k7ZoPv3YYikzDIUo3O0VBd9iodh1CdZNseg40hSabjHIyK2
+MKEexB9SJoVCYKPW8dPMCZGvD0U+3J0xHK6EC1jOq26mUPKscLvxGDk0SPjvYsyKBOHwQq1s1f+
EAGiAD++bCzO7mab2W4CnEF2KtyscaqSfe9V6qvrl+qjj/M4QXhlJ2eG3l0eazu0us0gPA1cGts6
Ix/kwFSzSjbzEkzDsGvWFPO2DIYLhPEpXL6WiSubfTLjL0Z1McW1mtrY3uHzSnTJGoQj83kq5H70
etCnhcWi2aGUoT+WHK0Iq7qI7GyyZJgbao1ZCBU8Hydxboc1nKp8js+QAp4SFAeT8iOYC2s54Gsx
ol42k8QS3FTpbRYjdrp1BrzkKMxFAHRiG1IZeEAQ3BuvA2C8gdWQ+EgAicHd9OCioQ4FTu7cUB33
0kNW5yjgYB1Sy0MAoBrlo2H0QvzFkRs5xEjVXuVgmvSJ1XtgHIdwCiNMBksMQhGpmh5ct8/uIqE8
BBzxQvsGZMGb9//N3nkt141l2fZX+geggNswjxfmOHqK/gVBUhK837Bf3wNHWZWZilvZNx86ortv
10NFVimYpHhg9pprzjGJF47jJYzKqfxmpVBvEu5xy3PWSALw1QwzpvFed9cTOfAiAYNp0U/U6BXL
XTw3ZTA56vyeA4+5SmfZDD4PZtAdKFOpx1UNCA6XB7WZWB1UfI5S/+oSMbkgIr48JotR4NPo+4r0
Xu3c2Emu3+nR3P8gdAmocaxm1kY5E7nH3ZvjHu57u/B6N9dd7jCD219G0urCggf3wAsriW8yis4h
70yiMj2LqwtCAQ3Gl+i2/fuC7mOHOA77moj+xiPuMPjBvJG2fMQxnLlMocj2fj/aYjmQfKdVuZ7S
gZF/GeVbm6gZafwOI6lHHWE6h+gQ+WciBMSYim0gFfEsK7MAZpf5kEa0kHtFiQH2JAcYOUDMDO3W
MkriHQQALGzkoFQWn+3vgHuhEWOCajljspqmXvrFkAL/YdoU+SUma/d2wqT/MJdEa/F7TdHt0nGo
BvWVFJglWuA5PwfHvzW8/Q89Hm8H2n99PD69V/929b58/2Wk42t+m9DsL5zaBFx7XByUMjibyvrb
hOZ+QQAFPk+1AAtratIR/34b0WyNOQzNWKAfIR9tc9g/Dsi2+oX1JPPez8ntPB4zmP52imSm/ZeV
Pr8Up7FjRc1DhmVCEyrK3q9N5qkZN33LlRsgqlaWDzw2PvJ0N3c9iIUDAQFgODGFo2PYKd1w3cZi
SC/UVQ2ge9P1VXDI4aXoxZhUNE+2gmNoIqeSI4uZQFNB/E2fR4GcxD1tT28FNEF7l8jtUDNnKs+a
WdvC1ZkeA1g2sFbBk1lVYoeNcQuBc/6hXbQgTNlb954BIx1vm53uV077WK5Rhd6zlUAm+Y5s+Crp
DZD2Qrddnvbq4wQhCAxp6paEL9W1CwyY2jtCdjrZTHRc+kLw6Z8mS2SflLkdHQFF28/o7T01szkD
t7Aa8oNMMCUW0bbd95hxdgIjTLEn7PfgVmlZ7CBMBO3cJgczonOuUggTcKS0o92aKNq73mmQgssB
P/XS9vr73GTyrXLG5lBPgA6ZKsrD/06pcvk5cbIj+Ne34eW7HH8dUfmCn/eg7nwhBML4RIvZ5o7Y
hqffR1RbI0aORovuxQHtn3egcL7ge7LOCXP6Ic5Eh3+MqOKLheAM0Qt5BU8O9+0vd91f3YXm+Tb7
45DKhMqUSpMyzUjUgZ77jP6wLEUeXyobEH0AiKD6UbosSKsSnGtQx8O+ANf+Pa9GXudwAJ1XIlP5
EDrLMF+x1AT3SBm8+WQB5204ISmd7UUZSLpwgYKN5t7AUeqI0s8+SWQbmyjoOZzcJrp8QE17/Roh
BIOP5Pq3Tu482JrfDaPeUnbAqsrHeLkM3rCo9U4TdqRfGCToJpZnSf7Ab42sJByz+XM2607Zl8KU
0lsbh9d3TEQVdOA0LfjljXljh4u0zcK6TbVdnpj4WjFK0ksQlUX2YhQOZwfTGkk+9kvbNaFhJIbw
jFEx3ot0bmevmi1G97U2O/WgT7lyAiqzeAKHze3oRtUPGLTKiXQ/9Pqxne/tYu3uIpHTJaquej/v
SkMv3iFHOMPzog3QL41Bda8w4SzXQseI7cEGW56WZRZJOINVZQeWp+Uu7RztdamY7gDUmKO7w2u9
vnR0JCZB7lbNOwbPzvLAjYNgz+EmECDgsMH5jiSPFjoAzL91kwKPeZUQ7GhbJI5hDxas3pY3fxyA
kxp+JCJOn2KTbwMPAxqyX/XUgNFHEieMLepElBOW4nqC3Rw/Lo3ZGbB0p/V5hAnQeBXea+hkhFvK
gA7JgfOA7OMniTGfbt6ydtt9Nzpqyy7N6tDPLHaMpxQ4mgRVxlsirIokBy+ea2rjR1AJj9NSgWGK
x0z7NgyucTIapXS8SeugTo5jPlz3aCb6viX1kPLxGthG2ZbNhK9XbClLqQ84SKMh4ldCZMj0Nb0E
Xy97W2De70CQHcZ60F5c6bSco+zOSBHzx2ColcUOaWsoVQzcLWh6Ve+Hy2E0IIghq/IzjHYbT4fB
4qBuKIJEFCcsrhnwgR8mvcoQHkxJSdxgmkkayMGc8Q8NEZdSx4kOrDmVYJedytYzSNK+vTMVm5yU
tqqVDyY//zZFWxCa15T1WG40SmRv9Hk+Khrbw3GqJLkWzX2RI1R+PHeFxYsCV2wMdKKgjtlwh452
TeBkzyaxBOswFkP8g6LfadlXiJcWiZo+zbHd5CpnXhfjc1DNzbIHW0QjiRbpBmsgzt5P0Roz02cm
MRfy4Ig5XkYS4anpMoDr6aK3cCyXHhCX0nUT8wsYjGSn5OZAEhSYLm/SbALMDOgto3xk6hTAHK58
I1llPEdO10WBoa1m4jdNF/VXhoNn1tMMspF7ak+y8lSXdmUe47geuiMtxiV1bXiIHL/UZyH3QAHT
7IbhZaCVHB42jMt+5TPXlETvfbOLWlpGCncV/mbGn4KuxdC8VxxOFH7juoxGrd6v2HW0JHqAc8ud
rK5QBgKkqvHO4UivnVLFLMRh7mZz+jpDVdfe0sowy9CmsQdQcqHNTdB2a//ScSHgTasnovF0kdIA
oC8Z3R6cfBaAF42V5R0ALKBuzU2aJyK6YxqxU2Y0BXq6Ljt3uhw44Wv7cqzM5Do33PSHtDDKeUnu
ji6PHjREz0hzo9+P1qo+GRzlnBATd/aZ92hKu4mlDMKBURvxhwma/Q30YvxthBn9rUtKtQjxY5ng
QIdxg0EjVT4RnDWDuuE5EnYWdIe9o5s5OAuDiJdIRsaLzrHiZ7vU+/Zy0NSUYaQR8rkCdUf7yHn2
TOc5B1Q/bzMpWB0n982ahXFoRLoV3+nAvZETmwrnart+uKPGhNtNBtPufJ58sSQxBYNvNh5WyKA9
Vnqsitgzt5m5RmnJ9/o2SkMbYKrm2/bP7TZqG1MumbrPEzhll0rjMXIymfdSYUrvzhN7BOFcC+2f
k/w21Hfn+V5RGfU5czL1p1mEAsBpEzUgAvtqhGLSeF6lZ8WgP6sHjtnaoXPWFJyzvgC5F61BJNYk
D11lOi8pLwDUCNYPH91Zo9DOekV31i4A4cn1kKTIY0f2sfKzx/NPHnITPRQtih76sxKCBPeqQIUA
/7/pJMUmmaybeCIwbl4MZ0WF4m3UFYHOQkKjfuhMR15NfV/+QCJ0nb26STPyrNJEm2DTZKL5MZ9V
nAIXBC+TqQAooEF7mb2pyIDTtRS1v/H4RguyuURfhDS16QFzjnO/OpZ8ds4K0pjOw6191pXyTWLK
z2pTdFae+IDEHo8yehR0hOIIwRSVCoQkihWhWtSryoYqgoFkU7UYN1C4NLQuEoniK4LvHAflWQtL
BOA5gIQc1DFyI5eNZ+XMdKPkHVkJPa1uMrS19ayzOWfNDS/dpiafpbizKhedFbrlrNZt8Y82WM4q
nrMJeslZ22NFjM4XnzU/9az/1VqEFpiedUFx1giTs174v6fi307Fm0f9X5+KT+/le/r5583N9hX/
GE2tLyQMNleJ424GCpc/+m00tZ0vDJhQn+CC2duU8/toqjlfxGbrPK8i/nww1uwvKo4HjJ8QFAWm
q791MNYMFqF/NHZs2C0gYTrbEDxcFBAyBP/RRcizDIpIo2W7VVPheZLPSd+d1MQVNJkmZUdNXSEf
k5HV7jluAuKnaaEdgxUi6sKxaQF+CW51Nvyy7LewBBoP5yQeC1eceOxLqQqjDErXytZwNhzpD1ah
HOyUVAtp23F5rAgJgzBqYKYBpydR3Ug7rkIcw6ckSsr7BWZG47fStiD6xxA0/EkUM3o6GBIiSdG8
VPjP7TQOVwxqhNNjYTyVHaVrAa8y47JAanxpIWJ6fUO7rUcKILpxWIoSxs5HE4nZGtxsj/Su3faT
WrqHBEXoiSKrovYRCdcW4LMK4b1sJ1NBqV/sEcK7c13HGi0ko67N32PNpSYhJdz2qGWOCrQ6LyhX
W7X8yP8shx3ynPYMPlT/oHcORzVrufR90K1ugkqZU0YlYkERlBzguIfaOqhPy6CYz6T0yvQw8Uz4
sNO2vcBCK+wwtStKUNQGDr0njazIAh4fygMCMK1EaW3lL5tfeDriZdEibx0oOfN7w8leGrtXGPVx
OFPbtmXq2QJH0ULqD8QTLnVNeXNn3hbgdSKxwb1GJ+yMzn4nw08DR6mk8gXzSUKxCNenV0OTvNEn
DFIeWVJ6GJKV0w+4WINVEpEbrh2equvlOOXZi4KVz++t0aE3RsthUya1RKVLRyV9I0/fEA0qRY93
U7jG9xEbaerrxma6GtOOc1Ev0pdRj4yCdJVCJtBcDMubI32iMUvmJfIszK/IB6fdJbsIGfbO6qFv
7+EqTCfa/CYZ8w3WufH/cK//X5aGaE6/3D2MlBTqCe5UbCLuLyvDrO4tLMVrimqRQB3iQ+QFZuo7
6YrsP/hWv7jUhOD23LQskgcGz41fPZ7Ij0XcaXa2a0R7q+D2CmiJUHyHwF7YJy7KTJuOlw3/eKtl
6nT1n/Z8H793cui+I9k1/b/thurbu2Ru+O+wpf9LFfL/VDG/4uLPT/rfNUhLR4REWcbxAV9xExX/
+aDf+t23hTLPf+Fsfo/fbSI86Nndb0dZ2zlrhXzqvykg/BGRMLp+oVsx3nGd/R0F5Pwc/10A4Sey
DK5TPASkunCe/fqcXzl3D70VcyA2VBxyavoM9aUIl6b+rF354aTOHecsDSRv3pzoftnivUr6H7nM
NtPpn38KvPncKhZGZcdAEfrz24ZSX5wKk2MGAzvDCwIoJ6fCYpRlD7PSX6SZUvmINFTXVDWp3XLa
//Xteo6V/Pr9UXqRqHjhbj68P39/l52Y1g+tGZSmA0eXF7fhN2be3jSlSKBuq6ssPYPkF3IioaSG
5t8WJteKSWY3FRVB4HJiax+3HLACJ8+SwGoHTnRgsg4FxTC/pVH+MzT//7633Vak/a8PWKRkxvf8
V+GRL/lNeNS/EH3go8RTiRWK1/c/7jttc80YHKZ5MLNypHD1n8IjFiwL3zj/Hx+wZuLj/+dtZ9qg
ZFHrER4NXnkbL/ZvCI98Id/lD5c8mif/GocfQWx7AMIp25//QXns+yWn7agZN9aOnrxuoxcSlauO
aqiMXGh+g4YNygAfCHUmhii+OaDdeG8Dix+H+jBBNwSxvrnFfaXQnf0aGdnbMqbVMZr09hWhCaBf
iWISY2V4KrOePZq6PsBGrGF1LUPQz035gLFF7KfRnf3FsPPvhWyyi9HMk5eJ1P191mUBqnl8WTqr
clDbfA7tbqw+dewkVIvO4xOIdAEFTSh3USOVyyaz3dhz7L7dCXsqD7qKCLq0VncyJQxV9WnchKn4
jTPgDjD855RVt25+m5igH6Lyrl5HatSNcjxCRPStYTK/gX4uv5psb28mGh6GoGPOvrYbTXzEy6jf
D3a93tlZYr1Ui4pUhRhQ7nUK+KBMTdZdVtBg4I6WPGVqVzCqO/LUGI5vC+z9lMiwwRgy5xDVJmu+
prB2Hfni0B3q9sChKnoBPG9eR/Bp/LEJeopA96MJtB/MtsqR0VkpMM0eB7CfqGj0ho2hpSbzpdE2
00XJbmNXj7lEMoiTS0D10T5iH2P14lPLxRBIhu7byhbz1QgK6BIUieZHJrT22kxvHaPRAslRZ8ds
nd0Bu3kCFoZ+0KnOBQBO/goFTxhaMftTTcFAwAPsBEG/CdTO/IbDyjqmnRg9x6oeFKGIKzehfQA0
1LwnMVJdzjothsLI4udprQqPZQxEIKu3HrNUvLZqLG5pdI3oASCBXcdJs4/SlPnZWYCRO1Vv7peq
/YyyhuP6UhoHFvDKSU/KKDQ6o34fyieLvi56t7LuzlIG/WrCG+SPrvxB58kCTL0ZtJtyifKgAmd7
NfNzhfgtqFSsVvVinQUtR7Upi3tgMYM/j2N5sPO42gP87yhj5Gg8SuKu2mRPTzOHbX/MF/XZ6NdH
gRK5bfzjC8iH7alh+b7ThTIFMQd3Krro9W11gD0Tx+RGdOyV9VmfTrAh9J1lJObblovY98niBknX
qFd0wM6hQRaBYj3wMeZiRTdZ7bSUt6Aws3qD+xgAO32t9JmaG1xANzVUAbraWJ4Fo1yeVb7EX2fY
8sfS4D3SGyqUpEXaB8oGaB9rhX3TuRA5fMmU/1RRwODTFrvgGCk3MqNOb+Gs26fBBdWmUMITdmka
PZZNzBWd9cuFztJgR/tM9ykxWnuy0ViNdbH2SOdMd4yiVNW2EgF63opGO2pqZ+zQVF8nW6pQ5KrM
L2nHCIs4uwfuq42e2kzuN66edzdT4BGt83CC1AdvBu6Nly0VVeiTWfsw6ap9Ys78k1rHu3m13lbI
Q0Oowo8JUSg1bpEs2ZVQfC5K6gqOrOHZqdstJQorSI9gNW2eQOR1PZp+admZmu5rmabjSbVr+mLr
PAsxao0XQjPLi0g3gbtOmvtgZVN7gW+KYiYcaPyalAV/WEQuY5gAIOq0uR6QfM33hHphfBpUZrpz
3PkF4cedoMTkwtEb/auS6noYF+YlFM8rDkrpq245932d01nRDyHWcP3aZga5TJI4OYIw+rouK7Rc
y7pJqhLxnUixV3BLY16ZMZFMIyVwlP14omUV0S02w4syEdCnZymI6ym/jEjgQu8w7Q8zX5bHuZ9T
ajdM+yuNpvnqdVtkAmtJmA0TEyAvosuudE3uCUn0dVp4+m7Mj+Niqbexln2k+sEErRwutr5TBvMt
VsAekRawNmcIgvJubtoPk9B2TRZwulySgc1yW+a0JCupcs+Mv94Y5DI8ssXHXJlCLKUUg4zd4Km0
ZcBKGZsw6TTCEM3UHbtCxxnVT89KLrIQAhpTWQZrMRLQSVdU55gSVZQpZnRK1vV8vIjBi4BQgK07
gKYEEdp/NYkNLJpFz5MY9ZBW4/IaYs14Sxg0flYj2YSDToNLu0rwoMK5BUJq7LoN3TpGL5Wwj62+
CZAL6NfJdClGd07E5+VXBp+dluTDXpnsoy1JD8VUldOtRgnpQug2BFWWAoFpyd5Nymk23B9Glt0K
Or7DjrgMq+74XXXRhMG0aNeUvDWgjdOWGAaela5z1k8ckXhGeu7TzGok1hI8lBauDyVXwfTpBB5w
8/V8+kvzo9PzV4r/4hCcs/5AQiEG1Wz4uZyn7+z+YWPbGsW/ZlQcVl0Rr6mVOpd9g2lOYb+Cz8i8
GJvYCWs2agWoAxPT0ShYDUR0bzt2yxSet9hlhquZ0uOTzQajM7Q7brIdQPSJ1Dhyu2ev1xqn0ZuB
8noXWKIWAjMwjss6sYTDb9PvwH4W+3lE1NwBzNKgJNXJD3eMxkfCMs2hQFrY26uhXtdT8YaD3NjH
lNQcrX4yjoDXf8DRYRUPTrChvK92vuZNZPqVA26ib9P4QnF62E3S7k0AR7RjRkok7lsWX9exO4C2
NanFw8m77OkqKu/Zaap7ljFESlYZXSEOk99shwZ5FZ4vRc/LUUlxs81Tj/0SGvYjxZQY9+otpLxk
vO3kmg4SSIq5PrpxShc1SdD+u+lQhe25C2TADi+Pb/OewGsmaEOjIPDkVlS7cIiXTxllu7dwcFnz
yGX6BmSnhr+nmDF49yK+Av3uhPST+/E0Xtp6YezM0joIyu131Ji2R1Uuzc6mg87MKJ9ravNbPpn8
YnllHwtYOZejIceQbhscSWqleWwGC7D/hWWFqqFENzNBr0PLIStIUFZYYDnxG9IMRz3nqDsuLuHl
wrJnLzeVndWqO9WwfYOx389ZFQA2onCtOnRuxgCl63678vCeFCOhF6i4Es1Eu8li0PXamJ6Cay0w
CopM86G4rJ3S3LV9tc+HmS6rqLlbRsu+I8JT7uZywsYWL5/sD44RSt7aY26bl9tFXqSoJ9gu9gad
SXYWv7KPZZUw11dqWl07MZCJXgFjKRQ6g7iQ94PonrV8vRrtyjO3YhVLJV4JkpOiV1xjJWWg6OW+
ko/KXge7p4H2AbJ3KBXzWCzr1qoCqtp1PxPNtYMk4yLmHtmlW8kRJhl3n1AaNuTTR6u8yYaicu5R
bb4itScCA2Ci17m0JC7wsaMO5x+/ybnXjC2gfwkb8nGMKeqyivrBSRyD78WpK64vnKVo9ml14y6k
v6Ab7/sYhPUCThRTrUw9uagl3YbjN3g9E/wf3KKqUrGzKlpvMZwgtjmDs+opj4oefdaj+ySs06LT
ZsbR26tIm4aKWt53kcXfYbww2q09lt9zVEhwPzYPmsTm/VhoeJLxFnuNC2xtMdM9eMEHao4PGguP
YGWeuAEX+o3uyYsZek+QL6UVTnbyJE2cn+pAWWj9Fcv3t7EDWJa34QTKPiEq6DUjfe4pJ5YlX7AV
i/QuIu3hr01ZkuWDeEDzQQOifbhcFukGmlqezFjfJYNleljh05BctTwVfPjYiYXzFYKFz0Qwsv4z
IKKPzwk7bK/RtBaIRLyjW+w6FlTfYML27RqrPGnxRwgArMGb9om+u1OGgDrzTF1EKe/mOKOiLT6y
Ua5PWpvNNFrG0zPZM/psR+zmH4o0Hsa1Umho1dJLhbvZ4bDTgJdf5uHQde1DI1I91OSmVqbCB6WW
XdPn3MFyqWC0JbHJppZXygvtZ1jXS0X/UayZeCtoaZw3JvFSnjjx86HWMmxjfInkHvxibq5zLkXm
i3mL6KGK09+JeV60dvd9xHgODr7FgNVypSN87IzWXkMAY3i60kq5njqqzqSlffC3O0F6vipHaQH+
7ccbwojOo3Qs1uvYEK/tTtAXkK4OpE0LuiL/2qBzCKfl5dA/g6+dfMDVN+BOtF2yFvV+lK1yoQic
5fbqlletG1uP1FDT+gwXca/Xdh3K5n4xKGcAkbW1BAit8/tM91JirOy730eaAQvXYWlOIEO1lktn
wvq7wJo19es6Sk9N2tZY1Kr0RDXIfhmz16WT9U0mhU7D8HjKq+3pRFyAjtY4lJNznbJpuOjNEdIw
lsgrziWQnKZJ4yaYd9x3V4s9vOUqWWtzXq96N+KlBzH9OGaFPPTrlB2H1rnlNaB7yhpdSKpRw6Ju
52cz0pgt2ul7NdCey+6WqjcZnfAMcNjvFKhz8UglWdvN+zoBr5r296CDsh2TpMXt3JjcJ+lLMdq8
P8qeQnQKsm5GVVov0KRjBnSX55ti9iHsrI8iTS18FzF/r8KwdyAddvTNPZhF+VSpOY9z1/oxau5X
vc7veSMGVZriblXso2PhgO90izLSzVA8QETz4XQsfkQy10tZ+XnrxM/ZuFhMSKLfwd7I6ess3nWg
PjzKFiXIM4tDhCPTUE3pjSKssq+Y5HEEwJam/0utolOV10WgaGMZAveLw1g05TNOyNA2TO3UC0Ez
3dDwJnZ4uGb2k67RKF244oQ/x4dffQlWi/MarOVjo2H8s1cerBh87gGCJeEqxFXh2ESxB7DACqS8
pRBsKCIbN9NmZWeRedXV1hKOqf4pdZp2VXmDqSS6pVPtThfpBZbfVz1Da6P16TCW9IE5ThRxMsm0
faKpz2aO9bEwK87mjh6FbUcBcd7VTzRl0UeZJOqVYREi4dBb7Dl2Nt+dtFxOvdFO/BKHhaGOJQta
7PBtYKPLVUxoFmiXWzjHpVKyl83ufCXsftjbLIKpr1xJymTNYr9X5arvO8scKyaivDjpWRm9KOto
PK9Lj+HJShW0yGzy40RMQRYPNVGMeN3TW+Yeu25tHoHTl15U9gbl29acE6WzOWQuW9F5khF1nt1S
PIN/m6gKdtOXJJMIAytPaQ/BCFy7Ddj12mqNZVerhfXQlMPnMPflMc7AILa1Lvy8we0wLhyPKQ6n
rzfWY19P7PpSSU3zWA3SDmxZ23d0RJO2ymv1yFMvfYAVm+2Y8pRrd11489rgvTwRmT0kQL3KPEdV
3sG4y7tBupUvTSl+KCVzX74u2hUtz/MDreDVQY0L4SF3r5XXcpNie87a5xSA+UGqa37kZhxvuKF0
Ex8IjiGr0Ugm4GSPvrKGUqC6YyAPYfy291NXZ28ozyrTVycOItEzrrJeuccytV6AeWXR0zPXd00l
QoMSet4tkbOL1UjdO1mvBLJOC+pA7CzymmZN7lwME/upw8Dlzlp9UdDXyXqrtz66xrAvtKHH/Z/V
KfVoZCl8sx/5pmvPjTga6N1Du/IanyuzTEGDLHRJKE5Dw1ysz7vJNbpdO0zORQ4OWfWpJug52YA5
9JLZHnzJcv3GSZo2HG1HUUC+9+NFkQrrlZJ39Yp2QukvoygCiGrtKY9dJehKrT/qFYmsMs2jHZvi
7BEfyHuLfneHJ/FdKCiAtWkr+9ZNuqOIYiMoaDuhRYXHVd5im+cjNEO2Q5z+6sCKh4Cc2BWBaxB+
KjJdtB5rnCGjXH0sRD42411ejvywyQObK+k5eRI086B9E4PtnDjou4Fii/WQKnS7CcAHe4wzKlY8
YbwCrPEz8Fm+WpW9p8QGJ0v0NOW26hPp+uZcJica+tJDp5juZ63WzQE3lvLR4O3ZyVof9laXUEAo
XVN/dBYp4IGt3zPF5WllYx2qaM64X1XEJIgLbHLnLr6F5FT7vO2VQCud7tDa83g7axO+Mb2xcd/p
xbM7ivQhTiL7WlXnZF/rvXEfDTHPgEJTEC9pmDquqVY8VVDDyZMo/ARzNeG5hqv2laodTnSEmBSX
45WOMYp+2/Iab5PxbIhEu5odsNksjk0msDrK1KNZtdoN3ovJDs14yS9zHFo4BU0l29s4qW5jFpP3
JqoNsgCVf69TbSqUlqYifpl4beGy5JHwNSFNl/vCofYEmYkCm5DWVHlRGJn1c63yt7YEfxmJ/X9L
d/9XDG6bf7mTu0y/fybye9XL7+mf0wHb1/1cECD1Y03CfSHYECD6WwTyfzow3C+mbbMEQBn5uTn4
w4LA/gJrjo0ckQGoTpRO/XFBQMx22/hq58Staf+dBcEW0P3TegD7M140TM7EFuCgbJuIP64HBnUi
tICVCEd+2QWDRcR1leYNkhi5wUgOu1gUxnUi0GqkuSmU84qJuVryQFUH64H+ExnwlBiu1hqxls5a
nwLUD8VMX2hC73ydYBrPBHFD0eQU5MS6ABxejiv1oHi2njEa44IrHP2YNzaCL69HSb4om8LGEC4G
gTRq2U2UNfbZognMmqLUuSwiGlKH9VEpa05euW4fm4y+R6AXFhxrp9oRYTVv8OPzvhlL6jHV5BYa
JSK1CpUr16bRM4ws3YNFTnYULyT7iArxe7MdzODvr63/vwQecFX+xU7tcpi/lx88tWLukj8kzvmi
nzeNhf8IUUZVt+Q4N4LBZfvzphGsxzanA//BNETemz/5LVAj1M3rhM+fbDlpHPI4v9803Gtsv3Er
ASpwuR2dv3PT/CQ+/r7HtVWNO4V7hTsbKcBh+ffnu2YB6h8bQ2x6eo8d3hjmJZRlXJHnLLrPtmlc
HzpYeUiyUrtjdcYGpFWMMFMzkiYab8kxX0kKRgSoMZ/reyIKzhMHiw/Rr3K/ahMDPvsoz43le1pa
740dPdWd+brOqNUt04Aj0h+Gbj2o9LZ4VlLg+ks2qbDDqySrS5kI92Qv8b2tON9wUdEyazbtcV5b
22uSxGZ7hT1T1wvlomInzXQdfbSzO71KjdL2eU3Sr/OULvQEE1lbY9Wmi4CjimUtFRIER88R+3dY
0bjB37NvaI/p150Ta1QhA2W/4ezkHiJ63C7djiNMnPRZ0MtqbxvLowNeFmKdPOV6fpfgqNnOrnQv
uWJs95lY8tOgsNmD2m+BYtbegA/c6TTV7Al7ftrJXJyo4cq8kvPdrEUXTjJ3KIyGs6vq8kOkkwG0
Hlc1Qmi748UceVPPiUSlJtXnw8FMxSKRLHw8+AhDKn8l532Slk6TSioD3ODyNM/sdHrpvDV9hwZo
d/pHjc2e0EFni4PJY/KC2oMe81kNY2iyH6vNk44qsFwVi6TERVczP0OXxiqNFX8p1mPpKJdT2muc
jLv2eqoXVm5OhhF2WUD26dU92w3Kvla3B1/A8VxP9SuqPjJ+0A75Lt1A4RzPfdF0T8aik/8gtc5/
bZtXt300soWqz5gRTx3EkzXUD9CZHKw58xoUyfhEqlHucm25ElO/VSHPwzW9NVslBy2B/KYbr0gW
RkNlOVAAxfEhgj6caOOzpDcJk0L7tddalOt+vJImumddVXWodiVXb7PsGhrBxfYTZE7xHjUU4kba
pWil6WUEUf22Ta5pICyCPtI/1CW2OANn/PaaeteY6utgGSuPcOqkyqREFDIuCtYFXhzzIqhcLL8j
M1hRrTdKXD3imt3lGzYAnDBwavFcbAAqia9uR5V7G8oRazpUps7vdOa60hi6h6lRD46R2F4Xmd9i
zHuk06dnq6cpEJ64ckx6CtYKjvqh2w2vYBYeGvq8vwqlHQ/UfxpgtZM9/Ga48KZ+0nvnwEueHHnU
WMwhNrUO/C3py6kBRRDTQdZp5v6I7Op6CIKvJFRN1pmORlDUjg7ZwLKyk2yexmE+jNI4qpnjHFyI
no2oMra+evmsyu5DWmoeaFU9BPX2IcSJMe0s2tJ36ei8qUP86YztI/tc3ZtRTan2It7Q8zN5pbu6
e0zewF5tfk4YxteNOyf+avKLrnv7IgdXfxz1Zr2csaaf+oqAW4UPKIAMjoC4eeLx1L3xTCBzgCrJ
8KGreIvzZ6SgYpeaAB3tfvpqCPBo6RTKtVkDB70fj3ZXBFGCmW7UMCvzbNT3Zk84vBbO6rtlm8C2
ABq3cxR5LTo0KhzxvlwdNvlo4AeRDumO7XgJuUFFm3By836xe/FgVxUQx3gqsBoWLA5Xnv6BBkad
PecRNanjVrOI5RVUbut5D7GD8QZnxIVesWPNlFTzq3dzWud7dufHyGgQfymOD6KSjI67/jt557Ek
uZVt2V8p63GDBi0GPWgIh+vw0GICC5EJrTW+vhcyi2RmVJFsPrM3KHtWJCvJzIiAu1/gnnvO3muL
BnkBJBiG81sTjKkvdItuOloQfERhDIap4u/YuLfg6K64DZZfGHR2TAXSF8Yb4MdjNqQryz/UEdXX
CiFm9WM2Wgydx2hbpFbo5bX4ttAW9zNDrx18FhCocWyTGDTZpdDPh8QQNHdEIMHtw/VI2Pu3QWx8
SZseBUBG+9RUhtMkTx/E9Ex2grNSATm2g9FrcAgbzf9CTf8/snLR0FD+sRroVBav7+VPVcv6Bd+r
FuMXyOIYENHS6Sh3JIUC5HvVwu8gs+YMi9sABRq8yt+qFlX5BRgbaAsE2HDPwOv8XrXwWzIMYEs0
kKqx5P8WqQnP8c+1PkNfcFHAeGQkfSLask9VixGJ2kz4+oDo95qcwtDtD9eaOzvLJnISd9jSGHVJ
sLHDW6bH+9Er3NyPfeNqmTdL0jooBQ4PIR6HvHR8xe+8gd3tif133wMjcJPN+IQwYT943X4Mt0wf
xN6dTLs9P7Rea+dbpBWeuVmaI051ZgweMy05fxBR0DBd4n6yS4d+T34atJuKPE0ujFpkM7im5E2b
YLTDF83tneueq7gmXN6z3MyPdroX+bGb2gzurpXRoYPcH2Iai/ZDb0dH8SxfZzuRl6PZ6DP21VH3
ZR9C4PNBcAkR9ASXTuC22Wee/BZvAq/fPuBpvAUxYa8/AceIcUW3VTkGGyVG+2yLN8OzfCJSw74O
nNaTrjDua/bD/vrhwbJPh/VfZqc5ZrvWe1Ed+pp2c2yOBADvyePm2nM7t582d3eh/YaY5ohqx8tv
UErZ6UNNKh49I6gXBxFfDq1HN+a5adn9Q7QpYtfgexv2S2zf8V7Zya5zO/4bsVzvlo35y6Gf+dY8
K25607lAUI48R8+zlTjxPfPxG9rJMdEC2MZwaxmAlZXr+n3xxV217Q5q4qYqXcYNOgeNrztq1/El
dCq/3SK5v+qWwQ7pSxOCdBXz2ts9f+nm1Whcmqdlk7mmGx/DHevgYfLoYLr6S7bHzqoQJMrO7xqG
U4yX2s2yC0NPoiTS6+pNHek82f2X6gr6uPpF29TXvY8b1u3e9YpACftA0x+DqLZ7mXA/CVAN3JnP
mkbO8mU4abBcfNKlWp+h82Oxdths8Z5hMpAJ44TeTfaal3AHcCiNdjxlo92liHbPzbSLvvY8QXub
uVKyYWZwEHfMo47N8/wytoyLbEhBDVb0ehupTMlCtwtdafRr0TWOregNw+OC4ig7W9eJLbiVbz5W
p+gon5Tb5jj6/b1uXIQ36w2fuyuaMWokW3QUfiHu03PkAoHl3xPhNI6e6DTpkdmvqG1y/mk6/Bpy
Jd4hxifj0dgVk4vDToo8lTAR4oekk9KidLBj3e6/cviVG5tCY8SVede/RuQcH7urlu9R4u/cgz4p
o63iBvvokuySIwKD/mtwzbd03+ip2pfLcc/11454W7uEhbnlZDMNi56E0q7ucCgoihOzW33VX/RT
foh8a0drNKsdwVP2xBSwwNYTjOBp7/gYWQOS70Y4wpzcCZA/oLKzu9XS4Qo01J9YdQyo4kfpkraO
9uwKsx3ciu/JxqbSs5nablUEag4lAnvvOy8MV94m2vSby7wF8OGE6QGDEu8ONdbghmflKrgXNqm7
3sGicj8/RikQG7t947oCpyqc6knjuWE4w1NwnVzCw/ShM9j6IrzBDA9KB0pAq2zqaav5RfhY096e
78AdSdv5hKrf2ZAnxnDB7naLe4Wc5/Am2IQM0Kg7JB/pWd8jxdNfyR6x0y8BHBgPL7T5nL3lgk0S
1fMlPFmvgHIYvSYXELKX2KJOp+56XuYdEVnXykl+No9V0+Gjxopiv4s7aTmZV97iGL75BPryxCDf
QTz2Jl92yo0PY+ccfVXO5gUMrTffKvtzvUu2uLZrW+Sol+5w6akPasMLas4VjrFt6vJY9l5fo23S
ONZOtG+jbXnZJ57iPHqVHdnn2fU0zlfeu+zKbui0H/KRX9miqz4Vr88KD3MOOYU9bzqvd8dN9ApN
xzb5L5IzeZOXbTVn8cbjWd5Izrmwm4c2ctWrZc9LsOPByXflkbGRZ16VO5E/QovHruzBYfxI4cWf
sfyM3O6zth9dLoi/Ho+Swyyl3HI+WWNBmcmc9OeUfNB99xUBEL/Mvj6Tm7Vexbl7mPGlHjKfI8yD
AajNpsuTM8081kcIXxzriOa1h6+JvG9d5IdSYzMM21Cr9fxf5+U7fnm0/IFqSmOr6vZoxIKrLHdh
yUh+P2+g7jc280M/0zZCBgXIIaBdE0/qeyjis9Y2ihdeNP8Z+zavAREV02QOTz6r0jV8hDDuq/J6
n9jJ/tbZfoXo27vyQT+Ym3sknUQAO4Fpa6/MW3YN+6Zxks7p6MyXmLeo39Ru7Sr++nfnCdcGTuAX
9lgu3/Ap/MO74jUFnm/57ZGLMp+o9s/jEa0d8NnRjk5W/TIjrfwYVGY1tO6ZW10F3rXlaiPbV+bP
MSljWxUpFvthxiXj8ySRqTU3lbBVhi0z+E7EcLrXLeG/p7z0/3MYnzqNqD+uG6EMxgU+veIfN1+q
nuHt+4815Pq130tIQkt+UWR0hsyodeOf5eCvhj1IoDSbaP7KMgwJ/sBvRaRk/WKh5gTwYqKXgjXD
b/3q46D2NGTcfKv7gmgZnBd/Q1BOZ/qnIlKjsoVMaIGzo4tGhIb+ybBHLhhpkkqGiK/DHnhI+kZk
itjpE3Mfoo/v5NSgfWuq7RgiFQc1vGmNjoKvJ4P20Eo0TVzGOmHJiDib+YMo0f2eiLrSifsofl16
mREU2gLlAzQecRep2i/oCSq1vy8SHTmEMYJbs+kyC4kNaqIpduo0lzp2pMa8jwsJaChtMfpYnK67
mbRyE811ayQ1nCvgMeSd6q2ZYg9cR/DNMFo90BkjoEyCDhH6bclRzCHLSzmncqc9SHqC1EbqTdod
Uj4JsDaW1qi8gDjQL4Qy0VGDDDzdNfi3821qQsJwK8giw7mO8j4EVcHwzyH0UHyLYK5/JEWU9eQW
dpjDBzSGt22IMutUoBm11hFbfxoxpPf7pFvkGaVKCzQrb6Y8x+q0yMaGPBDmyPmajeVIYSc3G4Cq
cX5ejX2jS/BrSBTDKGhbuDu9LzHOWlVBfUM0PXIWl4F/8ipNZIbbhs5XOw0c9tbTVa2UiOcIcLeN
yKpGaoGuj16irhCvhEBHk4IspGwhD5j5cB5nvO4rL6d5bHNtaNEZFp00eAJ+FWtLAzS9k60pVZ2V
znNU4oiaLYin/BQYg/g6QkK5MlLNeEuLkJicgLaf6IBUGGmmhIlKr6Sfk6tMtbqHqrZSk/OBCUyB
CFJZd/H0K2+LMYWz3U7Jch9aiDvs0QjgaEl6s7YQiP3Fdw5lMSbiq8XR3cAbQiWjIIG+xjlQspUP
y6D50GprZQ9IIpJdQnWCwSl1gwZcrUntjZBkCCBxXQUnYFyd7KpVY3wxs2rJzqpmyDfdAAzkmKiD
rG+rno4fQuMFuQMhMWkOJhGmwAYcgpEfSoYvOCLpB9bOIM8IuFCWtOQ1ko8RgvII55huWd3FjjTU
lroR6zkS3D7XCMyoUiULfKal6knV8wRVICnDfG6CqSn+JIlyDtx/LiG1lW1/04Izpd0bGOM7M/GJ
8otHjmqHYgQbk1yO+jmRgXq6UU+SjWN1UVXZhkwY1yqHW3a9SvQyJtlRNNxGVwYalVIREFo4FbXl
mkS93QbjgnQHK3loETNTSrR/M0M2n3tNCExP0ueEYn1Khceubdh8W20SHpp4oKcd54b2YI6jyER1
zAPkO3JBqyMEKsOtBX1Qig2OWuZUv1tlXdCITBgyUUDFUEjzZngzsMxehGmaYnseZiXCDJznX8Gf
DJYzpzKa+xBPze3Y5V8IG2l6f9KXeXIWZt+SPaCj98HnqS4P0SZ3smxiPkomeIviFqiLM6LyOFZY
Oqy1i8NtY0TxdIeYWTurypooOxcwH13V0PINpD+F9mw4G7VH+gWK+4xXy37ZyRUi5KnPIT+kQu3m
iYArS9YaS9kIUpdWTs6DGjeo2ljALdWsoRDql3b2wIsYp0YcVuCHoRHWZE0W7JECPgAHHj0HMCiH
GsLEXBTfczmA6Nuo+gJTIbIy21QzdY1jW3rJn2IjuVdhlraOXGjSrcYirM76GMUF8mStfxT1BQFx
2DFDoVM6TyKSdQV1X4w/h465GiHQMtUxbKgYElEiFz0M38IgUk9il2ojGFNZocwdUit3wkkXaU6V
AtJ84Dlkjpi9kib+D7vl5fto5Uc67r/uOgTTMblRJQZDCgilnwcuugKmdNG60SMoVPICObCo5fLl
+7juD2lp0md/IK4sSdU0BoUoOjBNrpfxg1lKbsSobycInxP89DVssMEKIXbcDH2/JKcIMQLsliR4
GYGMHKSlMBHh0gDd/PmrXV/N7+OldY8lMYM4Qyay7PXm5+yMaBUZ1bpSe3qZS3tAgsOzViXtfU2U
PYXFb2XIv3ljP9t617QW/bs5E8A9QOafX3FRBJbUZnGFwq2Pc2dgENF6jEj5lK2uMqVjg1YLi0pO
yJrdi/wP+V4Zi963y/hbEoL/T7jgf67R0KAq++2zWXn0/xx+rhj7//O/zl+66EuTvRYf7Y+1obR+
1a/9RQo/Ki+GnsRuURnxO99rQwWUA3Io5qUwzr6BtX8rDTXlF2zBosgXsinRQ/xdSsDAdK0jgcrj
RTQZqP8ti6/MN/ph1a5pGMxYTQCIaAv5dp+z+SSSoyfMhivpoBbu5laT0Qx04srdYorvGmkHnSRV
285rDWYqZJgkRH4aDcHYo6yAJZl6L0pGeW8SL/68JFPxWE9TNjpaB1ZoAzGYJnuILvlOZbCzsyqR
p+NszH9x8/18R3x7GRpvBnx8bgvyYT7dEaI6m7UCnwg1wqKQXjMwZcNLA54w7NAiZnl9Q55ztCWi
NN1BShSdHz71f3NHKj8/hP55AeTS6draqcU/+vMtuVKx8gYUKLt4lhybRExP3RjTZuzqLlnTGXq4
q2Sq7olJh2XRA6eNQuE2w6O3KyqaFgtqoRVHzVW2V8uAvZhirEW0Vls+5DZoTyoZi17ZIsiLyN24
h1YBugHn/3PStwt1RiMlOtSrdNloIwrX7291jrjjz1+qREP885KBrWMyySeUEyHup8d6wZxnMECy
2n2cVjdpm1jndhKJUVsWgrs2UblM59G0UCyhiDMh8xDCDI5bDRQnM61orSOyVwNNe4NXQLHQ8q9T
Io7GGtUI6OeEFfcXlyz+/HBePx6elxZKVs5h3IcaN+GPe8SoqEMmdeCSOkTXZwn+Brv64gm8QM9a
3Uh5OdKssKZbeVKXLfEqoo3LSXub8yG/GpSpyFz85bkrTVHtM1TOqnOcWv2Bwdp4z+zdfA/xNHZe
uTTM4Ocmr+9VVOd2lljjHohVv1H0QryYMICSoFB9PsZ6I+RououqpSSM0/qNjM7mJCEofExlZf5a
KpZwU0t5tjdiq2c+VcnnSmgFDveq4CGNY1hNKPeB0aVxZc4FhqB+LG5J4LY+ymC5b1JzeSj7ungs
o6J4EIyM9gQsMXyhuNzisLW8APv+pY2KDIAuPAaOWfm0J+9XP1ccYk7lUhRXDZsI0DiErkojB0dN
WihBrfQGC3B7DjoSet3SyKsNjmXmi4qABonM9109aUjdljU82Bjm8WQYwpHJYbcL2yU+T0l7NWTW
Zmo0muWUVlZPWntV42FgtMpQH0hTyHxe7jw1s8RrCSJzYU/FoPvTBKwun8zkREht5epDLDqBRc90
JAp4tuuGdqyZVo8mRsPNoA/dpTYAReNy2COxlDYcy8rvG+EflyCfHz8U7PD/lRVUuWrDPu/9lR7G
U6kxJcYEOdJ6mjgWamWLOkIG5EbnWha3ZGjQrKEsxqucNidQAY+dIAs5TfOhme0J9b7kSupAVDUh
PvCey3g7rHe/bCCHmhlFHf/irvg0WgINIsM8VDWJSBldxRD0802Bd1sxjBLce14JoptUIOwt5q08
1GdrO7GCDLj2X6RgGP0slBTK0Ll1rSwOnv/8Qj4/UNbrQJhDFwR0Bcq2T8/OSRHKaDGIMRimob6z
kES6iVHHHHdmaSOjc7tTK6n7q8/sX38qmwXWemZ+BF4QR/fzqxclPZSFfhTsfJajgXSqsX5SjSZ8
71Pg3baONGj0tWQp7tO0tPxAJBQII1vfB89DPYPRgYnzjCu5PQpEOjAbk8yDXhPXJpKt+BcPMJDg
nx66ErX8ur1RXzKSFNf64scHWMPxu4gFiJaxhQIdWe4VF/8WzZWioMQwAt+KaOU39YyOOtZKvxv0
A/63sITIZ0ZgABmnC4X8WpE1etHirKFRAtNRb+TYF7RMckc1aN4KRUDjW8b7YeiwxGrFozLXdBMl
PO5x0Qa39HJov3Ka8ZFI3DdCOBJaaAazryKeIMO9Mm+bILLQP4SSTe5LARieiNGzKfIvDlgTmeOf
oPpWmKFkkDuOVASTTSC07aUe+kdMhIMXqPBoNImghaYPxACOMfKDRVyil9gy5n0JSNaH3914rRUG
mzRMsWZB0afXSwF+286luBVQQvjp2izSYuDilliwM9eR+qxFo4auIuObL4mkP+HgWTJUAAn89jkd
j4UgqIKDz2bfjHJz0bS6ve6EYvhQQwQjPM7Ss1ghJXADdVj2OSfyBX+AbODhFRjqTTUWEk2GhZ6M
fiUr1ZMe1CVA9VA7a20fXwRERvswKAKPloayw20UwKWklT2VcooOArF0CzQWN7Y++LlihVc54iee
2WJY4R4Ykf6DSNLKLY1I9a2tdcnrQh0UnNCH+OuI5C43vVLFPtqM0W44luEHE9rt1JqzZ8ZpHLgF
kVivUljiL0JgZYpLssvDuD8Ta667ZhxMx6QzcaTE3SYPtCfMAgrOs+gBei3+6QaFZzvEJxOXh13n
8mKLY9GeM0Erj+rSdj5uf4uBigGPWa9NYEzEWWTuFHKiVgbk14tWmqfObO4xbgantuzMK/MbfjEt
spMxFKkTSBVOOkO8iK3wEkF3uJkb7DFC0jJQroZBdqM605HiJQ1LXvbhhMJfSIKnMFXK63Fkxpnp
dB9GaqF7VFfSw6pL3ZUIgw5imO4UZTF9aY4AiprpfJfXmUBYb1XddPOUHsijRESX6I+FAIVeF9Tx
0ujVfBksId4LNCa3S045m5WmH2TD6FR9ZxruYEK/qYYetw45dwUrDF1YsvbkwnbqXvgMx9tM616C
KotRw03yZRiI6NDQxO3Z5oynOqWhksg6hko9D9ycTqmr9NmXWZgh+Jb9RFzJpGBDSopM3i81SaI5
midHTwgdaOroC0QEubBh58ebKdUIrhiku6DAVxKHS33qRarTTSOXwnXHDXM9QhF5K8rwhDpz8hq1
Kd+pxeD+gvplBZm6uQfqKd+oqIidxWx6dPLybVKF6h70Jc2DTMkllMIsZEKfE4wfFUz7vIe5n/EB
nAshUl8lHvqPgt7l25Jnz72ZLdVV1crlE6UqdiEkcMcWsxSVMR6oxNeTiQnOmI2FV7RxNG7wypE4
1SUSg8XUivDbdDpiMlCrXxqjgRHXRXlxirEa2XEJvSwLZdlnjdVvAu0ooy4YsDTkQwsGMrsssnRf
IjH+YIRI6uMsXq5audEOhkYTkoztRyXWv5bc8ZtEb322RgtHiUzDFpeOnK00N5o7bpBJut/D7Xsd
Yn1bWoD7RcRrGHKt1HgwrKhGBmEVWKqGJR4fcPzWigs6AX6SmklkVwtpdzUiO3qfsQh49E8iu2rH
FIZyMSx+H9akcoED8ayqC7ZWMuNUpRQ4RxFcet6oEW9gPRS3OFwxWuhVG/sZtQP1tYj4aOlBEekJ
Yk+pg+1szhPBIKF5qEHynYRYo5VloptDdDdlH7FepU7bLPmjWYTwOxpdfevhSt9GcHKVeVa9oBXM
V2tQx1Oi182WG5pRl1VZeOIsPplBMwTdbU30j/sBfwzjXqNPnBBDkUgXamoCnyQHnE7s/+XzXM+9
4pLu0ewlnmOJg9xF4A5Y0atVxexThii9RYeaX8UZjUGPMODA8oZAkWcvJh9nuo9JVN5UGE06d8Ja
PTlAUKSPsV9K6WpI2hgn3PqTkpGY9FBR0PoG620wm2a4z+tZ1Oy+R3SLwX4e5esm1vXyo7fwrpRc
8Xko11zrUlWQhoa6uBwp1GG6cq95LdpSgNUaG3CCB9yHHDJdxmIGtVKTiuIn0yKdDbMy3aURlV2i
8fDtc5Arzjh9A7mUQKNob0aaV4HmIPwIfq6yGYe4Hl0xo0Y5EOqXsV67nHdXTGN/ZDblT/jcj+zj
1gM/PKtvxDRKkrdgwhNzUfVa7h0sk+j6dTqQyPyaQES6K5lVj3Qi7z6GSkRqnLfSGbYJPpn1UlG2
qTtG2Pgy5VG6q8Sc4XORSee8ZxmDkpZwzPBltJi45r5qyOjt2KoCdpmjlBctern11ZO2Ynk5rIob
nNNMa0xQFvflQv8eqd1MCaSUw3TpNN4tARLjcEMsIsPwpQRiQzmpviZ1ydKQJjKnbVXQAmmTcKCE
IZmOsd8G6zcSi6zZ0tuzjprWhu6CG+u5CiyuA9DzgiOuqZ4xE3W105RmdSNXlkGEURZ2aJOHhAVb
RuoOMBAvpC0WPo0WBlFHlpMBLL0FXRvwceLhReA1XbKGE1GfQeXw5mhstk0ra1cldWJBp9UCnVEU
Ft6xSUQJbGiC9WCFELzomicLwFW5/VBLw3qYlzlCnLGYkk5FMWmvWSCJj5I1YBIsJUI6N3j/h0tC
S+QrCMbkpGIEBQUYGtBcLRZoNCHMzPfwn+vGgSBuXQprETzwFmgNDXUsvVTvso0V41hqh3neRGJx
LTaL+pppknzS5mY3CgURPZjxr616ivahsIznqI8YDDBBYVQ/GcGdkqXN5KmJ9l5GnYRwk9PUniyX
eUvQzBo9n1TXfSarp8USUSZlBV/XKc0es3nsjZa1ntRamowqlcQGiKbxJjEs5OlTjeW2hkN+kLoZ
9nIQZx+tQdVRy34aiVZyVGaTSqXq8y1krOJrMZfTKQ86EQ0vfXsCyFZ1sd41Urwp6qp/XjpcJB3I
o4gwJIkdJEjBqcV5LZFciKvFb2oYQyb2FVs20H87RblkW72LgpkdVIkPcs02jfFR2iWMpwoemlLD
uy0FPeWELgVbcSqQ2LbCBA0iaV01k6VdA15pL0G2vEnURiaEg5P/tlSX8KSm3NlONswPUGceqTFv
jSi8biIc60JdNYd2xryV9d2NqhiwifFr0vxp3sJSAeJjlJodseKvqolCCg+7cC2MM1U6umN/XoTr
aBQtxyJyyxF0bQaCEvT8rBWXLmvTVdgN/aEsk/KqhUy5pYtgvihRIV/yzioh76TKVRKahadiIvQk
DTrYCJr+1GZpcNanvr0uojq5h97/WJWAhhQA7WcGja/CEJQPjVahNxMiuKdxEscuyvh4awXtQ1jW
+nM/CdA41bD5aGI1dheiSFkH65R40UeTwpDkXFmoNgskWPbMrrvuokJskTWZtAglxfDLXlb59JWP
uNDuIT2dQO/jks0a73/HJQycBCQayQHmmcNL6JHFQdRTZzJBBqE6i1diuroBJ05sitS8tXp3Y/Zo
jlLpkcgyWPBiBSihv02F5C6KSD+BDydH4v23s+rf6nn/j5TYKrTU/rgP7kRN3Hb5a/uPXbt2w39q
hq9f+r0ZLolYgaD3fpvVrLY62tHfm+Hr7xCGaomE9tLc/pYF8k+LkCCJv6CBUGhQ0/RWNVJTfxNK
rL+3zn3IkwR4CfOF7/h3lBLrMfr3IY7J8XW16dHLEUn+APbIT/rxmG0pS5iSgiExDm+VvcwzEtaS
kBvYYSvNLTFuQO8O8rjZEARfb1SGeFIjpq/5oIzHvAGQz/lWfCNwsNpFeniZQmVmK5JvcBlAvhi6
pEFiIFt3Qxgs70M9gfGtJAbJVBpoIkD+l6Bvz39/zf7fvu0aIjkQs9iAVl/7f5Rf/3HbgVmFQ/L+
H5HHayl/tgIvZOj24Wv208pbv+RXjQ4+MxBdgFPJiDFF+uK/Lj3yKDFusrJM7MpIt0U6Rb8m8sq/
MFrUWa8SM4VvYu5fJTqKCFNbZKlCklS/L9i/sfB+biDyEySuDqm3vIp09H/xpo1lkS2MVgwnbFPj
jFUpvh5aYu7BK8b7vIhLTv2qGjDBT+MTHs7o9of36t/ML74NSH5f+FyAir9ubZOv6a40w3jjflz4
YxXGRaRIusOVCvcCmQG0ymWEjChNdgPtbOz5swTFumvjM7sW/qNJaNZA6gFoc0lY1WHS9Oohn/Xn
IK7wl9WTMt7JYcKhRqgybdg0BVkJE0erP7/0z/Pfte0qqXTXeN+YSEjSp9ZYrc8l1sJydrC6Tfl2
FmNJ33AWUBn+47t6Au3UUy9NpPDg01jkeFcq0LYP8yQTK/vnF7Oym396G3UswDKkZQJyyWrWP12L
kFptVsvT5EyaBnIGPqGkb/UyQx4LMo6gHMQzcoIGiHhTJM5iVf7FBXyazqwfpIlRwKKvi8hFVrS1
7fnDNLye5zZfjUeokqdxAdhG/gyFaJ+Km0mKkrfE7LSNIamJ6SJ4WcpN0Q5DsG2svBP9qcrjaF9q
5TBvII8FnJoFMcm8bAxpRKtxG7cHWRzH2v3zt01aW7w/v2/YG7gtGWLxODc/Lz8wG6kuddAzai0K
QPVA7AmdfLLgWXEaI8mW0Jkk2ot03YRLrs5oMOyByIdwjSbTg5tUzsbW69SMjFZFykj2EpI67h7+
/mXyBusyny7XSNP85zfXJPcwFjlkO9xJKcVIa/a3IgOHTdWLYuiIct1BpZD7Ut4miyBH52qZosSn
+YXFThYXvNjIgCQFah8YQMDwyih/j2v/w1nEp0kkC4A9ENesZqriuh9+TiRmmctzU8ol1kktbK6y
WqmgUUUdPrF+HvXF1SqGUPlgqbFnAOJYA1myYQOeXja2RU8PC4NkYu6XMujf2mhkl6umdDzUWvaW
1Akyc+AlzU2pdYTJ6Io2CNT2dE1dYDqB6M0N50uvpwcxXDVQUtE1y7Ie3FN8jvcGuc8aShSjBebZ
52b4V+vo53E2Lx4JiEEtYKyuHEP+PEowlgxsfm9kDjl4wCK4V8LeRnsTMM8W8xDxYVDTsRlHNfHG
WRYfI4Ygx6Zr6OgOpV4ETi0ndHP/fN0Y30YpP65vgyeroogsHubDDPU/Md+J+Bl7kwYzOvgyM3ZS
Oda7kXZj4lojqqm3BIcqwXxBXPQH4iZ3RdyXiZeMCg7OzrxYgBRRMg7TuDOqbCLrSdi0SdM8IO0Y
72bFerIKTdllhDoBk8eCGzldXhle2zT4eTv8xnEB/MiQiyu0VH0LyamD+Gnmna+ITeKZpSnelUPx
gbSkcBQju8/CRT/PDTZWG+wMGLIAiaYmjrgE6hFOFf5AEp1uKwOLY5PNX4ea7L++Kl4msaEfIedl
dRiFhj5WjmN0S3RS5spGkx/wI3IlAli8ou7gmLBcoo+0ERbMDTXXy1I1TK+F2bHiBmrYtHPWbjhV
o/U3ekKspgkaiKX5Idra7VJN1S2TnNsWiREOROZsGfrCkzplNQKnoEg3eVhXfjXhGRbqTHIIgY5O
VHCSKzOCfuFRCh6oQWyNm3LL6AATVCEX+4kUUFwkcGXtqSOHg2FIOKAwD2XtsdbDyUkN4XZJaoQT
SVfsMgkVKsLrfJPHeBTrOes5cY7jTVXK91ZQp1eASWpbiht0kjhCnSZvfCEujnMoGE8NEtWXZoAE
zFpN1oBYhKS4n0Z91PZAGPov5EPVHzljdA3dp6m0qd9mU3YRTNC4tRnkt3RfX2IUAxvSqr8ok1xj
ja2n0HRX7h7uJtRj14LUJG9iI1ULdvFu0JwKVe7XtmuNj1pVtIul9vpjMwXml6pZis4RdaALnKOF
s5ro9LzaE3WHrOb9TjeWYhuVJWFxYnFg9m/Bg5KLwTH4HDxVxZKBQVPBnjph4s0Zj16PXTfuwqUJ
dkqZ56VPVG9zHobEtBHTNKq9WIOvDyPmyNaEdjdXhS8PeoR1OvDDYlEOCam0nmWN6p6OsWDaY56p
fj9Exa4biLxc5mrgqa8N5X1VD+9DGjYcnOG4vaLObt7kUZFZoKOK5z2Wi1utg9vVyZmm2yOVTYpr
u4xerSKc/T5a+8lgswhKr7pHwTDASAp5LPIEl9h3TFkQS2cANHsxGVvjC5GYnNZ9xoBGR/mccCel
RbtJJ91oVqty7PcJOr8+j59CQVNuza7BwzbQpubBmm5HVa5fYOhmF/oU+FEIiLZJyBpwtsc0k3PO
5CkP2Lsa4BCjMkNPvchUozU/L2nIZ0vlew2pph1hn6cGmrhlrVQKdnndp8c5rZcTGRDowDRSseUo
xqSOtceKAKSufdoDM4XCiYGp+fXYv1Xi0uM8Y8XiHZOnPRqWZjOY2NrzXM32WTBe8nF4hrc3bCbR
RNEDnVNzOPBp3iJL43O5pPE1kNDAscZUujYRJt6E7SDsZJBrdH/nwm9yw9q2Y9TckV4utu7/o+7M
lttGtjX9RDiBebjpCwAEB4miNVrWDcK2ZMzzjKfvD9q1e4sUj3gcHdERXRVVliyKSeSwMnOtf8DS
UN1wqPnGd9FTLObxJjF6FDvzHmk02LzBQ2oY469e0OPnlqqRjA9fhp6AURY36GfNGynBUIoEDZrH
tT/Vr1KBDQq2enH+o02mfjMJMPPoJAyB6xGSWosyrwrCuk4fk3m8VXB+OoyCPv2y5qB1qqn9lana
m1VViKyVihBeKbWY3md1ldx0ctz/GaNK5OyrxEhrqQHF4VgIN405Q46cFYZPSQZzcP0RdTKffe4x
a2ayJlH3rAptcZctwlcqhoJ4qdUjCa+lE6iBhr8Bgc9bYKohoHKuKzD+pGyF8if4Yc2nCqjW6rQO
pDBYSXhWbiRZQHd77qMBQGvV5k9yYiqHRCP5qhkZUuNYjQApD5Md3tw/pdbvb/N2jHcadPd1UyIC
rGtCclODBl2VA+j7Lq+bJz8v/et0qOXtZMbT0+gvEAq0iw/cJJcqAdz1FXbiYEUwO657ZDQMP03X
QSOlDiew4XuU5O1NUmdgtXVSpJrnp4uew5RE1cEcucpE9dDW6MwHwZsYlS2ydkA04ySLbnQkTa8G
vbVWAmco/gQiMqdvlqz3SL7mKP2iv/cNbCWaGr1p4g5D4TaopqcSrWpXK1oAys2oP8P5tTzVZz0v
5tGN3aFauUhRx0Bgk0mTuFj1twFCvHscm8M7iVrvNi58qjDgbRDxVa0+2hqjJj5VXMyucVPTr4uK
XQ+CPX4tNC2v0yjrVrUWobJZjMLvGmpBZBXy1o9kNLN0ai+2js43uzoRDS+2oXatPIo3zcQ9oKYi
s0q4swOBMeWHckSUCsNI1NkbxbpG8Ba8mNp2PcxN2ZsobABJ7h6bLJfWWi/qD2WhyR5A9G47J4X8
YliZ15hGSbe0s/SmlRbTf5Lzbz4JuzWH0PHH2JXzTYkQ3w0AC1SwgqjZ6uVQznDlQfLnaTleKdE8
Hdp6qlA5QIQvh1diEwGUqyjrg8d+LL9TqbV2ghLAOhqQtbpG0he0d5hCt6W6TFWNW9fMPFmjB5Tv
1BxGUjb2KF35aQEyWZbfSl0d7gUwYJ66xBbEfhZF0NF8gCSjo7PQp/p6GGXJy0y1uGdlp1dzVbeN
U9dJ4JicwNG6UAD6CLO6mgpNeGq1SbyJisT4MSqZsQkqnxS14vvgy/0RYkKfcBGqpN58QPeufqoC
UXkWBlghNlnu4U3iYvoNaXkTFhXkj5UKr2VB8sw/5V69z8yocUo2IfwErXs/GeuXDsv6+x76zp9h
LpI3bD3CW0TXE09vBX1jggBE56MJqVmWJsxraY7Gra63sDHK8LXV53CbJFrNJxRjO4owBSnqELjg
MmaLENlk9zl7VYLn4ibGwMJOYpaIMonVfREVDTcLldPFiFfKe9nJUfoRPL+C5satjKkIzBMtiV4l
chdXstzk3NxzQftdIgp57wOMVFcYj09PQ1+SbMb6Z6E1ZINkl9akPSOkqcGjyZL7XtGq71URTWic
ZOZrKGui6WLPQgQAoQg3NBenb1pRNly1s1LZQS8yD+hD8extHmIYyMJKXcti1XtI7YTXi6fdXYce
tuRa4vTaFRpU2DGbatnDgdb4IQfDwtRGM9iwOf6Zj6rkG5QRFSv2XSZrB9uvjlvPQntwRHM+js0n
DVUTyMqdxY6JqiOrfUBryCJo15k64LtpWRUH1okf1GNRWbc94idAZOYWQetNFfRs534llzrKN+n0
jdmRBNdWNAWDF1cYF7uDOPWaJ0c6ASeQzWJDms16lMIue5WVtgSgJXd/gkrnsNoNGV4F3Rx8yzDx
QsSq61BriecJ8LVodT7SHjqm8xid7mF7oL4XStZrLrYmsvlKz5EnMKof7LzhdWlI4kaMYitw4jFS
oVqJKrUMkQTswAxR9bUvRAh2UBMJr2NLovpbx52KgDjnG5edp/iRVYExriiv+I96bTadJ5qgM51c
TovBpQa0iEoK1A+9wOrT13ZQzMe0aoSbcah5YxwuIDHg4Cr8RO4oSh2OmKDq0BYPHpJR9X9S3jJG
FIyFbF37KSL/qVmZj7iODPm6a1LjR56ATHRGQWnbNWbbVu1GHMtrR4xCA+eAtnaz9IETISTlSOhL
tvJWDB2xaJIboUP3jkOylmtk++XQ9KgYF3cjh23OJLDoMlsUqHm5Q4XOE2gnObzGDkagfIt8v7Ns
16kzDdEw7BI/Nx8xFxshDSWWJl0JXVdSKu8SK37JqcpgYYu2904Uha5dczzosGaetEJeccvOEG8M
6zq9wn6gjZ1qGMBRdVRYn8wmQRoGUJ8pE0YF5quMT7TC2b3SCodMN9rNal4ieaNwbomuFDEznkCl
trErjIzoivqsNnhGZXI4zocMpUG/aC1O5WJq3IJ1i26mYcC2zIoZLdTDcR0tEw2KvlxRxe9G80dY
A5B0/Y5KWq7n+h2Y2x3qwvq3SvQRTJBjgdqHhB5jq8JCsdE0Bjc6lLpAXXgI132QjPcaTIn1nOmI
R0u1an0vO2AcZgG6C1rLVF91IIp+jgTvmwIrmj8WuUiVZSQUGzlUW0JeWAOwjjPcjUg5y0O5pjCJ
yTG1Xyo2s9lNmsdHV3RvVHuo3UBXc5jrIZiX1df3azQ1jtNHIOIR6ACSQfKe3KW6pFc/Jr2SsG96
zG5soyotwUErdGVFATTtJLbKtZXFSFqks2ApbLGx/rMHJC46IE3AXeq9bLX4pYD2PYCaFdSVZGJR
T40J6spqwKONDS1qux+dPKZUx5Ihu0IRqTSYHT3KAwXTX4WwJbey04tVSoGUVP+a0GIBuALBg1bW
YnJnV21bYc+K3bfm4FGPzt3XnfAph2YAcUZzxNCZd5r+ieRZ5ZFRiNyhMeOOg99om2QofPpN8TYN
RnDLRxkckSrqbRB2HPjZ0BNYlbPUOotG6R7EVHyQ0khl1gLd+FcJ4r/NSn1K0vLhsBKTyKab1GrU
UwaqWJlDW1ac+pqMAmTg43lo4ziEi+KcVVl/PQQQvVJ1FCO0iRA1Al9YIfolqKAbLqRIj2s8S3pR
hJJhojnHxyFtfJLqRoEWbbK+R0J+mkq36uurzOrGVaArrYfHsnZhci4lo6PUD82BbSVrqEDkAI9y
PDfVHFeMKBIB703qz1YYy6dWb2YH9q318+sZcLYlJPZEHek5JsKSHPuwCuD1CXERTBl5EytEp8wS
dxXeHk4Lgmf73tT/szLo0tBv4Nh1FIRt87/ejf6CN3j17c+jb9Cjw03htnurp7u3pkvbf9dYllf+
T3/4D2PnYSph7PwuupwT7N0b3Noj+U9IGx+6e3n/I6bPXZH9zI8dxd5/41/lJdlC9YcKJMZ7KhsJ
eOJ/V5dkcTHyQyDLRKjXAJRJzvjf1SWM/HSWgmEBfIaZvRDk/iGAIzAEycsUzcX5TmGy/hUBnILU
0SREkIjPsKSFdWY+lPNTgDpMP27Ihig7pQ8a8MrACqOgpKlKykYXBH3+1kMl4KhH/ibI7jD7LtIb
HFNjGZfMGEHc1p27IpFewySpsi3XZyvewB2WLKcqpCxbYajht+4QxKGPPpZIFC3MRrN+jlMKHUIH
71MdsAoJpetJHHELa7FaRhGwC+ogfEhSXEj3RdapiAgqWVoU11rCvcUhokmbHtChTi6uKCRji/x4
cydWxQQ7t8tvlS5q5m3UJep3yoNCic5oqQUe57fswLWrMt2Oc1DFZQGKOVKD3I3wkG2VfPCvfYPi
LuKHijSKjyLHV/+mMsUJaePMyvXVFE0NWqa+zwLCskxTObWG+Q8VGyvdk9O+Hzc5fAakv2ILDO/E
+b515k5pIRSP+J8vVGYTHqyUozptCqYQeJk+BIIXBAbQW0x9hmCfcsHdZ5iO3pfgmSiRVQ1aECl2
Uxz/+xBOcGVGL207t3fg5uDITFFDyVjoke+b6hhplIwkq+qpcRKFLidwCcN2JejR1KCa3qfo6BfD
M2DWEs+fqDYijJzqSLK1TlDgknad+hZN7fSUAB4PfGuCjBA1Ks0G+m061sU1hweDTb/VAzLjGFK9
5iC+4rXgC3dZijKVm8I9/umnQOisIsgcFGvV65BDx/fJFNmNkZHXDATrSItjRdL0VX0FU12V3Uie
/cc29+NtWZrpXpas7tbAxN7Te/HBrHTxe4rd/a9AmSfXikYS+pmS/ha1nNNKleUZCVj29oWQLsFS
n7A+R1uu064QfYxfoPUye4x4YUuXGV4Vbj2M5h8lLzuo3NJsPHThRBooj8DJVrhi0921MeIAU6TF
fdYXobiqrb5cw75DfLZKFKgxATN3PwsjXrfBHIIfD/tqXmzCxE7wKvLCZJhkoGuUcINpNVclCClR
bYXKybnEbmqtU0hIyll7x/2SDJwUmcX3Ds/zgbEGqKxyHOmdIZIwoWjVPsEQ3dDzmyISZMTkRrMj
cxn29UNeRdGrKUda6yRK3H+HIRxWblsq0wOS6fhghuS1EduvqlbYTFGrYSrm18ErkK3wsebhQ1f2
R7lY+2PYxe444EiEfntqurC549ucUxLyNmUj3Fa5FhurmAM/l/tGT0U6uk9/4EOQ4PUUFwyFLBTS
VdbGTYiIrxC9+tgmTEiZJoNsW5Gi30pxEjxyMFDrJWMKJV4LzZ8aYFnLrZvGfIpajNjseorCO9EM
hH4lChUqAoFBFq2v6/xXFgpQmkG3CyjEpMZIjxv9cB0YqvIQpXFxV3cG8paq0aBHnFs+zMNebb4L
bP3ttVF106YvVBWpSkize85dnNDTBulwV8xQwVipVdIjZJXp4sEUgBZ6SB0nvS1PQ9nt5ApRbtvo
hOa1HIThrVDqOd3mOLEhH1NWqD9hgD0B1W2Jb79mX0OaAQZl/hLwGUjn6J0yX3O7FnxnnIRacrCJ
Tn6bAYr1Hmn4Une6SDAe27HPDEfmEtHZcV/U2arqpeRR0oXJd9usy76PFqx+NCxi83edT/k3ExRe
jI54FQQrkCwK9bwuXASNuAvSONL99mSl5YPRkt2yxcEUU0/w5fCPbKAJsEqysnjWQUE3O66fVBW4
IvnXeVCMpgfodp5xZyGBsWomXzS9Vk/Cxm4ahXqfGQ+TjwAr13NFFlA5C9IpazxN6rObUEl6ywux
7tr4Ywx2IJDG+FtFiWgi+KT+rZ8KGOOoSl59q9oqeNbltuDSp1pWsKHRHptJLrr+FuFzeYI/paqt
2yvWFK0qWcEmTa389GcmDniH1ANxz61Y3KpThmaM2v8AYdVB8wKHaCWAtcHRdoEo+4Veu2MI98iB
Fq8iXVCmwq5UURx1WNbzb8MPzEdk6Nu3GSPLPbIIFLlgliQv6KCAKZQKvfDRGZD47PqAvQwC/UFy
31gSPPJaVsvanS0JYL6SlNP9gPJAvB5Iq6KtOhl57cZiFocO9j2AFmUL8JCnFGaGdFto5U+MGkYN
WlD4r2YfE41Sbe5JgikEW8fgUz5SHeQqFpkTanwj9gwA5M04pBiTiHcBXPZxZWZKjXBWrHZbTvoy
ev/y1N+hSwsTbfTjBvvuug++pwiQHoyphtRQTvKSuoVVimbgWMwHtRkskexOMLDpSsP8ivfFsEOR
gDRfNwF9dIDptsgvzXjucF6QS4c913iuUPf4IeltoMD3tUC4hoMJl9icLfV7l07SnSDm8Phk2EcL
DbA0NoOUk9ksAUhXrigjvumFuIJUzmCB38RCQBF/ioZKlaxRhxyjjDzTv8EXZhOau0ptqJelKHsq
wKW+CQkfx6kB1iCZFsjNU6eG8i3ldVPw2NXQHpmUSHpk6yqSndZ3Mvte3c+rKIwUAeHYRdgcywKk
Oht25NIrgnpCDcKSsCqhiGs8g23pshX5SowxUGjFZS/D9wFT93KYsH7TzT8UnqiBhVUxA0qcO7LP
mtB0v3kPP8W2S5R/BGoYfQMdECmAKEqZ9RXO0i4bE0DCJpZuEInQhb63gEL6C2WwNlcqh4jalee8
wfBv0hUKMRbXzXAiaNqdJCa/Zm2Mb6pRlgFOF5XKDQ6jxdkt47y9lXK1mHZZIvXrOG2o7k+jXqES
aGIMSCpaXnzPEF+l7BD4ybOk+GOEIYxWXafd1Fm2b5C9dbJWIIBP1Nm/a0WHjmACVOGxSCxphhgh
z2RmWmHu0LUZl5LL1ITqSoXuAI2xpCUEOmLykB2YtnlT5KWROTqLpkFndtAe9GguEGcN6X/clqB6
kSOI+pVRdpGK9SjF1ZXGJbdbacilTLiPcma2/bmXf3XCCAzZMn3zZ5MEwQuSHRKmGfi1GOzzKfaZ
iYlLSCqRx3NDEwCeHbdT1Hm4x6tAVGGY3YahUAfwZ4AwbTMKnv11PZvLUpqk0i3ZEuJraVJJc3ZR
j1NdYdY4kjZUme4GMod3WG8nL4NBvgrrxiZeax0mhF6ZmWnjRGXBbE0NDSGZWsybnGKwGXLMHRYq
8Z4Tq4nPE+gJ/XqO+nw6KOqSmUayRjZ+GSPCJcuGIoApmS3OR4UdoRRjXAeUz8InDsxxCgvRz4dr
eZoVa6cihFPcNTXsES/CE0DaVoPpNzi6SZL/W4vqJPS0sTPNB2URQbnW0ENR76inKrLTSlQPDx/u
Q2cwZAv45T8XXe4YgDSXgdG4A0lQrJeff7h++rEs6GVcQ87lx9DRk8i1YAb//rqVk0zCezMwRUGR
cv1Sae4ESoGbYN4IbYXGjjpOqLdH6XgvGS2xkyNnrGDvISMYWsLow7WYI6JYA1fyjah++Psr8P9Q
/aJ8y+/b+u2txd7+/wNPe4Xb438P9bXrn3N0BLNcXv8PylI2/4vMAwoo+r98Lj6gLA3lv7ggi+gF
QFXWFzjF/7kIa9yDkdnlcgAmAAleHdDaPxdhQXmX2pUkxDD0RQAXg4B/5wD+mZOkD/7bPNRpigT2
/LtqL+pqIAZVrtVHc1RBkDyWifOIRbVYbs5h29brriNm7oJZo7rwoWfOLInPzakqMh00JQOwlOQT
MF4pGH6XEJxtKWkm7XVMEwm2KdpMgnofqFY9X1gcx0sQCRpL1VgUOCZIGmD5pR8/LkE0wJJ6Sisu
NWy8d62h6A9VpF/U9XmHUf1nqSOTxfAuVicIk4hwlc2TfCt/JQlSKN1ebQ/eYeN6nm17V3vPc11v
7/D93uX/ruvYG75y91fe1t7ymv2eb3euy8827o6frXZ8yau97fbgbvjpnl/e8lLH2fJu3trmLXn7
5SVewe9vH7zDdsu72bydvVp+7G0954WX8BFsZ/kbvuablW07G2dDu7yWd/y2PvD2V67LW73wN9uV
vVrxjs/u3t5uH+ztyuF3VquVs3IcZ3nZit/n/ZY3c675Ys+T8InulubXG2f3tNotL13ttvbKuXFc
vuapN+uCh3f4dN5qc+043nbvLR+Uz7bmN++cn7zrhpfubu43m/ulm+io5bfd/T6zl2bvHf7664n4
LoL0xYhZJwIpWVw34Iul2713eNl6DzzUyvnpbHbO/YWW3uG2X7V0ssQQEEvllrnhubfPvw6BfbBX
P24c0b7QzinO8XQOWkvK68N201QNx6elHYboeXt3xzg79DdDsrnau1eOcwFYiebix/3t06Q/zRv7
EnbeMw3u3ZcHZgvj9PUYEecutLAs74+PBEbM7yNauL3yrpYJ7e3f/+XPw4vH2jgwV/cve+9lf6hs
Fs7+5YWxtK/XTKzt3Xq7Xq9X6/W1fcMM2zlXG6bzj+vr9+l4bTs3G8ablceycJ3bK8dmfa52t87V
FbNvt9lceJxLT7MExw9Po4rgimP6y312H1g39NilWa2dxNdPc2D5CB+amInkOW5cdNfLIVixLFnu
h2XB0213/LO113y1rOrA5gl3fzalM9h/3M1m82ewb+8vTZF3dPVXk/8kAGetqcTZMikP24eD5/zZ
bCPbW3tLp+89Ypx7v1/CJAPDQKxsYqCzfOsevAf3YXu3d58LYtvafr765fEGPMphba8fvvV0n0sU
uduumXerHfMc5d2bn7G9u2eoXeR/3VsmxItlP65uiCSea2/c1S1xaLdfAszXY6spF2bqySEsQexA
QZbvloC9Rxnd9Xqbz/1j7dl3/4rMPB5B9Mpxrzw+xIq4+/UnUBb1/Q/Hzc/L8WQPmqHwTjin3XrP
hPc9vbBf4tr+3j24ztV2S7TevLBaCNZEfHaJ9WpVEV49jz5n69ksu4D7zOB4L+72cCBgM28Od4Ft
f2cWeYwJu8Rqxyp8Jmrv7PdYtl1vD9u7t21gv90tb/rr4bBIu8/2r8DeEuyIQ4c7vn17YzYS8zfO
zT0xlj9vN/er+80fh5C/ubcf2EVG2w7sNUv1+/XNzfeb3Wb1uN1tXu9v2SmcW7YDZ7W6d+2f12xE
m9sr954laq92u2ti9m5D17v06ns38+R/6G42V1pkb9ns2Zf3V85mdcNSf3/h0z1/vQSFe/fq9vmZ
iei8XhiRr9f7e3Hk42I0uWfD4l/mhHfFf8zd9d5ly2Pp2467+9cm51yYB1RKvpwHQDCPY0DSG0Zf
0Cxt0h37A+ufpba0uuzelc0qsn8tez3hknWxtXkh0cG7W3ZlBpqB56s7fmFr33Ag8Phq+d3tdn3D
n5t7Os3dObfvBxu61Vt2TVbUDSt3+35c2Ox2LMhlqnvLHDx4SzgN7Q1TiO4nWnsu8fhqGUZ387zn
pONuDi6/8/UALLvDf2KPDvsNQzgZtCy1XwMW0/LzD8Gwn2crAP3bLABVjBjaEjiuol7SzTke5X9a
QeEMWWLTkuXT61fhN6VvKiAL/DxeBKTQ3q7zMX3B0bvCMdwSLlSOPz+VhlCRKJpga02VC8LxU6Uk
rDVrNGsgBmisRuYwemFKDv5v+04T4cos1n5cXYAyHbeCUnAU1wvwNiaH9F2MliJXiRPT16187jta
Qa8RjWgKtNrpsRlVRhE1HMBKqOyGZHQs5HOpPGgadH0L0Vtbqobw4es2j7fIZbxQyoF0sNQSYbGJ
J8ckK1fIkvb4hZFIlHdk1zUXPZkYEhkw679uipsf9xx4dMvWfNKJcpmJFPESmkqB9CCCMXtl1JVo
T6Jh9nVTZ3oSghNAcoNuBPJwEvy1Us9NIc+oEUQN1s9RDMuK69u1imjaAbiQceEwc2YWfmzPODk+
T20xF2DAauY6YjObTPJLYRX3enShnTOjhcIT+UGN0iEcxZMu9MlAT1GhIaOfYrzkxPEcT26La9EL
Vb3qQmPnOpGEDZqU3MsXc8rjSW9VtQ6wG6GcYEIGuQPLdhPqOmlI1ZxcUvzqhQB19uFMaFPUwXHb
0U+Wcq92Pu7UQBtB7Km2ZsXyKmplww4iHJ2+nh/nmkJIjMo5tXfOCiebgiRoWiKMyNRMALcXnL9+
08QzNSn8LS8ssOVIdxx2eZQPTZ0ssH42yrqReCptLg5haARrRIWqp4Vwej2oSfVUm93z1093bjZ+
bPJTR0bCCLiejgzFzFFrX/Og+V4iU51tRVJBFXHRF+FXH08Pks5hPQvAWEvkB78lBXwqwcyVv8oa
vscnNixqPOAW0To1T1aWT7GqCpHtALeNWLsyFroH+kBff91j56a6DjoV70lpcXs6aaW2yP9FFRQl
OKsKFu1WmgDRzvw/GQjYB4t41V5YXGdnIDJJKicWyJjqSYsQAlL0ZZQKBJ6hr9O++wHj/Jdcycbq
60c7N0xgOtCQZa5Dels+yIdtH0JvGAxU12001g1nyBrc/9C6vLCgTm6/yziR1IGiCT0Zp05JPom4
MG7Qp4FOY1dKrdhNDsNUm0NEetCzWecDGf1S19a+n+Dvg+azYCNShA+lqIYXosjn50XwWUXsCMeF
9+PI8fNaUcbFsmeXkfI21W/zBjjyNlS6rLkwgu+k0+OVTUvYhb7jt0g5nyyzsQnMUBqBrVNhT3Zi
Kveo1JcK9J56H+jCuKsbQPzIq0s2ioEZNd6EQh/AQKm1th00rwtHoc+RBnswMGvkQWUVFYWTzzNM
nI+EfgTQLZrDothiZbottwPeC4MYoGEe1b1+13QtVkR/O8doGU1rFRAfThenx6NJBqLSSewUI7VL
tHZi+FIKKMKvWzn7fB9aOZliU19Cv6kI2lzrepA7C1Gz8lE/Qx90sn4U8UXe8ee5xHMxwHQcIhIg
4o/nkmkMucKJsgJdb9b4PYyYH6jtJfnZz8GHVnSFMyw8f5QlTvbZvJD9pDFaIP2BBVTXnKqVgmzu
WuzS+Fcb1bP39/0I5FDn1AyB61NEgMVCAh+ssA1FTS3dvjKFK9mHn2yaWbOX+8lCPitYVAX/79o9
eU69C8aqKlS04TJq1vFQFNsy7OZ93AmUsIFIOmISSxfC37nOXU6bVFM5wENTPB7CsTTR76thOSSR
pD23oKO7lYz403rILQwwwlxov3/9mMs7HoeFBeEnActTOVlbp2fBjip5jhoV1mV+k7t6VdWuksW9
jaHI3x87OUov6EEFMXCkpU9WRKLOczLoKm4NQ0dBOaHkOrba3x+mQeTCYaX2gggFSNXjLkTFrChU
eSptVB2GtZKo1FFj41ZEktAGzHdhdp5Zc0etLVHgw341BLIOQ4toJYIJwb4kMhId37d6ni7MjOV8
cjJOAMIR7WB2qJSVTs4vrOMoDcMZl6lebHahCVmhyDNxh4ewuSpRJHtASwgNvYw00vD3S8GiPIk6
iKFzIT+V1jWS0ZyTlt1/FmANpZUmHyQRtbZS1qptUeuoIpeh/3dQ42UzXNC/XJQ5YcNQkE82CO4k
eqtIA0dRtK0gLqJOU6K0aEdiL/x9rAa19X66hgdjvmdmP4yiWTYTWlAlB6qw6K/0ruq2mdJquwhZ
ik3rG1jSQSjpLnTrmSElxUHegYMISP/3KseHVuuwkue2pVWl02UshqPIdAc4UTutULqbUYVfk5s4
SVcRJnBfr/pP03bZdHVVkSUVhgGF7uNpq/kDboVoTNlBbCIzCFLFIxfT779u5VNsoRW2V2u5k3Hc
Oo0ttT8q9QBTZ6EcSIXddPjNcsVNN0pp5Bf0n889EdGF46dpkMt5L7R/6MxERcZLK6GlJVY+otfS
CfNLD1HWuDBVzj6TqiB6sED/9dMgFs1xaQ5iVzIrUb1vyknFE7DLUAjvmgux5VxTi9G7qCw60lSU
jwcJYltewC6nqSoAL9VP8E3m6UdYYFj69UCd6zzOQiwBSRMt7BuOW6oyE7gG4t52rUJZqAXOuhBr
qgsh7EwryzbD1kjniehRHbfSBEZoAfckhGnocos6MEt8Bsy/HyAO1Es+jzZQjzlpZZKgRKCti6Oh
1nO4JFBBADLjW78K5h9fd9uZAYKdw/MsHBD2mpMIZcj4SQtBUtpq1WECnkDrTJQ+dkiJXKjFnOu6
jy0tP/8wu/Niqvx5itH61Psn08ghSkGCvjDflp3xaIvBZIH05BL/iLuU+I8bkdqxygoJSRRJL8Rr
UKXVfaagYWAFmopx9zCO66/7bzH++NwiYlRoiGCrAwztuMW5SuN0qGgR2jkdWEmhO+aLZjIiY0B/
NR/v6rFHwTLSrHUuVvIf9IN3jZaXHqJAyd3XH+dcJzOQqK5K5GeBVBx/GmTqs870mTmG1c84EQoI
hZj52983gn4AylxYfDBvTuaMXg1z1JRaYY8RauVQ+2IdEy7RAj77dUPnRtOwVHI56HktXhHHT+Or
SS4qE5Mzj/MRHRJFBzoreJLWb4C7TRdaO9d3JkgJa+F4GCzz49a6sdFHoOY4ebWaf5UgB7EtiaLu
1890thUSHhBA2Lf005ubgcGeMgVExLjJcDTucAMeNSW6kI490wrdxiWKiLgkc056Lsnhl1gRIowA
UMMbXNRRgIy08G9TReB/kD0gF4UWIDnLZfw+LGlz7gXg9Mz9JFKyfYZ+l1vC8Fx93WOfMx1LM+CD
YGSSWFal5WE/NJPpc6HB2MSsufOjawG1Utxa010xaBasiv7GHLS7UhD9VQV884p89063yvLC/rKM
/klkYX0jHEJOTIMadJI+miuxA1WechDQexmN9zFs8m/4PIk9jsDDoDio76bRtsa861Ka9swy4DYA
FgvJRY1j1slgYsYApSGzcL/OYgU9VlGf3KGMrhU1UHGR9vn/1z1+bvYsCCmGFCt26FDHHd4BSs9m
qPkYLIaRPSDHg1XbfGklLB/7uEexUDDIkDGDNLxgTnZscs7BWON3YethhH2faRRb4KkGootWeGEK
fe5BmjIh+3H3RnLo9EJFrNTFWqMHi0SLBHcq0sq08S+QHi3EeF7DIRt89+s+XPro9OlYeUumkfCl
gpI7mrRhUmljUCl4QOeZ4KpWpT1V3TD/qhDDciUpl3+RBhmvylApNlktNy9fN/95uiKHxsGAmw4n
SaLacfNZXolBP3SYZOON56a68ZrWxosGetuurDwDCnzpVPl50iwtcmmlmkaWVTlZpXAq40iWKizT
BZlLa9V1G5ZKfmEkl0lx0q0qSirscMxP9p6TSSPHLSi4okWvIxZwmcCDI3quQOGjdobyxTfIIzNC
KCaOm7aRps2lPeLMnNXEd2sWtPGIrCejWs+lkeSUt20hRQxSCxKUYCxfCh8AimNl+PUYngl8lEq4
Khs6eopEv5OHhdCRqEMrsvD15htxMXlAfz1xe7XGH0RtQu0+UeCTQioYmtaTfR9ekNA01SNE8Ly8
cN860/PUY8FomhyvF9Do8YyS06at52og2Fchy7Xv2l+Dznk+F0fLTic/2cMekqog/OutjE6gjE7m
DLzmJxSzmFnQakpmsjapKYLNga/Ma6uXUAH5urvPjS0XLzCoCtdJiNHHD5jleeyDPC2A93f+Yz/F
irGaJMu/aiO1M9Z/35hF2ooMJA50iN8cN9aqcJ6FdjEZILO+K6WiuxlyQ3B7vRgevm7qTPDTlyZE
CooI4Z1W+SRf1eC98FxGbOCc20rTo9ka/Rp7j3RDQTP8/nV7Z/qRHD2o44X7bwIVOH40yPbo8EwF
cb0wTFcIKWDWNap/Bb/z90O2kHjZEnk0ssUnMSfSszJoWhgUCN7XcC9GzIAo++XKFvEzcoFfP9iZ
mLr4SUFTJ7IuCcfjB8NKD95sJ2DbniGR4xchkgFCReEP+/FGfm1h9YhrKKv6hZvTuXZJN9Kk8g4m
OZkrXTtIKVoLtIuxC0Iv0DJu5IlCY51H4eNQqMW12YfChcPdmWEEoMARwODwxRcny6E3ehXWSUCo
Q7HL9XNWeZlgnWMYjX4htJyZoSZxbpHwJGsMKP24Y2dl6KAQZgUiPVDd0m6W15PemxvEPWJ3gMd4
IdFy7tG4Vi/lE/LFXBaP26uQX6hGE+H5olH1rSzMMvYuWnGHUnp6YYYuM/Bkv8KsGqVJ+pAHO00Y
qEi64EvsoyAYRBgeIz/jxqoWel/PzLOtsO9qskY10HrfSD6ckMWsTDJdI5pUcVqtKkiCV2jmDX+d
C4MBr5ORMEniatDXj7utCSm96VNJK6mG+w1IdMwJ1Ji6mjtpplhdCJHnZgUZquUew6ECTeHj5kRx
XnyoiVtC29737XybFRXmGZynbKOKqwsDda41cnwLhIo0Mfe649bgsMS6UrK4EdsK/jdp57FcNxJk
0S+qCHizBfAMnWhEUaQ2CMrB+wJQwNfPgWYW4iODDPUsOqI7utX1AJTJyrx5z3md9eaelib3TIMQ
cbHO6/jB073xydiRyUT7QEUpnZ7skoVrtDheaXWA7xN0EBqYjQlmlQ5C/f258cZkZ4gtMUaOFpOR
7Yf8NTcUngKpzFjHaprcKqrQDkARbbwMq6u4//z+YG+8RV4ipcmN7oiLwslgsQKKLuEdBI6f2nXE
z+l+AFi24wAmum6R+bfSf98dObHJlhKTUB0+PbZXejdxU9tIS1MWh4VIIsvAm3UYbbEDoaYCpfQ5
ev8x33qnBNX2loLe8kzba/jrnaaSPsxKWMSYQ3luUE3clZWJs50Fguv/N9J2Nvw1ktMiC0MVVAdQ
rbLpjK1alrt6KaY2hM3Cp3x/uDeOGt/dCqNbbMKZcvJgley9Mh10LBkwJD2siy1uVjiyUWcP3U4o
fzmHAxh//Q+D4gLzR4LEbelk0L7yZ3rvzToYZl5ihhTkC67lX1Kn7vea00HloZ3xgzHfuJ6x8RNV
o09FtmCdvFfM5GgWpE034KaEf0Bag2dV5dclTvMfTWVW3+xK6yNbaD0WF6r6YE2+jqW3qhBbKBE1
fVeni18DTKPMEh7U6Cr9dsQiOShxC30WcTdeAaGJYal1w5Vohw9Ovm39vTyOtunKSiGOJqFwehzV
0vIzSX4yiA2EQ5Q0kl1u5sbt+x/09S7ArRPrd1SvnH2EZy8nLf6lY4YLGAmbeEy/Yc4wpZFshqbG
AVI13+RoJ8/vj/j6hW73XFJqG4+RsuzJvpPKCgcyEPZBJTM82UB82zcA4TEL7imr7G0T7zK3TrQJ
/lScf+SW/tbof6J43bbcLc4+eV7RYHFvEYZqbYvHnitYmOTucfbCc7XE3iOr43WOWqW1uMt2Qv/1
/tO/3o5MzhD69ChLYHb/pwPo702CigRhMpuEoQrzjL+eC8z2D1i1eft/HokUKZkhSjl/Euwvn5S7
g+GvJack5g1uHeHRSIuxX1DTxyfEplv7/eFer1KTeYRgdpO7sTGcvNghF0Wu5MBxYpTdTw6QqJjB
2epFTAZO1s0hqZbuqZ3dFps403p4f/TXi4XRSaV7BN9YU3kn8Y4cHZyeB0ZHOZZf6K2jBXZeG/+8
JLdR8Ccl8OV0PnUCYoXg0+kD0yW17Z/ni/Vp8pQ4+w+PsrmQIdh2YFqcPMqA1k+gSuNFzmt7gyg9
XihCa6Bm3x/njZUPu9wgVekCc31VTqJ+alfYBNRBoll25He0Ovp6lZyh91PncITFP4ek1Nhx8aJO
RifpK0XYkBhL022fSMDx3JWTV37CFnzeVYmybt5/tLfmIspL7X8TlujSX079Ks807ls0OLvuPJzh
Cm6FJBOqCGeS8gzKFd5e1NtvscRsn+iDaz9YCm/sMYRxvFKyTgjiT7XBdllMSD8IvmOVCHyQyCje
WF7pksdUbn9vQIeAbWVl3b2VJUv/wcO/jguIsGhhpdhDBhzbqpcPD5O1NcAlUldbG+2Jj5E5QY25
Tg4QLSkHpI5FcZcIZf+HDYeB0Rfwkdl2TnP/MssGXEG5BCx6h/scv/Bs8tb0UYfY/kHserLcWXnA
VlAVcgH4Qz3a/v1fu2iMc3nlW0sWafNgRzoGAge9mfIPdtDTpN7/DeOxn2kgEbjUvxwGf7UK8wkz
g+/cHqVfjtGUgJODvyhAFw7aJ+qJ9XlhipsYu6R9R7XzNh7lP07nVz/jZEewABFKgtssyvq+CpTt
9gcCw/mAQYAZFf66a7DfC1jNJN4QM+7eX0wnJ9af0RH4bQaEVNPJ4Lx8CT2+uVnujlnkJcl4bnfO
Asx6nPZNNn1UZnjrs/491Lau//qszmq6UN2mLBp9Hy9DPLkiQw3NB5/1ZOP780D+lhiGWUR+1D9Z
IGJKcfnO8jSKcfWazzGbsOJwWNqiPzOX3Nc+u9BD/zGa2wZFSc9qpMccCLV3EsSai9X1duMn0Ryn
yZWNvCnaMlf/tqf/GYV8nkEbBP04GFq+fIEjzSKxIMEU+ViiVxejXprFUWLsbBxp1x/oAcIp5COJ
5smG87+DEmpQv2BsLiMvB21iN06zBaxdpbQ8pgCMGckauusw69g4K1f5ocR9az4kIwimD5741ZSh
ns/cR62A2J699uRu3k/StQSs0dDuZHLUcLDHaKj7NzTR5jOIaBi2GhVUMCTGqdxnLDMaWBpDDxP8
jSe8McrmOu8UTuuOElg9cVpXdVvvTQML439cfgwN73LTw+ESgtL/5dvFKgwAS16ZeOM2qX5j2O3U
4fwlDWFhNecO8oNq1KvlznisC858Yjnk6idrMMUg24hFa4RLYU1BOa9ehO0D/JJx7aN/fjRy9z4p
fAROrMOTR2vp6OoLJDVhzK1jF3f1GinOZbY06J3vD3USEWwfcLN1RYDt+BjenjY6QkjqdDXOPNWg
NRfYfbX48OGABM00uZMTNf54hr6LUYx5OZv2/MFHfLXlbMNTGiGoQ7nDTH35ETe3L2Lg1AiZpN5B
rNIILKcnMa0J3HysRrt9/3FfrwqTCIvXysckXvzT//vXRtomqojzmG0NCp91LMp62nUZzO73R3n9
VC9G+cNF+2uUAhybwN8vDqnoQ1/z8P4vFco7PcUsHA/0D/Irbw1HdnYTZ9NIwfO9fIl2Te4085wk
YhODc7Fvrc36Lkzt0iw3tysLz/7dIrHh3b//nG+9TZNOQGSwCChJYL0cOCXViIbfEKGJw/NTWlDG
xGz77l8Hwe0EUTQZHSpArPiXg5TNUqYO7L1w4XGefK2pAcDU7QcZuNePQgMEHrdbW4ZLLH7yDrHu
jQFUgW8xIA4Htpc1O5Fl+tm/PgujbDkiSqIkpk5TU0NjzmkLnzdqLYPIjJbXfaYNH82H1zuVw5bI
FZcWTSquzvbv/5p+pOrjBV89jMGnpQnSVON4m/X8qGKK9e8/0KsjblM0EVOZXF5oFjo94vpm67LN
siLqaBX7sQKxvbftpNt32M5FcGDFeUIS9YP5/tbzoYQAe0V6lvFPng9rLdtJOt5ijkklJWOk7AM+
hwGUsvmDlfzWUKwozhfuK+RFTqaFXaZTRusXFZzVlNdt2oDynjz9yUJg+M+LaeveQ4NERn1L653M
czhu2dKOHhZUACAOIP9+96bzkfTg9fdiPlCOQPe/HZun++1g4hpq0dnKBHSXLyNk7Qh38vSSvtfh
Skvb8qpeBTzy92fJ68X1ctSTfSIGpkjLVpxFpj6tx6nN5KEZcHR8f5ST2yW7OUVNMmgcm7Sg8w8v
p72tlgykEZcSzM6ym6oY8SjEmTKsrNa4gFIIAjCbY/NopTJ+fn/otx6QQ4ybLZRLciAnD6jWoRVC
YXqXO44CQmcUlwXsgeg/jEJSm+o+2V7ayE4eMB+R28Z2FrnGNO1N2I9oyPSP8rqvpzx3GjZCc3PO
ohZnvBylcTV4MDLNI21c4/HQzO1g7Ne8L6pjVxlSfrAlbtP6r2zun6/GM6EeICz3uE2+HG5KaqvD
8jaP4rWzDglkqdvazsoo77dclT9O/gfT5I0lQNbP39QoRByvvhU+wpaY3DmPPJdoQ0qdmpUrGu/I
RUXuMYb2Lid3GKrd+x/vjdfKfkzfCKM6nJknH0/C6NL0bsqjhMNnb9f5CtNnJKXbcJn/qGn+jZdK
8O9QkmPhcas6eamQ/RbXT7o8GqRMwIqhczBD1AeeE2aOP6RHqKFZ9cEqf+MJucaRxuKAwybslBFp
ufM8DDgXRjXF0JDcUnzvzNI8rmYz/Xj/Zb6x3ihc/aGibuXcUwWVHF2qACnoPHT0LubLYOfK1f/5
XwYhE02eg1aw0+uwprcJej5ZRQig5x3YcS2qZ3/94AR99dZIn3CMUfcjZ7MJXV/OfxCCBsXFvIno
Le9uS9LuMFn6+ZAuuvP1/Qd6tUEy3+2tILbRgLGA397qX3FB3df9Jq7uoryxzfsYZVZ8BpuJJteo
iXvNjzi5Nx6JNbdd8S2fR9AW7/8CSqivPh33J6SSBMibEoRm+pc/gutcQdNn0e0W0HH0gYvVLI3y
ZirXISlCp7Jg0AdOVq2lj/diP+RloHmVht+5Tuku7mBwaHqlf14rc0mfswIthnU2l14rHlK3JkPx
NV6KHNqbK6ZBYC2ei9gLBYRVARipmOoi32lzosUm5qf11GmRnCj35gfYfb15D47KF00Ie2fe/vt0
7cynzk0r+RsQYzt/XY3VMT/1FdTJn11hYV9rjEum70CYZl0e5PBYqvOxzbNzzc0dzOjdfFoeVVpL
CuQ11vS5uzcsiJzhohfT7AdU2Lz+Sis3t4TcTEvvgfSOYV049FJqP/2B3qcvBRdCE8wobVF6HfJm
KjeaSpGPNT++UfF52+eVDKnc1vNnfREO7ZKNzOM4qiiSFyGsN7//oiyzz6974FbmEdfXmAQhz9LY
T1254Ckdmd2sXPvYd2uymjs55UrIsNRKmBfHPh3EfJAVUqtgIOZX6Q7AuEczbeV3fgUTuY21qElh
aN3h7arXP8u2dozsIHEK/NoNXGcnPPybFhpQ7zbxJ5n5K2LnUR8yLipgqaPKQVnyqI+JRlOrudb1
+rl1gElGoF+9ZacGrZPh6NplfjtsPjRVJEwx+l8BCrvDN0xWy3QMSTLV4+ehyUm6QrzKyz7lKhv7
+hH7Z6nunEzJgltEgvEv9cocqACW10Y/rl8d5ZbJl8z2pk7scRCYp/KsHKcxvXXTsZ2mgLYZz7qd
Z7cpZ2B/ybzAXKaaR4ydLY5qvvYuHfvcu+rWlw/rYs6xCvB7XcWtN5hJ+cPixDYgEAvhYVu7zn1u
eFT8NXv83DipZv8y1tUCoFIbQ5dqeOlOLibPmTf1+hAuYweNIEr8Zk4YnoXs3+fxUqFZH1vHWw9L
Ytf1k2cXWg7TT09TyAtNObrzN/bKydAC8IrFetONHjLIgxj8ZTADI697OwmLRJojJDVvNeJfQ18b
NlM5dgbaFsSy6NojmNl1oGfdUit+8kkObfSpTX1ch2ejtdYvVt2PyWfTj2V9T3erKiPbjwVsGMtc
8XnXZFyDws0WDeBeEtPwTzJ+fSgF6hEZNaPD4DiqupdQYR3rQeZ/jOnjhh0oRHY3pFpEK5GeiOMG
QbWToO6sZXmqsVhP032lLdg0BG6hrUhE6lzUPQTK3qhaP9xK4LhQp1KkAz7wqUcaMFiNglrAxSjo
5PRDbMbH9aedwogCX50OqIDw5160xsLp1q09Oubg6C16kGtrPT+hsBR4gNNVHteXuCULVKr4/CBL
DpbGS4pnu+tVm4Vuoq3anZO2mCfQtbNAtwARhkRmDNhg7REu45JvPFoj8aGKbnqIYTh39bKzAB02
ml32Z70s03Y89IrW4CGcuBS4TtSaTmxf1mYOTQrvoiyt0zMo12OORlr3JdQ2PGzs0LCEaIswG2ev
Nc5Ws2L7+hKX9jKOd3VhdoW/G2rfnfUvfdxw9yG682wz32qSwr1SclXqwkM0NBi7Nlkh8M3+Muq7
YViwBYp8Mef9TZV3S3fs8PMAbKpXsinywLeN2f/pVQY1j73MF+e3bLPZvcBjetC+uZkxNPeVS0c+
qj/ESggPaSRtfhome3JgTEQL4ayyabrQHJwL7xcuyOODJpu+PJRl4hgXA5COIWT70r67ssLgKBuX
9qyP1/Iw2zE89m7uEj1wElgYDv701z6dB3uj9Itr6mot9R5QoYN972V2VexIN/XKCCh6N+m1004z
zbut2Vni0TDJff/gmTLzUTr5QFpgFMI/8LMoOehpMS4hOoTSPCC31sqLYaljO3JmwvQQjITRPZqj
AZQ4EBXu3pfCLvzyziiysrvUOYHjm87K1HLJftc+rpa+pA8JjsrxDzgqXnWbF8Jzb2UHzugRLVDX
7IcGKliU6u20HIhVFxlMqkY0uutEFf9q/EHvb5CtZtVeJZnyvzNl4ZvDiETucts7Rl3/9GMrd2gs
7HkPu2adevMXKDiy04FoeoNZzRzR1K1tVpSnRL1I53O9rN16norc2lChKi6LB7ztpVYfrXlwBnev
2X2i9KPiogAZY8VIvv89ecus/ZoKq4MSnUro0CIcpLCM70av1GjSQV8rqOF0aEwDYDXYiIkKgElk
Nr0aTbqpUvvU7NQQwnbt6l/uCG+7xHC8G+iWTRND+s8d1vvtg5tZVUbE0DDRIR1zrDhGWDSLaaNM
0cdKwsRLPNUfPG8q6UGn7tFdZcKezQChDJZBXqPYz5EeDONThS4UmhS425GtUS90iMxbJbjRG0Eh
STUZsiKtyCzvQSUUTh/iWVQ/k7oFPNVZJdAHe2z1B12QMQtN5qIZul3SVz+GcfXuEHhxYvuVlqpb
p57VMWF9xZdFaqZQFsa0e/R0Cr8csFPxBJWzuyuXJv/pQOWojm2jzNt2np1bGk/hyW7HwlPi6Ziu
G/rgnNdzl46fiRQ8UtKp7VeHDmTXfMDQJJY7zY0t0ASN39vHddCQtSD3rR6g3/CxllWc9f0CQ5Hc
aKoFaYvjQYgQDzsCuyvLfJ87dnzJ7QZSAJbo63MmOL/PWml01q5NhxkJtpTVru90eJXeogOP0erk
wOUD15B2KVoNUVvcpVFb1Y0WTojGIygHxniYeY4nEy0mPMCYMya0i4mPki0lzkATqlbQbz38g7Mh
m9wlsCYP7RhucX6Cg5CapyhbxACmDtuLJQDN6x6LqpcKy5rZ0yNNcAwBomOocGyMAs2HPsYW/v6N
IyJTGQomwJik0FNW4+tgNvVG6fCHL1buJl/sRMW/Uyo7t3qP/QlvRAhtn2YNdSTN7TXWQ5P7c+B7
A8EqxjGtA7oUG/7bpsFo/2BYQ96eYaKf6vvRlIb6UtBp3kVW54osyO0BlkLRMDWdwa+sXYzVeBPm
/Jnr7TuQCV+KZgplHBtGSIzSuJEFaGVEl7hUHCK5W0HSrkfj2Z/t6iIx4fVFKJsznkFT0jxkYu3o
Kl+z/FvDp8nCbC7F3qTze7Par5EU2XZbI/urChhOiVftc6vkb0nDEoMnhVeDbcv15KEv8jw+WrCy
jcAlUkGCkXt+E/p62V4XUGnTvQsDoA/8YXQkKIpBo6Tvg0cMmnVoFrC6KHvhaOupxdKvNLDOY9Xe
ze5Q2Z+rIsn1cHZEDmVUue0QwDFQ6mpj/NBqnZggK+tkdvWo4Xu2n7pVM45Nklf2WWOWKuYPCYvo
0h31NTDpDJoC6Uo2s2HNrHJfV5O4NpBWNd8hOC+B8Ngzg85RYxKlScf/1ixcv9hN/kTE57iAbFGK
1+6FX+audSDG9QDrlH5d/CpWU82/HIxXHquy5TzJ0ywzwS75fr+Xa6LxLPpQh0RLMEDrGbnHeax6
+8Gwl8E7r2P6AMC1TMnd6iY1mEmU9xdqigkugXQT5E1r6xuR01iw4DGe8rFdTFV2s3SG8W2w/PQy
K5vKCiQ4Jslm6OdZWMcTG+O86taX3tCWb6IpYj8QQEb0O/gjWBbYSByqx6Lv4CtHxSDH+hPLclkx
W1ScfE6caeImJa69X0eBtYvWGNlFo9ujHzY4fxPwF02RREmSeuaRT2VP+3VM54GpWvt3E+0m+Q7g
A5yKhBp1esxm0Tn7AqlOASUXHOU+ljHp4FXEVRqkjdIfrVlsgii6OfM9SUjAiuaEGhR4UHxYjUnD
hwiOc3UQxNPt1zQ356D13CILh2Rk76Ky4RaQM2iRrI4goZsbcm9GCXNWTgALXKnTISa4s7C+NhTo
AYNzlR9ry+vbC2IVbm0gd+0cez+f/4+Wj/YQDcqiHZ4GlvQrZf3ql6Gvyc+0beaf2L+kz3NSlJe1
jTZvb3JLv1nzsbivY1GqSGNCPY5mrQ0HDarTfV8IjT2z0ldz7yqnJCjQYl9ENgGFeXB0pRdnZlkN
99TZ7WQNue9ze1tlbd719NgtOzqQ2iiNc4ezQHBqAWC38ceKS8vLCAZrLqhTaTo3VOUxp1hpZvL3
aPS1fi/c3lVf8tr3ijNpFYTDctLc3VpOnEPBkNWm3LX41YHyEiJ9yhM65wNEa1p1n4/LPERT1cXm
ga24uUJEAcwkN1eHtpvRdwJr3ZBMCCn831pvqN+aFP7vwbK52U45QNxw1EaboqU3cJ4hsCuBKuuV
sYttrufoXjbDSKVX3fM8z3S6JBu4KBj81fxBsYQ7kPRB3K5S9F+82G2+V/UizHOT7vSDrjleFpLO
7ju8OMgC7+lcKdowt2O0J2na6Q9TE08sl2ZNvjl1O39yVpCyvlzE7Wga460vIMcfWiIe5JPSpqvY
hSih7bI87/azVQ3ZzteVFwfpmC1Xc1cqbQ92Wn13sSQtILAs8kdu4pOA00ttOmDYDfdQav2kkbhJ
1udBsyZa5VuvVkdIVub3ebZGl56epXlu2TzWnTt6+ZWRG9pvY6zmTxOEWqZSN0AOTcr8PrU3nPxo
lcP56CSESDbFlClYUG9PR/Af7hJ1c1b9Vp0mvtcDLCT2t2X5nIEnh63WrGV6nWedRdm0mupfOriy
JZwXvyh2i7DKEuVmOV6AOW4hyddL9ztxrPjbYrbJ7cgRfuOUqXxKpe1VwcRb++HC1bxQVacT69d8
8wAPFihxZSGIA8sy3dp2rQHZgmYtJSyCNB0/gdHgIperQnKrWtLtmgCH5kY3KlXvWy2zycjrOBrt
J9gnYKm6zHYPVC71J0cWtoM/ySCurd5muRu0XbokqrjDR4q2duC3rnK5laIk8Kg2icXfzaaihaNQ
qjlfqfla+9ngYr8zOknZU1pQgt2cdx34spJO2IzGmATj4DLJ4smyrmNQuQ8oL8r72RjJA3HxG4fA
bP0OJhkODE4AjUfdFWVi/5oav7yah2xIzlUqTGvng7gq9r2qPIhp41ZR0WI9OdM7oK97pXz/njO9
yaLJzuqLnA5veQYHzvnWTKa4UmD87L3upenXhIB1PHeT3r9L/RiwO6+XHgNyLHYM9Lbrdp6u3OLY
6Vadh4nVWj89wFqIgOq4vLDWfn2w5hFKYG8PTo3l0SLmYOHLHCpKkfN+mtL1MU7Uoi7ZLexq7xuF
sassT85hh2SCcLZNuNzFPDxvZ/GXRy7d5r1dmMnnoqfRN8hkZxtBIogBIqNYtN9lllcXtPttWzjZ
K2cPhgqWEF008saVy4R5L94OvIB1dsKVtqxrfN1M4EDt6tTB5MGI3iWE7XYoSks7s6eZx/RpgsAL
spphk7OerR9U+OIvWgt2zUJO/40ywXKRlGOuYOSW/ldvnpqfZALLm35sq++5vZpnEIYVPC3N5Pqr
qBLhloHmHx3c7MdncLlKj3HHhRklYjnvYs2cjEC34o43y55BHsSwh7sScw8u+waqCHZPt7sBal7M
AUa+uX7RwpD+Ni2DfeU6ef9cZoX11XQpocGWKuX3YsB5KoDpa5rhUDVOxbYHiSfox8F7psJMkDym
fnK52p3qg4WXeAXMA6qUlqjxsh0TghRNH/Void2yoa2rE06wcO94gnGXPQGqt/jdRktLCMKN5mC1
eVwEy9QrrkC0lXL5X7OmO8SVmK9ibwODOJRiAQWnhgt/PoUXtCNqWurQGtb8EZl+fGOMzjwFFfej
NaySLWrrrKk51g6ehMHUOm4TJiYN++dgi/pnY1qsewcYF3u3WOvbppbeVzsx9eXML5LivpV580Mi
sb7CPqJZ9pmT+SpocMF41BSJ1MDgBKb5P+v0u3KqOQLiFOtMtljHvQUA734dzZarHCpi6yGdJo6O
uVno+nH6QpXnEhzPRTlwSSb2NZsxMmtdPII9xJqOO0PMhdSzMHMaiFouq7WWQ9BaYH8DlrjzXYi5
THZpN2N+lHMjDsukKK5rk/sEeSBqyoeyi3PoTRglAET39TO43O6vpLLqc/TrRDFAOvUzXXrqnsyy
20XIkOM5VMA408izWwT0JQkx7DLpm7/KKDb9mAFyOnspG5j0zkREX8t8zUKj74cnrZv9GwdxH1r7
GkuSoLCrsg/hiDUXlDIbO6Dwln1OqkK2YStBrWPKOhF7eRhHmYE0k+rz6At3Dqu5NVeYXbq6tLxk
gZfWyOzOw4nXDapWZu7e9EZ9zzduVyI3Wp0rYxBPiItod6fp3Rgiu7SHS5DN7XwsqBLdu2Lu03Oc
Izkc4cpBd2MvEkc/1dR00KBVu1Fve3Sp2wmbjEWy7DzWy/V6kGXn71aVFhdLvfQ2FzB7MQNfLMN1
NjucarWbUMYsx74+Zi6Fot2K8vDRjtv1ufOVBsXNs4rLUUlDj/x5YHKXRVx9laJov/tVaSWhQ4Ty
gyLDcpW7s0wj7sz1JwkQsbzRsGKQyZ3fkgSOVGNKyDzxmPVPurlUhB3ZaI2frNhInMirvW75XqxC
G4K6kKwC4Um+gkaozs1wMAvzsAkAaHHOev+HA/+q3nX9sM5Pczzqnz0Kh8dlgsUdVus0PjbV7P+o
xqZM955e1w+Yp8Osa0Teh7Mpqict49QNNG7cX1aR+xgvOX6z13uHWeo7I3h2MYy+t1Nj3GbQPSGs
g4G39PUyKX1ilpVr8WfHGkgv6srAGcAkgV1GWVt4KsCutAHc5+UNDG7frD4XoN977NPXWgSqT9WT
tHLCUMPVa3cHaTVLombqGFp5nTtE2rqoK4LnjrvsUi5dWJHRy3Z051cVObW2exbL5HjJj3LdUgqL
1nW3Xi48b2dg10OwMXfLHK6ZXZOZAp+phWJRAMfIzvVt2FDT/m0srob1L98hM462P7ffunjE6TR2
x84MyTFzrVlc+ObUOpymPR8sQ5TYdJom2SHM9cgS921ahfW62jdjPheXkybmOlJy5iqUrMj2wlT1
GMmnvWznvWEQY6CASZABV20FnTWnue8u70dD4z+fmk86tFNGyFet2q9kfa3QqTPntipRDQRqGVsy
bkXlfsKWznQD2TrjTxri1RiQDNHayOEzt1HVi5SEVesnN9OCMU5AoqTQDhOq3TmyFQ6d5KF9r2fq
GNZVGcfDHUWVirv90tT6tn2Xz5myII52eLjxxzOi6UDE+nRvrJZ/3VZKqgNy/fxmqBPdiGw8Im6l
j4Ejnt4S1/famQ3KVXo6Eglog6GL/eiTMnqo0jxB45EnoD6bps7Wq8IqNqQgx2AVeHK01a4FYi8j
Ua5zeZH1nn7s21ZOQUv9/z5lVkmUNaWXkquwmoTNOGNBZWhlkkAh9+Ii6tjJYUxMb40wJ24pZca5
TAIP4/E4dMZYPVt1KbVDyi31jJyqed24s/M7NX1rZN9K5BIOTCA3sMty1fbFmhRr1MfGdA/ysoKy
qoNNxhvDKl2KMJlbweVrEXwveGMpD9GFuc6kedHDFp+gKaZ2SJ127oj2Z++KIlH/BRpvBYqSQ4OX
hBceWT9dUgjI5m4V4RIP6Ef1jLOp1K3yu0izlaSk5Rf3MRX6dle5wl/goCrvxlc5kRPdRX0aaNqw
kmdeyuIM/B19vVJRlglA2dE26hK59gAt6QnnS64NFwBl2WA589b67Pc692qdpss7Sj46KYxOHwmE
xrEIZOFRk1pc2d6MGSFvhCd3cVYVKTHGlIipi6Y5nb4b8aKVxHtze5kXVamfGTIW9/1qmbdof+FK
2jL2ybBqdd/vKqp9V2tjkwBLE1t++VNkCPzJb38ZY6+uRR3LBxE3XQnCsst/2WbBcdpOav0+w5i9
hvWX/gKQ7YDMlmZ83S61wxYEmPdhKi08eyeyT0cwocaPeGTL41GZY9RF1zEaVd1/c2tBYh4cK45b
I/hCWpKxcsGvLbd3nHPWNRW04Y6r6tqGZmIvj4ikxbeaygQHmZ+qIShHXeRXOJZST0pkN31uFy9d
0PuvoA9aw+1/9RqeLUTrzi+BkaMWchn1PhnGDL5v6dXwRaiKyDqVo3ZV5ttOo9I0vq05PmU4S326
oDhC9y1CZlcEcTbozpWyV8uhNFOVt0pfiHcZsr42FEzCoJs47zx3YrPqXUe767w67y6G2DUUBaZq
sqPELUlTYqPtGcexs7DKsnFYsSOp18tv3tC2WRFqFmFLOvVBn1OSpcXIbSuwLdIeCdYk9pFDUCev
XcUUwo21am6LzWlg79fGcsm2Z9ZcPwjvA8cTze9YVJYV1irtuApPZnOXK3+YQ+rl2bD3rRrTF0Nl
+m1PCKKFDiqfm4Hwv2c78FKKT7SPjHTGK60nyE4UDvBx1QLqZK+jPWnK3OXMoiPwl2fnuRVU+mhV
IZNkeZzGXNwnet7DR136/rkuYrK1EzC5IhjV1N442JP+6Dl5rsk06zd49jbGTYcWPiZlVxXgN7YK
scprvf8ak/nTDrm5jDeVpg/VRezIdf0fzs5jN25kC8NPVACLmVuyg3KyLEveEHJiJos5PP396Lux
Wg01NJjBbAxPNcmqUyf8wa85XvYOMiLzv1Ssoser3vC2aFtyecNNvAQ0TyuSAIht/KPM6M1Comwo
aEWTZYyJVBbf6bBh+23TDc02CltG/BNQPt7vrJNUNLlm32cSO3pedUSuUIEG/aFlDKa3ZUsoDmac
wK2tW2nOn87Q5gdz7of2Urk2V84M5wZ/3cGaXumDO2bQAkLe20jfxueJCTx+vebQxFSqMkj/qoi+
HTI0ehjQ1l2eU0zAX+YMu3V/0DNxCem9+m074+pK3jIIJiHuawxwncHxc61ghm9FTn1etIL/c9EM
NSmt6eRWUGeu9Ye5h8W0AxTBOizGmtkvzZYyC+F47Se9E9rimHLPA66qwK+v5qbQvubCrPWtwLMw
wTI8d9c+csgw3onp/27QkqsestGYf0wguV54IFxaKDbycuvADrEDsx7abj+in35Bw0cb/Yot9IVs
qcw3kRGK1fd0EcZ+lp3xgul68gRKNf7e05t9Qc5Txnvm1MVTnSbW72ap4gkfaE+j589s7oeqavN6
8tx6bLbW4MmfAMfV4uthiggAbhRmdq5l+fitxL7LutDjMmw2HWgQNjLEzj+cxwmr+KhmTpwM+UyK
B/Km3tqZiNW2bRLzskVtgnHTVJq/Q6OgEyArN9zEzWiPOydZQBMmvaUJKoZKtNF1ZKUFz8xkQAQT
+3XeVX1v5EHBt7soZaUxS4aQ+TtTY3evyoWkVoRtaAUz7Wpja5XY7QZKyw3tcgnzJvQRJrJehD4x
ESojV+92KQXsg5MJqQLPEmI+T5pYfwQOizKAJmNyA6dCw6XqJN2ZaM0D/CgM1W1eGionuI/lF9Ew
HuOWxvEDE1jl3GutPUS7UXTFd0eRHQVJSbPaz0VkcZ/puHt39WT9gnNBf6bM+srxm66EfPFsomQo
r4151perrDETvImzkG7TEFnOLVhdlW1c7uGFUbtbE5SE1UOvG1CH2EUYuOAym9dOeqkTPug8x3Un
t3hVJo9Yuc+0e6xRJNsKXJJJO0+nraw6ewn0uQc9LLMle4LXZRd+gZ5FxF9vlo1d6gt2wMnEjKPn
pvndIqJrbpj4yAt7LMIMDUvPvrAzV0w09MfpS8yrfFLLAsl4Sr2kCkRG7AuGWI+RHC6rWu1oCUV3
bbzqc+SjLZ+EFvff4Htw/Mo+BIAyF2pqN7HptmYQCQUUwwxd/RxX7zp/BSdAgDSdkkGXbhBsM9Is
DmepN8qXCS0GxE0AR6Kb2FLEJnbd4Q1USGOfd+i+cRs44dacKCJ8M5u9XTl0Ir2y5jG0fXfSpsSP
BpSJgrykoXqG+bL1W1l1/K0kpMS8BKc/ryQp0cYFA2U+LFneX82mViVXZGf21ag0p9xbQzkkgWUV
gGrIHOjWSDnIZlMMuqABs0Rsntiyqpdh7nmQ2kii+4Ki69tETQDFR1QIHCyuCr9mbqRm2JSL4wQ0
/hkDMOptLpUiTdkV9NSzIFdz00OfNZob2Y/VT5ELK7nEj9k6g33d/7SH3NpqetzXN7TumXl1kCJX
q+fa/uMNRfJrZrb6O6f7+mQqG+hEqFD0CYwsInvrsHsuNsmgzNsOuAcIMWaw6CgN88TIYTCzYNaR
IUd0c2xenbQiCPYx3XJuks5pghT/aT7F6LD1O1eVpl/GrfnkAT16jXM5PWm14/Z+oZfTa4lItNyk
8SDuyScWECo1P95xi6+m2TdP2VRpnk+slqs/MLgTkGNmQ9IyRwqz99EuF2q3pe38BAEYWg0oyNPm
Uk7j+rKfzFdLduZXQ3P6e1NQoPqtO7Q/dS0qyUcogtQmZKx5XvCApHRhb1wmpKR2kCdDW4FZQbca
sU8DYdpBAbLg6Bdqz10Y/3DM0eqQl8bcGZ2nOrE3prCcZBPyAmUALNfhrIbsgyDRjQTYMpphzM8V
gC1/jcmQVvjApt9gK3VVurQ7mchl6gmBqfxXNg1NBQp/yW/LnMxzOw+RYqzFeLfYeOlgTju8uOvn
erILPMOdzOTJQlii2yXkgmE27k7fVaZlrxQE8LiTQiyPupw1WCuiHh/NaE4f8J2XNI3kyBSO66NS
AXgNJtO521W3QxfWN4WpG1+bkkr/nraTYQY1yKvvM8y6l6iaiy+tnZFigwBPwYQlofEUW3MFA39O
jBvBmDvGTjyqX+OhWhGI1CCZPyLj1u17rcyEP/Qe94WY+5RxEsPER9sG1JLGyFz6Y112vwcIF99t
StCIfMPgfBokCWQTzLi8bWWPSRfU7RJ9lZ0ETKSY6KyuGjHjCqsaec9Jgfy03/e6vJ+McbovMCdT
tC7N9BVEHUXI3A2/JpDFhR+36y5uWzOpzhaVlc8VA2E2tJdPSSBoDGg+s4PY82k60Ypa7Cy+jjtV
OkFj6g338Mhf2tWx2cfYe8Q0x3NNzPmZWYQAh9po6u6jNgRika5Ae980x3gGj9aLZ2rz/NawaHXz
5lNxq5ouuoNOg3huiD38uS47esDNClHiwFkWApFZ1bsbh6baE01F9aJFo25tHS2nLzs0ibwBM1na
AbwSGlfUazZT6VQ6c0CcBbxB6lXezz0WMRtRG3zwuGOUvOEIwPKIQOw9i9hQ08aIZ+1sFIzfieHR
9OoqK3y0yGJ4T7bof0hjYcqPgmeCzYy0Zgp1McZPMkys8AJJ1vG2rFGM2XEUCGxA87grKwsvZCaw
Qx2RuRsN/aZC2VwVc9VcCZPY4jvYr2ebLjfrxRf2HN7CtxgeBt3tfgxmZzZnEs2QyzJnFE/mVoWM
JU3rlT7eSPhzmuisMmDY04tNqr021iB7JlOoSx61Bdrg6HEczFCufifsH1ZAw33XaoX9R5lxbm9F
M5Sva3igSmPmgZY3mcS5E04FsobMS19qd5TwHWIjKrmhsLwPRnoUN3kDuQB4jB3eLE6Oo99CIw4s
QrxUw8YLq0iREpnJxWKVdLBVCE6dBgboj10t5uwm8youz6IuRp3t0xgXmcXMCc0brcqpoezsQeum
9OdYLc73GDw4gMzY0L61S01RZOWo7phTDNom0jU4hlGvhaTl9mB8YxemV0Dxf05hm9eBUSqyPSch
P3cWV0cRssy1s1RX4JmmhSEnATut423qkrL7g6AS9VPGdYCNvFE/B5QTu1uU7vBmskthvJaA4YhW
BtdwWg7aWdzWHAka/95dqyvjTtGBLjfhaIwvtc6tyeYzxx96id2Qn2apfTm0YL/80quSp3FmXEZP
arSu4WCP7HDAlfG2B9jXoA2lTKp5J2OKYTdSu+DDNWA1skk8Zt4UAWRbAYiVhePQfqiHhIAbli8N
JNLn0Wirm1JLJuMszZW2K8XUmXuCa50FTld1sQlqgpYgdkD0E/LhIiuZf8p1kgimzvUdGKXD2eRZ
BfOGIrFbIpBOsxejFIgOaOUz3h6MjPPERwgbcEydZTP4GNzrbExwNGsN2uPXkMroHpRTZjt4yzTg
c2lL0K3g3oi77aCc3NjhFERLO+2N5rlK9fH3WHIHocjFxHmTdnP9xfGkyK8A+iaXKdGiCJxxraqY
MfMjgMskke+Qez2jQyouYS0yxnaWMX01Y3P8zYyPVZuszbwNfavcvW3MgoYwDocL9QD6t0xdS9dq
vsGDU9ZlbFXJV0AHXUfCNageyEwiwIxMUFmyoFEgsM4iWmrtFXTa9noAaN4HLu2u5QyHRJXEt8xa
J/0RhMXyg8RrAA8/OWbYPnVRBhVk2yDB5ZwLRvmvqHyPz1NkTP2embxbbTyqYjAWvUAdkvqa5nbk
LOLFQxIN2S7X9m7iPvNi0GCxS3JdVV9axvgAq7RE+yGAR5SbJcmscAs4xAMaRWlabMwWjBCT7vUA
mP2MWKFeukMduNwpNhm2A9KMSZ/32FW1e7/0xqgxrFx4TBjK9R6k7Xi9DO1C+20hMmwYjPQPEaDp
nvmQzGp6mm72lCCPYGz6qmpQ/QEFSJKZFTO94tYi5DQyo+h3AYZIIGNd14FLEXHGiEGwbZjfIuOY
qcUJz2p6ywkiRSS4QaXpjAwZwZX2DtkxhTYTUmrujs59xt1k6IzmTGDkaMY1C+Vy2Qw6QytDRF9I
HsdhG6OgeoGYjKTDopVCUBy3bN9x0lBVqNNiDv1sJrwzR6Thc44qOMU0gBMHbNeSylcr0zP4wyUy
mqitDtm0KYzB/BUvJTFQJLjR+MIo6NF6KRhgvydYPzR5nX8FmGioLVX99DREcRGfCxJvZhuJMu6d
SEdha5KKHdnZZSeZGkp5PZLcvNbp4H5BLtgDfIRbUbjNvQVK52Lo3U3jJvr3uNIda5Omk3a+WFGl
bhuvau7HubQ0sBsuCPZqTe2L0MiawNR6UGFk5ALmdWm338o4p85NkQUlyAPiDDd0xs17wgEzJDhm
QHKNMhcC8Jvo7whTyxAYaQbGUaUoGo3133vA7LzBr7SquyY0MicGRxQ+w8TIz2aUVacNgAfGg8B8
6pcZfly7qQG81Rf4pmh/oql0jb0m6PEFtAkkV4lm4yBJcBHuVo4G5Sfq592vItLbkYQ6i57Q2B3u
57gZuGGUHb3W3Tz/iRxgdrus8bIfHpd0s7U5WEwi6tStkaBJHXChMylnwI5n2G3GgnMDi4HEj9I7
+0mPvnytlJOMvkQa/okpLj2ase3m66oavVe0X0DzMDG2aqYASwpk2RDurzwtlh8JtRVPJXMwbX3h
DGaQJqnVreM8awi0xMm/J2i7YtwjF+j2Jp06pp7JyuloBw+waFktBeATTePjR4ztLtpx1jtfc/TR
4hyYIgZllEbN1lUesGvuFiyV3MhcooCBbH2D85g2bxzN1q6sqMRsIJFjXu3JH7NvdUVUJokDetTr
itAP4LH4Cdw0vYPX2oEzTPRCbEGEh3cd8SkOSPMlZVpS9V90sOJfFbObR8tmjmByO14VVW48pLlh
lvd1OvZI7XjJMJ/p7jB9aeO2RQZ1aQxkgFTehfu5MtKHXhktnadxhrQyawvdRnIXRFMX3c3cLVWS
sLeJWVEuTm1tNxu949Rsoy6ZiI/e2JTnpTnpPXTc0XQ9eqsW8cEyOv44hs7zUyWLEgFaaxWKBqmc
0x9uBXBij0TGEF4P1DgAunCqf5jAzf02KQ341HIVcykjeu2hGQMnm0HAAG/otPzH2EzhY0im/wtR
qLXNOk+jSSAgB9xCxTFe4IOA9CigB73UycRF3nTS29f5mDFlhSFUnE3gOx+oVRTGxqneAp+3IAeN
cqll0OYwEf1M1/MchAlNkk0YQpMhj3ScO3rTZJsWrIDLtAF+t0mwmHQZHvRcT4BrjCd9rpMfkwuy
N8hzhywX9l9TB7XmhndlaoIzIvMnyWXsGme7yijsL6LQAfL0iIbctUJ2S1C7YT/60N9AMylHqx4z
J5m/u70tv9gMtLStDBdNbGLPYziBN1SUBFlTkJrmwijvpdu5D7g3Vi+aaC0AS1UV6QHxkPYh7nDl
FZQ0UcJrboxX9OQBfALHLc4biFfDVqL73gX8Hu0xhPN8sSxjBUaEBuqvNkuiF51uGojaeioSJrFs
MV83CjGDFBxW3CUAN8ABQOC/heUcmxsQSQtjeMdVexD2/E0DbF3Fvcf0jeQYSL7fG+ikbaOmc266
1BIToTqXFr2/NH1uVJY8emHm3TE2pOMyhuEi1gbXVPmuLaC2TIlJuj8T2V5JGig1dFCWfldBdvAh
VoU/7JhWxa716tTczGAhPHBe3XxhLnaB1oW23jCpVufJ1hxi2rI5iA5jKwvXuV3rToug0i/nbdVG
TRD2A7099Jv0q3ZYzK9RRhTzEbhMcCCiLNm5jSKdQby5+TNC+LtK6qLTN0OjMS9PXFgFvGk2ZGB1
dZT7wzKLZwiIfONpRhLdTRb5aEwOUi01uEud1hgpmj9mlQ7xJiu9+y4LF8unWI9JGkIpORCaLr6O
ibF8DZOhlwDC1z4zYnD9q5m2Rh0sI32YYMGBIlx1BWcGbvSM7opZRQL4LGW1PxuOvIYu1ty4XgTg
2JEFmX1kOh1mUZ4aJyI943m9nRn1LlM2hjuAomZ0lsvWuxdljIqG5zGxvzSGkWkG4/B2ExL2WygW
3PXnemp6wm87vJS7shHUoh1j9y3FaplCQ0yr6l6fJbAAMGMtJJpQY94FR67f1lM8q02jTdIM3AUK
dDBpff86GKMYt2PfyHTnxV7GmYo9m0wLAOoCfC6K0o2kJZj8miIaM9t+EXIIigoCPInZnAG58Go9
uUB/zCuuxyFx76wky+uNMSw5NK0KjN0tlB+G2j08BV5GbRS/ZFbKdjfHSzht5omW1S6KSYw3krfY
bBaCOLlFypSKF5srIekK6eFDUjvkEjXWFwKg50ASMnNWf+flhKF6Au/joepmFF5WG4BrDBG6ZzCz
JkPIqrWva4u5c2AsswJa7KoULUYzlCBviVy+YJByI0MJ5GWikwoSbwSWvcnhD/2qQjV/rXKZ3pqg
0rUVMEjvmG6sQyFaqT9uOFD80delV0j3kIwrtRjYdE6ufSfjG7uAEqUkBR0a91Yqo5b70HSX75EY
tWsopoN2CZnM+DVa0libMznwTLyEonMaw/HCfFQrbyEXGBIMv9HHjNkxOAgAAXGinCnV7mNMD7Kg
MjU+2KBp1mPfNoyV695mvJtprXc+i6gb9yPf+8vCDT6dmXQzzlO6J/edMdBDQuOsvwIQwS1ZgT65
ITvgusi1thr8paWJsXeTuqGBpcMm+EJPMicFqQYdvFSZufd2UQGG5bqJbuscJLE/8Ja/gVAfbtdC
DyiOlsMHE6Jq7+BJhj8zRQc5GIyJCsOc3ByYCJYqL148c5gjFc8O+KycdkWRIqy7RQ3P/JnTbEMZ
VlfxY2yWHZWv5tUv6AzZOU22Mv8ZyboBBRFmtJRgc+cKTHqpHmUFAoAgC/7CtNA89pMWU/INp3j+
7s32MpDHG2BBRlq1Figc0kZw0mb+YCZwGQKmUPYPy22ce+6g1thVYcScm63bbLUuakjxG2WoYI3O
805Pae5s06mjjW25C8DI2C1uVwzqvImneromcylb+yxioj1vY1O6NdJytbhuB27Ns6yqjHOXnoju
uwjMU8JXk5K3LWTAX02oLbc2bNHOHwFW9GfdQv/tDu5ZiLapcCreTWxa1RYXr865Wjo7V0/UBeJJ
eDRGGQMpDXy+nZLldqOSL3m5mBo5IOXRTy9KB+FTfoFRDCWkqb2qQY1/c3AN9Ri5eKVFkDBojYGz
jWjCAwBK5q+gSwf8NjyoSztDweXxq37Gi/ZjvvOq+/CvuAHmAUh/ItegIXJGF/KA3J3L2fJqgD8M
hE39u+ir0O+zut872TjdCZEj9irCiE/X9Zs86+X+4+UPCd/r8ni1Qsd3kbFlCvaWaw2HtemArRQ+
1CvKoRwoc3+mgRI0YHeqW2YUnr9YZnTZTDmw4I8XP3QVw2CO1XVNY+po2Kt+ytvV8QmzLUZ3pZ+F
XLnbRoYcpAJbwG1GVZEAa6KLFsHMZn6eUFHBEd1mJWgTkhga3rXdPZ/4RYfc88NfdCCxAuA5rJuC
zxFVJnGYEeYmjTw9IFV6qkmFCTzMwhvYaNu8Gy30vdx5X5Z0APQxAho+03IAT+KdeFOHEgB/fxYm
hqvqrTTeKYvVExG6NymJyyKi3Qp3LgLYkdONzNrKrjYfv4VDbYh1tVXhw1nVTcHEHMikqNEssXkH
CQIc2P1hJo4BPA66FGnhZE0/MPrVT4joHNuGSO5J21r3oLQOpC8ASLZV1jKHhw6o39nATEhzJVjc
TpvOQc95e1XC3a4M+3P2D6vFoQ3S2F53IOvLgx3oVjAQwb8w7kMID8oV7d9EfS1M7oJzOkGMtj9+
te8f9O16B/trtgXEFKUgHpbaSEU7ztcz616CxzDAitfdpnbr+sGz8mj38crvdzYrIz5jIWrs4Ee1
/rJ/pB3a2apkYrKzcUjSLiKwrVy8qvqkVsvf94lJINsGRgZNnLersHRieDUn2hhld2Gt0De3kBcM
5ccvDnjrE/vm/blAfZvwwfSYgSBf8+1yrumFXiHYqU3HbdbRGg7oOH6DXCPPPn5978+Eic6Ggxs5
4x70fdfX+8/rg8rVNFPC3RDWen1OBgMXC/pwEgDwhJXc0M49Ybt+dEUDISYY8FATDtULJRV2XfSc
eRWL8Wc40+jyunTtJDZxdodao3tCZ+TYDsE6wYUI4SL/dKguPuIIYTK5JRo3PfWKt6hWbZTTDuV/
2IpYEKEJL02Tr3bwLhPA5GQUvMuldmqwzp0H5miqT6xy7P0hVy4BT+GCAib+7RcbHXC6WcwqHQgB
G2qht5ylsd5sJ3qsTPDphX28RY5tRk/zQA+QlhHNDk6YXTVWNLvrFpGDdz+WCIMEUxQ5YtvnJDUn
IsmhSNF60jzD0XiLJqoRhzYlldfn5MAwjxsZFa8JAz3woRnQlUVduW25WhKLbnj6+BGPhC8uBkTI
JLESp2f97TtdQncxLECiPpoCMDqlE+7bmX6rUaS7Og9duhCGuTcNAI8nHvfI10QElmkzmkwEF/Mg
URn0pIrdmpPehr37okO8TrmL5XCGWVm/i+BHbz9+1COnYU3IsGYxJFfSYWhpR68DY5czywIeurFQ
ttz1wjjlSn7kKzo6im62RKUI6eeDx0KuJkrL9cyFeiYnUO9Zm+6NtpXaTpYaaOQk1eZbCf43PhHQ
jq7MRQCFDbNA9NLffsoQ3P/U4Qbmp25PHQ0ZJtyELWeDJkkrfxDbAbuOUDnDEwsfOSasp5FdIHYN
vm39Yf9E0gbKuwPDlBebqemiLbVhixKsuPfooJyIaEeeEfk/AwMTjspqF/52qTrX9GW0Ctj5cP82
ogFaNlkNxNuEAdK9Aqb8nEnvlF7xkQf0Vm14/IMsOijawTeFMI0G88AhSSQCOloDHAlqS7iPNFgK
n96kHpgPD5cNbG8QwXz7gCmkc/pJPGCIINDG68AxjbV1Su/t/VFYHRc0TFYtFN/sQ0lAbXBx8ajx
gREICNxmYwaeL06HE6nYkVVWbTz+IXoioX8QPnv4KkVpeQyjHTCiSpYWaJ3Y/vSxJovmyOloKOoa
6mdv39ikxcNE+g7IAtBIcdsgrlNtqkZ0p87XkcchMEvU7DUuOXbC24WYKJlRSf/UX0aUSZNCbwIA
iycUh99Hxb+WouhlYRFP+nPwNDoJyziVNDl53OyC4JnM26QF/6EmWP9bGNZqfvnslkOMF7NGIOrW
aq1yEDcSYN30D8iYDUNRssWu2ql5mjYfr3LkwRyXuGhqXG42dd7btzei3xo1WU0p7tWMDPPYucJM
pt25Th8HaopOmfMcX48SACNT8rtDi71B13rHoa8DBEG0zP+wE2W6GkYwbVItre77qTF+fvyIRzYI
j4iNGbcMmv/vSm/08WGt8CLnuExg7lZMF6pu+fx+R5OHxphlrFHXOxD59lobjjukA7/PtfDOnSA8
tWk2n3CvfJ8X0IqyuEoc7koo8QdnN7Rj5KZW+UwDazuQ2qiywJoZvwDZ9/be6MLBzaKJEV7bFfuP
X+ORL0e6hV6ghVehpJfydqcMiZbUNYYlfmWb0TMUIOsZap7Z7vIK2Q7fzoAU7T5e8v21gjEFr3Kd
5HB7Hl7a8aiX3oiLth8a5bK3QGV9zwUTySuhU57fhTB4pV/VMf3cjxc+smVcZD1dDqDL+TvUmsX3
kgQWvUF/QK3qJrXMwm+VGj+dx/J4HrqXOoQrJL8P7q9KTXD5XYBfXu6We3iNISJvonQ4CnleWCc2
6LGtw9VMN3B9o4Dm3n6/3sASC5wqdak7JXu0vcDW5YlAlT500mv0COdri6bd3iC5fvz863R4jbiN
uGwfa91a/2QiTkLvOrIt0P+Ame4kmk/bCk3FEzXqsQ3q6NTE5JAWpepBzozmkzJQnAeZbGeO3wJY
+G5MqHqCv63P4Im0Z//hqSilEbql7CFUv32qBTmVCoogu9OsVLKB5a5sYF6IZJ3YjUcfjCp/TT74
r3tQ66NMBSwUhQYUXEI4BDgDMzBpK2/Kz7LC0tqHBebPqU7YkUVXkxTqHl4mV/jBxbDowJTVAs9m
xrGNGRUUrhkcfIWuTVQUm49f5ftMjs1BhWpRp3IrGAexpRgzWLbI6kCJ6iAXBcky1fkz3C+nnmCI
z6N+qqr764vyth+8WqZQWbm8V7KHg683FV4c2YwmfI9jV2yTodOuxwkFMS/pyrPQZXQkk7rdxyAj
8QAUjKf8aHYYCBZo5J3YukfijYfwCSHdsInth+llPILMxB2qAlvTRFuMdIHwRSjFf/yWjz/zP8us
n+Gfc5jaXT5oIe434bJMtt/0q7gWVpGmFRSG191aRSzOtZH5mpujWKtyRtEIl7u48qTaCZ+qY/uL
L/5/YwUiw8FprRCTCx2TR47AjgcmaNXfRlNnQMK06GJoqdE+fvhjr5jmN3cJN+dq6vb22U17wZsC
WUbfsYwa3TUYRM5cjCee6thGdjASl4jjG3zL9an/ecMgg8186qkTkNCrX8I0Yo5Y69ErxtunUoGj
D0TNtSqUg+3VDl4g6sgABCQJR4OJ+CZsQAQyqIlPJBxHV4FUQuCh90H8fvtA8JpCpWObik1wlLg7
ZIrMfkOlBQP64+9z7M1h38PVSuOd5sNBGt+Q3LuQWllIdNpOgEzfONXg3CsYw1/+y1IIP3trYo0H
+NtnKtqp7TzBR1JTp27dsIuZcLrAeEETjenX/7AYble04Eix5WEVjpxNjDo0Ce/AAGbX9x3GlyDE
N0OXF7uPlzr2rUjRuACRY+aGP3guMEym3Ra0bgzDKu6RsnBvbHdwT8Sq9f9yGDgRSXbW9hA3xKEW
c5kP9pws7LuyBTfp92BFzwmO41NMh2qnetg+Hz/WsZ1Bsw+IImglZlgH15/RQRovbEZn6GmVQbpA
j2tSTMLI6+MTH+v9s9EtMdkUXHx0Mg6fbTSll7dgqlc2dbOPw/q+cpsLoHL2mdYkw4kHO7Kai+4y
9gl4vqxws7f7cOwNgds443VrFPZFVHjiEWsnqDuyX+6Q6AtP5Jvv9weddYlxDnmEDtP14Cwnmg1g
X1SQ2pmxvyi5zPTc9PHh4891dBVcDjnGtDKYeb59KiEGe1pQZwLRhgKrOUTNDRDOU55KR97dmgsx
aKE4oOm8/vk/gZZ2PewoF1x9OczDnZThCpmA9XthFqP9Ta/D/M+nH4stSJNJR62eCc/BYxl23iRR
TEmAwhjJeqH/Skrnkx7VNBaoB7A2WgM6l8dhSqkLxCbKZaC8qwxUdFu0Y+gum2UAFAOCmsY3O3Ga
338t4rqF/SY1JSnm4UCwHhQMnMEDz5fX/ZWzpOG11o/G+OnoDqVCc3Aud4juunsQ3d0CvA8AkAxl
jK7aFlnxe1mhZo2dnrLBevdAtiGpwB2NElnHvfzgUKH024heg4go6zl5KSqhtlkXf7o/zyqUpqQT
q1kCD/R2+wEEBe3tIDfcQMOt/ax0kcIZ5zEzrodeAdtLWw8QHTx5Dj9Kl/XJOdmx51zDBhU5EYSJ
49tfkFPprIRf0EtNDlYmaYz4ykys4rP3P9fJ6rHFxczNTGh8u4yGPHxvrm08aGHuxjPG3yUg47OP
z9aaa7+5Uuh4rnYh6yzcW/99u0iTlG3Ttfb3Ho6wqsS9nZwVmrOrpO7jeEOCA+kLv4YTe/Jdd2Fd
FbIRbV1zFQw6+IZgCVHrnezvU3/hxe5VMWz1KgxyO90sy/PHD3i4FL1jjekDJjl0XGFAHwSPBF2J
BWgorGB7im5QOwmDfiyGS4He+laz4anR2Yu3Hy96uEP+LsqMn5mmTopx2NpLUR2yxmqKffQ7snv4
Afl2cWd38/Eqh7fz/1dxyXkNYzXWOzhvDKEj5IB5tBia0wioRKytWFSUAnjlpwATRxZbzULgoTHx
xiLjIOo3VYVNmbWiEeOQtUblPnChcWNOXfjJjc9zvVnqYONbdhg6S81ScBNHSAxFuEdc5bMp27oK
nR+8MeirEUkO4mLfyxjkPeqMBBlrPzI1Zti2OLuPv9H7ncB0FhYEcYpuE/2Rt+cLxsGSWjbkxDBR
iiq2jVFYzD8beZn8vFnl4BRTkKAJMFE8Igga+uhmvWiZfPn4Sd5vANoRSLNizrFOm5yDrzLlotOj
BSk1TIvsX3JCzyGHoLvqSjinrJL+bt1/wxIJBovRImBawnzp0KFuRCPBnAemWEzRUZEhZxSQtZ32
qhFFfQP4ttp1dt+fIf6qB1OS6ueo5OYnYuO7b0eNjOeJBL3lrhzOgycuahTWi9h59hIYADUyi8Fk
Z6eyqaOLgPDgnTKxsbXDRZB9QUY4esnmuvC2Rm1YFyVedd7+U19vRcSYFEKMUFgI/5ODWNHn+eTF
9jT6mOHFIJeV+xXdFCikZhqfqPEOnuj/S5HlYtXKDBs7w7db3gidJCtJbn27gPzd8oCbPhfyc0Hi
7yqMfv4+DBaYh0iEpaqQkSpjmDaxjgIbjOgrQ1tODewO4Xv/X4bpwmq+R7lqHbw3dHMG5mcCGP1g
NWfpVM9XqMj1N1YfWfuYghlm12RBxIS/NWaYqECU7qNzC92WgE966qAfHMK/P8dmFLAeQRLid/1I
t9SR0EMqopqn3G/NLL+ckDPYJXDbThhy/8WF/XMG/64FTE5n4zC8Jzd++x1Ns0D6eeY7xmnz2EPu
QTrL2C9hdoZk8ZlVNd/7ZPzeS+xzzPBLafXPExPomayv7rJzdOlP9SnWWHnwg7jIXS50b/XKPUQL
QbGAlesika/JxjN+F+i/Zhdly5TzDu3MMttlyVLoD2jCJT+XBDXqE2ilIy9/tbHVgCoBmEB87+0L
CZtF75H/HHygYWj42lW1AT+sNnWc5puPj+uRM/RmqfWn/FNj1XLW43nddnFni/OMDXFFMtp//qSy
iscZBcm23oVvV2mgtYZlzhnqlyje6d4kdkpHa+o/PAtllWQEyBDCPthHHi4LOdJr7KMqTb/Dim5v
xCDsh49XObY5gHpwJOiPMLs9iDoALiI1FLCqs0SmeyxbYwdGiIy2kRl1V5pC1UHvlbowhnT4+vml
uaNAlYH1eH9QoFaXciygFho0564naY2v+CKIc6je1l2BqhzSabZ9R+w/hQ18v00AzlNvAVcimSYk
vP2AYmS0I5oU/Q7XrK/TrKzOYq89NW15/2pdJoB8Os3VKPAO+/WxVg+2porZh5b3oNnW62C6j+Fi
XwwouKDZ2p05ZvM5WAvBh46kjloAbVYdiO7BtQj/aKTsLmeYp4gVPHsKYfAzJY3kf8ydV5PcVpat
/4pC79DAmxvT/ZAA0lWWYRlS5AuCpCh47/Hr73eKnGkmqqayee/LiK1oisXMAxyzzzZrr2W6UMxW
EZyNbUgRBorO5P3byyl2yrmZsRXuLfAMlF+A1KyGBjxDM1nK0LYJIFubgsQvq6j20Tqi2aFrLmUe
xPe9HE+nFAImGfDqaufOyhLooQofTjtCd6BOefIhC8NgC846obnRqvZwEV/S/3tpy0Q5EIgSsFJ2
zjpbHqE1SGM0/IoQGkluKpeSl+qts63g17pgy14dipidJlC4DLmxzzcpRG0Leo2QzMAcOKpcIHIq
+4ETF/lWSRbF/DWvDZUZm7saQAVbVtTqVze2NNE7bRt0YBgT3B1SA79VlSKc9oubRCDVGQLrCUqR
yPL8pZwAwNkCBxVEebnd+vMYJYWXmZHxF71hNlxoVXJJZ/jFPK6GXM9jRgOgjaKBS6tn5Sl6+i2x
lM7L62y48HIvzMozDB+IA94VdWtzdS9EyxzJUCLBJTrX/QGuktylN6i4sC9ejkJegyo8hU6uVLjb
z6cQVtEhsWq6lJ20Nfw6GhYYm8xl9/ZCrU8XvguninPFLldtmEjPR6EzS0HzCaRLHwTy/eQMiCaF
/WHWrGGDANF0P5SXykMvhmTGCFwEbFugttcxX6ZY2qS1NFLEbaN4E/zlhuuUnXSnwKx069id4Kub
O//tFxXL/7MZISmm4qYJ2CGDArY8f9FsGvtBThGC6rbxpndHv9xp16p3KbWxrmRiNM7HWd05eIu9
WWeMU3mf3hce2hubv453n99+med45K230c7fZjLbiM4/RlF3AAo2aHn4yg00Lx76J67hU3rbXDWb
I/T5m/nD22Ovg88Xbyg27k/OF+FzpjdCUkva6+7oAoLffLWureOv3qvrmRQH/qdxpqyAD6JgHP1d
sKtpq38PoPkYXNgX69t7PcrqeqEdP8kk8TbLFm0QF+JAt3CrC2f5RZy0HkWciZ/eRYsbRU/Eel3X
/pfUffxm7D6/f7iknPks7vvWtliZXYDM2azEDFP7wE5d+Ac27yHbvF1c6wn+zsOFnSD28lvDrUyu
g2Il5oPhRvcLpK+br8Xm+Lf7cMHhUF4xGD8f3XVwnrdFa0EFKt4KBiyXZJGLZpBre6b3efex9Z7g
Crq0YBfMxboBqrO1yonEmINHYMcBi/0Py+br0020uWu9z8QEG8g2L1wsl9ZvDa7XIOlQM7F+s/tl
2co7FLH8dhvdxIdgk+36zYX1E3f9G+unrqxIqtNDSXuheMnIzfmlb2D8dCFnuzCd67t5tf3XkB1d
QoooonK5EYj2zRDQClE2/XFIrUvvdGmvrIyGbSWtXYiDZht/9sE+hiu5UhE7K1KoSC4VnJ/zbG9N
4Mp4JLakGhCOfZ/A7BadBs/aogHnPsVe7P1N0z2GWN78fektn/3PtwZe2ZMxzNESqBlYe1CP7fvy
pj5qX4I70o3Qblef58fiGN9qd8bjhR1zaXpXBibsptgsxY7R2DMwL7A/hz1enhtsLLfyCz/0bNd2
L0G2XyRb1htoZWlmtUizVhwMCpDbeK94j7m7bL4Fm4rpLbfq5uI9/poBoCAIiF90y4HjPrfYbWrn
hSy2LCLEvsL50DwHz0F3navcRcLvXXsHo/Wu2ekn53Bhll+zqz+PvZpl+GTmjAIJvoo3+ub7bBtt
x+3spdv2oO4v5cxeW1LqCRQtANVRFF8FBAlE1cncVO2mgf1dVui+hZ5Kn7/1ReMly7u3X21tCHD7
yXuS7NA0QP6AFs5n1exiNYgyfXElrdO28CPBqqw0MRpr83LB5ugr48ZQIDsp9NODZFvwYp0Pldmq
OakDylkBXepXpVMU4IG17IINXc+eGEWngkU0ILpl13kVHZVq9CChO+royr2FdNI6NkPWuvKs5rdJ
ledPtDIpd788i2RwCKtw2imCmmL//ORNlBAlNG2FViOCk5UPLys2Ve/yd9DVZ5f2ojBhP1saXpAY
jsQNQHyD9qvVOUCNp1kcS5pdqxgKx4X7on2C/A0OpcYotfQxU4YOwtfcqsYNme1W2sCNmN9lyRy8
N7qiKyEQGIbhUOem+g40SY3GUBNX9qaS0U16e15eON/UXKmNmQqpJnBh1K7OJ0ZHRKPoLAsRS2UY
0ByRsnDGGsJZG3lTi84rNNDGMCVbFE6Hzw2Vx69h64S2p1AdXLZJpZmXOtzX/qV4JI39QXkLqld0
jM4fSYKkKUYlfnKRWEghGtbUDWIU+UcS/5ARjNVgH+dK5dqNh+mCa/vysGksGvA08sFk6LXV7QST
qzTOdIe4TWd/qgFvPHWQD93CuHkJJfrKSKKTxqQMT1YBLM/5S4atkLxz1AU6vcQESkGvk1fOCWyh
1Km+vb3IL881KUxyXtAG0Kshr0vyoSVPeQmVlWtBheN3zYTAUx1eKJ+8CHJYNroqNSCZFJC5AsQb
/3TEQooTWrL0gxtIUbCZUBTdJHmobdhQ+THul9K3siDzVTnRr6nmZ9+MfFYuWLCXR49nAHcjupWA
ma0zbfMyjGFZc7psuJxNPywD6UFPZTCBTgcXzgH6Yqhcfnl2hR2jwQeoj0Km/vy9cyPKtTILaLRv
SxhwZj3d5rml7X99FMDNolgA5oBO2fNRwnGgNjUnAzQv6HnChATLMGLavzx/uqzxIgqZNWqVz2v8
0xqms5ZaHcAQNx6r4jrTW8WLJdhnRthDvbyfgu2vvpXAbICopALCztFXe0ad5TZDixZ++CUOj0kp
LYcATZYLQcJLg2KrBj2bvBQltxegQ7p+KenNduuiD1t4sgz/TQZJ+162Dcm3c2OEGXZqh0MgtT8g
Wf/xdfo/4bfy7rvZb//5n/z31xKyJwEbW/3nP6/jrw1r/3f3n+Jj//3Xzj/0z9vhW9P1zbffrj9X
7W/bvvjrcxeXxfozZ1/BSD+exPvcfT77D7/o4m5+139r5vtvbZ91z8PxzOJv/rs//O3b87c8ztW3
f/z+teyLTnxbyGP9/uNHh7/+8fszGuU/fv7+Hz+8+ZzzuYfPBe8E7qd88aFvn9vuH78r6h8CY822
1mRVI6HGqR6//fgJQFuDbn4Z20VOmv1RlE0X/eN3XfvDod0GYwP9C+6EADNzvn78CPgZ/Cx0qdDR
QTr69/96uLMF+9cC/lb0+V0ZI1rGF5/vHvqnQaqSvqTSTVoWbNHqOoc2rVDNUYdayYKutUDEeufY
KAoaRWtjsunVghXNDxR6O6XB2Cl1fNCx41tZ5apPVL8vxgfUCgfSx1F9akrjvZbHEI3lc+9LcLai
AVaHXjNozcHMQMJkegBnbD2UW/QhbPZs8C1TR32jQkTuVqaCfhIyGRYE6PHg5AAWig8WVD7eMCFW
ZaKeRW1lL1G8QquVquKQ83eM9mNFjrKoP/UldTOlM3NP0oNHyOm/N6T+0oZ/LHP+t965Z3v/3zsT
u2+l2EPt+qv+Nx4CASL9nw/B08Nv7+MmjIvfDm32ufirPTsL4rPfz4Jk6n9QjafvEIA0cEJb1KS/
HwbJNP7AIuHDAt7TgF0K5p8fp0Gx/9AJfxQApzYV9ufuuh+nQbH+4LagtE/qnVBCuL6/chq4Zv7l
29K8+tzEpwkoDWXzF72zEq75GBZ0vTvpsFXjeTfbl9KLwua/NYQ4jz/dQRAeoe8MuZs3Rfq1Wk27
uJJ8c3Aefpr/H+f853N97ir815uIWrVwGIgozofppCGFKEemfz8bt6Wen0pY0FPDeS+V/a9FBN/H
okwt/GwZuug18MEB2lAjAxd49jBcRUp3Jei+UyRgEQSGqjR1Y224Kudwp0fpMc7nm27W93Oo7cXs
OuMMS6x54fXPrdqPR8IZpJxlUKxztPPXVxJdyRA2x+mMpPtKy/bRGPqp0l9BRLZVG/spzKYLaIdL
Q65cGF0NZ5qXxwDxrPADIsT3VRe7tFy7RY9ABgSX1NcutPCIr1zvJdD///2WK/+is1PYpGvessoS
N5GjY6Sn+7f30SqC+j6T1LQoBdHsBb3HaiOBaBlKO+xY3KC8W+TiE6ymewROjoA5r81cvx7M/ore
AIhoyjtCj0vjC/9y/Y6A52HhfUZSrsPNRqeXNoUs0zOHT5Xe3C5d7s0tlezCOdlBfJzD+JgYzv3o
ZPs6t58gaLpAQvCc9XzxCLqJZwpCC9DBygVGYNcOtSEHq5OHW3NJPqpNfqpgHAQA8FRUi1dCTA4U
3ddC7UjHC7lGCCLRK/MA+/hF3bvI/rgJB4+tcMqc/iqF0oDi034gRjb68kI2QCQyXj4va2aYVCTJ
mZxv/rqpClOPwBbRQ3vdtQmduqGvq72rjc6D1LZXAN6u0R3/8vZWec2yCcADDQd0tr6As+eAUKcA
TnevKsYvTpPfVeXgN2Z0//Yw2mu73qY5Dug8QFFwOOevp4W2EjQdssKp/Fim1R0C7aQBF82vunIr
J8YRCZFjHYZbOZVOwsQkkAc7s3RSZ+c0FpnQVdohBbmR4sVDhOkd/eB+3gFKk2CbRKtoJ8/Tzk5C
WruyvVPVtxViiOaC+ix7T560o6wMPoPPRrR7+91ofnpl7WjzBCwFFwoh9Grtlsi2U6mzHK9QnMfI
yu/UabgKDefabAMvC6DLl4mnkQnaLnF3mMwqRPrvc9+GvpMnx0TTaT2KP04AF3G0/MpApG66pRfe
nWifBvm11RGTGiRA0EEy+laT76E03GaNhoU098uS3M8N+5L+1iWVfAvKe3JZO9jZ9+TO/ElbvLAN
d0UO+6A9+GIm5RjidBXLigKF0o5frHb0p9rYN8xoyJ+jrXBj1PVtkH+qrekm0tpDMuUncjDbforu
51FH0QTNwQCG0Q1MwG4a5ifHGvygpQxcJx/hKPbFgHpe3nHKT/0cular34RTBq169rGeu6vcsv+C
tnvbttMOuRo0sJPjMqkIKcCDsiweBfV9MfdbQ0aKGKWKOCnuhjhEaDlqbg1FvUb8djeY0c4Y86uy
zXZWGDwsDuKllVC0aKYbdeTY6vZ7RPGQ1+pu4zozvGpJH6H+JKVVZHeJo+8dPfSlEF2HsLu1benQ
p/FflB82XEY7KEP9rBr82FI/xAkratrvE3EvGDqdOo7fWa7ZJ76xM7TrFImfAeMhDEmJ6CVzK+yu
mOtqrrZa4ev1J0DnFVJc/JFmwFar74s6EJ3X094yq3slyU/gtb18sR6kcUQ4Sto2hXQS31UOyy5c
2lsnjY4WhMBo756mITzmI+k5y5h3vaQ/Egz6cNof2xqQGMgNZHaeAs24Ng02HqGsFg/XXdgjIJOd
KmfaFapzSgpzX0uwDWN14GjchYp2bWfRTjVDH5pYeECRhO+j+1GIClJRo11onL7MubRN7EH8u6mk
gmuz7Q9J5jwYhvnUZhH0XEhXDzIbZFTyU1LLu6o3EMzg3CrtAWZxVw50F5GLo9SN2yJNjoiL+qM1
XGkoJyvt7FVBd8igIUfG02s7JtYyD3HY3wd64tp1c2uzcKU+e9BUeWGde8XIZ0I2oQWfLV1dX1uh
OV3KI6rHzaFv9aNYaqFKEps4Vjaso4i1j+hso7sJW+bgZnW4a0tpq4co10eWvSGv6BdDf+jG8B7n
+JiS4XaW4HkPdCY3mR7+PafLrlZRA4gWz1LDBzOKfD3jduFiNdVHWyEPoySQ6I1+yLQ2YmmQHyJj
/rG1oMmB5xzNi72IigwleMrV6YKFes3Ik3+i+wvYBED/lfFdmtpEQkl1PM1ubqFTQwlk2vWGeuHa
fy4yrO+wZ2wi/e4iZl65NglghqomcvVGJ/074hQ3JnJ1WXmXGbPXKvoRHNG+h3hmM5dwPUvFXVqE
f4o7VTaCD9HATmqn/N60uw/WlJ0C2XCTafbeNter8ux354g0Luh+mywn6Lfzq6iDe4NuCxvGWDhb
4SeCBHx2lq+joSM7ox0n/h818KNi9l9QdrjWjWlnJUUKk+jFSvFrfhIZQRLyAjoKruX8UVQjGzMt
Mx0PaNV93NmPerF86dN510GBYFqdr2rdVTHWn2MLYSkLY6FL/tvT8ere+OkRVrMxDZCktjSreoY2
3dC3CRqvrD4nrfX49jivbQ6ShTQbCMw8yd/VJhyyOpbUTnM8tIc/VrJ+bUKoR6M2FMHO8xkphsAn
n+H1mKFai/6cm1toxLcaVsgJmoMkD9vGcU5lEx/znmMbXWIZe81t5v6mSmKZ7GDS7efLYYb0ulmN
4iCUgjzUjEIJ4oOtJCGeB9A/G7ZKE/i95DxJ8NRRYTM2b8/RK/Gf4FIToExRE3qGUPwUZkrIYkT1
JDternyaaKKxA/UrdHl+VlwK/16JewTRB2hMUkn8ZrUYUqVbJfznjqcmh7zXfDNRvSSwvUqdd1ql
Y5E/vf1q3xnwVsaBIalCga3lDZ+dqJ9eLjObifICQ1Y6jhgXR2+gu9WEW+HoNooabaxa8sUPRdRJ
B/i212yUUcZ0L3bETFCm18Zx1kZ/1odtviArjpyZaWanxTGO7dIcoOf+c4mnbVXKO9is/RqRmYS0
0sRn8mnwLbwguAWubTM/5bH0vsqlhylFW6puoeZLXFpITzEtluhKH7tGsLUbx7SNjy2KHAjDvssT
qmODsa/N5BMyuZ/myXovZyTQeGjx+W4atnMS+TAx7ztuG7skp2b3/qhzx03Rn8Ib6xmvaPsrxBx9
eIgPQxFeT0niKn13q8+BP+AFzot+hDZ0ZxNmi1PSO/y8bW5lLKaT6XvhLI0obvVp+GeoS55UErF0
yTGM0r8HO91rxMp6P93XznLXF5O8SZNha1a4iHF7UPCDhadlcdl2w8Dtlu2DSEKNR7q303BnKOGO
2+6oz9NXXe2ulnC6EfZ7bvRjoH6K6+B+qTIfj/eqdVLuaMSPhCsSDPZJgxA+m67NqPik9OEuoPGw
LoP3cosLbton0hCoCRmu8EaDpXPbil3gxOjQjT7M964FGzPUCafZQtmiiY6j1rliDoeuvpXz8N6Z
J5em3J34HDKtW3GjypOxHybtWnL4d5Qe0Ff7e2L+yqS/yu3HBk7zMjZc3em3nQzGgQv/WeskoGWx
zDy6Re8X+IKaDv8py5A6m3fCkdET572tI69lBtp1Cx2fE1pPcLeeAnhMrGK+GeLhSke83EpYU/Za
CDReTvOTYU43Rn67WAna8zjd7Se62tx6zO9EzsgOcKuMcQfD/pEGzUM1R0eNW6hD7DGK03fLDB61
HK8KglM0vN8VBKyJ09hwHjJtfDgaEpzkKnoQuRCxR8xp3tGg4Q0j5ok9KK7Y3GkPSDCe5nbZ6XLO
fh19R+8OJta1C9ifNqnbZtk16KeLtaGj2TeRuLUi6cEqmSCJsDPO9ujZ75UGT25Ei9Z6etsirNB0
3MP0uYDipAvOduiktlY1VZruURWbDYeplR5EPKDCG7ngVYptgHLKPk7DB8tadrE+75DThZjIuRCW
vjC4otVGVMVpfqK/ShZR6082qZRruZG1yfHaLPSHAnosFfCUgVQSyqNvvy6RLl92ZgBFMoYeOFWG
e9HGDJ4PphSOVBQSZWrQikdpceZNNHcN+Nno3pIXT1tw42l2eof4ml9jh5NaeV/DNFjX0X0FRnlD
BvYYVNJpiEZIWgmFp/GLCVTaRizbRa/nKsQ2KAlX0zzgqUumhF58fETioqd3S7g5YnIJ0qoq3PW0
NykzQUGMsgpq6iOkQyLZtUDpgfDehHzLvBtHJO7KPN0HQX8Fyd2xtLTrMtWOhkb+yIrviT/uW45O
3ow3DrDmBgFb2nnGzUKrJgIL+nWZheBnI3PT5hYCdVH4IUFQZWOay02hzDdjJyJQZMg3iGiholZg
BZf8pDfm9dhFfxZa/E5Ky7uugU7FngK/MQgqUIpxUXbCxrJXUdyZkd2Ac/5BTtEhHiUfO/z89h09
ZOBPHyQuW1fNo/teDVUaZhDB1LsvUhN9mydTg5tF25tFdWeb/WHg+EqkItpQuk+T1PSkIXigMddV
NFYgrKVTnoYf0KPwYyJHwBSVH9SDjyU4huj8jXFyDOzirjMI6gyuq4hgTS2IgcthG6IjjzB1eF/D
QINF1lLuus6Gbc55SBmTlNk7Jei28pKdalk7Qo9ybRNPZ5Lji3OBaB8CYPp+UlCXYi/MBPuayREl
zuiNYdtV0bFKRmS3wnthZq3KelLgrrO6HrE54CV6JXnPX+4k+3iC2jfrYxd1S54023cqlyK6ciZ6
SJseQd/a7h7UyhBXcCLkY/+yzC70ets4APFGngGm870ODwh6Wakb2n+jV46uaMXi6kF0zKR0n7bT
jWbPntEZbisXn9PUfoib/kbLsncmtgWpw5MIvBOM8kIgVcndl6jJ7I2USwiwSst8rObsXddZ7w01
um9V+77GOPtOn2Ow7PwOAdMnEWLTm5a6iEi6UtNvkZH31Cl0JTP1qyD0zYybsjToiB9R7CK2LiW/
qKyDTJy8cfpPZkwYj7+dKQ7AEmzmRl6Cq1LRjqT8kYwxH9sW76ReppvUog2ytBDSTWpASJqdfHSK
IdpqSe71lEiuxE3fFOEF3/kVy0GXBz4zaBi8p3WuviO9lc+tbHm2A+J9ZjK5eE1xBPXilJKdeNtU
vRwOWP8zQY2g+iFSOjdUcmxGk4YUuCdl/ZXwTyKiZhupZLHTq2m8MNwrFwG9uhDSKkRlAmCzSp/N
Nn9m6qPllRj9jAC7ielbQAAS8YzOjZX0kzxHD6OdnuIo38dt705O8u75nX+pRvjvFQD/fyqJ/xuL
hCJQ+5+LhA/D5+zL5+avs9qg+Mj32qCmUSdXBLs20EOuN7G2P+rk8h/A6SDNFQS9NCuJeO9HZdCW
/8D/12mLMSBQgfecDfajMmjpf0DhogmcGqxjFPTsX6kMnufUqaBRtaQ8jktI07l4wvONLElTv6St
rPgz+c1bpbQpllsScd+mhJ/PPil1Hdpb8rDomZXIonYnacgV68NPE3b3/Yb/uaq3Rr4/PwbM4xbU
g3i4YFHPH6MwDaV15pzHaGKIigI4zpxDaZNGQqN6DD7Fy6IimIpC3599bSKf2zcO/L9gsIx531d1
cAs+zNIPQcjUoZUYtiDQGlQjZVTaUVWz9CK8u/DMwvP5l7NC7U30fcHDSk3XYh3XAWKSLI5SmKXm
27QsbdD4nHdxYHU3JU2SV0OIujPaZJjkrkt8qU/MQy7b6SaBAOoqHExgqElQWxvSlPYlKN4qSv/+
aDwbBB2gMAhfV05bLzN1iqRovkFe8cqazYlMbJj4U0SCve2Wd8kSa4eiVVsPGTBlHy9Gg3Hv60uo
0fMg+seDkEAiVQCj9gva0XSs6xlma93XF8h4yOMFxbcZubM7iF/GbVDbcSby2Avx3PyLeN/n9SGK
psgH2hdcySpV0QRox9mBxfqY2oIq3kAqGenMRN6mgz0lG6SxU1gs6v5So+Nr0w8bkEgcgGczEZg4
381tj8bTaFeaX4Sh5ufS5KCZRSly39qJlaDahHq9XNjwiI69fj/2s7KZ+yl/Z6WBU15wqtcAP6YB
ZCtkTGAQBNmmKa6ynxx4c7EbY6Ei4yNQilMVW1IC3hlfjfBJLi0V5TkUFI5Nos69u5hT9hmKK0Vz
TZSCP184MufXptgOJPDIGsH+Ty0NnovzZxl1s4A3oHV8u9Yp1ehDW2+pvAfXIXE6ipcgaT7Cg+Eg
N1JlN9AJIE0lxfXjYMjbzERDCTjNXH1s9Ek6TUlseLMjRft66S5xZL/ct892URDDyPR26qsV7FBD
DWN5dHwqSr0moDsEqOZUnbomvFYBRN7ova4/zEgGXsgQv9w8YKBkOCWZJ8EGbq62bVnDMNvUbby1
FxllBJX41y17B+3jUarkj3Heqh+UPlv+Rkd52qO0GV1N+hRvU9v6xQox68UTAHQVe4g2YTqxz9er
T8JEnmYS/XUcZ/gb9WRyVEvM2qnTsuW+QMBqPsI8GNwuMxjLgzPULZFUPJE77mxleQcCUYuvihry
sQ9KEHowuRq46c2SVO5S9g0uvjwrJ8nQwtkv1Xzqdgh6WBnM+FnmQJ0xQYx+YReKxTsz3EJERCCn
hQgS7qIIeX86ESjBmgYuEzVDo+v2Qz/2e6Uo4HuNRkgh61Ij7NDmclOoyddpGKS9rUzDJRt9HleL
qUU2BcQmv7iZ+M35Q2CSQzpMJiRizQqtBOSXSuQvEfO5djrrqcgzfff2a6/K/WJELleNMj9uMjW4
dSu91jdo0M0keSZ9Hj/KWllu0y7TH1U5K2yvJlvkVm01neoFDhUkieXjbCwCD9FZ74oy/6tVp+z9
sJioZsxq8r4qyTqT6gMZM6N3H+UttRk5C+GqMPISGQCpC4jHJevr2++x7kX6/h4mnhF3L/2164yE
Jmn6bKcBwVwLDNFrdLnzzbJv/9SlsCYoIfsYOFS8UT2v9tUSUlfJS+thbKt3s95UqGOGQv1NNe91
rj0fYoFxU6eafRuk2kB617S8t5/4mSDofMOR1MDmCdtnAiNYHyOnSyXyGOOWilz8t6ZS0EPxtr8l
OTu/i4JI3ascmAPlpvzeQgDJKUrnpJZt4rVhbcb+kpBVs4MF/J5tdrdqqfVeh2434uTBMn9Yyknf
6Esx3SJY+ISIXHoYmuBa0pLE2owWV6wsDcPNpCzpBR/o5SYWx0jBRHDPgvBavZja2bWdFMqwRRt3
PrUpSbJBG8pbPLn5EGh6cmEPvxwP9lH8OB2BDpNCyer+MHpYjZLAmLZoKBV/ap30F05HjJJ1M36R
Q1QvL1yer4wHMg8cKfcAwIx18amBSaQz0n7cxq2hP5HzTr9Jy2RdGUYdb+yxNi5Acp4J4c53CrUf
cHqgTAQURF5NKN2fhR3KISSuIE7R97JC2MjK/GGM01omMWzdSBH3Tt1LJFRGC4rmvi+MdOOUsnLX
k6d41DpddrtuukSnsA4UNDgxgdyB+HVw5ThY5/Zq7CpHgiZm2jqZlu6C2VHek2wtIM43+5upsx0/
h8LwW9cJ6ky1aC9EwK8NbwsaRACW6Deu67NlneuR2pbzdpHT6UmWKuUTEKEdXPN255Pk0uAo7/4i
FVQdo0SyLl3Kxosrgz0AJFnwgkJHtt54tt0VGijLcYuQags3d+8Yj41e1VTD56Wnfax9dBDRvOtC
64A+lX5A33i4JXVrp26CpEy76atA2phJ1u3ivgif3rYwL2YHnhTIXgXvMI4u/5wvDumbeMxlZPVM
XIF9oyN4V4ZldMrUuv5zNLSv9pjX9xGnaltkrfzw9ugvXRZ4RfnFnQoFDVXjlbcUt3W5aA6aqknc
qNI9UMzyaaR/YLxJWk6VlzWlqbghqJ7Ob9O2IgUfls1eUSLUx6cE3MKFc/vCz+SBBMsjRVRaL0CV
n89HGCy9DAuzjp0Y9YTiCFqAgVx215OUjh8tpTv1UqEf3p6GVxYB4ABdLALBzmYQe+gntyJf9ACm
EUXfpmELzWriDMrfHR1kuxnq5J0+jPlXyymUfWcn/FkpwRT29gOsskTc8AbvqgHmdWBfcF6QkUxA
ndRoMM1tF2gzepkduCc3jce4OMyqXB8bKL3zwxzTJ+il/JVTJA3leKd1ytAi71kXYvMGeXnh7K7q
2t+fCzSzQ0wklmXdGgaSRO0Utbe2QVojubxkNalXxwJi73bysFDFtY1ycmcmpvCK0sy1XTy0pHWH
uDMPE7JZitsNqj3vHaVcHIAwM9GDNkjk+0imGg9xPCYxuLd+QaQNpYJ0U0Sk/i/N7wsrAIYZgieh
DSUAuM89Bz+tcFPmmVIpHfkQpMuCvciWZBs7qUk5REM0a5ugCHXTBQoGbjRw7MlDP86SXSvVjdSf
Z0StSX+HVFKRAcncioQm2sYI7V7iVX25Fel/AEEouqlo0ljH/1aJzECcM+ESyR8vzWbj0PXyh1rN
nGvg39nerpX5i1GVu9lU4+3b2/DFpYmDowucJFSUpEbXkjF6E0VBGsfW1gG5dg98ZbgzI0c+pQrB
g9wE9QWA8rP7dHZpinZNcCr0nAi1vHXViARDayqRZm0jq+i/VJI27TJiXk9KdPkUaJJe+oFujHvu
VHq2Q0f20yktDwhLJ/RpdPlNuUDfb4RRe6XlRrXL55gye5GRDcnDxf4zsip9M84t/tUcXyp6rbA2
4nBA1QIpqEz7KRf/+mKNIjmR5D6WtwU7/EYDv/GoFFp7VYZK+D6fiHmzSYpyN4jn7uTMRuAq4dx5
1VRZZI+QHtpCh0cB6e1FfCanOZ9U2GMc/hH9h9AOi1X+ea+TMqH5UFu2QRNmrUdxBuYmIFzVU4xy
cPkB3k+5PNB2WSEdoQ4mlNJ9Y566RbOOlHYMykuShJh42yfNtTOrEFmNOTIiV2PtDJSy4HI3TpU6
Rv8vD47QFIYW2lAefvXg7ATqXSBBt4o9WdQknHxESbk3nbvCMoOPRVd3s4s2ekH6UOttxU8UBfrC
lnqyuKq1fmNIgxK5cVvAbU5HjrXvg6nE15aFx90qvfEusnTpUhPfK9ab20qltUGQVdkQIZ3P+Fh1
VjQryrKNaxkBulBTus9GitQ82sfvCmXqtnloS5/0ppXehWrUPtol8PhRnoqbpONgX9gAwpdebQAR
mlJZEJqzL1hPqd8RdeDzb01rnLdhoA3wvk0Ctmm010FrVrnXRhYAjtE50p4NAkJZ8mt+c7DUObxA
A7fmReCU0G/L6RCNH5yT9Y0+Z2WiohqBhxOXu0wL5tSV82q8l/QoEGkI9UoL02bbdbV8Cs2mf5pS
YLS93g7+glyV2ybNclfqWuY67ZBdcNtfsUCCxxpYvEP7M0Zo5W+oRRFajVwv2yYYJAq6pK83jgnV
7500NVHpZlocWR+kWep2hiqN8taWZm36FDshDlCW5xJdY5NVKtfkz8glB4ZZmTQm2PLsSukS5cdF
LbTSq6y6g2bSCKJym8FsqR9iopZLU/3KwgNVEN4kyREMwOpl7AoK9SQdlG1ROAlqSmpDGGra2ykJ
JdR/jXa51lT8iHEIHyXm5E5rEnOvOUG7S4GiXnDlnoXRV/sQk07zEBVouMLXaXaT1Yt6IoNtZObL
IZGL4qboWA2Prvhlo3ea4nez1roFsgF+MM0dGaVWvrPzqdhG9SDvuw7y4A2CHehXaKGj+2WkNQB+
GiNzlzinjTTTeunRMgaVCnyUfEL1eFuGSfclLqfkYwZp4/sLZ0t7cbYIYVXeBhY8IGbrcKJJ0llK
G9PZQgOo3EYKgCqzCZutU2Tp58Fqk02Y1hVN1/FMYSNwvsXh+IWFqLylnaP7Tk7VS77Na49EgAWt
KtUg8taryJMujk79v4Sd2dKcRraFn4gI5uEWav5nSZYl3RCSJUOSjJlAQj79+arPTUvusC46osOy
XBSVw95rr0EybyFfdlGPKtbjo2C9Yi8D78ZfIcvHbbt8yriVnjkX9sNGEYetnhcfLV/lBQlN+Jtn
+mcVf9fFwZK9W9BCVr//+X9dQasOYPqRu3tinhv/uTedODAoGp6o6eEdOoPzR6iT7jet3v9Yb0C+
rDXmYkwOKCl+/lQZNevSpfQONRnRkO6Ff5n7Njk3utvOXt11D2jZh09CNc3DqN34bxPIr5jI2yaP
+2g4y3RWT06LcyRyhv4h8nX87GRGMq31wjrvs0yfh271jk6DiYXtx/LDsPrNBy6aR+1YlfzmLf5/
+vN/76CQn/W+kbHRSO/c0l+/Uav8+5XoHrWYVFYEm43tYWZsQNaJv2/wN0Zl85mJBKY2bjTKQ7D4
2RUuog4wSKHlzFs5Tza3XWDGj70/VNXB75vdHtFfu/7z7gaOyV2XuNEvG0yV48o44mz7Xelibfyw
Osg+/hDJev9UYs3C6KWXH4fNJXlqqddiGgmFOjiTh8fHkrVU700wEatQsk1kPlMfL9RuoXmViyfB
n+vEiCKuw+1L1Kca6wWsXkE1ZdneiBOuzHEdVm8qYjIuijSeHHsIvc1BeoKRBwVBHLbttQxd85z4
raOKPQrKN16dCIqmUfKHWkTQnBy5LXSua1WtDytVTnnxV23UoUP3rvmC+F1cqRDkG0CO+lsgsMzy
nS936Mxu2wPjAZMWk9faI24+03MIK83N21EPQTFsjt7gWmRizackmjwo3E5LrxDszsNSztOnsgxH
uP+MTemWHEPA9VC6iAqWZeCy73aV0WrEi7roaFqRrtpZnWBayNyWVRIe3VUFL5neHffmEZIhjtK2
dYz3TDq5h3rq3PJs5nn0zoHU7TteHsehkvcXVcrKLdiNcj54Q5x876a+a37XnfxjJMWC5DhH70q5
Tsv6q9/wOMWqrznSUTkI79a4sj85CemgPirsp8B27ZBjaz2ePC7xGznt8kr/6P2mXf8H1sYHoCS7
T1piJhzs9583uhsqq1M6xuPejIgoZFnd+iZyj20qnqvF9Negit+n2hGgqZV66DYVXfYkc84MRbJj
Ne8xOJDQP/79bvi1e/r/p6LGgdDxHyrLz081Tpz+k62gcRGN9qOV21hsS6Je16VqP0UoBU7//nn/
qF3uJvCcsMB6/3ESj38B9ka51n2s1uSYZnDbGlPKm3Lr9jOiV78Q0cTeqML+2S5dddW2I4eMXOF7
m+UJhOvSixhbNLX9GO+qe4e0v3kfdaM2xZjETyhbOCMmaZM8Ww1DHVd77u/ONwT9vJOfDjgKQw8J
J1UzVwV35s/vLAu3iIS0Fl0YsU0xepdEpdepRdIBe3peQihLdX3DjG3WZ7cN7PuJ9VflyWLd7GQi
zzxtVarNWZrNDgdicmLGn9jTfRa6MUnuJd11rnsZFF6v3a+VlNTday8kWv1UkbAh3HH+qPrwwSmj
qjujrYnq26S16rERIgn5re7SQeSDv8Toz8ak/1TH1nDwzXrsz4B3qZdXIyKoizbVrI9Ds2G5si7r
YK8Vnijza1aWuyqaLo1u9/4aUrqrPOwvVTWsV4njzbdxbMR4alpf2mNJJ/EtWaYedZtuAohQmaJw
xM1y0TlmxnB/G1viMuClan+0EmjsICt+L0A79Z0Dop0/AMIomGZ9zC9JuCztVN153a23PY7IG1KF
4JB2QfTcYiDIRnAFpIxmteZr6O6dfwohbHccabFnzkt8HzDBdOmrK2OxaitixrbhscULQxdyyiBf
joQviJz3D5lubUVqLt4o2v6WtFm4P5HQtQRol+x4NkiRn3yfo313R3t/1/67csgoiHYdKHn33Av/
4gBKX6MoW8ZibkR3IITUyZg3Nv6pc7vgrgec3ocQuJxLOVh6iaCJJNI/gNoX43SYGAWR1HW+YJne
HGrp+p9T4WSvuqmSpqi9AedirqJMcQxr+6F3jDJH20btqzPMq6JoX9enrTeE6YiA7ziYuNeXdmui
Ji+HxFHHcnHi7agdt/dP/GmW5VENMJwvTWjb9+gXxTN1flLfUAmu58RTVf8eccjUHe3W6ukDkQiL
fk2SoV/PU8jFdNyRhH+XDb3rtYq4M4+71WF8jMt+QowxZ+spmyDXFgPx3PoEWt5ueb2GoGSzEOph
GMd9OLY7Jjb087KGIDHojHQ5EWdmeg1W0Xownvf+j+weYvm4pbyEQ1JKVxURNOVzR6OP1a0K0/kM
+9Ssj+sqPf5QykWB6uHqc2ockTanAXL8u55rdj0EvYD72K2yf9XejAK0SRenLdzN83uI5ixd9IlJ
9dSHod8cS7uJd5iCiDBvlrTcHn0d2PG9Y8f4zmLVrrkKRUhI7luzO2eSZyHqhukCVz7cZNc82j0p
5yMbHD3ZHIxbe7a+RG/mxet6MAD63Q8ZjWTBuMatw1s3rjHDFP796ZKtbQa1XjgLPFkxeUsOXy8K
8QIZEZMaAFn7wtIbGzJxQsKSwrpVp8qZ9uQUpwoilfbS8dI55cShTtdCk2eyL8YPdVx0XrnBbU/U
Iz+kZs4ulw2JpeNEeZmK7L3qGSO/cqDA1O9nb6sOq72PYgxT0A+tQbjXylTrQ1UtiSxWj3vzafQi
rMtC/BP7kxeq0h5wcw5ksVehgcA96bGFyt1CvBfhnr3v9BJ6t77bo/ezFuZ7pJaB421Yu6zA9inQ
J9+0XX3pypApmwP6iGGgsupz6I9tVIxr20/HVRNlnztYFJDmWFYQVGcs683V9ZsFiYdR4qM0S/rD
IPH5GErVT0XkRAS6kVNURQ9T23dhvnQmjY7V3qMnk8uq+yIUQbbkQdI130qUivPRBoP+GDPuVWfI
G8aC5zmIYdfKCdNzOyRdffTaapavNStmLpawH+e3pOaLniC7UDFuvhT62CTb9jBlsv2r8VKnO87Z
EDVQHSIbvrnzON+gdlPx4eKHiCLkl4mheTb1F6eTsHiI5OScGKKaaoXBuprRZ8TtRekq0Sj6FrY6
SLbJDtU6u3MRIS98c6dl/sNqRcq0XuXcPKED1iNk7C30/8gCHf7N2436h44Gyz9qiqSPzk7wbQEX
zT4ao0loDZQGbrZr2h6DZJ7dq+PYliJY1Cp+h6LaKQ9RFGGwvm1sfZQaGrln027VH4sa0WOhr+iD
a1yV29XBEni5ymUa3mtwAEzu47nbnzbhQCDtYHNJlEeeWUmmt508TMlMkZa62m/zCUXnMQJLmwu1
EqCUgyHNSd6pdKsPQTREBymdqbqI2YUYjNN26h7CPmUBo9MNb4Hyu/7mUJ0WUdYp3n1vx/mMl2CI
jGx0/Q8yGbR4jzyGq3xpTaZuQ73YGVm3nKnY5uXDmLXjA+Pn6m2X7NHjHjfeq6y7+NM6J8N2lq67
L0/7oLf3SaARnOrOD+zLLK2JC88mfpNLHXLE1qGNnYLvsmEpMAlYtrNUNbVfg3drYScXZkbjEW9V
E4FpuKOF/2e9LKXKA5uJ4IF1oMvjELXzO7MmpS3wHTNpDguvVRz6m5ccvS0Y0zdmB9tw2rwx+1E3
Ke8l9ScgSvDhEZNpE1pRNPiMvDPRPIzXbY22B7uuZjmk99MrV7biFpypCHx4jaTN5aYTgG/ZAva9
Gyh1B2mmvTo1ElOL08w/Ci7tGq5ZnqnGu5GTMw3H3tTtxx3vkObBgHvvV5UmLSE1fme6g2EyfRNz
S62TtmEfXTFih/3hLK0qsqUPZ5KlXPdZQi7E44joSoofSqyHPRlo1fBxX+qDbW3kFqqLvYchdiyj
z0pv2+OIF/6tti3081GkOwDZBsB8K+XGRdgzCaEqEABegbbxO2hH2MHFUetmHzqSSdznjrFZ/bBU
S/wN7lo2MvL2ZyLPlOobsIhKdUXvT/PXeg5ljfkEwrgbXb79nDhYNh7XNUOtlhI6Eh1Ca/RcBIEl
a2Elyedds8d2PrbW2b4vW+J+Tbz2rWK38FzTguUlpwsA0xK0K5KPQS65O7jBW7mTA1PcUW4ofUyg
vCencSP48ZV0nvzeAS9Psm11+IwMhZFcZbfCvRmcKRdpm2DYv+5ljglHepuTxXEuTd/yblyvq/7A
WYaLBCRuueAjUFdPuuqhHPigWl3hjQM0/GaG1XIFk9muw1D58zu79aOTJ3YKfyR9vXknaj7HfbOO
SoaC/R6Xpy6o57cwYxB1XKVmpVJSUB31lnzXXOuyyejUbTUU9TRnCHDGcD5AUyV6a4MJu1569+6q
wKkR66O6p9AiIc+EXyQIg9JLaTAUwYU0CN+mKTAq5/mdyxyZCS9rDnKicpDk5VE7huOhjMY0vCZ9
6VU8hXIYCKazc1lUauevAJ/u0xCjKyVbcUCWU6VEvb9WXbyUZ3eMa8aaXiDdXEceJq7BKHra6trB
uHZwNlSBLUrhs9W6js7lGMbdkUjUGCPBBlT23bCQEwYBrbRPE4GR9UuYEuoErc9z3LPcfe9vQKfA
3LaxdZ0idBGlke7e+cdk3hhQdjrrP4bCnZNLL7y4Y4+K4Kuk68BUwoFDcJi31qpn4+xUlsMYVtMl
1DgfHMrJS4YDm31IjkNWFR0uA8HeBSKv47r9Wnld8kebpb05+PESu7kftpP/mvWaM505GjKg2NmS
z7IJq/R1HPtGncZScg6RMlFjTzwtcfUJORfpkJHp65d56fzpgRMcHCap/e3ZpF0m0WyEWDv0jAix
S98m05ykrbwozyq7mMcmZKM+IrXS1MJjKNqr6CpRHn0mDa/1NFFh1KNK/XzZ1MBcW6S1eayzJawf
JlGbBjo0/KbzoJeYAkML5zARVJUcRBB071jyMFoElFg4V2GLdC8RUzicvGFvHzyfRvOwRnucHENs
Vh99r6SJ4A72vKfKuCseRHBTvs71METHcneH703ZVgNFYzdeSyI+qwPWbTF+Eq6M3k3B5JODE0IY
O9KwlN6l7ms0UoxXKpsP7RbcY1wMT7IlWKVg7drYb66QDn2IqKsbfNNsLrax4RU6E1e26RaMAVwY
TlNugx7Rs2AEfDTEE1LvzNX0owpXBl9E5JnguXHi4FL6tvsWbIaudCMqEaLUPDR10ZNe92NT1G/X
QbTLcI7qPqHRJ7uvys0wiPHoOGXVnTJn7cEMw30ZTilulnmoJx0Wqyy1867rZ7vcpL3zYqMuVB/u
u8EUUxctc9GYavzIvHJ6T4aUJw6RHZsWWdhmAs7mdHOLtqIVy91UNBpXK4JLi0YH83keNiGOM+bF
H4znVX8bqYR8mJZJasaNCNzmNunioxuOo7g5TWZQ2iVtFB6wq7mPZ4LVP7QJrdUj+3l5rUyfpqe5
Q9vkNVqK8yhCt3ng7J3fDK1EfJybLvo+9cZzKqRXgfs+W8PuQcxVfwHn7gvqE29gABm4ydcssu6z
2Ki8865V2wnDAZN+wCWUv5vakXmFxlLCP4LoY+2I8FP3R63x1TkLZ6za45KG9sNaLeN6ZaJUPnZj
rOKi8T0VHmposPrkeRP9LJ5wbYrke0nWXGQoVU+iYj0cEK7VX5dknNBle0plh83n7wTS50vj1YJj
aYl15nexOOLjEnZrzAR53N6D29Xv1DS4f7EqpDzWVEh9bqJytFdK+bl+rsapFwcVre13jXbsEu5J
G+R77FAfJHuNyVmYGL29ldQW7sH3hxmSdFd3hGB4k+djQVYtQy4p4JLH2vZ++pj0E4+D0+GKmbGf
gRmohJlIEWMFd2enUKa+BF2cjQXXAQ6lDcPH6LAB270L4XRtB7valHMCNfPk5Jn2y+6VKkg+4kvk
LI914sSXjDrOfwr2JVmonrtMvDrGn31CmZx1y31BsvXkCgCDIKz0fh64WpI/mPL06pjBRkSYUd1j
sYJqm4KXUe7ReWuWMYCvSC7QhR2TfQ7ggR5L6ORcAhQt9pr5MgJBJ4U0LqayVtUfdTVRDvgtaThh
3yW3OtvVfnCnoQoLhSisPFJee8MtrFFNHRQMEo4nBnmXNNlsCiwMChS07ho+64E8waIRMJOKoQms
OZGFVD+grXK/mjlJnWKh0rnBPHLNbd+GNiwAHcTjHZZCo2mEtx8nomZidNgg/K0XG9gqo8+pHyWj
nh8it1yHsx2D+IUaS6GZrz3zUCaxVcdwWDwc0ElGAPWFRRknaF9WkxS2QpebQ/cTiutQpktB9nrv
YQ7V7JNEIC2z9iEaMxeYPOsXAGdRlm9Kl056KmsTXZVJ1Ix5Qbl+IfDJtqeJgT8uEkwCppd6yNrh
QzZh2oDqMMkEXJYmAWuHf80tmZrPKuu5rKixqBp6Zr6Hvl4q+pqqXed8GZOyf01RisZX1fSlf032
EF9wZ++5UiZP19Nls/cj02mnoaf6oF++pnKJFBLXTrsfN1rZ/TgbKh8svsfREj4lPYNOUpZfGzIx
u9PW0U4xcoB4f3DSsnnPHRPHF0bP/nJhVbkL6hVQswcnEoH7wktOvtVOH5cFGbLNXqhp3JoXb0Pw
gW+Q9f7qPED5onWxHn4rx1JgOBD1W39piGpDUjcEzdVu5t4jotu/NWEvvdxjbqILZb3tkzCZUcU2
bJprsK1gDmQ1i7UYvTorTA94gAgU+stBJKH608a12O9Dxoi0QD1xNAzRSO+6QKytTwqOHFdTtC3z
87xYSO/wavDD9wdHPG3JajzKxTqdromiG37pW1d+3AbZfA1WGXW5PzV1dfEbNMlFi4nWdF218Ku8
1qb+xGhqLuYgXvl43E8/2L5FB+3SdG83Gh28huDqYYywkXV+AKiqbyIbV+cgljrwin6aRuIOKq8m
NdltmieUOuVDk6hkfHQ7Rd+O2hEnjIh74/PMwFTkY23CbxmAX3XsmrIfn8IAUOTkj6LaCwLkWtBj
Ky1gHejk9pBlW2jfRpnBSk96ZCqFBpD/ZLqkUQ8sTMN57MRr8jnQqvvk7TUDyZ4tGr4Ip7FRUc77
Yq5eNQxPsna69KOa/QaiR1yrW9vL0aMonOauIO0JKDCOqxWrZzii7VmvI9KXTQ/tjzWJE6RRYdr8
TV8/9OdxlLZ8jradEWw/mODbikGEgtbupc91xn8W/xdyfs+eUDwPdlKyzP02ct5gAIbqDHIk8GFK
S4q2rTXuk2ddFL78KNThQeIEbz1Yj0d1XGU/4MIt/rEyXeNemrFhNriuSftaj9GugSl4kzSGBqdF
aZeM9qlfHxS+HsBdSV1zn+0ZaujM2zFMcvhGOzJeKWi4J9hhOZNvPeStSLofEG3sNW0X7xvYIDSW
tkyRoLnWO+CeHBMcOOj+026l9OmadlG+2nr0Pzdqi+tDDJ9xPGyLdmSxlN280eCj7aDWwnTvVrs6
FIcx1n8DdZvkLQvEpk5Rahz1LuByio8Kekh/UjbB6dYzZYBPrmYOf3MX67f3UjfdisxJu/op6M2m
DqZVFY4dgg4n57c216jk/jokQzrCL58t1dtGs/5e7+AZN2K0tu421pP7NAeDeG+CkYZMp3tDuzNk
BBZYxz8rzDHlIREpFeYetQ7Y4bjiMBlWRNPndDX1azUmmFmMOrUqB8ZInsI0E9ON8XRMNE3g9uZ5
zFSint1kjyKE4Tsprxu2WPPXxZE1g8nUqPNQwxRvR9f50sWhzCFcmupMhdjPICLj+AQ3dc+uJbTU
horB2aNTthKYhL1Cqya2/ryGd8wiSQvAPRudJ+jWyYvbS1Q4sx32mr+17fGfYJhjd5yCoQNqEd00
XfjGDVn0MBj1sURntd6m1omc901JIO5t9r1FXEQr4+yKIUezHqrULYEghE6dR6FXJU+RMYYkQE40
i6iZEjUYo5VKG6XqRCXRLf7Z2Qe/BKzIutZ/GafavVJXYmYwW1+9GKom72I6P4HA7mXU4BnQp/4y
aZgzz/g4mRbvqGH8FMom+QYb2K+Lup9r9xy3k/ehDFT1tpboMQo8JzQtg5LN/oDIc+7PugqiQinu
9HxyR8hb+zTUbuF1/bI/RlR7f1o35m4yVYBRj46GlOlybPmGHGuhPITgZp8zO6V/Jv12p8iXIFCH
joZwB7HU+1FSDX8bZFd/c4el+lISarlfUseUcHDiTnwH4sPzxCxeclJuubM0s8kSAZA1y3vkQhWJ
TWEXi8LwywD51n4Kd6LqEOmXlavvxjzq6jde8uckXftdCjWrqx6jgUwn2bnNif08xudKgJAfvHUO
tsskpUkI9LijnwDDpn4i0nYdjjXfKj33q3J/ALKG5adkaob4C7PbvXykewzxzW+8xTvJXvbpuxFO
UkCjl2zrj9jfs/XgiyoLDp4JIa42rMTg1U62U4XE+m5FpY8N3KmJk/ZJy5X5H+Nh+XXIauhG0V4T
b7iFybkVJu3BIQMV5HdpyJmXwcdMXkmL7xNZSb05ZggUmnLXKu/5cdrnOonNcLLMpL+sG8qKV5RC
oi6chICkB0rJ5RBz5xxV2GPqN4GzGdyBprKML1G9dt9HX0c1DthjP3/fh3mB4GO6vcmtqla3gC5F
X7/3nZY5MIDMnmqAq7eyl/HIjAy+B16u2fpnOE1ifywNojrMH2Nx4IriRjAgbeG3jgX7UZfeMh7d
oMEmsyF0ghyEmfF+ICo/ANoNF/8gG+W2f2+RbWRhoGeOpyjqY/vQiKyubQE+HpaQlZS5iIFh2cFA
e/9ON93gEuT5zt/cxvRTo7Po9iBgK7rve8vqebaI/Bo2cTZehCAW4rHH0iVkhgpgXyStHLKiawky
xCFy1h90j59f3vUCHFXUY5oeh7nBxK4RpY//R71ho7kpyRIu06Bbzo7gBeReuRpUsbClk6PbTcHN
6aqM/4Ab907Oga0O0d4EwbnpiGAoXFiTyYGEROx1SvSszSejbE2sJikR5R/M34YX2CKYYtaLmuXD
so6BW3TwucW5nWX2gmwsLnNbxb5TmLlSy5F/oPMG1fBfKVKmLK/tFl6kNzl/momDKx87K82BM7os
abt8DjWwZRd9HoyOd1XNzDkHCwiuTmui4W6rGcTFooPqWcydak7rrmdzDhmJbPle4inDZYDWjg2W
gs7hlTbqa7lu61K04Q7QqWMJz8UsYoH6G+5xjAfg6DSMiaDEHwbmwMvBxgpsbvW2qStUJASdBsmA
b6gdve4UOHZNvm5erD9MHH2flCcXcURBOPkMjObgqfajQRdtutmPez2l3g0+cC0ZKeANDxM2cDEp
GZNaX9NlrLvDPMrUu0TCDn8BM/Cuxnq+b6dZrlhw+GI0565r07PGgnQq3Fa12XmGx0w7hWNvkmP5
sX3ES2b4C6tRwzyVoWVSkMdeXgz8YlX0NHkVs+tENYfApOHDOo2WSawDXnY3cDEUcomu4zO7fQkf
qFbR2ek1in/QCU1bMaf7ENFxtCa9IcCCQlIODfO25O6vSilTQYXZPDw/mSqld1jU917akSVfwN7k
oMQ9A5LBvQF6cuFuu8fReBiNtNm4n+q2XOuc9K36reu8tcXxqpX11Qxt/egmYq0fI5GpH5sMuylf
19Zpb1RuLbAFcvyT5CReTn1Xp82lW8FvQNYYox5qa0z/UicuPKWB7xmfEyis4SltmQEyQxDqkfEh
OGG/l/7fTSUDnidpt+g9FrKlOJXxDH0hCDt78cTCND13AvDrQjl76R5ietYgF3sKEOPFbUBPhWvB
cSJ5g9twi8qb3kYX464pdr+QKTBG0MnNtv6Ounbn6P3Cg4AccVd/YBeF1vMXGVAlXXo2b8mOQwmm
pMFUDvMaLTfXESv6waH6Xrkl5iTWS/QJ4MM7bQPmPtRhwW2PU2yJjPVvi7XxRQ6qLfp1rv8Y2bMU
8FX1GRvI6BjqIevyriQd6d+JKPeH++nhsaGIENuR+QElHtfJn0kcbbe38cq05DQgY81J+hDXOsF2
bI/X4NrqliFKn2zgpgzvfkMhSX4lP6LFvTMtyeliOsz//+WzGVLZNJSDPa2Rr1+WCIpaOWP8kvdt
5rZ4Yw8TbjkN0+8Gm60UM3QVx3t8xqk1CE6IG7BwEH4X6wse1W4E0z0F2qfLhiJntAw5diiyxQMX
XfWmTWc+NIlv7LMnmrTJqVeNpIgfITBvXrngoT/FXUWhB0SHTeq4qlO9lmma+wx/GLAwpImOqty6
8blq9/pPEd3NWKfJCgxsV+jh+zSbPwTi7KDo7fw9gM5UAOj2f0KCXV4ZdKijmzZbBa1ljeCe6DmJ
+xxq6TzSpfGq+ZFi8UaJYqevdVPG6cGdmcLlqBiar3az/rDnFNtO/wnQGWW4DiMnKepokN8728NP
9/bAfV3WEtoL49tmfVdXCnNeL4R2xQldDl+iLUVxrAfjfIG5ArvcrepwAcoOzQDI2joA2oEsvVO3
TtPnJsbT4ndSgX/whu4/e4zbyN0g4i5r/HnJhWC9oO8J8s7WmU+csWkukSNdfV7/MZhb72ASu35T
mfy8xpP4EZZdcuor+xSHCePmLlxfjOCZ/30j/EMRcl+NBEZgAhBiLQIH/+fHqsFMfKDD7QQJZXzm
MnM/EtE5n0PMWd4PjO7PE6shB2FQVb4uZfAxik1ZBJB2C9+vV3y0TRf8hi73KxmXh2Jr8I7IaHJd
rEV+fqjZH6fFRaR/ctqxuqlsWO6dwtRcaw7F3NB0XiMYN79TIdx33s+nQoSUD69RHzUsed6/0JLj
ZKZwChlm6RFQWyhN5SlD9QyXHjoJemcmaHTP752pFbcpXP/kP9O/tGlvLxV+eifleNlrJF19tEpS
K/37T/W/ng57D85aTIP5wX5ZQB5kaMkU1Dtxwr4Y2WudC9lNTyRxkqj175/1D5Ul1R6eUwTqEPHE
8vjVMaBmyFwHS8Wh7czht0VPYYX6dtfHeXXFd3+nVpvE4B9FOO5P/eCCiLdjwnS6tMd/f5R/fu0E
2yLknrAm3QSbil/WAjk5JnTr7VQKM7+TtO7ATSLLcJy2zfd//6x/XgvkFzJcdKFpIj7+9WgGnFxg
V9T2FCQjjXkCPTTv14CZ4ICwioNH1p+WlI5/oRj4zWf/g4sJQz+7v3FyWFDuJ7/8vHpLS6ZOrPlF
hHh7k5N5SP21C3Lyf/QRk1qn/s2C8v1f1ztaehBtH8kVqgcC0X9+td5S29QfcUhflqblF8TgqOZQ
cofjHHTU9IFY1utSxS6upFB2h2LuveEMgEWLT0vkXvF6oyLp3WX4D6V7jl5dR0pdeA5ZXYWkHGDV
MAkg+4hakRiVlpZPhLPSN2hkrfM7Ncmv75D8Go+ZBPE2cL5ZNHep4n+R+Ge5sYqmmgYeqvM3+h3b
5z2qxQ8c//3DVEXm85ROsCy7nTOtS+oexlgGmqHuAlmu3yhfghU0eKrcp2Vxgi9EGzS/CRz5Xw95
LzzQK/I/uN6/PCT88K5jzH1ehiHxTnsrlv0Pd3Cwy3PnzdM3xG/L/PXfV/Y/NjSvhiVKCBY8bj9F
1/7zp0JfclWI4895HJbpCvIzUpmF0TtqtPJoGZg/BXG5XhQG6iRP9/eG0SRBdWEY/Tu533/Eyf/H
2Zk1t41sef6rTPQ7OpDYMdF9HwiApCjJsmxLlv2CcNkydiCxL5++f3DVxJgUhxzft1tV105mIvPk
yXP+y+9x1kJUmd9g8TCFJwDd4vi3RIqWVCrtp10oVOB1FehA/AJa7d7MosW+k5ZWJLcLb77sHSci
FDsYeKl90/B2gkts08XYuLDidR8mozvcAXiliQGGrBG3gxSUbua85d+oTUsYV7LWfEd/JV+2lu60
9c2oEc42VRSr8V5rZXjnJgA4NtbSUjaWk5Y09wUgB/uQGcS5QyoyLbwzFwpsfjtS38F9cUQfIaEy
h+tkrivoNVZgeUloeWPdAb5vX0ykZOYveHaq6UPVrPbMUzsvt3JIXOtWNxpDf6d1AJkSM1Wtu4it
lntI+sPHq5SehzFwXOvJhuMdot2O+9x7oG3x5FG+hBnRQITdXdkep6HA4rpFd9o1ofSTEp9G2Tnv
SuqNk7qDeIDhEXJjmIdR94RmFqk2ilZ6DffPq00Vx4oQaS8FQGDujJ4bJn1+q07OCOanVpvhSipw
Gv6Jw5puI8O0SkEAnz/JT6B5qoivYSyx5F3sd10kIaZmnFYEd5X4SgDhImXr/b41Ed+Ai4LACE8b
8g/7hAaEvSby6+hq7kCu2fUKABPVQ1jV2c9CV+Qc6JAigHKloMMee7cdn93eSZxDT4EwepgHCCm7
rI9M9Wvk9Ly3JxOw0SP1t/idWwCr8yI3GozbDEyS+FIpZT59qmNcMIKaNHkKpGwbNTAdehy+Oaqk
++2MFtJ9WFFvh8jya8ErRMDeLWqIPULP6qeBPY1RvguzUdEi/piZiec+iaZ537ZGvjzZAvj3Zqyx
1tsYCJqIvYt1zs5QoLT5a3v0xRWh89pVIVWUSNgI2UVU5Ujsym5G7LrOi69aEYmdKqzQOuRiBoUL
SStUvTqDtwTRHkUTcn+9fQDC3Zi0z8mtdnTEithv47m36EdFfRv0OuqtTy1N+51F3R0D8bmovk+6
OpRbMEjYdZixrD+5jQYhpa6V/qesCnsjF3fMv3NrUPEpXL0vXmjTaLXXxYn4NE9JGnqkQ3rzWWZm
dIO551TcGAiwftAraXGthWEV3uh2OP3QiayE+AqKvKdnff/J0Ut3vBnpHuo+Xer2Zb2s3E0NwjT2
zHQUzaYyYiffWE6u/xS5plKKTbr5tQRF+VHPs8b+gYoqcHQlrq2y3vRhmKUwu8coQklYpDQh2Cx3
MwXJzCvbcbI2tgO3NABuk9cAsMJ+a9hFSX+1magr0vzhFQP0p1c8zUlU1NOyArX7Wa/qil9hqjrX
KCsOfwV3nZ3Fg3XxVNGXX5yJOvDGxq+PepYlw69ckAvC+W4eK+mummwz0FKgN/toSmftGfIsjGNt
6Qbslprkxh6UxQnA9TnwqGnXEc/6VDr7HLWjwjdjp32d0oG+YyEi3pE1ag4K0sIGfQeAa914W3MB
xdspQnVro/D+rZA3H+3yNu5ldDuinVgfqLHbELISO542lR4nf3VpmUqoxiMacEIkBSbgjajoXgwL
6sTEbD5DXJoGUOJhLtHEb7XovZYAfqeuY+bYz+tj2gZKYc7S0622+KgCdTY3opySW2fIDOgDtWW+
Likq3zQ8VEd6YxXODwV/PPUrwqrzQI0cIEy0KO+nym6+8fq33LUyNbMDivYvtIRNbUsaxVvHhnHu
ScOYcm82CmnTII4HJI8G4Xoa/jqgJONQi4K00ZODJTKRIQQ/ALdTivKTa6XzDfYy8Q8wJfWNlTkJ
bWFUho2t1NFLuSl1viACJjmYS3gyjkRmfFgWLzWqGWtnmel3iWa63NJDCRC4M1sJUgd+LMk32gqH
QanjZ8qxfXMfdXL6oIrcRtOykOIOSKfS+HNn1+UdhUv0Iu3FtsMPo7bE7m06tKnpg2xhkzrNon0p
hUpFrU0gEG4oqLHcJbBFOGUiUie/IY2dAiubJppXKNU19LzD7L2S5/G8nydKWwDZUq0D5EWlAwoP
PIVNboYdq2EuCUAjNyIKuSucxw6N9q6UyYwkum4nOpVopXwEtV+/GBTJbKx4TPNDMkxW4+lOVN0u
K3t+o5Ii6L6dgR3Z1FM2fh6BA1QHxxkMv4QK8FKQk5bePCvl4pcyjaabIXXyF5T41Mmj+mJE3kJT
pvCgbaVoOrnIHs8aJYFRamjLiDL5kmcQXvZuUSdfIDFCoQndaKx3Wr7I5ygFF4hoGwLEXkk3sWRX
5Oxt/nrnaUwS9OIjK0w/Vw0yQ+idmVMeLCB/tgu+TXVgF1kNww5F6XBbxmmygLbU0vmxM4rGDcLc
Mt6XMqLFUeJB9qENLVPzG7Vc4SELWGmU+s2q2xSI0uDdQnnuu8zI24OhWGx5I4xueRmtmDREb9mp
CWpe1uccQD5wEyBLqU8JH1ai1ikc8mGkgV/Nco48lMS17RxSCvXE5JqBwr+oPFvaAHJj1ay/W7FJ
jjRVCUIfgObtxzHDzcor4y78iqFxY3s9EkWEH8cF6NiNJhyTOV2eFpS9is1kNNpH8jbMlqyBSsQN
SmErnt2Fr+QtZlNh50gXkfKVpmibSTWUchNrqp3f0muantOJbilxfMLwyoza7Ac2ROIxV6s6Ri4c
BU4CltIXm2gKhflZ0FeRG6dBJeiA/oICr9KKuI7orn0WWQlLfwDPVwW0Oi1fxYXMj3Ixyc+NjLXB
b5wSVDphim6zgSYh+h6zayzv61LF0cwFuOQti5ok+7kjVdoA5BbqFpurgscpXQBtlw/Q/EZ9cqxt
bHSxtU0r4dRe3GrVK4w3zJT6XLLOcQ0mArhNbjlAEu0ACtNhbtBfgF3ZwwxbtGRaa9hV/d2hCatS
8tXwXrbmybT3g6WHxifZOvoE3rofxPtJWxzrKbTYeh7cXy41pJyobblDWONJBQDDT9Mw+qClkHlg
gA/TriF7aAnkULU2LqA2VqSj9GnLfone5/T93rktACCfpe2/6nOmhDl2ScpgbxOiBH9mFC4aeJGS
B42Nx9RWnTS15Tatm/BmSJQ8uY0LQzyJcXaLG8r28L8o13ffM3BaJdyLOlQfHbUwArvHlcAHjBQ3
QMBEWm6ErD93ZpIZQVwCZtsKO4btMTsIYYFvzVaGh1vQPMsRcc+Iyt/BfqcJi6gb1m5s4XAA3y2T
7ZxM/bMdq+F3UyzutA/5pEGcFfJbxkNx2dZJUb3akQPIr+FkFp6MwF9BWcBOza/hFpcEp4xa2Dgm
tgrag7sLHobZLd4AsRNHrbGebm2ePHSDxTKMe0XBXc/rePzyGkbQ652WI9fzhFxvSO9WmWp72/WV
9bHLMEDfWkZKHMstveXPq27+ZC/z2HL9uMvdUGF5skUMqMSRmicBB6/nq3UlJr11ZVp3MkRL0lMd
CA/bcDHgTE6JA9XPmTSgz0rapUjzym5eHiHzSUQH28bI/SGZDJwmsmKmz265q+MJQoo/piaqnc2c
SM3YpVNmN+zzlqL+otpgOzuHfeBG8qMoUi0Cjta3T4Oc84WM0TS8QlsrRDHnDNeMWdIOL9JuAndG
6azc4AQ31Vt2Cico0nnyFdkyD3e0c+pvCFzBPBCTOpgPCk3l0XOSWbxbANQRehYhJ78sRRLflV3Z
N3j/LOFXc4jM15pwgiHJmJrVbTkP2nvIcDR4ID93mXWrlHo5+amsp/Tg4D5t+1lBsL5DF0PKVeI0
lQH3QWIE2iiM8B2HfnHAzQ1T4HYErXuFHvy9kHNp3vaSZP7RqCIFwk+MmOfBKflI/vqUBkYSO0Ph
6SrIsq2WNuYdWfIyY4GrGuBw0sp5UaIpVglOQCA2JcIwzj6OshgG8JwsCukGYkDBrIDuxSCAdo37
Lg55R/hCE4vjTWNWLw8ZZia4Q+hh7wRk1d2yJ0EP296Pqx7eP9IPwk810A0BeEm8BQY8BchkVMgq
LxIIibnNh6oWXFuKovutZnT3SEorxaGgoPltUXuNMnBfJ99Di2+Nj0Xcd3eVACZ7Wxf4YmG00lvD
z9YM8anJgPEPN2W6GI9KmhjmjoyqJeqDcJv6zQz2owhIbdwvIjbK/RQnqrPhbzHgOLWI3rzHZ8Oh
BYFnvRrYFC2KIFUU2G24cXTRXWJEbvoht8ZY3VpEr+FmdPIo/mRDxlzpkFKPgiRL1eIhWcCT3Beo
xeZb2CHR+CKGSPIcb2cnLsFAI/1j53E47GjiVdGHHHls6AH1oIuepo/VzlvLKsIUiOGE1cHIKxza
JVBMQdZfg1IByK+M79FnbShp5Wn1GHUtMHYbvbvR00d6V3fRSL30sxEb1SPoR7juSww0gPQyKV5U
zFXd9krp7m0NiUwfHItwbAvHllOdkjJKTOABUb8Dqla9QwTiq4TAN27oGau+TKZr4rxr4ez4WezQ
J0BHBGsqdtypG6rL4zsf57nfpXM2PLd6knjcBOmHMe76Ld2KsPfccnxBZ6a/J9+9xhs/NzwFAMTF
KB1RqTx5lfeORYW5oSuhJiPwpb5SkLhoDaN5wuChfXZFG/3MuwrkVJW0d4qu/LxcHjkdf+3YUB8B
zI2ECvXZtXryW12R8uncNJCldpRrKmcDg4sqDPnYDfCnLkDFow4WpxpWNB6YenLL2r/8A07LEmsV
hP4MyY6gKq0ZJwsgySZURN4xdplBkwO5jg5KItXPLlO/c6x++GJyF1+pvL+RTlhHpRSEXJhFu5I0
/3jaEdQ8rQljpOaV7JmODd41I6Y8GljVxFdTSA5R6ji3qUBcIwf2/QFpieJK/efN0qOCZ/4ST0DC
GBez9b//tvSOM0IW5svsYtLQ6mBaiLrdqmM/jLhO6PVyW6McVX6Ia6P5UbiR+oCkStduLy//r8Lx
7/ufpApRE6QL6MNaFMlOVgJdlrIS+JHs09mcDd5RIem32shx+dGY9Th8ALai2V5DOcVcOXLdT41M
PNnmiDV1913aivw+N0ZNwWHRrdqfYydzSMCJZUe3kWFny54UYB42g9uhADPIJQ/CUNoTwTsGj2TE
FgFXaeY+yDDl1T2lE7l6u0wOgNqpjqtxKw3VCvcpYlbFE/QLo3oBJ+5o75y0h3hhxmEf7akBS4Qv
LOSp9rndj4aXWVRBtn3lGjkUchiHGyxuSww6Q9OsPtN4n0XQ91rxA+qo2m3GBvigJxEO+0T5XfDc
QTUlv82KKTSvVMnfNCZtQWMZARlTRxvHtPWTJVcB0eKZNcIsQ9bZn0DGbMPKWXyz1pLnFCDInZlX
06GvimpTkV0/oCZv7jK59s57bLsqVVb7y9tAvNkHNMJowDkoX9pU2VB+O96N3SLLSEGHbuu2DjpP
I0wz5dCVqVCeu7lAF8AJB5iR4ChrL9LdpQx6m8zoXUO9jDNSohX6PGGU0dwAa5vVHegdUW+MgaLH
D7jV7bMDbT7azyEFo2AslfqLjc0DaM9pMl+wa3Uscle7/qy0TZ4ephQEcI5Qbr2NCkxy9oYGtWDT
1xpKsJNWAs5AJwPESxFiWhxGlP2CPAkluME+G+xb6BpjeaD6YRqPo55OcpsbqMt+dDorqm9IOzuV
9k0VG1uI7iMWQ0rq3GXoHxo+UvbmZ61emhygbz01FMv7sPwihY09xtwZPS9dBDyabZVSPtm4UOF4
Ig+UnjzRdZj15kLr0vcziap94PlDwxvh6SUN5ilt+gdLa0oqiGXdfDBSqXKhAs+ZbyyEgKznXqCb
FSmpDngKfIb1FPGhnseh0r+1itnL23ai/BLEMXptQGC1MN6WC+0VENItuNxYq5ZlmwMvS96NXTPy
QG4XrD4HAyefDJvqDy0Hq/QqREQsPyU3iLdFqFBVs81iTHjP9S4c4hSeAmAGmmH0Cd3hnTmkbuUj
00DFHH3IJuArLKEPx3DOtq3p9N9kHhn4dCC5cphEBCi2j9N2209zanlkcUwh7mMLBNOIXicAATyd
3bAQStAiK588DCkSN4dKLdjmJoCiwbMjWY3f0TsFvb9hA6DNjNpqhzQPjTBFv4sad32/ilZhrMjK
d+BXnfm9zFpVbhLFbl94kpEIA30BCddmWjw9RK1bWx9EX+UHwEwC5Lhj5TG0naTfAXqqxDYUWRTv
SmUS5i1MQCadIBKXvEPQIHyB6o4Gups5RoMkA2pUBUZgr0bcwYfK5xHA2Ihq46HNJ7s9zEoDlEmx
yvG5yNre3lAJVvsrt9hpqoTAIXmvuZrfrOYp+kmTE8VzqcbYV6KuhTheNLnN49Lg8kI6s9yUbLQ/
7OOu45EnrKJefA9hn1xYJKN9P2iMpxeK/hH94u8zPJfYA3HyV2w241+XY9KbJi7jIZXtuBhHgFtA
g/U4JNmKK3NEYmDD4SCJ6VYzPcSRu23gQX5JC5RlELUa8tvexYLOTUZDbDoXR2N67c4XzYq+ZbZa
8kC2DH9cbCRm0Y5OHa8MxyT0XZByHvlQtbpalXcxtGj4ponx+fIcTtvu6xSYgaY5tF6Eo55EVd5n
YdxnqO5FE7IvsA3E1oYX5Vv2Qs010hBEUykD3vXQEnaXh9bWvufvNzt4HIwZcD2i8++ixXbSja2q
HlxkH1rbMoFyA3wxQyC3HUsYZPgd9+67UhvgEwE3BuraWhFYD2VMl5epq83e1zpUwD2SRpSdWt7Y
EPX0XtvzyITbgPzW8t3KLfaatVCYgOnJI8aD3+PGW8fsATNHtVDuZWKv/mHUn4bN5dm92fs0AVhb
UCOEIKGfpi0KFr5RWQ0SdvKc+hb1np9Rip6rEBBNQaIr6ZU8VV/bccfLidIgIvag0MgYyZmPd2OE
1iDyQ1G9G2eVqncYYTfj9AUqdTAvuQiMZkxubcoRxU6LGkvbpCRWug8DSO8DtUuyGedEFYIJ6hwu
fR2rKZ7LNjc6EAgJpAHeY/CQ7ViHZLTQrH5Win56irQ6iW6AElGsx6AXh76wVfew+QrerEba3WRg
OL5LXofBuHaPib7t86+l/iPDsgf5Wn7smtfX7v6b/K8jc7F//df36X9/rySWUlHc/ev/aW129Ifa
f/36S6LXyv/WfTv6B9oGtJke+9dm/vDa9nn3a4B//p//v//xf73++ls+zfL1v//je9WX3fq3RUlV
HtuLgYO64Eg2vv54ffsH/vYj04z/JI0DdICkJo1V8pPf/Mg4coKOMy9LDJsMDuY/fmSW+5+qSUaA
yDuPFnq+pH4tkpDxf/+HaeJHBoaONwHNamdFnf6fib//exuyZqw0C/HPP//uBHYad9YfANyLxw3P
WlX9JUv829uiz/WY9h8muIpcSYGytx/zzG59I8bMeL24fmpwHYJWxQfiyslcs9ffz8k6NBGPBxY4
M7BWJ1Az+qm122YSU8gGPS5aw/I+gUvnO4jaHH77HGdmeX4o6rw4+vE8On3Fkc/GQltKSMSjUftF
NqHEUMsaJUbwyZeHOg2m66xckmNLW9+pf3tO/7agIqIhqtObAImOotHYY1NsYL50RYP73Gej5mGs
epk8M9yTxzDacFEaSiwr5GK5+06fQ0CeqjzgTlHT1XC46Ka2wRCrT6mdX57h+neffjcgz4DjVt1x
tu1xfCO1tvI0hZFdK0BcYeE0JVZrCOWB1ELuivKwF46QZi+Peu4Tog8K54/yvnijYejmoxwbilEe
aimzR0Fv8uo+KRGqzNqby0Ot6cLJBDVyF3xxLQo9+q8A/9sndDpB4RU2mYflbVyAqgGEYMF1erSa
bPINDR0t+uFhANlqug9lqweXxz+zhdg4azwAI70CuY4XuExi9JFyPi76numtVrmd5fExO/PKOKdX
I1uVcUybbAPIH3yc43HIMyc3SlNwAEjI3MgOcITiWO2dLOMG2nbs7C/P68wn1AAvqhxCA5e4U1sC
R0EytE9tntyq0PdWBCRjnq35iR7CNcnLs0M51ES4idF1dE4y3tzA8ks6hUnVuP6eN9LeRU7ePWIo
c03I99xm0RkIuVdYHHyw40WEtua2MFRYRB5yAfrwAq1UoCL3cNbbT8UELMgbTRk/q2Cr79BHLvzL
q3rmOFKZERQlLXMFbZ58RVspRaposYlKiKZ8csPVPxdh8xt4uNMTDGYH9IebX/mUZ+IPOxSgIWUJ
kn33JAZU00yRQWN9KxRZNjXeJ17h6CbZ66gcMmhWu75xza3sk+bn5eme+7J4ShICBCbd+Gger3dB
06bvcscAa6AtPKF7E1hUZvpO7SpXVvbsJEmIyeQAC9K2Ph5KtPDNuQENr7N44QmwtjeTNYm/ZDtY
9wUFlveg5l3Ib9JAReuPp0n00TEDxz2MkvPJtoKLlkaqpKFEazzft1qCNxUMz1UBJb7yLd/gIokD
iI/bmPyY1MOs03jXglDMhMpYUQPbwa2RhwQygGuxaWEgMed3eZho9BJr66NeVLQeUvuHAqLhSth9
U2v99TtYZwChRAf6k8frTa1/gA3A74h1IAW8Wp8Gu3QDtGEoKEuq+mlsAqtw068p9jpbpVdfLy/6
mYBIiob4o+bA3H+DfYbgiLQBfk9eS3MKgyMzuwUiFdObRNsc9lT853caHBxEt9U1QdTdkwnLckF6
xaQGiQZMvVVhZfjoWiRBpCrXuBdnwhS4YM6rbf5K+NZj9dudtgxKo2IAbnhIOoBysAdH2xhiHj9a
Y9/chIVp7Wt7kK+2HPOHZkC37vLSnjm2+JahyqgjdQGY/WQ/05ZU21JBvyMy+8LrDcVC2zeG6oth
7O7yUGemiiMTebG7gmxJo4+nKmU3lCp6px4gafVhNvQE2cxBbtIxbrfUnzTwLpDDEIUEUAR6L7g8
/Jnb+/fhrZOogbS3ElUzuJUWLKjPKc62dTtXV2LT8Vb9lakDeBEr1MHmn8yTraNa8yhxwEEwIQf/
osOF+mzbke5XwGmCkJr2NVgoi/Z/c6J/xtPXNggvWlb1ZDyJKC6Kv64MgJm0vtu0ow/1is85Jt/c
GCHzy4t4/A1/DeegL8S7nWoI+PCTS03FvkRF3K4LVCTfgV9l0RZH4m+ZNMItEujiFlmTCh5gH6Hj
GRtXIuLxlfrP6NxuNDosHlqn2vxKL9Q2WR/cIEU7otGsbzLNag+9in9hko8iaMxWf395yucGXR+J
7Fww8W/oJqKPlFkTaYO+FWYPeTnmgdoaaeAi4PHTRmz80V768cpnPb7ifs0URD+0B25SlfLZSZ4U
pnnqIJPQBEptLhsKB+Y+kTOSJfViUzVD1hEAm9Zvo0XqVxb5zA52OZ2qgHkF7lpbf9pvEakPedwX
+HwGRUeFrUPW766TcFrUwRYBZXX15vL6npsqda41H1z7xtZ6bn8bz6YonGoawr3g+pD+goxxsJHK
A+5uWXd5lddgVXQ0NGTWaVfi/NmpQrfkvUY+SjXqeGjAp4Udxnza2R7TW4SiIG933bRClG0gd9O1
pf3Vgzk5reyklQWCdwtB/yQEqoNm0UMxmkBKHUGkAvoiKKAF5iF9safKtmrHQyUJBejFcOPXuHTc
9ykuJzc6LmUQsUf7WsJ4kmT8vdOoBVNlWElF1DyO1yBTaF+Bo2nA/Y1PnC9n66KI5UepiWIOGlOb
qdGsuzTSYcqrDTIG46hvoW1fM4s+voj+/h0Up/HNW+vFZK/Hv8NOwF9A6GgD7AYyRp6XQzZGuJtY
VXLlcB3fBH8PBZuOyo5lqCQVJ59dcUs1Hoe0C4rIdu8NFIZ2Qyi7l8v7+tzmwudN19cy0foMOZ6Q
4KaLZ6vqArcRBVITbr5FZ0k8qb3V+5Napn+Wmv4zLfz2LOIUFc5Te4sujGs7UesumJq83KLpPiHQ
pQMh15Eh/PO5WSRHlMZ5q7KZj+dW61E5pz0fC6B4HUjVLvcLiHxklnv0sOau3l4e79zmsCi40Sah
TOSe+jq2qwdABYY6qJth3Pa22e3lqthGA+2a1em5cETWZwEpsdgf2knkNSaV6kkcY6ZZrYg5cyk/
VbTmHnIj0lZdOZRC0FRGTWUKr9GvT7zG/v6C+CZCpMQgl/rRyVlcJJCa2UJtyyks56Z1FwQvErRV
Z3votgCj+k/J3Ibf5wRhvDhfXDx9IirPSlehjheDvX9AQ6b1igmI4K2Va7SfDSUObwyBALuV27Nz
5SSdSQd4hEFntdgNnKiT2B1qbVhrLvSJEWGwe4z+7mBMCJQ6Ed2coql/UBNF/5a0MySKcnL3l3fF
mXBKj4qClw0Hgvz1dFvkZjpTyAyJXXGGlFNMryQYaizL/URBcR90Hpj8DQV395tsFMtv+75rN46R
Ojs3L5un1Fz058u/6e2KcHny7l4zetKFX+H2t9vMkLIeOjuTQeggSGXHvbOJU7s7LChRf63VWX/K
tNx5LJp2fpxlYn25PPzb3bve3RZLQu2W5OEkyR0MqY+AOCh4mDaS0nUGFxXy0k5re+VQV5WzX3Lk
U8XclFeO6Mkrcd28tHGI3kCQVt7mqd8cfrShbfQKQ7u2tZfYY+24sFR9V8tI/rSVxbpprTG6ndxQ
xoE+WNqDwFr+6fICvI0UEFVV4jodFBOrtJOoG9uhWKoSBX8oUbZv5Bo9xUmkD/ZczTf/zlCEUHdl
xuqnu49TXFVdyFBo6nR/NUqDQlTbQMLjNFpXDtq574p1Nmk3DQFh2ycHbcwyU091iJGQ5NoFLaER
n3a9g4MAW3T5vgCu39Q10kZkaG5zLTCd29Rcl0RgGqHQV7XjcD9BNUFbMUaQKIu129CKHSiGEUpD
eoEsqRbSTWtoqWUOrDejFFfgNm8vUtB1PDaot/y6TE8yA2hhtd1puQzS3ikRCB2QZVliS4OGqVZ7
kWd/nhZCdLZo5rDS9CZOH6rDjOqUYyCEn2JGtscDE0XBdjLxXkUn8zaJBEjXy1vp7RvjF7XasddI
ihLDyecNUb2hpw10Y6C4hB5lGt9j82VTp2sRGkRICPRVlv0bJxadC645g3F5051cN0MlUwfmUIWe
cxfu9NzM7ie9jbaTCRABtIp9wKJyFX+IsMVNqy57Z3Xx+OPy1M8cWG462rKUamkjnPLaW0cr3Tbq
qqAxBvHXLIZiB4+i2CKd1VyJDWc2EvczHaBfrSB6NMfbeFHFuk0b/BngQb62mlse0OmcNogqIfXU
pkt95bOei4lrjsm7Zq3xgMU8HrHNsQibHRwhqAEPJtZeXVhQ9s0+haYSzhs1N4avNbFUBgk1oF1r
WmHn61Fo58Efr7K+Vpmcv/Fq7skZ4r8MSm4mdUDsxr4jdxt6YJMh0PyqqS1eHuzMbmaqSDOYaCOo
XEXHs14cVE7BLtRBNnfmfV8U6KpZo7lH3vKR4B8Fg5KoV3KB9dsdv6zo4qIHYWPCQdPylBxrmqh7
J6g8B4AkxPtxMEGIIPX1/fLMzoRhyjqMsT7LqXGfzCxFzzcxZ9DwSB/pAI/0DN3+pPUWm3QMwDX/
bZNO0Gd2ixOn/8b2Jf0lQtB9WvVHjpe11K0GdVSbfFsPWxSbk8EbkMOZIGJNYmfFFRiRy9M98yHJ
ItZOJrV2dvDpdLvBrpB9kqh4FlgTdfiUOLE9fsll+ENth5VINijan29VjiaIqFWAwFSNk8smHyB0
FMhrBdJOppsic5133biUHyReRi+X53cmILA7hcbVwj5lbY9XVJetkApEEtpDZebJGkG1MiyUW5E4
cLWsqrySMZy5Rw3bFWCGDbIlFMGOx+Nb2YCSkczQ0lhCneRg8BidbcyRsKXrrGq8a0RTcdF04RQs
82xfqWWd/wEOrxpKhuyjkwmbA+Jqk8kPQF22/NqEeX+nQY+Evt0XdxJE3gY1omjTl3b1kjba5z9f
bgcog4mAuE6icjJ62ucp6GhcA8kwEOUInTretCCMvGHQpgMBv9hdHvDtA2Hta4J+WoEM/A/nJP7a
BRU208xdNNEze49RWQrKbhK+qkyfyhT7lyHu8Vtf8FcAHp4+z+iVY0LoYi6rOMMVd9w3IYofQ08X
ZS0Vc1zoAsdfX8WTpHeNzvWTeuzuG0yw/NkJje3lOZ8bhWfi6kUEIJg38/EoIX6bczYiVKXbyErA
sFrgkzTXelMmf8tRuNU0sl7QVHSEacSf3icVcwRHqKEcjJWAhxFjcSMaSB5Yykb7yxN6OxTINyoo
XCRgbrA1P54QdDdCm6VCMnWj8svIyXhy5tb2xjqxrtQDzwxFtmfQqyXTVoGJHA/l4vRJyW3W/DqM
lhlVSvQuN3oaQSyYKmNOr0S6db8fLyKfCJU3eqZwe+lTHw9nNjAIQD3qfjNbfylFOATmOMstHoQ0
QIpRubKQbw4/I61sCXJMSihEoOPhRDZH+mJPGl2XOPaT0qrfpWnZPaijOdyriJwcAP4gixC28bIf
mkYxrh3HdYSTCQNNsQnUrgkudMVVHZV6ZSXNZFUNHQiwrReJcHVOCSfjczw4aDvj3aB/BuYNAbrC
FSYDDJTOJMWTKOKNnjVwui/vrfUCe/ODeFIJtLUofp7eNaNErFXkBRZ+GJZ8dSRWSADx6vdalH+Y
EYT+CIqke8VD5pqb85lPTyoKAteFRECR8CQwoePRKl1NHyqvkvmAIjBEbDXq0PhFvQScu3Ul9rwt
8xLyUSCCoqRhqUlL4XjpXaQN+6nH75YyGgWTRoCW8Yql4fRinYPRMmrgPC+ncIRiPNPjQW2zNHLF
g0vT/BxUjere5bU/c9j4RSBBdDpXyDWenOtZwN0oidC+Ns/pTVXj+yHV2Q045d2Vod7m4Suchmue
z0z5nfvvePbY/oomWsXHdbpzQYowQjBW2XA7D0a5hZoTbzBqKINlGdEnH2DHotXbXgkuZz452SmW
CO6KznrzBQYsDrEH0mFX26K+qUKB5HeIQjri0TIY0Zq+El3OHPeVG2a4q3zemosfzzlpczg8GTRN
HYg7BOu4vhdKrRxap1ReRYsYVWAobv0IUGRCFZHU9ppv9ZkZA1pY0x0q0pTnTkqpaZhQTcU2zKcm
lh00tYM5H7bLUwkV/HWsXKj1l7fUmeNs8eSgRkE9RsA+PJ4ygtsZOvCh8DNFHeNDFunxAah7ZqJc
bdaNRyPIqTdlVeA23xthf60Cf2bJeXpwg4AwRtngVAYvTk1QAk6sIr2xpFsVO2LoMU1u7STKqHgY
mnbzMZdauKu1YfFQrPw37koSDIMFh5P3dgGMPG1AJjaLP449+GVsojeVgE+Ov8LoX17rM7mVAXZb
XTFjxBb0j44Xe4oGGLzSMRDEx37Vz+SiByN7/86Jm3ATpZn9pUX5xndixdlnuZsb5FjCfDc3Npxk
s4uvSCS+/fhcaTp1RxgVZAunpc+ZMh9KxbXpIwKKvHxiTbiAGA16eEt+KHE7RAe6GXbUpq8txduU
i8oU5V4ucrposBOOVyJDycKc3AnTGBwA9ngADQcMGI0rWNm3p4kUaIUdr7sLDsdJDEtmWtt4Bpk+
xwqtiqjWdmkdGz4e4QaS+gSQK1HzbYBmOFJW2IW0XbCLOp6WEregnfF+xmQzK/wynJZA19tkw5eW
28ub6exQNMoo9NkWZNaTFRzz3lHw97V8LmPhOb3DucFgBZq3fS0snl1Gsg8CkquDmjiZ1RI1iSLi
/+HsvHbcRrp2fUUEmMMpRYUOTu12mhNikpljMV/9fsob/weLIkT0HIwxgAEvFVlVXOENoRUgIPI8
9Wl0SozcOA6w4w51gkLD/ZVt7UrJ73EotxAKW5MOVF0ZF1ujutNx0XgFEAwTHET1odNF+lIvCCcW
mhGeKxvlkfuRNxfq0OuS0mRU76tnujBNLY1h5JkmuM8ONZ6nE5T1d2Un8gvzkr1pzGY85jEq5KJf
1I7r7aK5aBdF9MECRFTGi2OPxasXWdR1eVg+2Em9R2a6vWxprMnDDqoH+sRaqxBtCkwWMuKNSI3A
2JDucbPVPo9LYZ4iL7N9pUery0W19qGDhLWzZbeWy+CTNhf3PT2S1XHsprowspzHq9czIiOhZZyB
NEU05XH0WKZobz4uX9d1qgpLVrWhAkH0BX2z2rf1PGZmNLR2kIVp+y5nhv1ZEbZB7tiFgSE65xTZ
0V5+vBmUUg6eAyqetCyu3ym2nnSF3coOQFyaj16E5E4Mr+5YI+t8mZUBLk3d6TtPduvFOpSV1OxU
fhDjroNqU2p4zVhagUCquz302MucBJgU09fiwf4JJ7QYkBVLMsAxSYlwXOvEr28/OwAAJcaTSvBm
vt3F87h0qNUHathBmp6MAUVKzAdrZemCvu/2KqOtzUQfiqpMcvmpqq+X7E1unhe0FgNFN+a/1SLV
TqA9qx8ayHoD9mOV/XV/gRsXLm0vydunRwC5TP6g38aUWa4iX9djdjQK5M36eE5OGO2II+p6f9+P
tLE0WgUGUF3aPnxIVvs27TL0YarFCWpg1qhb/AlbLjkmSVoc0sbem95vRANzDeKarATQ1i/m9m/r
qjLcEhbkLwO1N+hjGbQknN7QgibDT0eg8r2TdNzG4waCIgNOX/YNvFWKi7ZYXNhKEh2nGc8yhw/0
YUQr5FBg/H2Y0CLZSQJ+MWKurwEbtA4TXnJ7Spm1Li7UfBfNE4qFtpz1v9GAcv/GErT4VIyD+h7X
QPOPAp30j3GcRg9JjVkhzvBQ+tQiGZ8ZRagMGkppwRC630hgqXfvv235Ntc/j+oGNQ70flzexPW+
8gyFmXgZh4Gt5/aFk1kf9DkfH+5H2XrqnBSTu58POfn+dRRRDRNcjDkMknRENVZUSAQWzmvheOIB
A4idHXx7CTKS4wODtoKjgRmSv+a3PWUw+yNzFNLFSgwHHWg5yqIVdgFROZ1iy0EiPS73cKS3B5SW
EHkDb1maAayRFaaRijS2l+hoqjnuPksRH9IsMk+kGW8e15DakTWTooCEk4226/VVg7dgyS6oi/N4
euwix/FNG4Nk3LRha49q87RU3t6XZWN96D1oXD+QIyQg+DpoOsUTUzc7AWZngW1Rix7IqtN/Lrqu
25kfb4VitgiblmcJSGQVqilc6UymxzTUNeNnHdpN6dtwBTgK5pSd72/NrQNq8YUmDpUg/7M6AVR+
Nu5RZXLEXqn6t7aH9sM4Ln1+GJhRndXCqPlQm3N8mFy9/Vvtywp/c4QpUSaFj9p1fGq80ey/zBE+
Rw34muP9H/gr41wdUYtmCCBaTikqhasfWOW5EUbo0+IFOyNx12rIQSZ6rXxIE0tND2hfQ8CfCv3j
Mur1+xBS7DuBD9G5aVBBxmdr/uAhRwq+AkzqhOIJFjYlsgi6Epc/dAsuMmpaBrPMRpl2LpeV7gYQ
E6o7rnbIELTSGYCtTmJtguopwi4+9mr5uarV/AHXsVjSpLCSdYAAxYXoELmtdQSis+6s8FGFnNC7
73NkaTAyYtB6/2ne3ETcdXAJmQUySefPVYIkMWL4iC8m9lFO/BCVmUDOFo2djxkKdy+4XBantwfk
uPABYHAlGzvX5ybsSlSYJ8U80II3L3osjMe616fAycvqoR7ivf18c3jguhEGfC7NM5v79jqe0yy9
aWFFdjATaXALXQV4AniEZXSn4P7SbkolOfCTUaAjIE+wpruT9CrpYIFdH0Y8wnxBl+gnLrQW8gQd
fndZpiJ4qYxBWXliJ/TGKj0kfLht+Q2SbH+9SoViTBR1Y+Jwjn4ZNK08QMsXTovZ9y/3V3mT3RKB
80cbEHUVhKvk1+b3r0mXosrTQriwk3E5KmHj0KEIp6AuHOwjXFTbcICpXmIdYQwsP/eA5beNYOI7
yPhTSLBlgZZfx4+JCG4oJT6UnkCEap+gaDikl9qx0QupmZ8nAecoFKdEG7VXhKTnd5lTN5coC8fD
/Ychg13dRfLHAOqBUkljg7H29Y+pQUFoTgT7JdI9XBuQaAlKUYq3H1LJi3UdFzUyRo+rG09t4kEP
nco8gOUfTqjy1fj29QAB6wGf98rYKw03V0WtJlmc7Kk1EXeGIIISaG8e8M/SUXCOyuce2eadZ3eT
lshnR9EgQW7ciOvUUxsLYCIjJtjcueE/RkXSZSR2+VfG0EQ5AJY3P86q6+wQnDcuPOC3VPh0FuCF
rW0MUpI/DU9m45Bonf1d6GWBgpNdq6fFbLT02BntXm9oOyKHhd4ezew1zK7VmwGFeGmpNyyjX5hV
dlSjJvcLrNmRosGP/K170uCzSC1GExmw/nq0iWkjvqwl8fReV1BVc7sHxo3Wzj1++/aIwowRpIpH
3rUm0iAgEcW0pyFDLVH2QW/d9Gi03vx+rPsc4OasYOFdqcLawRHePkySLtxGTU4CF5C9OgpUQZzp
nqNgQie89GGbXkx1dI/o8KpPFi5gO8u8vdOJZ9KhQWKMD/cvu4Xfbjum7oVXCw/QdGeWR9OZyofe
Q0sWQ0QypJCeaWW5wq8Kc4/YtnHREVqKt8hXCV5vdbfMkamM4KiNg6VnKJN2GEhjtagfW+EUwQwm
2Y80DKXQ6BgDq0BeUrEV40XFamjn+rn9uBgqh4JUF+IHWfbqxu0GME92yiWnaEN2DJsGwR2tc9Aw
mvey6q3Xy76iLU92h4DDKpRIIoT2Q1Qjor6zAqc2pkOrzcoFXwHsDgV2gPfPymY8i2crGceyML2+
v0VuaCOYUbYTG+sYKQUPEKve5563CkNWzDvl79ajBDjCybTAJN0Y0fT2aFMuIOKQuWrva2qaBzPq
psde0/eG87eXOJo08g6n2Y6t0TqzSzD5tY2SUK0T9UePxC4wSncPYbX1AMEu0EAkpaU7LBf82/mI
xjmKwwZHyRGOrx/i5u3H5hwe2jD9yxkcbedu27p1ACCBr2JAxEOUP+e3cHh9Yk/haBBbhWjIsFIN
F6lSge2J7Y2A2X0QWrln4HGb8dDGY22cAqgiTKWugyJRy/DX6UxcM3H08pXU6z9O89RfVAfFTMZx
U4tvelN8NTOlfpwydfp+f5duXUIQh0kx+F7C3pZP5bdVo+YyexkYsMOcYBucqz2keKRkz5riea/U
uzXFTOkF6NKOn+5H3nq99GpJcPhcOiz/OrIxibKyke894EDVnITZNX6CK/3Zizoc43GbCO7H+8Wy
v06oAOOY0A+YpPAVc1eJbJlbamarEQdSeGPs61Fpw5aMevef0aXwDXTsirFKUUK7CGwjslR/LpLy
vToN1XctLPGEMFFdM31jKrXoWE21Q1GVICrrT301DL4X5yMCyCDzvonE1n5iox51GKTrhbiA+Mdf
SW3Kmi6Jbaf/Gk43/ZnZU9lis40XpW+lS1/imTHUO/CGjS0muUFg2rgXSLtW+7qrYubXCwTxZoIf
FGe27Rte3h2l4BE65j1q+57dHJDbQ8KrK/dwQ7c1NQkR7XnTQquHw7U+xp4hvNrCWhbZFzX5MRvI
qvuF3ap/jzn6r4ce3cDPnQYoFRH+jMeBQYD+2mgznqZLl5jfsXqMGJPHbYNMZNeHH62kbzBTp709
+RhekHiD5sLYNGL0AvcoLsa9hGTjamU0DObpl7gBpcH1VkXgEIsItBQPjmJOgebN+edxwj+Ignw+
3t+lW6EsJsagEpj5gbu5DmXkfV1rHEj2DbBLXh2jGk0sfDXybqc/u3HhSW7Q/0KtPoilKW87LAEO
ltXjwKTX+fdFlkY+VWCc+yBapwtO3Mvp/go3w1oOBDJqZ5387nqFphkhp5KwQrexMUc3TWFK5mSP
f4pa9/V3z0uUY2i27k7cm48WBTotPDk84dNF9Ou4M5YWvW71cMCXKke0fVJesN9NP95f3c37k1Fg
acJugqhJl/I6ipMaiWW2IAqMLoLzEiJqtMxZ835CEmen5XPzIGUo5rQMn/CBo6d2HcqLoBkyJR0C
0KJsRi3UAej0eH9zrv7FJWb4kqvmHlxoa30UpODkwHq7DNyvg5q4WPR2VY2BoowTupWYqjNPsPX3
fW7t9bS2FiiFJgBBIRsAJuw6Vt4uoT7GM7YO2hC7D7bVJclLQzZufUFAlJsqqsg8LH3M9yz25KO7
+lTwaAGKgJPhBFIar3K3cZlNs9M7RPdVan28DpagHgSKu5T9R8tc9uw89+KtmvahFk5GnRIvqbs0
UJshPuZNW53AfLmnaDDUnW/h1lu0QOnL6TCIK3N9FpQwGfq5GgKF3tY34AugjfvQ7I8grJOdqngv
1mqbGlONB4PeDqDrRv04zpb3WEpvqWqO36a3RQ9UvjZUCHRqCcZp6yMedUaT19NCNloX1peu75ID
lvDqcVLs8K2N81+hMIGR24O4q3OQDZ4yVjp7s1Ja74zlnnvWW1EePI7H6f6VsnVxEQ2wiczTyO+v
j4HVVKhTo2YZLAD1tSOGb+RGI83XnQR4axNiospup1FBK3l1dcVZMnmd6fYBtNLkk6mgojsLK32s
Hekt2Itl73xv7QwJguMSg0wMfe56YS6Ae+iQ0RBQTYiTavfmCRllQDwTWpz3n+FmKPlJBfwm4f2r
3K8qaDTpWLOg7Y8pSAYA65WN0fsolqU7obZel8QhMGHlfqSLeL2qNmR2EanorXnhIB5Kq9Y+4yqy
1/nZXBCkQ4Cystm0BixnfQGLJo/Zf7bWnFE7ZphoD7h/JVWd7XzTtu5haN//i7V6T51RGW7qKH0Q
LSI/qwoEakeZ3D+7XMFXRI0d1JbdNzcK2fJwdREHkBgLXL+vH2Oe1l3TQyoK8qav/i20FjXXqHPD
nU2/+RxBVGCh/P9lD67DWHme9iXKf8GEJVD6AH3dfIwjIdqzmlV7bcnNYC53FKQA2vlr9EbrTR6c
N7xc1EGYoW/UVvw4d/jDn02NW97/D3uehiQzUqQcbtyYNaVQ1CFDr1r0mE3Y4UindTIeozzao2hu
rQsOLCMKEI90k1dbPkRcS1NExpav8KNF0bx9oL36JcZqbufavSlX2RV06CVjkGksGnbXr8temtYu
E+mGw9jwG1rWue9UeiariOQ4dAiflxOenMuUf7v/MLWt25ERMCcb7jQlzeoQRLanZMUYkm0l5vJk
jwCmK2uuzmk/UC33inXOC3P62OAV+p3RVvjU6viDHah8smMVV+JsoxPyB76BBcotuBv92xvD/PP+
j9x8D5wVmbEwsV7rM1DL1anm8f3z1NH6nMZj5Lu5Ev3jIeixc262HgfZOxMw3JEo4Fe5mVVWro34
1gD2EUbQwv1wssVMt0QHlMOEdI93vLU02Von0/0FEF9tMRyMEz4lE592nAuOXmmn30xZT1ad2wZv
f4o0JqSkG2QA2kHXe4yjG+dlwdLsJqW9xUit/UZ5MtiHpKY1u/MgtxYmPxVSVRYM5LotWUmwBk0p
Uj8tDS+jmneXUk+MAyCR+Hh/YVvvzINSgZAMMlXQa64XNsBwi8zR6wJUNNVLpIMHnkpznnwcewEp
w2f+437AzbVhBSGRBUzT1+P0wWw610jSHgyeqTxEuY79SznEC4e0C3c+UlufXYjSoA2Bl8vS5Hpx
MDucasaPK6gGc3jJMrtTAsrBwdl5XxtxJOAFjJFkKt60zh0dwY5CEMcaDezsi7k55mFT/Lj/5Daj
QL+DjkGdZa1vGytNigEQJ0rlhRCo1Fax/hAl+rino74XZ7XX4zxpSfRYjY1VHw5tU32s+zjZaU3f
tt4kpU9Sm9jj4HXW9YZleglGGpiy1boRz482DiCaX9U519LQ5Nl3FMSrP8e5avuLUeUaxUgfOxki
xLP1JzNC3Thi9SceNBUXr6AIRwqwMskdrjfd6f7Ac0JTfBVzt89dUuZ6ENZlQ52vxVn8fmgzjE0x
2jSwaQlLbA97tJqRbkpS88EVlBLHtsqW13bO23AnFdw4cKRNMPTkcAME9yrrHCF2A40DFhnBbD24
RTJ/Nmy8Kc0Kk7x0nJXz23cN6SD7RlZBsOauz0AWlkjMtchPNaRO2JyMGFg7XV3vlccbCSE6n8yP
SKVp3K47D7poinSo1S7oWmwvudPSV7I1NaiwRjwvbVn4WFu0O4vbuEwAprMqqAR0Mte6Sgv61YvR
8TDVBL7qiMvdiyCej2fsnpbe1qkg8QQDBF8EKSf59781xfucrgqI4o7tmiF7hkPMN0MN7Z1cZisK
74lWCq0iCju5e36LUiv6oCsQuuC8qsr3ck5GrAbqYk/b/3bYxwsibUFUElk1bpTVGbe8LjOF7nYB
IXo1sN0pQgQWhPihLBP770aMpvbYtCIa341t2X0GCD//ldq2oh1NLaNnfH+Tbr1HidBh9s8kmbx7
tewSpnEsuAug81HTRpp+GXXjZ6l1e/yCrUhg6IAocxggMq6OQzOqkxouoM1dOmI/Bi0qL2ZdZpMf
AtraSba3joR8l4wXaY2BpbteVTZFWS4MRQS4tjjaOx2kIA66Q6pUB7NZkuzFS2Fx+KOhT3/df55b
lww4EW4ZOvx8LFaJ6SzyVmAy3wWxpdK2nbuc8QWzjg+aF9mHrozn//ACHSnyC3EOMaU1bSO2FARg
lIE0AhNkX3EUOPpJOp1qW6+D/7A2ab/JyiQUZl0Egh82M/hQQdWZ3QMjMRx3rHg4D3bdP1hOuXex
be4YZoDoD0hE5FrMBzoaZpEVd4wphvAprhSDcYSnPRqxVu/kEVuvDRUzCTSniQTS53rDDNCQuyEx
uWNospz7YU4Rw3aSkyPC7qtC/J14v87Vqqdpo+PoIZbMIIOgq4CDM3ox7akA3VztUAy96yH/ND3V
EwrC/oi5+ZdyMee/DaXhw2rMafxiG1m5d1C2HvHvP2N1KOnPCdTi+BkDj+XQ5QzRqh4Hp9yKo//w
xeC6Uym0QatQmF6vOI6NgRGDR/rZa/0hQX0J/CHWTU07mcf7G3XrLneR5OD8ySHq+kuvqWOqTXgs
BvGsZMg+6eOzJOZ8vx/l1421focAKumK0FAhsVitaMCeSUzK1AdhiyDmEaP7+WQkLvYQahlhc+OO
z2hhVc9xqcJLKSbzwcAW+GxI/QjpTDx1pzbrnfmCWqx+hh1VvZZYxj101M87+fgvxaCb32qx3YBb
0Jldi57rIo/KtG1wLtbb7t8scoazWLAePpUc5nNdC/CnBbYdw1nXs/Y1w03ne2wa2QmcY/onutJa
AdbHFXWAX1+58762diFQP8pJFHPp0a12YVmD7NTogQeibJ3k0IyhewH8Yv0hRL/HFdzoWRBAyqJL
/2IkPq63YUVPU0ThzMFz8JpQpgIdZ3e0D0vSdgeGgP90opkv9ZTs3Z4bi6QnDvgELWJ4JjcnvsUw
jQSOhu7QRtWxayYOupWS1AWaMeE1d393bqwTzgV4Jm4YCA5rEqbZhzgquuUQpKFr+nY/66jvjDiH
NXX5zqsb/ZRk6g99GsVOebG5Ts4eT5je2k1z1xEVKMC8oDfgpmNQpFZxbAYtPqvwQS7317h1i9KF
pwdAVQsKbi0JW4ItmA2t4aCXRnJpZqjEpVP3Pk7MgJg61zlooRg/RQpXjDIm6UE1EHi8/yM210vu
BAXVMikg1jd5mEFb6Rh9Mdivnxa3a551xeKH9Lvjvu31UrLBlWQCzsVzvXnRcG4gr9OGHSB5fbDK
yHoJ89x99MbUuagxcnrLMjtBUecafnqzc3TTcO+TsZFbSVTu//2GtaeBOw90pw2MN2tdtN8nFSke
uwnrz2qLStk4Jd4nkRbZzpveuNHJTVGk4dxQ56xPrQg9FJBhDgWDGEY/axPE/Uhbd6JsZAFEAXzD
F5l7fY14jiKctnFLHgKtmKfXKE6r9NCYnfMetQX1GMZ0anYS1c118SIlBEbKVq3SRVVNRI/LFg8T
Cd7FL7wWF1g99sx/375Jtd/irPIbK1ViwKn0IpmA1KdxKsJjU+ddMBZjswPc3FyS1A9Cw43icJ2Q
5lqEBYLVcx66IgrSpZJ+btpeB3JrFwIPVbHqo/0Dge76JNhGgw1ryqvCCAANaNR1yX3N6djPbRPE
3LWXYrb3QIRbR520l6YdCG1JCroOioGylxf9r45uVT4ikTwfOisEsgFdeef63tyKsnGAHJQEv69O
urYAm+g65lZ2NUNpB5mq+YvL/QYzMw+iUojP/2GHMGB3pSCexPhdr210E6OKJnImozEQgZ4GmCLF
1L0YQJEe/kso8jMKFkBga5ipNi+uMsuZnCay7BLPWBs0bgqboTLKnce49cbA80FA4T9a1fIr+VtV
j1HejPenvKyaqvnaN0v0RzVH1vNYauHr/VVt7XuZyTPSRP0TI5/rUNTxndOPcpykpu5rZo35V8Ut
q/+yINpgVLWA2qnbr6N0quKhzcgXjy6ectLzqvHHrK0vY6nuuattbUEspKTpoWmDaV8tKFL7ZdJc
PuS43kcnF8DuJW/T7BV9nvakpGG4c3FsHWlgAiwKBD1iAMb10trGw72xpMtqmFMT1L3q4cE5Tb5L
1wMLFyMG97iEf91/a1sbhPdFNxQUEhnL6pzZqVLXU14xTS0y99UQ/QjYGvfbcDRr/34ouddWKTg0
8f+FWlcl1M5Zk9W0WlQ3LqZTEifK+7xylNq3x9g7OJ1VvJuc0hAIIWtecD/41svkuwn9l9yBlvlq
3yx1mpi1UtJ9id3lHdXmh9xq1UDV5+Vdosd7mPatwwCoC9kK2elBCvL6XepWgxdpM/ZBbKrhqTUt
QOtCfTOHl6QPdgCzYoQ4JMTrOkoXDqTuowLRPYq1B6ih81OUpd3Oo9val1KlhqY5bYgboWwUOBhJ
jxn7culnMDrzDP+UlnHXWvrJwNTHZ+j+Zr6RXJoEqtMu45WtdUYyvdDTSNAmBDOYnesuUeHMIf56
f1dsvSauYLY9LUlQH6tdgZFPbdhJzmBjKmpgBJn9Dlf24ng/ytYZI10FMw4VmlJZ7s3fLuEJlUzD
Gtj4adfE35K0nPxpqufIdzL7vyRUJixkaAV8WZCBvo5Fv9rJe5uGhlO71im1quLUoRq6s6Kt00Qu
ys1ogA8mAbmOIhHykDXVEfX2rnvsJ1MmAlZxrouseHCcas/MZqtrTBYgQaiM24m5+o4xzlMBXuAd
CAQ1wWV38c65ktjPprJgcR5Oqm8stXXCYAyD8cwuDxR94XnR5z1c/tbKmTSzJ6X6DSOk65V34zDi
JDyOAWOl/h8DHadDAdTFB0KKwVmUmj/evnekOxydY/haqGNex5scs/L6jnglBt0Xx4yro23W7bfB
mMcdBO7WYWAyKqET6LzdItKTEI3+0RuDeGo9dFlE9mVEsuz89gXBZyDLgmok5WeuF6TleWxoUwmN
MtQVH+e9KJgVl+xV8fboDFvnzkMTl1qckddNOVO1YwzyLp4ABHWhn1ph5TdaOLxiIT7vTE827khG
CMzNge2g2bhuuAvM0MG8E0qLLfuEJEDpz3k9nmz8iYOqd1xcw5o9gaSND6rU4aasQUgfXRv5o367
VwaMCnNX68ZgMZT0Dz11jUvVDv3BEG32czYQF9NFgo5zb+zslI0Hy1gPpCHTbdDL60l6DfyBaZ41
Bogs6ycm9/+IobUuahrtZCc3W5JmkQcNBjwCw3SocNcrtAcA6EkS03SLc3GYBUCBiqHry/0teXOm
ZRS+brw4oEk3XKU4a0q69zlRhn58tEHWvC/DKD+RHL7EiO29FYIqw8FYNFBlRbFmjRqKcmNsh5r+
Gv6g7llR+xYXXTN9xhDBeOthk05xgDTZfPTekCG5fn76zAQzrDpEcr2pfzS9Ygnw8C6erHk3MZf/
1FV2RyhyfwaV0j4e4td1KLWLCqeIcAQ27DELtBEVPae1s9Ncol8VgvD1Ia03DzXNb3/0pmjnHd4c
QBmemlBaVkgFyVV4GLZWlcDtCArhNUc6Zc1LXVRTUJCKBW3ZMPhq570k5eYcyKAMSyV+n0/Bes01
mgpzjglzoKVZdRBOWJ0qZaSNmoTR6f4e3QxFzc3cgEY42+f68doLn1xhGXXgLM5yFqnO3WKTrNet
M+8kRVuPkuQBIXFa5ZKHfR1qEbNjA+6oA9WL5MgeDfMfelz2kx+h6/CpMjrr0yLG+Mv9FW6cdQAZ
Ei8gq0iQsddhG35KO0ZaHUxa5VyyeSC7iKruPzxHuSyKHT7fwKWvo4zWFFH6sk/KoSvPhqXogZu4
yHmMkXf8DwuSGAGuMEhta2/KaHYUzwxZEIIu9YtRcEjpptn1HjNxa2v8Ev9D90aHxbJeEiykJs7N
GmRlUhzdJv059R7AlMHbmyttRYL6D1mGb7fs5V8/PAxLPYU2CbaB2uJeXEArfpN66vOQWvVbPzEc
LeZXvCNwDxI0eh0qYpMoI1YwgVUniFUPo3p2F5ShKmHmD/ff08b1z0AEZWE2BRyZNfWPLZAMYTaV
QVTZPVzLOVfTdzo53kPGCDM51I5b/3h7SIYDIL7oEN7O52d8JhMWiMOEGJHYQhfWT8W0+JrW6efS
dfeG5FtH+vd48u9/yxSmPORlDm4RwK1CkKTuFLTT9fnB7UMjyNs4PiOpH+8MQm7SE16h9EkB/cYX
T11fySWfa0tAMgx0pSyP9MTVQ05H5anNl/aw9Hr9HHkuMnyTvWdMcLtci54XYBnKR4QP1gw5J7Fa
u265wcq2jR7yaEE9rYPzMUR591mquz84Okfl/ju9PRwElZhjSSEn8mrHejrAlWYY6oA/DeYQpfI4
UUf4+vJ2kzX4EMzvJFcX+SLCXb/OvpIEXsNh0JpP1lcxTLM/YU37uUDFa+dw3Cr5EAtFQQZZYHaA
8q6WlVp2riysDEQmBEh/yISb+qVSZT/yqayeIT6W/aERBeTSftLEO+DmfGwzqGfIly9R8sMOM7ic
rgk01r//xG+/GBTVpIVcFFBf3PXBbYaqKTITrmyhGOnnlObcAYtc88v9KLfXA5MmsBHIP9AigB58
/bAtG7Ps2CWxSTHhxOBTsXymx95rn9Xf9bFzd07N1qIISJ1OpwDYtNxmvx3VZbZbs6HDGbh2Z57a
Nu+aD2rs2nsivFvLogHNzBkmLIOK1bLob5cLG6cJ5gJmJXZBeYaYmB350uTnPSZkex39XxID1xki
rTCqI0kQ5OJcY4tTF//kVmXXumkcPWA6V703q7m62Gyv42xaSubrk668gz1ivjpzCIswHBzxLuy9
/kdmIyUUZl71LYXb/yS6yH3qRGr/NIvK+oIytxk4cxq95LWWML5qdsE4t7cZvx7NNtmcRZ59zQBx
Qkpmw0zaIJm70kGWJlM/NYuePxrdWLz3nE59Lq3Z+D7DVd8pLrdeFcAFiU4j+YOmer0l5tqtJ3cw
SK0782c/Rd57b2lKlEDMry34372u4lY4IEcIeDFxlADm63BGmXih2iYimHWR/VMq1nTpkUs+UJ64
fl+Ye82djYsTHC7fCW5N6VS8asJhb2CWHe7awTTow/u4azWf7qn5UCOxtHNjbHwYCCWrPAJSe60O
l4q+upplGgKTVjssJ7fpsX9WqREwVOAk54ZwAxElezamG3sHeA1dTG5ReprrKYw20nFgWos1Vx6F
X4QJU+8MUU9MT5YxuzX9U5H9SNq0O2s1CMHT/QtMvq/VuSPDlM5WNDj5LqyebynC3BWV3gZYuvTf
MQMdD61bTBjYjPGpTnvja4l+Rnis9DF5mctsL/7W6uEtAM375Re77o14YgnR5RQiaKM5+173gLgc
LKcfGkeJDm6SLq9z3Y+XunL2Jg4bOwt0LlBT+ej5Mq9KCgiEltZNvQhqV3GCBk/Dj7oaxU9AFvJP
9x/yZii6MQyxZYdyDeHpYEYzN6lEwHdfvRRLZPo98L0D+gHL4X6ojfMpNewc9KRkS3Q9Gq16re08
i/PSq8ifnRelHTu+yBYQTw3x3aPQ471C935IAFTXV4KbGrmdLEjEt6nDdNR2w4Rq0LKVQ7Io8/Mg
rOnNTRLZ0Pq/Rd5YoDTYq6LOGraA1ZcliOyWqVA3L88WGu47l8Lm4uTZZOoLqsNadSRHRWjoS2YC
nfHB+JZ4ff68DLVy9JY5ASGVe/bH+y9w60AYzC0YymL7QJf++mnWsV2rSyLaINaRdAsr9AC9Ifk3
0ZP2IxTo+dERlvferfI9ds9GbkGrAiQpDhvwkddiB2kzCmEkbRuEfWZDKSzag5rpb68SYaXRgZFo
IDlKX12yc4NcsU2ZHURq/WdV5ss7hIDRdVrm7nj/QW4cOhOvKFJdTMhA9q3KGiHqasHXjA0Z1rg0
pOQWIz49h8baRf1sXKJkPyyLWR6U5PXM3pw1XYCqLILWMHpxwKi0eWp76H+HMFHEozvUy9d4GPEp
NMvsOe0B2N1f6y32SY6oiE+Di4qYw3+9axYXlaFSYhP4x5GowN5xGOjiNUplnluDRg3a9e4xIv/x
y872zlKuZOc3bJwU6JSUrCQh/Ia1JlmUqvPUoTgamMWYn5AmHD+MjQc8eTomhbdneL6xW391LSGb
c1TARl4veO47gXMzC0a8In7KKzv+MvQiudx/rhuHkSi/mk6qRaG9+kbkvRY7pBysKbOtHwOiPL5n
FM07z6nrpyx1xhdylpqsb9m7d7a2FCkdfHMuAymQv1rf5M7x2Ko0ASLNusRt7QZlyigpQiv5IpC1
Yqam4du1GNXJcaf86/2Fb71MqMYMs+Q8jQbmdXg9zfKwNukJpJqxcOU43xvSihMGDz9VJdZ3Ltmt
o8q4h/sOsCJp7OplguQx4zLhUljYNpNfoR35qJdZ8n6h67+zTW9fKVN3ojBxQZyUSej1yirXa9Oh
cUTgjeH8Kbat8FBUXumD2rPOydjUQZSEMKAQFd5Z5a2mMEkzYCUpNE7jlF7tdWjcyEQfR7UIHCsK
Bz+LUVDXe6Xlog3bOvfVWTcvzjJaR0cZ3OaoOnN2FkMZZqesik1f7Zo29RW7QJwXriysBnPs/rz/
4m+HqfxIRrTkv0AGmEqvEnzXjtIqGdsuaKdoftIX+SXqs8rvu6k8Z4PbPS/2CyP9wItMpKnUybYu
idG+GcImfwYcIHYfTQFGIdfPCmkJu46QvwtmnK5QAx9+RALLUZye8pPWVe0xDXd9Mm83PVRtyRaR
yrUQceTf/1ZdR4teJVEoYDmlKSKYyjINmp9nwlDPoNeTKfC6dk7P9x/47d4n90VsCtEpOpmcuOug
gMoclJQotft6bA8MH6PDNNjhB5Hm1k734FbfypZi6ybXJR9gJiGrd9vPHAkPd7YgVNBxPCVNWCy+
CNH797U6Hh+7BG2sc9yBB/ONESzMYSjt6a+lVQbj6OFcDSZmsdx3bt+2xUFx+uHHqLeY6ynu7H7N
p7GeT1HHzvRFqYoP1ZC7e/Xg7Tvi3WAnCsCLP+gXXD8ukL1VmKdsyj5FUN0cbecAKkr5GVVxDl1y
KF7f/HqoTkghaHLRd1lXZ42d8s87WRs4qRnZvrnU3qdlNK3X1hp5bDvBbi8nQGvUgsxwuHj5n+vV
1VmaoibpKIc4V6vmXaYbofVjzEbbwrE1L9z3oF6s0ccDmF2q5EojTlbRpyEO9YaWnvKxWzRpVVV/
05kfIsiJsHXsu2oVv4uKhA55P8Qh7RJleY8wMpJWsVd7X5oaFrcvJaJoqoyu8zFdyvh16RcEuFUU
+dNTmFrxByd0++fRVdQoqCryIb/JY8bIWW44aNFVjaiOoIysxjdDsH2HUekt69Dkk5deBphf82Gq
RwwqlrhMaz+CQBs9FlneG35WLdjuevmkwglbwsZ7qpIlSg+6l6TDqVMat38ayPDi7y14T1Qc9S7S
j03r1RMuy2r40Zgyrb7MDnRgQAN56/w/zs5jSW4kCdNPBDNocQWQWZKyqC8wkt0NrVUAT79fcM12
mUhYwmoOc+J0eUYghIf7LyiK2e6PtUEE6eB9dbVd0bSWNxRHEosPLdDLL8SkViLh1gzUzijv8zpt
MdR12+dIV38fLAb+0sXLXEaSGTKSUgCGt8+qoqz7AZ4OYtaJU32HjOScPbPtdL907PbH7VhX2dQm
1uYCplY7VfGIjG3SF+rLpLj2j0ZaRt2Osjt3UkAHlBPH+jabMtXanQu9MQNECVsMllvv41jr1WNa
R6/mHTAgjY9ExxAk0hWfKq09O48w+wyMxvQwD8KJHBe9/F4fyyPArvzi2+9EqR3RL+RXoeBunr9T
6YhZTwA660uHH6GaNmcFRBz+WlN8l2et9nERpfX99lTufTAqjnJhQBhjoVwuw9Qd0RCY+GDFUrIW
08kNNR1D69tR9j6YzJGkAJ4Uz9ikv6gDjfbSMrS+6/TvcVf921S689Fu8/9hrTMUwNy0vSQl53I4
hjPxoJiEEdTJlL6pAUiWiF7GqHWskfLw+kFR7qEOQ++C5+4mVmPopV14sxEkFOhDS8URcxjxG6iX
JTm42/e+En0mCGUk8UAANqGSRZutFsGtQOshna51nNw5Q/RqE1LWuvV/4Sny2bW9oprKgqKVLEg+
Dt0vBFnbU5nr61lnQMFkT0dKAbuDAgdDN156dm0HZSveYjbuiHQ4LgbP1dgjhBwVTnQk/La3r2CB
/784cnH+lY1JMUjdUIhjzKVzpg3V+LrZjhjzeet5Xb3isWBvf7y9OK7SCzmXVOok/Vy3EEK4DIrh
fGwX1UrQ3mwaP4r69OtEUf/cJo7zphjc+qgMuTedEjsrH+/k28Ym6cy0HIUOlaXfWU31MKzNzypW
9YPMbz8Ii4TKPV612wLk4k7lrNs94uvlNDx6LYSoVM/Fwd2498Uk5oxuLjUkCumXk1drWVWmg24E
eAymIJbQyh9Q7YDMz72sRO7T7EX/3f5e1wOjHSZB8ViTosC1RahntMQbbWbtk4TooWc19kdtMtxP
t6NcpWWSTwanG6U+Ssa05i8H1peTniSzypIHQHs3Z/36hGKS+7aC2hWUMzlAPel2UNXZeHACX08p
kSV7DwKo7OpuMnZN7ZsZx2c+nFuV7w3FSL8OKGY81TwFHwwzqk5gVoYDrsH1JkCCgHKnJ+1tJcHh
crgYD/RFwuYLlmGWKsOW66uQn0PTGr5V3KLn27O7H07W4SEJMs+b2dXS2M5tUt1gqe0uMLzUA6AL
TExkw+8F+ceDKd0Lx2kJclC2zdgNl6MbrAzDopUtnk9jG5B+2aGN+oqvxWn+GbE65aBYvbdE/zxk
yURIRLav/lRzMnWOERWGKR0HJNkzZETXPGgD7i0UmF7gbji/JNTgclRZp1TkCxMmcF6fvkWTer5T
5oye9wrkLE1bN5zB9YW3v9zO0GQNBVQkb0nqZJvVSRXQG6K+48sp8fxUSBkob+KUuR1FnrmXCRbV
ftmkYVUSY5sIm5T7y6Egygjx8ORKKYXUtPt3nmPlB8CinVlk4cvSB8pkgJm2xz8a8ZNdstH1TI1C
xRCZLykhobc2daCZgBmEdShJt7MgbZhs0kiGJXJVEq/Q3EDrg4suMcfvWh67j5SOqq+o1iq+G5X5
Qf4jP8rldEqwBlBkiTqDKbU5pR2rxE9phfGsu8v83sxmcaLB7wSFicR10TZzgBpf+SjipPzoJnp5
sGauv6aUgGSvY5/yh0x3uVDRgSxUb3FwzS7j+YdrR2obghIpT3Ah4yPCw24wqSfOB5VlzM27ppxX
AVGroora5t1dmy7mcweI4g4Bae3u9iq9LsFLGR4XxWb4bbCttyyESnEgnI3wEZMZSl1aTeKksiVO
HiX5p3gQ+TNMyOxJJJb5OCvi2Zzc7v3t33C9H4mLkYy8pdAC2kKvMbhTbGOlXK3FhXhQU605xema
nP+HKPKupVNO+rdVyKJmzBotqA3P+jjcp2S5mJ4hy387yvWukImK1EKTUqi2samLGUMnlLxC397o
7eLZSNfpAZXj+DG1YS36Wj30Bx9wb/I4w2SxnVI/2IbLhRmbvaavyCGGa2t0HwcNus/UuP3964fl
gESmdqVjS7qVmC8zxy1qSiBYWebmfSJG57FYa3HyVIEUlRYfxbs+0ZjBv+Jtbrulxu4J0/gKAIzy
pkCS4Gsp1OU+teosdFf3x4DQykEV6+rLUZ6j6QZEhPtc8oAuJ1KNqrEpY1oXQu9Mf8pGL5hNp7s3
pSm0ltZHjtpXm5x4yF9JFiv9S578l/GcpFr7IZtYKUqSnmmV4Mli4DzGrzxiu/2BIV0cnjKWlCWU
iwQM4SZXERyP9ZjhPNN30+JRfxTxN9aSeOes4/QAQbOs8MNZioA6lXdq0T/+qaaZXvpdrmbPw5ro
n1fdKJ6LJdOe27woqSOJCcsnsyp/2onL7y/L+iuP+v5es7vlA+YSUyBSoxW+UncHid7uzHFmUWLn
hkWk5XLmKoQuFsF2CtNS2M+z6owna+Kx4/a9crAortahnDiJn5Waq0C5N6FG4Rhi5ukdFvbyw5rd
6ucclctdlQ0JhtZtn02BWcDju73b9qJK80ZUHfkfcIjNAL2EnNKgJ1nDTKRnLwBgFpbiR20Tn8sB
MEaS69rpdtC9WaVYAmJAipmAW7oMuuYZmGtbKcICeCCgCLTuAcT31AmrI4/l3VB/+GZoBrEmN3f5
LOH4MeZd4YBZo28lVhvk6RyFCaYUrz2P+YA0DTySBi46Ck+Xo0qgOJuzpNeDaHPvHAxvwskappOS
J8nZ8Mroy+1ZvL5PZUAcRWlX0MMH7HgZUBGU2nRc5UJNxBkNbLhuZzyIi8exU+rnOV77J0Vk/UnS
K/5JvU4/OWpWH9yoOwuIKLiy0dQGb76VafdKjD3rys3DfkqdsAPfHq4C8rM1p8tbL/Ja3y7N6iDo
zleVtElKini+gzuXN9VflY++HOaxwAMibBojPUVZNH9aNacPWoGJ2e1Z3g1FfUoKNgCu23ZD24rH
5TITKu7U+K5HCOk8ufr4tre64vWHDSwqQApk15IOsxlVWhqTaVQKoabW8+todc9K24qgrrqjcofc
1ptTmjqYrNH/QcpeXeVlJpkrUR6SPnuhGufWXeP1XWBNnvcbopE4oblj3ncDZmJKZx09i/YmFc9k
GMqyi0ph4vL7tWREtgpHDGIaos/TqETnvlH1QGui8aCws3PX0viQavt0CBAA3hyrq5MlbWmNBSy/
SUXguGteimh1mN6uutdKo7i7vV729gOFU7I/WqVopmzONtTJYLXnogjzWG8eS8dqT3WjV2dN6dYg
18oS7EnWHhw9chBXn/OvoJuTIF3KdeoUgorImEqegcXyUqek8XWVOw+5YSRnL3e02hemnn+/PeDd
2JSzJDKTN9O2Z+EilTZM+spzRQzG01qpg09miJlpbyRBV40/c6/SIDnbR6i6vUVE5Rj+JHoWpDeb
o91bqspV0rQI1WGN7xfevp8zlQICx9WRY+tuKLK1P9cklMDNK4nKVlE1alXg9q19WEvVealR4IOF
ob7eigJlfgmR4m2Cjv32vmLShDmvtqQAlmmw9qtymkVVnDLhdOfXfzjeYkA7SfYwC93sjIq6YGar
HDfJYlcPS4m+m49Azce27ZQ7o8ktDKU0Gq16Jz7fjrx3c1GLpN9CeAftvE3WgSPsNDizxUm34jqg
e5lxbju1f3AXOwnGTiyJ76Tu16lN6s7XpcvVRI0tvP0r9nYqID6pNQYijZfa5SG0REjPUjfJw8HM
vIdRx/rANKuEhmz1U3NjI6SVcwTauHpC8eokM4CrKfN+Rn4Zs0n1coqbhZhphGC32Y8fHNz2Dgpq
e1sScRwkcmQdw97KZyCctAjsOHKO11G8q0y+p7uI6Mxt+cOJLMB+7eA0bxc77452yt7FguwQguQ0
dLjDNgOcq8mo8q4sQnPSuyYwh3Q+iT6P7y0r775mQ+P+dL1YJD4Y6iXocUFRDj7r3oHP61FqUkAB
ISu5nOIB4ZBExAhO21xydMg9bNuSMQtnlepNVoHEv72M9s4GrjF63pKXfMXTSgtbA9FBPCuzQEUt
3hpqgCLOidcVBzt2b2gOGiwU2WHUkEBfDi3rhNOntUHa46VIOaHa/1I0UX9f2NVymvv11VRrXiOU
FbmxXKaSw/0ynm122hrFcR5OYv4Yd/34OKgkmgUGe69O6NA0kFhzziJ6I9t8pJicuvPMPkfwrxnv
IMe7IaCg6Vx20xEK80/GdnlZEktKKEjDb/qcmwXiwXGiGFySsSqp+A5JYwKQMaYI0XX9vL4sNPX+
mUUhgt4bU5ri1vhhqiuYaACcz+U81wen4fU5xI+hiYCtHow/zsPLWS7wYDGHNeccVtLiU11Zc46A
am/e2zPlKj8qm/5zPDZVfLBwd+NSYZE4MrAG2zbvqMdlN0xZHhqT/VsoSnoCeuA8jxalcF7bS1iO
lvHy2s0CxZZjHwjZH9rZZqwevS+zbGvU4GeteEvpPT872ay+WQwrf3U2TShuNVDwkuS2vUnXeYz5
o3zmDuPRs+WmKzumxWes646sqq73pQzFAubGps+2xRb3fTJYo0mo2dRrOH5aFyBVs4RtHKv32Trq
D6+fRXlrgbDBsVXdUsG61B71qmjZLZX1LnG7OuAur87ukKwHkfZGxkOB1SGRrlf31VKlhqvMjAwC
ww9MvnEUX9syRnA/7V+GYq4O/C2v70cJESFrBt7Pq3L70aD2xIpTOxkU6bY9T47Sv2vdTv/w+vkD
9sL0QXsElS5/xV/PR02vqfGXTRaOPShTKh/2ycppdY2cOafbofYG9HcoeXv8FapKTUS7B0K5da69
y4cou8sN+0gPem8r846SEg4o0KASdhkFhCmXkOllYQsT+8mrBvdNJPU0rUlEvxw6kkEzHPbld9YG
HQrekEAzpWrF5naI+wqh4slIQ7po/0QRpZtyNZxTWvSTv0TqUaN3ZyZlBRPOB+kqjYrNGCMU5l3o
62lYUww794kt3sPfsQ6+186gJKEcdSaJF7lagJ2nl2bSEmUsm6nDwzeCI9A12Q+RKOItzq9HHQm5
ADa3ERZ31BXIRCVjcPNeFJnlEtGQa1F0QdaXVmAnieMvmXMkeLMXiguPwgL1TG6/zeE7jmqDeR4f
TDVS8IUR0NMp1tBHnykc3V72e5esrGOa7GLp3bftKxlJXqYzh25YzJHqa1mn/dYiBaX+KKXGTXOk
ObmJmSCW5Kl38VzqgVHwFq+gtwVzaY8/b/+evaFLWALaQvwsOl2XG8R06ZfD+UpR3FLSd9paRG84
9FaSwvjImnRnL6JZQerLGkIRfmt43yPzYJdrk6IFbxc+NPPunDcjNshJCoc+bzSogpDB7187QG4f
wAHAjTReGFfFR502nqvmSoC4LS4eYuz8HFwpSWmaHTTSr7cIzk0SHgZSmk7wlniBOpXTqHmahqWY
Cz/t2+kEYK07lXXVB54GBv320K43vgSUSjj2nyt2+04zohiU2GDFQN265Cu13vJkr8mR3cr1CpFa
EryV2By0mLeQjjEXdmGz80IxzEZYtlnrR1afnbyiPWII7w0IK04eZgadUK6hy8U4V8uSVZqCxvtq
KoDeDPNupswf3p42+VcuDxYiUBWGd80qZDVfRsFXhrbghKZWpU3VB7XzsrONFGHY8Ta8y/nPfCdW
qg99u7ivXyAS54lfItqNtJw2z5R5rhzhVSihSX3xszd447k3+uXfas3U+6HKl4O1v7MgyYak8bjs
oOAHfjnSlCOmtwbiRV25AKHC6g87yPjB09vlzi5cXAluT+31FufxQKZH/xX5Eb7hZcCiGbwqK8mQ
+6yN7pqmNc/ZsOpw2TrrkWaV+WikY3aQtOwFNRgf5UNkk3jAXAadcoPMXAgRRrGoTno+OicHfftQ
s0flGaG0+kM6VerBG2FnVwAO/v9B5dT/lb6oegdGAgAEnVA7Cup2dZ9oQsGAHor44+snlYKwFNBj
Z1zJzQ150c1TIzXgaJj/0rRZx+kpVSBh6IsS9iVLqaqdI03mnbWDKoXc8tSiEXHdfEqzFn0tkkKE
uYWBPF23JRQCCx1yUI/6nuXe3R7l3oTS+0X8Gbs9HvKbr9iMq+fRj0JUz1nagFRnOJmVUwazg+ne
7VA7BwBPOzAINC/pK2zf1FGk9FM9wgDo6d08rbFQTl1kVF6YQd7R7ptIU+4iTa3e4OUbHcTeOeJo
78luGGUYyS69XDe5LrKx9daZ+25+6QdveSdajKVuD3BnLpFthXeic1yjDLA5Z8iasIuaMQcbE8MK
FHtM77jemzBPl/bgXbKz+cCM0bOUBxvKfZsCsJfm+QIHbg6RZDYfu3xaqUiq1WNp0e8rmqz/opRT
cRB0Z3xIm0vdGGl5xIV7OYmLqqyUZtI5tPEa9ZOqUMNkotwDq/KITHm9DfDsVcHWSnMJJnVzJdlW
H2nejIUTKzL9oQCEC8x1aj5SxYPhSOH/oEK5Gw/UJkgcwEdUPzZDA3EBmYt8yFws9xEdnvRNgpps
5tciLn+13lgeBLxekAyQ3qw0yebRvO049W7SzkJDe13rOusUt9PwlPZiOLiJdqIgsygBRlA40Ene
7O4kWXNDbxVkkjWzuJcwiMdIx0j69rrfmTyKNogU8RhiVW4LRutk9KPGrRpOiTEbZNTzdBfNcf5V
6cb0adW66KAKsDMsabcMqE4yELhnL79Wbc3QjYQ5YglrqneNMymnxDh0Qb7eY6StNCKkljZxtkjl
1dVzNLzXMRysPn0fd0P0qHRLysk8a5STR+d9lffdwRfbm0v08UlTELqST8vLoaWpMpKvIPhLWcP9
5cVVEcSZEMjKQ9rLJtGebn+76z3NC4y6I19NiiVsoZqoK9pJ0aCK3o+lOOlJ2j5i2jiGVG+PYLw7
X43+Csgm6m1ogG5RP8uYeWs/YOGiVVP72GaGdpcnPElePSB2MXAwNjE1xO2FtuIN0bkaAxJYibzX
s244ZSbs0yY5kly6njrwIuCtYb0Ck4F/evmpaFYlzpAhSokKb/fO7FXrk1eWq+7DSfaOzMOu5ZYk
n+fPV0L2hSN4kxiIEZ4NvHYRjmlSTwGm4xKiv6au4+eDzvNqpctyP8YlYjQWOU0S4MhnjQE+SSpP
2Ea1Cj9am/b3sCpWH+TeUH+e52X5rbh9+mlJzOk3easHUK8t3Oh+ocRs+MWsG2t4+wNdbyskPSkw
oNHKgLQtSmSC2JAbcQpnN6Ze4yeirD/ntI1iaHKu4U9ovPEcmA/21TVLmpSc6hCkApRWWPKby8vj
xO3LpIGCDcHrq4hWpcUu1lq1UzOOy3CXjrN9Nps8ac/d3FH0WCLjP8Xp0Hdc88T0Do6w632OY61B
eR0IhyEr0JeLRyRx0c90GMLa6NOnnpfyaYmLIjCmfHjCrio+uG/24tGTBjVCa5w1KzfnX4mzmWlp
rmUDyVdp6UGZ55Ay0dXwE7CT/qj3R6o215udMreHhjIFfYq1283RT7RVipq8MnXSFqxDxw6s8qNs
eS+KPCrp2NJz56i+HFVkLMC0AWOGU5V5d3VkaWdaUkey8tcbHaA3luCIAcEqpkN3GWVaO62OHaLE
upueqLt1H8yoxYGRPfhqdIgMRY6KDjuN4C2GIMONqCy8lvS/7BffWsv5B2ze7kRKjqpbVMdfbm/G
vaEhsgu5HOVneAGbZdEgZQ+Tiby4MYUbdE07Zb5e1b2fGXbx+/WxZCLC8qN4T8nmchp7pRlZMMoc
Lr2ZPHH7RSeKT/mbSVmq9uAW2DlkWBBSuBEGDonCZlydEBUnQczjTUVkWhGe40d6UvsNIKQHjH9F
oPNMP90eoBzAZYXDgdfEC5xnv4px1SZopLVIVKnyiBbtCFgxTV7KfB6DAhGOl8WK0ocGBbxzv0za
t9uR9/YBVHdwRVJ5DezA5dQKL/ZWGNm8PFqKqv5sik7j/J/dX7fj7C0XqW8il6hkjG1G6BaOM6Yz
cdyVCjFCa1wRyNm9MedGHEzm3oGF8gZxuFt5m25C0UBYZmWJUMpn8/nZUNvnJiu4zN3uyc7n6fvt
ke18O1JJivl/nFPAD17O4CryNEpa+TitLO0JRmHJRYuvnD+tq3a/SJZ+koyePxlrH94OvbNWZeLF
s4Ntz4g3KR/oDE0vO8wQ3HjN4UkaxQDaBKyAoQ/KN1qElS+cRtzdjrrzKS+ibubXKOJlXWcKDQbW
hPc5HtZPWhyLoPHGI0Xj/QHK8jNHDPn6JhSDVlp14VATapyehWkvQFlqahojd3DTq/OTm2vDwQkg
/+hmM8qmggGWmJY6yjqXHxTxblHEtiZCJ8euMo+7+C3W3q/HY3Ol0omUGRUvhK34OwIa6uKqCI2k
XvxtQLLqY7E6OMQYo35EO/3DHNyOiPoexW4SKFRW5DT/dYUjXBCt6KiI0O7d8p2VFOPDFEcm0OG0
fqsJofwzLKjA6L3TP6pxWX805nxYAw6H/ONqWZzsQ2FboR7Z/8SJGQVkGv1/9FqpvhbWEiLeOx51
G/d2FUw6nmg0vtFW32Q5UTyvddFwc+rJWoaYUNvIEwOurAEZhZ3d1qd4rNYTfX3l4CK9XnOUmDkS
VY5jOh/bNTfbgzXkDqI3ltqki9+6efNBrdR29inYp++1dXG1hxG6T3wQ+HpfUY6RWkWURFFi3aIY
pskAMrJQ/B0W2z6vA9oYvO4Lf52i6NVHJKEkj8+TtmqU1C4XhD1gG47zDLW7Rang8DqoFaMeaL+z
FLQ9fGRw/gcLDlDHvBMBhwCO2bp9qErbDdo0cq0O2EWkqWefSyOZ/VTvtPvb59P10mFw9FXRcAFS
fuWIV0ejnpkVS6ccHBPTmzX/N1cq911b1/0J76AotAaIoCqKd+fbka9vHiJzUtGckx4V2/K9ERtt
a3vs6aVZReDlInquS266JJoROcBhvHv5HwKijUjrmooXkNXL70jq2i5eKnNl12mfHCh8flFndVB2
Qj8nKeDg2/HkXXZ5kEiBYDpYNCnkC3bzFIpNbTSjhvO4nI3sMe2M+dHTqs5f2hXwjeiLlxowxx3+
nyvyOd3PV0fHjp7SjcEPoEOyOZhjvWhHeoK8/2yTvnKcUrT1jdLlDPPwrM3hd5yhmFVvsnQcTpre
HqHWdnboxQ/Y3rdzq2jl7Azh0NLEoz0ChmQop2dUL4+ITteXEEkFrSt+L4BWus+XX1ZomKmWHjZl
SYZ+2Wq2ZqC6wxESYW9AnHZsSCqJ0rDmMooxz5bdTJghtzYt+2jhoFmisQmizMuC2x9vZ2/Iziet
CSmtxLguQ6X8Y6OZI6ZvuSeQEDZzv0JbyW+WUg0SpbIP4u0NDSohiQMjI+fbpGVT1YnGatQxtPK4
uncVDtJkqNc3DUjNg1B/HIs320LW3NCToA+I78l2XeBKXmkdjsZlBmWZ7Isetp8vivOLlpa3+oWV
W2dn0JfqbtGh+Z8StHfeuWNilXTaRhSGQEto44kKc/2SL5H97NRpliBBYKHwePs77M4LSEhepSCh
qKhdfgf6blSDigGns3To7sfJJLnqkk9pXHgvtyPtFE7IE/FgQWAATCCl6stQYnJjr9Wk0XPd9Oeu
r/sgVijpNl3WnNouecngS91hJyzYu6qL2986PELZ6g6+z87S43eQRFBv40GwvXvaBRruWLAU6rHw
Ys6N1fILnRXH09aArxg7v26PfGeOpf4vBoN/sLvbrmqCj0RTZvEciiQdHxx3ol45TRTdrEg5GNvO
iQxxAPw5xwXvxm27Qy1rQHkL9q9IN/dBAUfsYc3KLPR4C6DoLiEygzrdt2uyhkaZHiEv90bKogdp
APydV91m5Y82VNq0dum2pLH66BbGr7K2qy9Td7jJdg5EnnOAINllVIK3cOwWiZZKTaOJvlVjnMYh
bz4hH5YeiALsjkeq4VNmkDIHm1PDagsz4W06hahIrY/ZOs+npEBYrC6V5uDL7aQp1GqQwsAkGpD3
NgdrHa8q6cBgYGon5edx7avHIvKMj5qe6/7UmFZYpZrwywENv9cvT1lKoS6lAbXbip87mHLTuOaj
lUWrIWhakuu2dXZaksE4OG12zwA4IFImRsr9bzXHTYTa+sGi89cNXntWtTK+K6usPok8eRlqK38/
WfqAecRQhtgy5/7oufXdyNvoYLb3zgDSagjmcJXBSm7OIm103RYh5TmsF0Xr/QLfIsNXtUJ8TSoT
wHSyVEes9p2HhNR2psKICChYxs3eMBfdLlaklkOvHbAqrCfjroYz9+QulQrsdKHRG6EXdfvbXo0T
uz5ZRiIe1zmeOZdnLmVjPdFtvFZiJ/X8GPIHTDiIlcAevVOxJM7pdryrDQN+CogYnBN0eci25Sr/
62lJV8bWeizJwxVzjG+92TanoRmy99VM+ep2qOuh/dHxYm9ShacruU2JjDVulbhqQ31uy7vI1ZIn
ZwH0h9758tTOJGO34/1Rh7m41kE1SCOgP5xp3izb7GhYDPw6oUwvkQVkctG79auejel4l9PWea4M
I/rVk+7HoYEBWPy+WGqzDGrMBNbAsSMv+ly7Yv6MvGxa+zlnWvRkdp32T920EJR4/bZfRxg771NR
o/2fpPHqvuVdOcfv2ymeH0olY42iEK6LoMvtVvUHPfUSto5nfXF6AzY6YP5PrdZVkW/ZJZJwJVoQ
sb+OmfWlS8qxDhbXa35XqGq9qFmlfB8mjgRflLP7JcEzA6p6GsNVsoxiRcVi7D7EmaL+y0akVtB4
Ubb6zlKRgsiv8VUfzfFLPur2Y9Hn+r/LRF8ktM01/YUmcdecNEEjyW8K8MHv1sQtcfTJWucDIiD9
F/qgK94vStSXQdMPafVU5pr7ebUNLX5b9Ylq+SXrtHlZx2RO3juRYQ4kiH0m2XixWlnvo5JiReAh
FYxY5Gwkj4XriS/GkFhDoBjt9E3pyrT316hLl3PNFuCid/UOahJ4uDwcMUAt/REPmg9FLrHtphaN
b+cU0KY/VsZS+xqyTsa5Jv34NCoZkusVzYkhsCNzyfxx6uKndfTq+f0oYLLFMc5NB+t7u5VkdQa8
Hhcpe1f1tsiMmW2GgzVGpcLumkfa4sXznAGmCbqFfzgItr1OZTC0JkGSUliT2OfLfTsMMf2+0dJA
WapFIIrRObvReAR4vDr+pRuPBAfJlJ9ey1ZNC2Ku2UKrVAP0whLlVLmxeMIdITpZMZhOv9M98RLF
1vhkT21Phg4VevYLqFRZoFVae+TGDIDUYGB/b2p+kZxn6RkuCxFbeOm65HoqFocid0UN5pMzFsqE
x6nldRRD7NT6OscAac3edLET0tpuvI9nq1rvSUoy8qiqFQP2d7oCqaQZuuaLgF9i4PE5Jxj/xdWc
QALscsfvm7HL7iNqw7gxNAOUYEwQh+hDY2W5cap7vUz8SKSRdspLm9J+D9ftpCXR+L6b+pj/d5HI
I8cret+d3To+jwIcixROWCp/tCbnP+Qn2+rOM6YUUqXiaR84KZzqVAzCe9fpvfhRRrG5+i38vPSu
rePhm5U2zXsXONPPyVTY4kkEC9yfY7sXQWLX5s+2mezRT9t+fBsVOr47cW9o46duytdPkd4o3/M6
tt86YsQAyR67eA40KyYzassmf1Y8LxmDvKggIZitXj9lSSKmZxM477e6a82FtldXPvTJCn0tX5NW
PaudK75jVjU8LJ3IMDHMI+3TaLqD5Stj3b4VeVy/w/gIARMRr2BQWtfNI38c3doIYt3J3mTIEasB
BlDLp7zJnEfqk0gS84hFOaqkFOT6dGYpGw881Mc75MC55vNiWZ/ioqw+GT1dl8BZ3ewH+4FfqGNg
9ziqoxUjZ1fS22wKpZ7PbWwuo++5InuxY6Tbwim3WnTEE7Bhfud0eRNGU5m8jxE3mj6Obtv9SDKV
J2cM7OkzrlSV64tIn79XXgwEsNJF9Y+q9qt9X/M+gk2tlO43kcadgkpvH+cBln3WN3D9y8uEEOHb
xAVsivLW4P1e+fEvomuoEk9RZX8fkOJDWUQxvc+qWKPk1NtJ1IRLhYxAYHaRzlsgNRqKpnMcDcHi
RPG7UasSPRBDixA58Og4w0fSEKlf2ovXf6lLt/9nUgp1OXHjN2/xRMUox0g167lcWz0PvbEtDb9r
2w77AUuB9+j1dXbuSkUpAshvpnHW58H5pxqK5V+E5x3+dKuPxvBQuNaSBWuhjf8hhF11p8QV62fL
aI3ls2PE4CRhfCh9kFbdrDzPS4fIhZO4WRYiyWB/6Ps6faHnrltPVs7s+RRxu9xfuz4t/KKy0xJZ
gyH+2BmTC2ih6tYh404cpmcegKX3aMVmPQdTKmxxWtfFSfx5yIrqVEkJjyCplsl4qHpRfQNz2wu/
dRzlLkG1ZParsk9+paKK3taz2xb0Vxv1m4UVs+OXhhF/GGcg3b6Lh0bIhkDKXJmt/r2pWIUOCWIx
/p26whl8c3RTwxdNkb3VYTuxRPOpeInNrtfvPHUunvIpcq1nR4sw840Xs1EfKMebVpBleWplflw5
lc6zNZufDa+lw6sInf0q8uxjFUlLCJGv4lMETCNCNy22G7+M6HgFnsArVBg6Xamc3idduFpJ2rf2
jPn4fTSlzbtEa+yfTTU7nT+s9IwC2RLvzmAZxsmn0WMnj2Zm5O9jxYyBXhhj43yFDKvfIYkI+8KK
kaZNUjse342RXqQfdFDEbdBnXV2Q/1JV9JHz1txQGSbxkap756LVoLiDvy6NeHEwy6mCwUgijCQR
nKqR2rAJrIksLc5KV6F+m7lRsj715twVj+VqZr+VCKn1hyKL6+VEVzFRzy2aw0mA+bbjhRFTtvqu
EDEt6UWZPwKyjOvTYKb5WwoguB/qKAG2j5XT2E16l0VNnfh1vHrlmym24/9w13GcE+bzi3FWzLG3
7pxiUX+KeXIokJtcCmGn5cY/qMSTC9VLZtytI+zTgKeA/b5R9DIK2iYa8JF0Zgdbcj0rcMcwrUF9
VJTai9mKqzEH2aq55RudZdfwr673sUl0593kaOaPOPXm9H5tmtl+P0/uWJzb2kvKM4Q59cOSW+si
aXrVO2dO+Ca0ICHqeWmxsqz1onnIdKv8qZbZ1ATAIMcP5lS6yR2Q2Uo8LpOoRlSGSu3LCneSo1kX
yeOUTKWFx45ef8Nnwpz8SlTzl3yhguLPqzMMIE1Ao8+dwXapC6trz6WZux+mTqNHJP4PZ2e2HDXS
beEnUoTm4VYqVZVHsI0xcKMADJrHVKaUevrzVV+caBcOKvrvW2iyJOWwc+01WHPg7Qi/3sK0kYRJ
xk3prQwuuvD3tEpsmvJg7D6zLE0V01wymqvFzsyflbuNw/UmW+sB6N6RaSV6/7oeV2c4DE0jQl5S
Pz1mvk/1aE62vz0sU5XfGJSoVBYZnyUXXNivgnxoPhmlYQoORNF+L1fV2/EwDuYPs5gQGmeZnu+m
jGm+W1aodNc2X7Mnrd71yr1XRNHRX9W2pCWU2CnGH5uOXLHMKkoGwip3srM0r9jNJvcmKqYZ3Koa
1hFHUOydiHSI9LcRQ+2aTtE8v5BpN39oCktzVk4T7gC1zMzhurcGTkzoDOVXqkwXdYsV9X0SKAK2
r5dSFWXiIjrAkHa1jGvKVG9dY2b91hzg+fR17I+ldCEw6h4Yy6sGF5757HyeppG9sNxk+Qquldux
MbpNfjXKUttx76im+5iNIiuu+k3Z410V6rl53ii9y9ueFKAiJhFoi2DXddUpsLFA44e9XBT7TpvJ
VLOsVZIrq8FNIJrDJa6bTU+xrzSBRXKx+5T41E3g0C+EPmZupYtdE/TtZ7Opqiyux374IIw6+I68
lL9W+bnnQeGa9IehGrmp5Dk71X4ooyqK6c1WL6VRDQ+koLlzig41WPduyDD0xeq5SjicMpC1YIDv
2PuLXSXYx0/7Zsg1xvm5XZixCldmxyS85W6wxk3Fobtay61lrdwU8QxlB/CGMXtEGUDUi5UP2aNh
WLJLcqxXvuNDFDk7NZoZYNNg8pm0OU331tibwWEpp3K6HrzW9l/KsqSSCyrpvYjKNOYEAl3wJdxw
7N/ZXlO1cWDLbIu7ssnvAJSyMCb4RC53XuHKIN74V4m17fHcR1JsNPHa2w5m/XlpuHoncVHnWBnM
iss7FEHO0YknT/LWxoZMYixGb8n0P3KxCq+ELRcj6RjtFYpknjZjXiEvPKnR9m5lsxLHEp75oc6l
Xe5N0l6iOBum7CdsjDannK3N4imoB+Gkg+8ML5UVNHi8uMq6jXy18Vlay/lcADCssTZq4wjmY4Q7
aeP1c2AvH2+DbXOjeNSW+QvAwIMEt0pKgSXMduPaUDaZTlZkxzVcSjOpRq+YksFbvGpXB8J6pRFs
nL5GbjF1LbwB6swJ5V4Lr3t0ei+HqKhtPcS4xo5bbKMK/QYsyrlRC5dEb6sBYuWU6Poi6fMqXG4c
NqjqJlTV2rOWBfmIoVMG17ie+KgSl3HK9izJaUxaf97u3E7Y2S6UeaPjEkSLczVwJ4ANQlGXpFFy
KA4SgbuMR2YBEX7Cg6ycy1Dhr2xY2Fb3nf3idUSXHJDusQjG1TQfuB6VdRpYXRjdFjXEr9jMmuWu
QdFdXzUWh1WM81OhdthPiydTTNacFnIzv0PsmMx9ltvTdKiaZXwJTHw6b7hD5B8xVYNwMRZW38Ze
tAywN4Um5mY26ebmfhdeU1k7fWzPA1AJYQuGjwlhO5lxA+WbcqbgvNmTMWQUsd9MkDaBMVjqod37
ELhGW8Qudw4SFgBdJ4q8yp8T8HvxKYs83o8A7foi8tXrmJyFDhNTFiEFZed9q4U9j0lDK5LNiGnN
UQ58cjthp8cWYwqCRW1MdQxQimDUcW3P4q5bm1rFYxts5Mr6ohlw8WfeJv7WeM7ezUEQkLBFcjl9
e3MhmXHNVTwsg/whqtLv2Hra6HPly9CigpzcrIxpzvnVIfMXQmoRaA8hZRikv7gmivuZwtmlUHN9
Fcbjkjs/h07ZRmzTpBb70BiH6lPYrREpPMgyghgGxKquBjUQR9NGQZPKwKlF2pOH68X4Xw0YQ9Mx
ZTuLInoc02a04tCUpXu94SrLY4TQKg8tEn4yCvqK3uiGtciWdEu4WonTSfXR24qljRcyAn8htfcb
bgRlcDv1I+0Zuwu7gCPQLJqP+Gx3X6U3c4JUzMstrjd/u2VnoKx2+onSBBqx/auri+xharvxi9gw
eL11aqWNFNR3TZfCWec99qZOllRRUD+bSqPfURmm4SQhhdFNlWvvgS9i4VPONWCvq9ZGDI3J6ee8
0mQz1qSsWomrMqdK8MgNbuy1hOxKb3y48xbN4T6VYVfGc40+eZctvttQbA3GDrMKqRPcufzfvrd5
0Y03zMXngu4GX1+q9YuUcCx29WxMr70bAWtZyg2urB7xRhIi/vm4OhbOxl4wNrdrbQoCiOti+OT2
OWWmyis+8zLToU38EaFLPDl2i2fKOmQ39rgZKlnqanZ25Vq0TaLysXhS6FFGMponYhrLqJTFzVBI
TPVsrEf7GFxzfpr61dtSJQq3v85Wx/tVBCUmauU8cB33rSUPjtqiCN2J0p8XzB8j43nrbKwMPADD
/mC3g9z7hFGEsdf5JqBHHYGKtSY3AaHaXsZboDAfrpwIqS3T0/3B0Zd9Lwx00/G0DhKNAvt5i6Ik
m1+9cZb2XdBujUidaPZ/rST7QE/choabNIVpLGqUsrslqkDcatqPA8c2RpNMOrgPr5ax2T/lmDON
zaqKLEb3SI8xwlL/wkiouM6r2R8+eJ2HYaUCE3uZDJdIYCQn+F2iFDLYGIV0n02nCH8HlvYAz605
LHaVWkVwu7Tu/NBJv/jqjpvf7EplijoGuBXbNc7K6y+cXecrlOJeBL3RbH5aZm0uJ0duMAU5hfLJ
HpYyP85m0xTHMHMWFqC5dr9xtV+qtKYwqwFCO+cLZlLquwyq3kjoo0Be1E0bAcI0y7Qe6UwyUzEI
csfYU67CEiGUwQMOcLkfCzej84xsvEE6ii7+tqGuYnPpJ/uAFSiUz27MnSDGcaT83WRWVmBtSgcO
EH+YX2e6pz9kJQo85/oaKy2CPmXNdabiLGL6Q3JZl9ONp1gLNe6oypoKXFGO90uQuXwN2DZgQoGy
icDhlS97c1TeF3NQBNv4UaXm2Cn7oI8r9pkunVbT+z36PvcJVZ5iugp9iv2rSqK4mV/87rYTy+cV
smOZ5BRQT8Y6GIi0s9U4joQKhfFAd5rDWUkSxWoYQbGTLRBnBSX+57EdHfQhq5KvRpeP981Y5j/b
us9eVl2W3yTVMlj1tjbPo1W6W5J1+fasEUrwfK4RHZrGDXXs5FueJ3aDhCDgblbGOL3bd5PmjoMV
FUrJVK9WflAQux8n3c+POiyBW8QgqprL9MixOAFAy51RcEIkuR6GT2EAjzN28359YL8GQ6hWY/k+
GG7/e8Saddj37JFToja37uKtmcSDWA3nKZNZfcVtQP72ttl5LFhBv9ahJ2y2ATrpufKbQLdR4fhT
HIymv8RZt87Y3nMHRTzj6vB55Gao4gK44btlib7YBbi9V+k4+JTf2LQIOise/gngOLqhtsaRNqEp
000POM4s5bUTbeTZYwXrfJ0Kv/sobVt9j+qhVrejbkJct7kSerE5+vlwW05F2KVcv9UO5G7pd+jQ
o/6qpnXwWgL130QQzrrrSeTBQzaRcxkvMIGGpJ/dUKTUL+09XqfqIatV9UOZ03IzBKCOiTsXznM5
15GOu64DQJbEj90FgmgSWsR+QQkly1rEQnbeS9uuMmMH9dlyFu2rDzpqQP8t1+imI1vxsJ/dtjBi
387YzFfOM2wXzN4wk5Y9+2GzOLb3XTmDTWJz56ldYWLbHOdV3j3ibSv1NeiG+7RRLZNUpbg4p6tF
+zbOgeA3EEc8rFULZppgDCuYPpMBjN+28GziatKdlRShETWpnnF4TSbZzO7BJhj2A17xoz7mUVSH
9y6xV78baLfP/ciFl7V4qqQLXYdXedYuFSUbNL4HVgPgED05rC/zqpsSDq+lTZqoCOqkrifn2XN7
uhdz2MHdGkzc9m/HwpmvC4CMLF4mqFEHPeXbmGZlR0gEItSVoK5lG34uei2fCZLux93cBHm1ywpP
Un1O0qUwIPvtd7Ys660e1fba1Oypd2ZvLazQrTLmA6Wwuva23hZHPTbG0dcmNunAKjLbt0sUdQdB
/fI9Wlfuss6w2fshc8Z217pj9QBZ1fjgBoP7JMj/KmM5+sGD1TTt17FcsETCP5FYFWHY/JOrRvyQ
+J7quBoubgYUsGqODoxBbQ8lCT5nu2LOTvnYYj5R1zo9f6OorV4KGXIwBpkx5Kz/kD4WcdWnoBa9
yUQLhwVS1xW3rUCbQ1JgNRj7Sz1SKERe+RNPR0/Es4Jblo5qzRs6MrYg/yey+jUm/t1+pjzxH90G
MUaCMep6nfeDFcVD4BlXDX7F7s3ij8uVkq0sj422i+d2A0i6LQxXjPs8mIeSWh+zgNh1Bu/rxsWl
SD2Abo6H6uTeNgdhFiWauLrnBlso3M0at/d2stFjscd/M3+I3KG57rQFODX0VnRAFSO/IlgP7k42
5TTZatu8yhQHDx2miYVQt1F9a9HPmmNb1eVHw7Y42yepMF3o5i77nsMBGOJRTWyM0MXLJQ6bzW1j
k3LqKYPUTxnZdPWckuAjXramI7d5Gtg1YhXJ6XlwDeNnxQT4OZPGVyT0LLIvbm1XH8RMBZFsy+jg
CFxl2UFuExhfUZIxkCo/F1CrVEt6TieNfG+ZwrgO2fj8NFswCMToNsi6Yy2arU38GSexeCh9Dh4h
POvWdWeE+dlqUntxC25EYgcl7psTAv2kmEbragOop7/Qj/JQ0RnzYllgPZH4rVpCQPZx7sDPfJeD
mt2WaiMnkTZi+9E0i6PqLpj6iPLI2+zXlhzBH72b1xS+VoPBijkPN0GUl2zassplQvtNBLheZdOH
pd1Ka8fKaIN4njR8IjeS2j34VmPmXCKK7WV2vMVMau33zm42wHyoJixZJShx3Je+IYf8pnBbTrCJ
cMQ7bejISsaotT6o7XTNZPPxihvykftPONcWpyBE23okS6EVMS012rptU1+rU9GTtNVsPAVj7UxJ
aFX2Byyvs+4hs9vttSWoL7zqSZJ4Dssy/+iP4b7MB1McV8MqJtD2yQYXcMl9IyIviu4Qly9faFmE
wxHJbHvDhWh8NZqcnQE+J/9H3Rr2xw0n6IjaUs3kG3Md+DBwFPVpE25gtxlFBKBO4DZcOWunSE8X
brXLhzrcsbHmEeDNIsdjT0Ap6NHQuDrRCE+a26lxCjZLd6nutZutX0eO7UeHj1OSPzrbv3tMbupd
EBXz7exE/XrgGfsPblUNlLHVmoGUO/wZQQQZWG+Ok+Bua6KG6yhWzTqGhewea026zm7lwz4g1Afb
B9r3vvlrQAVhT1n5kzw/8hTmQhtVHEhzie5o8AL6hZ0LQOXnyjN3mhnqsX03Bhw7T8zTh6LLWzPu
fe2f5CX+nKd9N86f3CjL1I2ksSFS3Sg2G3v2++A4+NuQxQ70++8kINbDXhvcsVNzqThs7KnIt0ME
6P6Mtbtzgo09bi5a0XI6alArGc+inql5JysnFzMPWjeuqzAEAzI4Ozge/LxL3a0TakfRZzX7cqsR
GaRmKCNzjJ1x0d5eOTPhMy3YM+zZoW7m4ddQTFNxv+bhkh0XUdYUPJDlHM0uSn6TnTbNahCaiM9R
5E73sqQ9rRNfOKN8HuU4bgcKmCE34ipzyOOMVssEqQOsMZ7seXVxKRrsmljPOG999sE0GK2ueiT4
b1RZbHbV1OxakF7nkwvDt7sfO0y5AWI4dNyjMH2R38Pds6myO9MwXsyiXdqrCs8C0j1aHJL6m6IY
WvnkW2qj1DLCLex/wWK0KW1o+zHGPERDaMSyNzDURhyzmNbRW2t7uRtdQHQ6BoPqfjuGUluf0E7m
IrZHQ5lnv7NogycDpCiaG9HBwX2p8yafX0OLs/PeDPvMT9aezsdn2i2T+alVPrVQkkV+a33tjcEz
/X3T0CM8ZpZSNJWFs4Xbq7H2pxBKyrnie0fcc31gmIluYn7i/GuOxFZUXxzXMFncFt7r4GW1yGaL
qJbJxQcGO2tRgcDQUSnwauDtmMdWyMA7og6VxhN6yZ5KQy6DR7MkU5Mmlns2R5aUB+8i/OGPjh/8
kH5YB8hI6ZPmReyufjUIEKjSbb8MIafMa8TVNUvXcHXKG+zqmvmDp0frFAtdNJZ9LII1C27WSfrr
oXRQyd6a3NDdA37GWJaSODFtD/7A7+9jM6RVgBmJDt3XvMzX5pNfmMb6LdMrxwa9Eh3hlC1qHs23
6ugALE7UgTUrjszCtGmlAK8t07U2pMpufBHU6ijaZWXNdpipcFRKUd0T4okWtl8C2V9Pm7lVqfJa
p/4mpjojC9IR4ZSCerrmcYJqssVVpzeLRAfdBvQyAFsS7bld+KVmxTxKPVXrrUB4Zxw3k/M1ndfZ
G3fY0emvEv/VX9OKUcCVzyZAjpRbZ1+NfOrNODfU8ux1gMH71Yzqx7JvHRln0dAEu4rjz01xJaj7
b7kgNYO7lhOtx3zgLyWcGzq7ylkur9IbK29nks+tDyd3i2fpLmBMHph9BFcNHC6GCGp8pJOKB3gd
Vts3PQb9o+A3fdJhbgZcmESZEpxXdjQRqBHjYoxsLptGU9x13L0/hh0y+l3loq+NMz8rvs0iF1ai
vGlWcTsM+ktrb3qhkFWmubOkPf7UjWd+WXB6ujYo9htoMb1/JQW8Ty5pfmo4rAuYdPWVU+HQ7Tbz
dksbSDVpnyv3pmf1LPFmS9o3g85gAbvlUt82AUy8hWsD10hnGNpYFTaqZw5aOBkDINCPdrPWT0M/
BMCnQaMINmmIZN9tBZ3fx4od8ZNpTAJMuh0IeZVeUGj6Gg4khMbyIX0UvN1P5egR9F33avoC7yh8
zOrWqvd5lwXBY4+84GWENQdhx12916hXtQaM8YTeZdpru8Rb1jqd8mjl8ubUAc5TeQ3EtqxQbW/F
bC3HLGvG9kqZS3Fc8kH0d56/glE4pcfxHU0dWAaCYPo1ehrBfhbbLG7DUON4O8isysGeBSRhDv6O
xueYBW48esH0bcw5m9JVt/A5Kq7unMZ1BL1Wbpk+Amvl7k6E6MRvYFMZbeq5ZdukZbbJ5w2agEi5
RuofrW8VPyujD8N4Kbz1pnW2Qe31OJbfpnkhYjssiurjPLhYfEIu7klk09tMl2W2pxvuS1xfzWyL
7k7ZkHlitX4xJzB96MPQXKXbO6tuAU9uIXfGsBoFh5VqXCM+6b+eUCFmSI/rPmzigEpn2rmrXj/O
laMGXsnqmTHJD9wL8ylo2PGsCMJVrgTbeRQNWhwsIM0XGvswH1RtC0C9TQNcV1s53OQrJVaqkLop
NjeNEtDbyvFrPTruJzPCUQHy88K8sYWe7VtjmKYyNukEfclzgZNDNQkEaL2YqnDPZhQWexibxR5J
qiGTgOaVtW+sSDx4It9O3D/Pvuvzyf84FehdCHVnE8fSoA51WpRafyyJ5HlyynFsb6bI74s0c1WV
JyOkgznNvCwP6fVQZOzDia74CUIA1leezAewTMsb9+gqq3YvBzcC/+ECCAg7ryqR2pLfOs5ewlit
SdEjCZZu240m3DdwtwKjQ7OIyp0DciNu6KTo/otVbWi/8UcLvwe9IBtuHLtVpSzupUzx3moRkawi
cq9Gs5/vsLkM66SfFCh72Lbdtd0bQNiFxU1uT4Fgfx49Nf1iD6W5VZfmCSwC2Ta5fq4WOuwKxvlz
VU3bsYJK0YDBGrRmoQfVz1MxeZ+s1XWjG4vzDvd3y6ce+Dtp8g9eGcaiCMJD7PuQI2EL95ZX1jWz
lhRV4LBDNe1bErCuVHVxlHNqLUZwKM5xmcQkLUKKdKKK/ot1yiVlxJmwCxN8wCnrG76+11twn2o4
Hat28qQUFFZ/f7Q/+HmnQf+hg6LDAFE8/fm/BpW5xUmUhbBqoDLfiKrtn/pAZIeWFv5/HwpqNmRd
LEI4VaIzFm+Z5Vaj6yFIMLZ3Dk5YzgeCE+WhsMbuAuP9nFXLqySeKsTIC9tFn1Cst09VLAhqxaRC
ND9DF9eZUEkdtOVBV5UfD3K7JOl9Z4KcCMMQ35E3wQw8+3Q10rgMCkkEf0DbV82m1quQjfTCC3zv
qU5KHHwdT05X5xOkg7Ub1CvGZ1D4tt2wnFQ5mYX5r/Jo+1a4dPznuWEhFsEzgGwlhHH227dok2ou
RFZHSeSPP0rXJA8AB7aklL2d/n2k994fahpcVtnYmY1nLOicXvYwGuRmgoBMTxACAqK+mkvp9H/k
GpymRYSygxmBZBiRwNsHGrzJ43bIZzJmQPy+Huw7WBvWbgoN54MaQ5VUTZE9jv5qfaaziHYJjszT
//Co3imChDMTq4mzVcDVLuhoHkSJmIh7T8oIqgosLTJALsyWP1c2NH2mZAhyF4QwcN8+rF0RxoWp
EOHhc6DcWOQZfLLFHOyXbRn+q/ripMPGoNM+UW/ZJ89F+0ZhCVonXOGNol5/0D+huYnV/vgFz9Dy
kpb9XGTyz2DY0WN9iBqJJ3z7ZFUlrIw2B4AXSQd3Q9B9H+lS76lqfoJ+tUkRQR+pc7Vc0DL/uUHz
kCcdDevvRGk+G9dfw8mgoGc9eMrbD22pk1G6wb6NBpTGua8T02qt/d/ny7sPi0sPsknIxkRPvn1Y
yCSrO9b0lWbAjN3WQXWH46f3a6/8eHbrMbWtESZpJy9JPd6bQKcIILz78K1BovR25M4do9xvV8Js
na393Bht96idBih1WZf2gpfenxsAehq8Jk7nH+fRuYCvdEQ1kKrEWF0eHsxFjwdro4/w93f53hPh
YBZhu8r6J+Do7RNxLc+AUQM20NWbEppL9K1k195o+PEXTqD35opHYDp8E4RQ9ILeDrXVkRgxSWCu
wNa6X2ed3btwf74iJ/LMdOvcDOm9H1SXDLLfe5H4C6P1P3nLBOcWd0Zlgn9KbrbbYrff0PN7JNZF
s7Ps/v4qzyV6pzXos1mTsYyqisbf2+cTJ82w0n6ElMDxr3q/ZMVVs4WGuqrhq1ZUgYv0XidIkPeL
ExYXDow/j0KIM3D9AzqXiIPOfeEkedYWNT7zpaUsc0eqyco+aZiXKjpm5qwvPO57M+fkTsiHxKkJ
E4W3j1toFBq6D9lMJbEXQuYPGVFSiNn88H/Ytv890tmLzWS54Y/Ji8393ktJnKySsaozLI8H9+rv
3/Ddh7Ixk8EykO7aH5t2SHrIlLmkQBql+2NGs5yCxgyfh7LwL+xi730vBBP/P9Rp2v6rzKTAQDM8
8v5UEem0suucwDbwnzAoPAiZ2SVB8PmuaXsULpwteCbQ2fbP3ZW53NiWIXH1WozFOqA+WqFm6Whf
23AFHWdV+yAHwnF0Iy7sZOcv9Z+R8ejEde906p5HUla2xMPBtmUaijr83fZ9dFXT/d3bjdX/x0l5
GgozMZO92caa8Tyu3jcio9EzTv7GpsLfUOrdBFnEp1lNxqVrwvn3Ow3l2SZyOOppStyznRPLpsku
c1isRErf0XGxPk/tQtSMmfuPTdhcUsWd754MR2rBKS4bziJRd2e7pzVj3FeFkUpXMmD27AAHBO+I
JtBQ0DTte34H3bsLX+58SzsNynZCXeaeLnrnfq6lp4hd6mFm4uuU39qGVx/VYojnKYBrSMXhpYA8
/XUhx/B7QezohcLwnSlLScNX5HqE8fi5o6HKaaJNup3TFtuaw1zveyxr2lx+bIvQS2m19lBG+ksP
/c50RRPMEgkjLLNRTb1dmEpSzDPInNZTRZ/Gt40toUL1f+fEmFyaRe99Vg4N1OpInU/ayreDjRJi
CLXZjFDKKZOo9Zf7firEx8zSxX4eIZsZQ29e+KzWO3MXyZQbMKFMTEzOjdYa3ANJUBxmmOiTfW8D
29J1Cf35RzP30XFUy/IpwBn2upqF/cANr3kBFHbSsfbxY2ojWmX4QCIyt5BrpFmfObG1wQS/sJjf
/ZUw1NiY/JOu+GzKY8nm4bJVQUo2EeiNc7jFzBLvODWGOE6+d8l+7r3ZfhK3YpgDdwGbh7ffArFn
1zr+IlMHVrQBB9FostSB0QRZZu1unA0YEPVShvtiI47ZCtFq//fj548QitOCozbyEdrjjQiF4u1P
mAA57UKxf9WD394Au7X7IJPtMchLMrSE3pIemfWdMLch9ZoeGjdfOB2lrGmlQHD6+895b3KSv4yZ
j2VhHOKc/RoI/HnW27SYN3xtblo96wdlIq4wCu9HPeRYs7Trf/WtPr2Bk8UZm13IdfD8jrY0prkZ
Sz6nKIOqBHG1OrWi5uCh0qGqY5p3oAlt5gYXJtt7z0oJjF7Qck+WN2eTzaILvhXAbGnXOz79g7kr
0ajIDXqhGWKqgNqg2Fc1xvn//R1jQMAOyzok6frsHfdzsZbS6+bUtBvnGFREB0IrnqubDNX3TvXa
oimCmOxCTXWqLv4tj/znNeOchAUW1gDM+LcTbYHeK20HpQdeHOq5LFexs6XvPf/94d5ZUTbVYWCy
gE8ZSWfXQ7ikDTEHm0j9Cd+ByO3qq1Pq1K0l8t/IllUi7NVOKA0cYlWkc/X30d/5pKg1TXzFXOtk
xHs2OnWCnmqrYCo1lX9T+bDmw06IAxWqSAluzneYYP1XX3JeLIOCplAVOLiDnF78v8o6TrKQ7Z4z
S0p6yIGuOZ01oHodZGUSeIv672sUz1r7dEhjCGqen5GhwHAHKzhM+Rtt3AhfTA8FzN5+b6KNLBOz
mfO9jgL98b+/W27+lHS8WPuP9JYZxQTxA9ucGnKbD7q32uOMDU+Kyjb8aMNXRyBI1Pn/MKgLvGHj
onmqnd++26EVpdl4nMx+XfQ3qwvuPYWe8TMfMD80O/s+MHjhF1bKO+UAZQBT2OY9kgx0tjHorAr8
xs3mtM9aAcjtyKdZh+hpnWhCgvr3J3yn4iG1He0ys/bkK3Nee8wwCKVaKLg02mIH+di1t2zOk0Ef
E3M+GSSO05r7ud6mL38f+R9/37MdgUaohRIfGCcKz+tZs9s44nUEn4htkv6EHu9HmpC/EWDofTE4
eCQ6w+T9DIdsQLsORxkyh2Gb142q3We6MRAS7aUrdrCa0Av8/de9Uwrw4wDSkAzy8c8hH08tpsHO
zbkYQlYL5x4WP5yGOzrjZpzlar1ghvzeRwf5Rx10KvDJYHo703RBXOg4cmUpcG2KvRn3AoJF5KG0
50tmcu/tUsT9wRvFnMvE+PztUPSKHFGgB0szOOYHSt7PHav8cEqGBgqdvA8EfNXpf3+duOZhGI6D
nfWHqS+Stt6HxC1Tr+3BCqxOflhKEjmjDGKJq3X/+Pfx3ntGDxvMCOcibtb/2Af8a1MMO3Prle5U
qtzMPK6FtNDQi/kZ9aMV21ub3ft9X1/CDd6bNEQ84+ODJZT9x+mjyiJacjQFaYd9ZOJHI8yypjR2
EAONkyWBc+Eof2fSODCEMS6ifOPycHbeDDikGrSdl9TTeX03eOX0MtmuPoCn1V///kLfeTSQcg/b
M85XdsTTn//rhXobWOe2VQttSOiXQTgGyIh9BIiGhPxdqmy7cGV4Z0AXlTWHOL0+5unZs5EhggIF
sURaj3m27/zlV+uW9rEeWiJzIWlfmKDvvEqX0dB14f3Kdf6sFKeRLun7mksqaF6kMPvqA7wGF3a5
P1yoEv7wzefEPtVBJJaQ5QCafDaWX0Ad88t1Teeq0EfPwbVgJGThoZKVtfOXWXD9NLuPpRTmtRjQ
13gi2j6Yi8y/lZv2f6DqdnE4cKajIiB+Hzhe9pRnk7wPufRdMx+qY4eI5Ugs7Xwpnfm9C8M/lnRU
HafMHPdsImyW02of/lvq4bsGRShDiOXZq3fTOaJ76WFyUMXqNf8ScR5f9WOJ7whUIePX7PQlohAM
AS65Fb9zhtENoE2Gry5r3T57nybWooE/MVUsfzYgG7UhAdWrwpUFRhfegPVxMyKBuLJ3fv59Vbw3
Mtg8QDa9CJyKziDJ0JPFEBT5mlZm8CqzU8hVvc33KMq91Jrt5sUXuLMtpORemEPvTFdaIPSVuLIx
XW377XLMUX9182Ct6TjOBfQyv44D+lepN6ruwsp4ZyvF5PA0Dlg4/iZnz+gQY+VwHK54NmQncr67
tAeYOis93BVyo96mYzDa6sIDvrP8TzsNPrkUBqZ9jqFry5NT3SNsHzQOJyaMWLja2HUcN7Le2QGw
9rjkm/bHO2U2U2B6p94EcN75DYXWf2+todSsvlLcC6voDnbvLgeolP+1L2gzFBMWhwqqmJDz8O3n
wzVc+VWAD8aJdHmN9q6MaxXCMwLRvlDIvPdUOE05fEFCQags3g7VWYOuQt/QKVJgEPp2cmXiQVop
oCktzYW58scljzwfgEncONniIN6ercQQmQxMWGwTSujS9zCwafVvW48By9/X3TsPxd7Dhcfm/fHf
2UNZOaYH+ejotFH4ILhovtC/uGuaR/34/e9D/TH9eSSmPYaLlErYW55+yr8OPr+OsCA4AebIVsfj
LDHZFP/H3pks2W1kW/ZX0jh+4EPflL3MAYDbRt9HcAKLIIPoAYfD0X59rSsqM8VQVipVoxqUTEYT
FXFbAI7j5+y9Nu7KWA3asqX1vTwBe5u2//5F/9Xnoz1ncdtjFg9I6ecXzQILFZQwEB0hX4ObYea3
zULPzlOIY/9vXsry6D7y4aiVfn4pF9+bgWrxpG9S0BadHtWSGaCnbwPvxzzuv7/O/yt9b69/1Pb9
3/6Hv39txQLiK1Mf/vq3i/yrbPv2u/qf08P+8Ws/P+hvV+K9uVPy/V1dvIqPv/nTA3n+X18/flWv
P/0FCwS+oJvhXS637z3OnV9ehHd6+s3/9Id/ef/lWe4X8f7XT1/boVGnZ0vztvn0648O3/76iTv6
b7710/P/+sPL15rH3b3WLafdj6f6x++/v/bqr58wcBufoaYG+HlPwzT8bZ/+Mr3/+iPzs4/qA8Ih
LSKIcZ/+0rRSZadHWZ/RydNMIb+O65rt+Ke/9O3w42f2Z1YVIptsBi9cJ47z6e8f/aeD9M+D9hfw
Qddt3qj+r59+uWj/uU/jHaGRoGYnYIE3wd3mQyVGu26VeHSte4HuTXuhFxdcwaZDPVirZDyUTHO5
ypPmtRlL0WKU6JytbCTiSY90n28Cz9gmU44TtjgM9cjXO1nhaeAR0YIA3Ts0I+6pbd6KRotqL+g3
6YQXA7eN617bTrZ6UaNbfRml5WIisTWX9q5YtS/grDC9NubUvunWWuJGI7hm2iSrpd0Gng+tJLEx
qYQm9h6xGaDKf6td4Tvh1OBBDZGVrj6RGJW4zklc33Zqwsw5meP8RzDkn1fF0xcIocynwchhJLrr
IxJNcmDztauM+wrOKB2oQUZ1bY/xb06pX4/bb4/Tz3fMH6+CPIHpKH19iqAPJQEiUjV0Ijfu68bu
N03Wyu1MCtpWMzPcGmOt/cEa9S/OCz4KHUSI5CS5/W5YMph1Q4iOs9xjkV3OUjiULzNR6Na2MNzl
Oy5vp4xMgxCcLtUzjrLh4UTvLYEnfG7tjSVI+oYC0dhfa/qt74neAm5zgrL1IuXhtg5pKtl3du5z
JpnCXh4Gj8SSaLYQP24wIuEeWyaJU7EO3CGyHadsyb81Fhdz8rQqPGLMUE43B+xMBqliMcYtiCV6
klxqwcrk2LUFsszE625LqopXzS2QfGr9YL06zF2+0zdE41zYwqtDPOlD/Qc3sd8dMMInToUjO1SY
7nyJP6+809wzY5vd+V6lzfdkbc8AnnXRagZ7rUzyH0fr/6+9n8xTvf/ff1/gfr/2Trla32X12nz7
aQU+PerHCmzon5FDnhQ2SCgo/k5bmh8LsPMZHjyFICszqyh8en7y6wJse6zMp3KKoA0GW0yL/rH+
2s5n+miAANlKUkyeNHt/f3f/wfJLy4Lz4J/r76mVjcmclZ53Rmf5d4MCK+9TxPd49kx7zZ5LOyhB
wRS4zQ27YPOldzqZ0vTnuG+rFG2918XGpHnXdVclB8K09I3IAj20DeZKQa/EHU7IL4L97kElg3FV
z21wVuIGOw9omFyk9LpAY+I/uWhyTcD9ce2LMZAbEnjMg0iJHySkrB+Pc776KCxTeu0aHBkcisZ0
hkR92A2JyyRPKrXF47y+zB7b2nkEBnDAl8dKMVrOmVHMd03Q5hczj95ZnsQD04wTLqI+lc8KNhFg
CNVvYWDcVMzJwmBuZIw3AEGpVmfpDg93san6k+LfHlDVSbx2ocxyZ9eZ1gByLq/mmwLATnja1ERU
hiZSLdwrIIDEEeTUtKvSxtqCoBi/EjqDJ8iy3wG+Yahqoci0gCwiswyKo1vVSzhpBP1olhwvGCWM
R4M0AsZEWN4P02h6NfQLn7mRYaUK5mWfPevNor0xyFWxIYIyxCtJ2W3ky3Hu4RiEnjFrL6s0sD4Q
gblXysLB2bpd8JIaqjyCGhV3LERpvNhjtR/7svo+Q7Hbl824nROGk302LHsC8ZpD1iaJFzeNtVNS
B0iPseOBZRGbBEiCi9RavbM+czontMt+3LeYzzFo55VzBgnAiAYh10MFWuLSynXAvm7d7oJWL+Kl
LU5ABqtu4L5quRt21Yljtog+HhznO8WwezbKAbtH0q4362g7N2aDAckVNd5ETC87v9PkLgj6/mxc
czycVuke8U9V2wpG2J6bgR8S0ywfzIoArqTHq8Fc1tx1gG4i3GoEs7ONjjtLM+657VVmbMPHM5kC
h66zJqGYPczS8EIwXaFvqsWuJ17lDS8Av8Vmh6+ONFhv9p7oZ3bbiY0JAuSkxxzbeUc4a/ZF0ydO
RBMKoJiX17GXVCNWSMc71P5aH7K6U3sRQMdzp2BXj6P+SCvbv7fdRG0nAlC0KNCpbSryszdqcEds
KIX93FZDhtdJS+FDEGN8lgRNVoR6j2+c3icWNLsvjOesylak0OP4FePMEiXsaDp4nKYZ92I2Dn7v
sLHRmzzbYQ9J+MMhernx8o25Wi2R8h53wmABs2jhJtoMhBjjO+FYjuHimgZWpomZolPNX0CF6BFe
6/mtMTPnHnvcl1IzJDaDyrrEanBWAfGIXCayO0tzjCs8gMmmp7G4m/DbbloB/q6p+YrU6BoXXTc7
AE5reBJzkAFvA4M1h72TEZshlmp47KYA2HZCPYQdYnjWGNk8mKM8YSztadu39Vaf53bfaD3WB03q
gE7K59bv9c1ke8kTl+pwXhR+dVNn86OXBN5+cDRr45qnsxGZrnU128VtlWO2WdScbzVih6+TAcaA
XSofCuE0D5f4oGzCBNuC+W3TduWja5JXCp9ouFLW6L13c2acLT5qTZwKPSEJpsojLDkTjL9ZV+e1
rZMEPaWaeWEO5HCEdTr1XQydoLnM8JxjSawJKtRLuWthtoXJsL5pk1wuMtGu37BpsZ+3YV7uhOiz
aLbdedv7GiwSjKvvRgLAK+D5dlq5qGNT1dOZWSobK9OyFVX5UGq2I+J8KiSAEm2op6M/5CM1d7tY
a6R1Q/nUcalftmwciwg2yHrTas2Fn0o7tvzUPHAry5LQhN+Cfwl70Kby7OZ+bql3DrqeNrssKXtB
IT1vuN9kYV5rR9M7pQos6ISVw3JXdSStgFgxqw0B44+4W9yztayLe2a2aG0n/zydYIritDZjRkh8
721W7GY3iRFnpH08akF6sOxsOE/Bz8G1te0dni/ocuX41eoUd6yhqA/WgB4MlPwJHMAZlM2UjHgu
cCFXFeQ1WawXOXTczQiAs2UYt2Wi+9Ut5UvVA+ULxmevqi5t6GIuwnWss2kBEadx3TxEeYq5O53F
XpXiFaLQcqEtbXruGKeTxKJ3qqOp2AyWshCgzilh3ysrZbH2l4ykrGctMdJNWtn1EYgGTATYbvdk
YC5f6Gz4G4C+ULLKoYqgC/XgN9f2hRCZ52BcLsspuMK+noRylN+U7CRJQSh8WBg3rBYTHUJvvlyZ
r6F7zcdD5fRnyiMbdbH9G6syUKlp01szacmT6kUWW2WTx2mzrty2gybqJxA8uR8AtiuzwT4kBfdG
jbCi2zQxU9RZlh0PI+jEqsr9sB/K8wFPaxc53IBbONlTvbfzQL8To1e+1rRmirDyUy/C/pkcRuAt
ux62IqvdUD0tCT5AgCzrzndPSew9uxdsKu3zAPXEjguGdfATMAgaprDeaA6KreE2+Sm7xvLOHPhq
39qsMq+CqtZvpMg8KDG81Svs+Atu/v5o+sVynLw0eWzH2SnO8rarruck+WpMU3WUCTcxF0hL6hkM
JJn676Z5bbfMcbBpe8I7BCX8f/Ro2UtHsCyAOGFBEtZScWicZG424L0PXsfdhXXZ5w/H2XFi6nHR
YpGjae1elYsO4S2tDHGTzqv32pjV9Wi46Espq3DfZHXfXHCIsZcqiOXX07oMj1apP/UtV9Ts07rP
Yc/4OK3giYB427ZSgFuuB+vBTLR2T9CWQ+4tpSehuLZ+ovZQRIQCqU+MEcJ9FjmevVRYEv1Fl1y4
ADYvM3DCt4AJ5oPRl12cad0aLbWPY7u1gKfAtta+8h4rOzR0OpZRPfreZdolxlkKzWQLCliFva0i
05HmBsBTcr5mrrXLKs0yQhCe5RyWQZ1FA/a9bTBkO60Xzb4d6wuoZkZYeqSZHAFktZE2wlsBc4pb
pxxscHMKlyIOyzLZTMlgf1HM4MrQ9LU5bAqjZFvvguc1T5ykJlgu2wS23Zr663GWhrwvYI1yCzHY
hY2GP0eToXfXY6cJta8QkMYzF7uzzwrX6qIcPNIXrIolsBffmCITkvGuzdMUfZKv3ZXZzMKFQVsL
1eSKx1UW3YukV6Gfw8FJ3iurG4y7DAIP9DThrduWNnYSrbn3RebjWkGAzW1z24BDjHqMhzvHLfwH
u+2/S0v73irXupuCxI99TO2Y5CwfHp4S9WvAthVuQ1V0sPpVcCltb6ACqf1HeGlaEfNT7YgFZmf4
WUVFkrV3tt3LnceWYduBu751Ck6VzseIScMhKgYltzpWZJ9ai+l+W5t1bDuQ1BQH/MrR3CebWnKL
iRJUS+plm3Wei3e/Xr2YIHfrMCzcSen/l3tQeWLDkej2oEbXh2ZGLDHWXzrbdOCqgHn2GFJQQpTn
TUAlVq+wUypnZ9QvXlPm5Dvm57az3uF+hE+itPG1UM5lUSp53VdleqBOuZF2t61ccYlf8N1sA0QD
zW2nB+9Ntd7ms/3VKs2dBshyP7WreU7+wf3kT4eq8q4T2pmYXI0DLP+eWQWgqr4DJmVn7kGm8BXw
iDMQ88wykg41/aTHJKaA4qnWt7lITkqoicAEL1BFsU0yt79d5s5AZ563E0TagRyVm9ZTDiSuMv/q
UcHemDSj708tGUg3yj11ipb0BnEd5Ge9mqLWM6t4na36LqmtIlyDGQ4rmr8j2JJ0M0HDuAqcZWHE
GciRMjdP3DMgEJrLXS89gYm16WaC57xsg0rX4syVxW068CsnV4E0lgt9Etq+D4p874uV3QJ5Lyqs
dTs7aGmlXRMS7PoRLb310q7G/B0UaMqWC2Jr7sj2MkNkEFle7lzbJ4iEJ3L6HXB9dBZjQvQGqpw5
n6Fkka0YeggUUQ7QdA9HQC4by65YhWuR7cspwb2YFIyhGg6wk7P+cO+1urNCmbAt/XS+IAkmWqb8
GVA7X0TfzNqhWSoqiNrdyWSYI2vA9MYOqzCuBSh7ZP4+oZKqiZvhuQFoxM1kuKvzVd94w1rvXSuR
W9+HYpM63rGp1XTMLAsKEQyOm6wzzyu7A1oyrCDF0+4Ja7d124GICIH09nEDe+fCJVdoY09dE3lF
Ve8kxLqDY2rJrtWDdbNQgl95uW9eZAZ5dF3t2jvkZR0kHq+7KegHHVdzmk7G9YnKYr4YnfwGeBTs
GTVph0ms1UWydHBy9CYoNnC063Kr8rG+XdX8bShaYz8N4CAXQ4NtgOszo+IetObc4bID69X3TpQj
o3vwzIlLNk2DW6Jhy6cBuKG5oSma2ptp0vt76QeI+tw6sE9PUHvnaW7zR5mnN3liNnM0u43YLDJY
48xgRdBWw43S7ORGs5vnFGLcpQEXOwWgpcEab3K/B7miPcvWhz9eVxytpCIeyWhh4I0rG1YkfaUv
mmuYQB7byCK9hgwbAOVo6lvHWdU2k/oadS4W0Lpx5zc5GmsMaobTDq5S9w17fvvkKKeaQjWzDoUp
LQa7zWGfTk5iPc6db+zawi3vxm7RY2hjzlatsjoAAi8v8sK+52Sg+BnUoh9Xre/qjRSn8JJZ6w5q
SPINY6+W+3PB8c26fgjZf9inz5KFWjLPV4g+/TtJEMLALrX3n0/skLN+8hX9DiEuBoTqETCN5d5f
HYQIw6y9JeuyRD00hO+Gcv1nhl3FAYbjfP9frVN3IIF8M8wdAypCDkUzA221h21qRLmnvxp+MZ39
F7C/taDRATrNCsa93gVNuMACuBSFe0noXxLRbU+pFvIbtp0F0abGr/q2P9Wgu29r/v047/hpTvKf
zU927+1p8tB/fKr/F0cnpwTC/3P77qGUr3nz/lPr7vSIH607W/98UmdhUKAtRpDOaQzzo3Vnmp9J
v0JRf/JnYCbQaYf/2rpzzM/8xDB0eOn88KfWnf2ZefPJ1IQLFtMDz/cnWnc/9/3xfSGsQ+vKfN5C
vUUMz88N3poFGSuKnOKiNINj6hX2kXbZHwn6/+WrMFrgI6Ll+l2grZcLv84FAdhakqPa1blj72dV
L2+/+dr/xXjho9SBb4SUJAzPNEO5CPwPH4ZdoUCnA5UBShKk4kxv8X2l2j6QXn70hqZ/0Jp+PWtL
o/ijEfYvM9bfdkBPr43xH98wcaTo4z5MoGrw4gA9W7hHKfu3t6qjjwIFFhqMDLWxqdeNWnIUmYDp
SY/2/CB9VIY0XhoaP0lMDQ9WSRusaiYm0DPTTS31trk0HCtz/ki8+fujQawg9kFehKEg89+fjzmU
irF08afFBmC/WxM1THpwdYBPf9LbSGsZCQGtZ444IoKPYoWiN/1pgp4JDbBUVKgWEpwrU9XddOG3
kysH5BnjWjxnsM5YOv/9ufC7D8lIENMvuWv8a/7Oaj8oVRidVfix18N/XrPFO2NPL3+MLH6aFv92
oPVxCM7l7CLe47Az4cRzT/P9t5N3xvsFuAKC5Mgq6l9Gl4376FjikWHa87//PKdn+un8goWAjg5d
G7ACeowfDpqzBKKG0UBkXWewrWjchA3mSFeVlAftrCqddvnz3yBTOpTqZKoRHud8mLrnw2APJpCM
2GHbv8/ccaIUaLU/KdU+LYjM5zz0GD5jjY8ZjqB2bQlIzYoBKCe3MMbKLY1O9r9zbh1MvXu02qX6
kzrtj6/5YZ2oQZgs9sprmn53KiGTNTbK7ivoGPdJ+aUV0m3w/qQpHNMySywTEiblOmv6B9mJl86w
pWDn8JpachyLVV0b1jofS62l8HIKQsdDNDbTn027Pr0uFAik0wioGR99+KyEMoFQ6ZQJhL6rbuEq
Za/Vmrghy68H9sWtyz8QRf7ukmAF5B+EL8jNoGpzU/vtJYFiFfN05zixoXxxZQSiE/FAEgcQdr/Q
Dv/+qsCD9mHRR2bPJJkXCpAa4Lr/CF0x2k4sMAjHuHfpje+Gfi2ao4Aouj4VeOFpTvMhk20KGxyx
FFnutN6Thd11FbjBnpyXznidocRDAErLcpTHnhS39LhIb9G2dKs7j47GAhGKzHBEVtgm7HZjSCdx
Nw3DjXHHsmZMmO372doPw2lgMcp8gvZDS5QpOl49cSV7UlvOlhEU/nFa2Wk8+evMEEylVdSv1iGo
ssDYWDW5bGEHZNjco+eZ1Zudkx0QLv4ytecTsxd3jw8qMI6Fm2hfDbyVOnHimniGa+A5B9qQqwoD
J4M15CCZb6JEtXCUgNU6UCPHkrN9lMG4yyu5rGFSC3LmrEoM5UWhB0Mf0gIi1SbVnOJ66oJphI9t
+uO1VgJO33amJ57FUmralkrUEVsylGz/3PbIvggrqfsiMqSeXaEWMaw9UVH9Y0ISgkfDJS0JRGFD
vaRfWR3t2d4IMzWXLEqSvuOrFZNZTn0oV89+UDqpYsBHl5WvUDX0klqVmCeEoG+m0Yr65XGZmfjs
AjYy5Pm1FYIO4rAqeQYizd+b8wA03GaMQsfLspObQKhJ3+mLEXyhM6gGwYRoZDKkT5OEGglu1Tfu
yEIyjBu7c4p+Vy9Lbe7WzlYCsu3atukGhJCa9vMagJ0l12sknwnc56lXCNTxnqSPuQmhE1sw4lw/
nTatUq62sYyiwjUFebHE/tE362HsFBsNQ6/470S6dhEPMNTpcZOh/FSQ51WCjC+ds77nuGehtWqi
P0+KPLinX9YaMIWTwQJdOXaPfgJzL8yQBgXoDRK7vHREIZYtDZfkkNjcAEOmHxX8EiXcOykTsLCJ
RRTJGes6xUYt6MHFjexNRiuycV5l01Mwdb5fg7EVlvCfO6Xs96SBKhXVyzoaW12r6jwya71Dw1rM
3eOoLO2e3vpcbi1LawjzoCUGbbYc8QrCpIfZVaeIfaPTafOdM7/NaZeKESNhnySP5TB2IpzdQUKP
dQHpx6swuSxgAOXHdnUYdsyjEiDVDbiSGujXLta4iCwuKxoEO69pU5imjeRJSo0RVtqboAkhknVv
FnktwWVetCCgatNd6B/7JVk+xTBCrVzXjGCLaUqMb4E2yDqyhb/MnF6YKWHvJuqrA3gOJZAHkznu
7YmLYdCgd5/S39kvc+zKZZ9n4ItIGWk0QJqWLxgK2OY6XAkKqyn2skrYqE+5bu5r7HvpLTfBIt8y
hiMrjvtbd7kkwZjBC1c1OL9Jf9bGrrjyDcOxd0M+owBK4fbmB2IKpxkQmWb6D1hC9COXrv5Cb25J
2bpq5l0DGiz4UppQ97ZdZjtaFp1MIcEX+gJEs1m9njAjHI0GEQn9nbJnYCSAkGa7brRrhZlwkk+G
Xcv+2vIG2Z/lxJTdjVbqZAcdMjxb7UEl0KQjHQBwt/UXkBEHy6x0YoCaISvORUWVt5Xm0pvXXZp7
/e3ktabdgZWR2rgnPM2C/NjkpfxWlCUoPa3Li2bPtdlUzNV6239PXRpY24ralJTLISHGZli0OYu0
aVo1eJOib269QHNpRtR2taUvQQiR9NJ6R8tU/5L7mo1cy8AHxXipL2+YJJgyNhJR3lJE64/Zaqt6
0/nCiQOvlkUMlrs7QpPTX8iCmt9dOMjfG6oAa+fILrsSs5+L61qvuzcmWOKL01rTjVmKoI/stPMf
9EE5j7rEax56eIc3HqkDRDdqnn9bVIH2TQTt+txPFjzshS1isRHK6b1jm8xQS1g8xxiKxMK5pDvg
fFMrLfZEWeT13hI02LXGs+JmLcyV9IdiGrdy6VsCMcosYI6ZB/QOCEDzq1D4iTgviWS698qUFQs+
CpNHWoX2BlHT5AKfc+rHSZ9YVslhW5OdQlDQw+93SKVyCHd5n4Ic6KIZSO0x7UrzGhi8ZgEzHyoY
g9Iy3wlZc5qt2YF7PxbYT/ew8oY0HNKWqz1RfrVvyzyRh54h3OtU+kSrmJgXn3ujIgqlBmmiYlEs
8+Vgi/Wm6nNyzocs9RgrkACthSK19HVT6wnye6OpzJbDXbTvNRFPrxZIjZyAip7GW0efvI8rx6Y5
Oq7wTndEm1spNPyCyRSKB3k/6Yp8MWOwxtfTof1aUadQYNGBJ4dM45OGhptPML6ccriYyJXxSTuc
bcZJjYWfrejT6xObDypms2TPi8Pnp4td9A2d5EnPInOWnRlnpSS/LKVlfb1qaydj1WOA2yNhY1FO
ArvjDu4hayZ7MdfeCKmdRDSRfEZ6Ihmv7qZcrOaLMpkeXy505Ia4s7mH3OvLCLGwDsbqopkGw9hk
DfDaRi+sZO/1Tf6e0douokbzmOpYjSO+ug3yBaJ8oNzter7R74VP0gjAyKWkr+g2NkeUac4GY2Ka
7GbmQCcY7nKV+BMztM4LGJsECynxtPXd6skkdA6YPUk3ZHMn0wn5z3BvjQpFyRwCe3OgEzqTgP5r
TGjjPPQx17MUVhaR22C89qkOHdLQc30GFFoSMGCuwP+qqkmeWyTyJtPv1hQAbWfrYZ0MjbwhhE/M
zdXQvmpaA3DLwVtJ5oY0xyVU+UwwoitJ9PTNKkm3MsjlLSF3axazd4GZD0CtnXbEycD7FgLRf+w4
JqL8Eo/mViOQZ4i4QrojQ/R62UgDaGJoU/K85SyKtz435yaumZCv4ehPgPwlqSpg2qm+1EatPsum
AUlChrkP4GHb26uuDqOmvJpQjdJ+qfyxZxYACRONQWpizO+TBT5qspKaEvIGdXKEAUbuZ6YUUFGJ
xjwkTTWQGETDYCazbhX65ZTCHI5zUXJUS6WyW4+6VIunhNyEaDblMsZiyMXGkrAhtiQDjW+FP5aU
rIybyAB2CxddjEIIEiW5SxSHnRHmx0COuWAoZZleFrizpr2CBF7FvWPDTF9tYRzyRpjUkKIEfHqa
RL1Ume0S/lLX2bifXE/dkqPaqCNCXxqtwWRnj2I8DfiIyAMkjXDTuurE0NjAmNzU3XsWUPAN2ccU
wLnR50/TmoyvkvQSf9MYue/FNniE70ldCKJIAHRn0cgy/X10muDOrYaArAThwqnqhXwcLb18VDgw
BasJCWlhBrZxp4LeOWmfvAT5Zeu6OC2GRT7SiMcJOnuDeJtbRlpNPo4PvRSrTz0uxN5rFR9aitxx
o9LxCVLxpjRARGQHfrwS5cctuXSbG/iURQ8tU2QKnbDRkfQ4CjN0Zr05tpq7ujFOPXKhtFF4j2DM
BKTUJYXqWxlrMG1MAMynab2kNnVob6Ae6U2CwW0GfxlXGrD/GM3nNOBS8UkPAgoGsx7j9MVaak4b
099CU7EC4lyiEbhjHkrKOAT2Su+nyHdGERwXsPnjxkhc967xoP7uhOE0F0iR1mdJhQevZma4i54n
oKAzaXjTjl4JDmAy2jwlSwJgvCYR+pLD2THmLBhPw7fPzBtX9cuXbG0kY5Oxqu/UWOh3prk0D9yB
SBOyJpW8EyHaMfCEc3odwHuoGRSWUuNcI33OTxRxuoGc00eobnkHThogQ0SJPX8ds7q5tAlgYs/B
gQWVuuZ9vxlnLaMATmdnoFbMCOiCptocBNxHNgBOa8J0dQm5Zoc1m0+kUToMYZg+pVTHwMB4+21z
IKOLSyehYL1ZWSElp8RIKmsQ5MndYg/cRKq5Skmcsc1ukxuD+G7wv3Oy0ubuzXbNcQzdzIKvXyRs
CYC0I/zq+hWerFKBuIOIKrZem9hkiA0rFQhoAEvGWar0PCJRdXphjES0VdB0zoVG9EYTj/2EBHxI
NRZnkROhZzOMk8Bo7bQ+JhaooXBmKXoYRZG9+UQezvsTweGqYfCbnbFE1i89EeztTk2zf1cl3MaA
crfDFyUh3YVaOlm7qZ/BdtltmzySkjWXB7K966dAP2kUES4bKtSVrZ2LbmENrYspuK1qdq8xyT5d
S0CljkBopJ6maioLnQt2ThmuTS45JdxiHLQQskqNZ7fP+oNTeSz3mZCtIssDX8VmYbP4Xkh2WqFu
snHdzCmw200Bmbffr0DTqGm0rgJRI1SL2oatbDiiYZtDd7bJVzK8udajlYnvjoylDOw2ppU8Agfm
ZTvJMClhHGpYCOuAeIfO5Dsv1C22GRvkPl61CaA49CvIEknWLEjcMqkEztAEMTsq+qRownwy+uQG
1Rkxx0jNppcRdcp9yWapYmUtmstBGm53SVswYIGR0PtZHsyaigodEmp8tqgFh60ncE+pdZhpC7Xd
l5zAr55PRjwpy6TCizUWk5KRM/j1PUmK9r0+6JoT+sq37rIyxcFrMNqEAehTNLI77wMU38uQvxK5
4uIMCqoVlUvA9syvfZb0weFMD/MkUIyoiDD+7s5OxpEjoGvL2K780jn5+M7waW62gJ+5NXE8NGc3
9zlZA+MppCFsnRIRxKR0wsYKhllX5HQTOUTyyhKErT2AAU/YtP7iVDDr7emTvpO5NWZRVqAJMJy2
zY4w9vTNKdbbiir2F2VEalHxnmsTrUYE/IgHiZFYoVyndulGHth+GZrTUp1bykaAM1TWOSEcHoYJ
XZxCAzD3v5pGrZ2PclYvY6rnJ3UWywkpQoW6Za7t2Ke8x6zYjojy9Rj4TMUXuaRts3WVSN4oD8io
pNgnBCrRXN5HQaIGMBLJ9RC6wLYuPa/07jSn0R4Gr+peAWKv3NmtPL0f6tNuhsSrgQwimbh3M0VU
Bl4oR9NSN1Vg7YIx4HkoDuhaLGxKvpm9nT3D0BcPiWfm9POrPFH7tDR9PVT9aojT/qkn8tl3V3Vg
k0p5KU2SyCibqDp2Ao/APWjkso6K2nH20KnsDtlKQGC6rlJ1Bk1mIC8Ikg5DCUdszEXPpz0r6krA
BeI5LUoRLt1ObtkZm1xVEDqXxsENUE7ERlW2RfJy5wDBCtN1TdfYG+y2CJcupQDVyPO5aUBmBxGb
tqWlUGcd3mh+m5ONrI1OuhucXlyRsGK+BOo0azeFRvHIukxSoT8MtJcEPZTzoV5abQekfEB/YGcG
sdN2A1ec9HJb7pMgyf1XMh4dEyI4vuBwnlr7aZRtK1AmTKh/UNFkyHosp7iaB9/pNjSx1mrTBWrO
4q6ug0O+qMCNJTHUAxLqeXxUXkGrxlaj8TpQn4IpgfSThYPg3Dw2JM6k+xFId4+oWyu3w8yJF5Gb
FLgoomsSVGoStPkN4tPYxFsQ42eROpEDfsU6ONLjPTSWlr12a8nLNOVYB2eyD1ptT+YdqT9t4HJi
2ePAK0yLIO0kazLX2VvJyleLJhBvhyUDlW/ZEfYXOQrd+jAFCH1RtNXc41ShRBAqEiJR73TdtG5l
rtCj2Knjm3EdIJxOOXzjtrA7hFZuz7mywf3pi2edZlWxrZuMlfl/s3devXUjW9r+KwdzzwZZzLfc
3FHaSpa2wg0hyxIzizn9+nlo9/mOJfvY47n6ZjBAo9FoB4qhqtZ61xtGZSSfa8zN0lotNhA4ghN/
sNWSxrI8q1riZesyEI4viCK4YwXP5kaHQX8dSQJ+djUtlAU5NqhdrzZLlWwdLOFfU03qDzQb08RW
0c4vRmuZByw4Ro1jL7QeTGOy7+tE1C8Y4EPm743IJeR3HMxX0GN4F60RxnDdqVamjT2I7stgjySI
UKhXj25hadALS8z0MINz7ji1pA21m+902/e9vGbGodpHciTKu5aAXYhgTLOvMig+D+AaAUkrStRS
SFdN0/noYqIKLt1y7itYq0qM6Qmp8cwyxpzdobt4mYMSSAaxFOmYJZmYq2CUk+kLws7KTe+Exmc9
UYNPjQPvBPVWoJrH2WlktklwFHuy9UnNVlqbgTYpda8Pu5TUuviqicEKSZmLaunrdmOLXdzCA/Ms
tlkMJPWyMH0EYgnzLdbvlZgFK6JLrfINU+mu3+kWlCuPIzWLV72M4miVqHOf3ylpIu+milkOwoWW
TIG6NeC5IXAr/NakCd31dmuTSDEgZ4BzlJTnciRwzzOG3l1ib5gwgPuVhFBZZiWogEA/zzsjI5da
wK8K/FCBm77wxePr2gI594wuhHXdakH6HGWB6DY9i3CCmGxiNzSWlnOv5u4YrhRBvDEpJWHPhSUB
TV7c5NblNDuOscsMkA8+oii8dxXAnVU3SagnYHpAbg15sV+YNdSan7EbLKb2pVH7hcySx5j8BwrM
JiEnEVYCdE4psKvfsTX3Dw4UjxB2mVlQf6tAT/hnmYHmZTjVBp4ZVOW9rKR8xSND+5QUThusrS4a
eJlLhk4nmuqOHbPHr802Wzr5DCZswgb9RmhT+llMuqQQID0m3E45bc/aIHHqITBRp686EhebFU70
3dGsHBWaZOpW1npIF+hEkWbM38fQcuLnMoJgbwIBg3blUgl3MQbl0GEVPXzQ9aK6crG9rVdAAgHZ
5AVRq5B+kit3TIQBbFeIXUgKqbsxtD6/gFKdN5tE0QLXI23IubOTYWIVN3rlrBrQK+j/bSacjbSC
JloD3c9UNHY3ORu6quA8UgvMi80wbJtDkpfyIQBmJY4tENGb6oYi2xRCgfc+ull5azBz5aUlpvIU
tCZyxpmHIDcl0B8xOEOGE4IuXbg4c+K8DK7eL2FzYX6vwlAJ/LLX0ru4l3W+1kTBvKjBsgDpW6zY
d/2YVpz67A/jJtO19IVhMyBSgvhBWdV1Zs7nMiWnnS9GFE/FNBEkY8aqXn3uS2MO1m1lAzSzU7rh
lSTbKNvLQRledbNrv2hEv6YeJ03dHUjxo1dolEFxN1B1tUtDt3uy6rQBQj75cunoV5Vr0uiAWhxr
9gmS+rAQ3NkGzOlzg/P5Hh8jZVgtqVd7feiIDTDLGhNoPXQqEgkCcFvFcor7RI1Jaw4IR7pMrNK8
ISRDvKhAYeBJo618jhpJp2SY0Lq2uF+2QByaXb41EWNRn1FAeEGoJI2X2ehix1A7Kw+ispyzcOoq
wmnLcsmFBbp9dUm1YX/qSKdVCDEJVnmTQX1GiJB+hrSejKwnWYDud5KBDgYVJr5HhLraWL3pbLMT
JSKBrm2bOR59m0MJCL+q3eHSZh8UK6u+JKYaxeyjzA7YNYcY+pLDW9oQuGUWqwLIvKLkDbT4bAI/
E34/2/EjvHM+Fjq2QRIL3bCK0aK0l4YppqfRMlxaPd1l+VKKQgQDxV8EAgxrFQCfqb6NSmG8imKO
icUomxGDQF3r0TLqQ81BIFFPVcg6bvSoo7oIjJmcPYUMDSCPkM9ipbNxQKNnnDkRsW3NyZ4pm3k5
6G2PKGwgwJXARJDFtVU7IAQQ+GaxpnYoTY/oDd3hR4mGcKV2s3s75HkYrEQAcO9Z1IzWWWnVMUl3
Lulc+7ZxzAv8WdQrbfm2KbE4cP2qLTUgWaLAuBBD4YHRUGmeDyMBVZ4szFm51JVcwFzUraDwhnRi
RWe1FOpaUxxWrV6TRL6NIsaUMJaDgO0Jj5NhXTYZ0LgrwWQ86ciaaOYETOMcixLAwlZwPB5TcFHF
l6Bvs59bffGYY4igrNBlaTHCI72+ph5RJMGBBtWXTYTfHf6LZgTN3yTYhB8J3Y3GSpHbBpFAdjUI
kg/XDlxOc2UDBqveFJQAIEEGtLOB9NEYAFhlaK2SsE6ClcMLDr1loRAXo0A+QkIzdww9BiCvFX/K
fXPdCYfV1kbb5tWytveIvOjUe3rTo0balfADOEbsXuVUN6tc9Hq2Jd6HY6B3lzCytLS6fRsJ5RLs
JAdRIwEtXNXkosuVW8XRqzHXebNEgBI27dT01Rs6TwioKu7m2kpDCCC9tq6nW9Ztrqw1Ay7urpvZ
FTalrQaXcaYbF6rU5eeeYcCMH5dKeLSRpCWdXTASe5PNlEIrDes76ZusuQAVCTOpjRuUysQeNwU3
Zha4aMKIQV128UTqnh3qtK5q76oIMPTR3lDK0EWrRGArB8pgW9sWfaxGtyqAdvsSq5Rjm1KfyMhV
cojg4DtcNb1EPG7VW4p9QHoJ6pmfDRgVQdoWBgR1aP3SQKBEW7Yph6Y+c9qov+fMbAUDAQQ7K1yk
VSK6kypLdgisukvsTBeOLbde3ai4v1HMsW8hZQnt/gFKACjyzBgMpaHIHI2g2iSNIz/jlDY2JALZ
znpGBbeh3B+1laVmOVqJQmlvYC3FT42MY2DZDLjWq6pmYDePqVaxLc4/5S2JfVBepvBohAau9pSz
kbJpmApEm1wrrBQNUOF2HgRoeneS9MgIHmnhEAUmLgaiuSMM11tS69E8RXlgoQOf80fFthvVlx2R
8sD7vfVYl4g8mBzEaot0VLrlSk3ytt5z5ezR7RX1rK8a5rNlqiZv7iTThzGGV0ekaNa9uGZX1l/o
YiBjbSI1No1HyW6VL7lHAMgVKbJwOtHGuRwRM1FBoW9lo1au3ETW0wFsDAPh2uoYIAZ2QVIB+cQ4
CtgjejPG5kwTCdmOnf4NTjPWL1VTA7yihQmDW0YRUUtPNdTPaMbYPxQkr6EnkgAaMDFkKJroNR1l
VbnBbJIFnRi7UCFlBSTZjZ21WkNeWieclJ8KJ6H+BXXq9pi/FoS9qEl2mqOuKXw4abIhdCmydTwr
tSpeVRwQ86cp1vRxa0QOyz4ICOHxjVlRJzB7q4wOsmYW6aNfDSOwWyvK/Fqp1HSTZp2u7MvBdK8c
ir18baOAs4h4i5LAhG2M8TExxyEl1rPr4gx6Kgm1xD/JiuCOQywAOKVOFyXte+Dkl3GVoEdXbdbG
AlNnIYYddQDi2s+LJ3TdFDoZruSkEdesWxwrZiGVeaPFA3kXQBrWcBiGboRlkafuJig5zJgTGeiH
sdylaRhJR4xWmeJKKZgRzt2efxXMkx0CVOvCMwFFeHCTBrl+CTBftmlEBwceV4miiJBGOhrJ0Jww
AYYFXllazZeWY+qTAh+ZnlDRp36lRWNJ4NFkmHu8+Ft7rbQV5ghGEYy5T/JvWQPkqsgXdKTyE7lY
APmIKEdmqGZRO8OZYvbsb4NLZPpW6+LEPWgMuY8zUVDkb9uEOxUVicQrK80rdyuSHC8ho+pC+MAR
tt30kQnwe4ev9hY6p8VfbqRyvithaCe7SFp65Hda5daAznyX475KM+sF3az7olXtMHuIHcXggrwp
0jrSOyDzQmkJ8OSWqp3fmWD80VWYjln5RtJkvU2bIckvhowRwL4HL4UVPjITWLeGHV0CMTXtGhxF
CT1NAa8LPQg1XXGaaF8x2RrnxoZCXTTjTSDGId1nWk9aMac5MYRxDX2A6GNyvlZtZzLZXWRe4hyr
HEr5GXxL3epMFKPLsY4Ndx0ZdlU+CA7F4kpX3EpBIQb1YwV0AQqox1b1jRf2R/zm/xp5+X+e+csv
DQhOz2388lz8YxW30zsas/kvBwLxl4EPBBYwOAwZxP5CUPxGY9b4FWpeOFj4KtnWYtb7TwMC7S/o
bhhnwlyEzKwv5n9/G8AYyy9Bx+H3UxPA1HT+iMW8+I1+x44U8MIADTA4w4jAtiBNvyedtXAgwmFE
ObZoRevuOjaugxbwr/IIe2iK3aRu7fGTanmJu7sk+O/GjS/xylwHkfBNPfUU8H2sM4n8ROFc3xbQ
DiFxTnfRcKfOF1F11bWVn1AVFF4ybq1gNTnXlnxZJG3juU3RoH36Smz7o08Rnj3/fOTH/9eo9v8/
suht3tq/Z9EfZdG+Fq/EU777Apc/9I1IL9S/dLwIdVWFyGgR/sKH9vcX6PzFwBLyOtadhIwY9nef
oP4XFnQ69hgq2BluQ3zQ//oEnYWNjp2RBUVYw3bsD4j0/P6P36DDB44VFlYp0LKtj564iqkIEwI3
6mBaFYK4ZU3RQrNpQH2OxhFApy3HJwNDKLHu+onZQpj0GUxMcuPCHWGmibUup5GJWM5Mdk3AjXXe
NKDM6wRwNCZReFLp5+dU80hPtr+kiMWJhwI8zc5NAd9oyMw89ytEviujNepX2xgFVYDiEj00tabv
2EFNTxJEGcHV4dBf4muTwJyaAqBkQ0umuwwJnxfE1SKOIVU32qI/B4foZ1SuxlDqdzl7b4VKq0Ni
r+K1CdQ81k8TQ+mjQTeN+UJjN3c6kUAxHgKSsaAdGKA5RglDY5Xl0C4xncyJXNfMsuQ4V9Rdoiv6
tdQN49Wi9VRWmlFLii8lxuiG2jz3Zyd2Hgk+Bclx9ZZyAfdhu/RBm4gRByQrz9m00oOjlmV3wZEp
nC0+edFOrzOGTe5sCnWHZ3p4m1ENH2IaREb1CP5QG6Z6fpEy00XMxON+xEDDvG/o3ltvAt06s+cR
DkLZSTmuSO0uqzWcnrU2iJJxTjJRzpZqjmeDgSXTFQRIHCzA9/u7ih5cIPWephCCSzDisRo0xGt2
NrGWHj5B6VvamcZxJAP4Em2R/hn4S++2ee6YrefIDihc4hlUH6cw1w4CkXvC6+20nZtr2aIeGK/x
cHW6dTGP+V6kGvzKHl6J4sGsaa4KOW4qF4yd9xyl5xCj4vsKkw9MBlqVkIhA1dFDdBaC/thVuJes
hYiRm+6NjcvKiQ8c8mHXWwGDWQU7jLUSFOSCYkVRun5bp3V9kWKLcTW39XwmGLEvPAYJck+5UDl7
xS61U06SCZ+/iUY9QwaAUt2sGE2HQRNSqijhs2oFXeIrzaDdGRZSzhhL3tlvRrJ5NlkVjhK/QXBp
8nBD26QxchlbQ/+pH1WVYn0hjIzHMFWoAfFIoctIZdrepGEbHIdkwgA2dA1iZwuHtOaVoP7cgzQS
7RnbC1ci6mYm14rTpVeNW9glM4KR2ppvSBorfLmYfbaiNtD/hpKUlEhplhmkwlaykAmtCwcKTrIG
pwIeSXqprMtx6GtI1iocHQEmup/Vsj+6ShMeTHagnS2UJPMs2RY5iXIw2A4oGct9I22MP0zie4qV
W4R6ATm0T0wPIuJxCpi/tPjsXTOcxSSG4TSaiYlsZHOVR416nceIA/cIysdz5KGgLFGhmvAzKxg1
t/C7l2YF65i/pRV/dDb97yyTFktkSod/f0jtm+z1H/LtH8fnd956f/+5b+eUgkBLI0ZkCfdZDgNV
cOZ8O6j4JXJ4FvdOlfOKt6BytX9KvoyvFnsohzDKQx/7XbFkYpYHgIXvJ+EkFEz4m/7BSbUw/v9V
KxFwoqqkKnBOUnyhq/5o3FiD7om5xdM6t5Ng1wbP0Lcy5tKq47UyNq/tMNk6OKfgqwK09t3T+olC
y3x/SH69OHozR198mrkV9YOMRRWKm4tBZ0Jd0q12OJv1u2JW61WB9GPfVGoGR2ew2gP+Sf21gp6f
HMlYg+Y3NAcCZNNoJXPoqxBtOw4/K83O2oH/CX3/oZ/y0I+iqFLPeLrCL3Ubgw07Da5iLR9fBvh3
I+guKEsO9Wsd1mZ7X6siJmwWUAHuZSy+xFoPyI/9eB9tIBCFHplXQhL1M5WClPPpPAgi9zqf8vip
nQ10p6HCJADm1zCeLN3YWEpmPiuY4jAB0VsYJpm+yEbdChCtFrZ8m1rNPDrm4BrfHu3/rcr/QOf4
3Vf2g3varSzC986Vy+//ey3SW/xlo7elN6A5tr4uuL/Xoma7f1ERIhNcxCo2vsz/by1Sffy1/O4l
7IilAmGQivKf1pXC+Isug0XsOCTnGdaf1Y0fIgbY+w1bN/HONHVh8vN9zJOxaePNCK733ehIF/G3
bPZukiv+siAAI8d+J1K1uDViPLg9CdlxZxRi3E+Ed60qlTMHdT6p7JFWz+vvHuNPFuvSNH23UaCj
1BFs6rqgfFpEmx+kQ/lYqiHeE+1doEa1H7Q92hSr0q4qq4fprUDB/vX13kv2eBLL9XgdkHqQtSKZ
fd/ERbgvwU8J+7uwIV4nGyB35WR4/mYL+lCnf7sMiiGHECCMzZ2lWfheoBTBB9cQNfR3pZ2m6wL8
iC0HT5ItK3u4cToIgxGUuHPOed1vbTKBlarurn59rx82YRvJIMpfZKpIwmC72R/2wTgl8j5wHXmi
bZh2jRDKw1RNGV4eTnc/0TmspZN3VzCuVRwtAt3/9eV/fAicMotxNY05DRO+we8fgmKYsFfwkj4V
LTNluEDQWcXoXOlqq11I0+592AMCySRznGQ0Hjpyv37zIn543diJqIuUASEqysWP3pIF6dwzNhbt
qRYCo7BcNJSW9u90oMuNvPuIl6uwfm3BOhNIUt/fKOPzoQLDa0+Vpdd7EcMiVaPO3NYJHPXfPFTO
9Q/Xcl2CPDnykWlyxLANff9lzWU/aJKkiNOkNaYfjl2ywTJG+6SmjnvoBQ5kHHuR9uC2yoM11NY2
A23fxUoR3wdYI+WrWM+sP9Id8rWjSqV20Dj1wWDE0v9+/zMZlJdJ3tUDp5Py1EHRWddBsUtG83rM
FC+KS33166fw4wMnepoUWnhm7I+4Br+/oHBmA1Q0m07gdgT+0Mn7oYANHOXx7+KpfrgUEJKm8fmi
wIU04y5f2He+1221+DehuT5lXQ6jCd8Kf0ZPsx4NHKJ/fVfvVYY8Ri5FTgcAE6Hkgvrp/aWKskrK
KBi6ExYb+QaCqHIIOtrGgBHljSRlYq0tvF1F5vr611f+2U2iu1Op+6gm7Y/C8qSF0mGk9UhDpRk7
DU9vuEJwVwxz+rO01G83aao4Cyw5QkhyPzzPMYwKcqbFeKJnP7eb9EHrwww2bKx7UaN//vV9Ld/B
u4XJE+X8XApdjloe6vsnaiP0YvwTdKd0LGHNoX4uVmliN7sSweQ5qon8rCuc32Vh/uSqFOuYkrD3
csZ8TGCvZ0yYCztSTzjFBZ/ToXjR4zre6rFQdkoHkx/Vp/726zv9YaOjwDB5gbR53CypNu/vlJ/C
6Hu3Uk99iF+OC6l/NfOodn98FSHY5NDDAoDhzP7+KhiTuoAHwXyCrgt2bmL55mAJ95szWls+9A+v
bQkgIJTNtEwe4Yc9Lpik3pdmb52S0jliDAqGo0JlLK+yuIPYudb0x5Z23WU2kZ1GNVxDP92NTEas
kPJhPP36pn+yOJZKwWRRUspRw72/6UqPSiVDuHJyat2DgOrNi0RqLv47d03AEkclJtLYWHy4a3Kn
hrmfWusURb6I9wOelmfx0fk04BF9zUMQ++plnrzwC6YshCr/+U1+f/EPK0VqeJ2hzLNOhXs0unMb
0Dk6+9NLCIHGgA/UXBqzj1kdvV4UjLOT9l4f1WybMYff5Knde0lGuumvL/XjauAjZeFTV2r28l/v
X5ky5IYRMeU8VcOSnCPgOlsVCdu/vspS8n/4TgUWZktk2ILFQmp6fxnNTmrUJqp7cpweFRNU+/Y1
HJAhrUAPEwn9WWBzYsm5OgwZ9k0lqpu3qshUpA1wtxB9V4bxqALC4cMWWMzyJfLCL7lZlNhUtRro
EdbtDERRlcbtNlr48d7M8A2Rht5OZ0ZZ9Vd1ZxV0l1brx1MNZWDocB7bhQCsk9cYbcAYmaDjNwi5
+e82up88ZpvGifkK0Usckx8es4mhQTjrg30qmkyuyzzQV3WJ9fyvH/MPZSyhoOzdS91OI4PRx/un
XBCLUguncU8THBU/DbSih2UsbXEgn2HYR5UxtefQiOerJGA0utaaLP9NKtmPGxLhNuj+BbUNRmkf
uxT4n3Yzxkp4Mgfh7sexI7RRxWoOmnqxhgX/x10KETNY+ThiscUgNnr5eb4rOqQxowqq2xTlZwhT
dUZcg4lC6v/pg+Uq/PUW/aWNQfeHNY+lQAB5sElPESc1ILJemptkqgLM0nrzqgj7Gjf7ItjDTBHY
QIXlbzaEH1/sMk6hLQWqoQX+egx8d5f1hMRyhpB7YqQSX5Rt/wihQ+B+SZFj5YrrD+Noo2+TykMV
aeFvVu/X7LP3p8zXaY6OZwZXRxjw/iGP2UL0iqzkhBzNI+Zuy/FanyGyrYgen8rbJIJNYBFDeA5v
tlhhxZbtqkkzfvNt/biIMGMUukUBzdHKiPH9jyGCEptbhbfAEGnejjEuNgJC+PbX7/qnVwEWxCXH
Zr9yP/TZwxy6VWXzRckKfXKTjeMBs3LxG6OVn16F/RYveJ1s068d4XdvNBtyu8AIE6PhVoGKP0S4
6+Z285s3J352GZONF68rsVR4H07kLujxluvV5DQpKbzEVDZHxaw1EDIM6bo4v5qjchAI4Qz3Xg5V
dIRZlt9ZOFm8qG6DIitg6KAXwZttj/2bDftyYULbKHSUuZjetFQRW7SjEE7MtiZcJ07NpyYgUDTo
Nbgfv34zP1kFFKYMHZe7Wdr1D+9/DF1HZ0pxQr6ebTubtT5iugsbVdNglghjpQTyc16I67KfOv/X
F/8QY7aU42ythkvBiL8Q1daHIwwz4QxhZp2ciqxmaBPnzCQUNJu1qrWIyrRkO8FG2w1Vp24qczAv
ZB9MN2OgxpswDaL/xlogMYCcS8sSpvHxWVggPy6ak+SElaS9b9RYbgYcAH+zFn7czblnaoOv1wFi
+1Ar966NTw5e7KfZGdIV5r7AsG6Y7+M8n/cznri/ud5PHrK9nBugTbpqsMY/lM1ka9Z8rnVzwu7k
sbRRxMtIkL9CPsge503rQWv7BzjE+BvKAUpqpyJvUfvmTK/l7xIof0BlwGEghwIsIv3UkbJ9uPso
zu0smXA4CQ2hVVBnoXjTKOWERjXRlq++uefBIYYKjTz0yig8RXGl/uaj/wGRXH4KznKClkBn6Hc/
fPUV0rY81e12gQwczDCq9p7yNNwPKnw47ETRfRWhsjXqvNigos8+t50+3QaKeC1cInym9mYya/c3
gNnXdMPvjgQHiBYsYwkLAmCh3viwGjQ5OEXuBPhpc9qfh12ZIExsWqwuSYQUXm07eFo0daNhizhM
JiERmF1bFZFU6O9mtLcYnGUXiISDp0hDTEvHmZlHy470htFp3zAVsJCOejO+IbeQ2qFewU6Wl601
oxinBFcfROiiApyxrLitXKmpmFqb2VUzNNo1cFuOG7geG7eiKfURzmOFeAuZavUEETx6QZBi3Ga5
THSvmpsi8ZB0uBNc2TnB+wSdw00/KPDk81o7Tcx3TQ9ue4RHOxppTCWsJHoWaou/hBOl7plE2X+E
gxu+9LnO3JI9TH7W50neQp/Sv8DRheqbpLn4rJPZBv0ayeVnzQ2r60W/XkPzNEMVxptKMTvzLZ3H
rR69lNhi4OA6UJxDw0cxUrlufas0Erkdgm13XpF0hLWIhED3qMJp/dYa/N8I4z+WEoqT8N8PFi+W
zCzGii+vX2QRP39Pgfn7z/5NgtH/AofCvo+tcUFplli5b/MM6DGwWyxiELFsgwmzGGX9k4e1uEli
/YXR6bLDfR/EhTslJ9yy/eErh3Lij2K47K+L8F+LFCCDWQFBSzi5MfbknPiwgamTVYmoHVHi2bJ3
duoUaef4hbzGGIaH00MSMsJPmgkVivOkNeVDFCl7yxqs51lRpm0R1V/MECgPZsMVYTgmWUyWKXc6
9ihsKZBS3EedxAN6U23rBNq1NjU+C+2KuSMqzdK4lANdnFlUOAHX1T7FezHGqEodmwuZveksy7zM
mmCdqW78qW1teTlHBzXdN1OaY9dt4oCcM3xPZuwtEJi7EDVuZFWvo4bhn4O/v5VchmPru9i34M4t
xWaCZ36Mptg9xnlBq2j0TOFVVmRb3GWyPlX5fETActQg/W4JRvXiAvssq1iBhk4orQp9PYG0obaS
1qVpRuJohxOx3ekeE5AV4WX7rs7u2pCsksYQqzjGwBqRPrgjNVWYh+RGyQo9SWgz1JxXfVBD8m3L
87bqznNbfoli7UvlKLvShPSTqPm93auwr2PtFn6PvulCpyRrzPika0rhYZzlTXmtbLJxuK8rfTWF
8y0hMq+Qu/tzJUM8Le3HObcPZj6GGz0RXwr4mIkGB3WclOsiDs5k4fZ4d4STV5TkIwR55l6EMY7/
LVK5TVfG/lC+BjWeSuWbVOsNKv/mNdcU1a8Wh6q5qY4zf1jL8uiWwtzydAOdj92xxRNU4JujKL5g
3pN61pDYN5HIbqP6JkNyi7IhgNqKyvxTPKLfzdzmlg75Gc0sOtlkM0rSLZKaHzXXWizlMdpZ6XIu
PRPTek+J64umFu2lbcyGD9SDSVrea+RPWyU/KjIJ0YW7qM6sdZSka122+JpV1KalnbsrEti17TjA
oRk1Q8ATt6u1IJzbUwr4PmqFJmgcoicCABCNKj0K88G+MpUQyXzvnCmOQjgL1MKQG0aEMAuPTEns
AJ3c8DkxwpUs888xnJJBmxvihZHcxiidp/myg9rjaaLfThVahrALdkOydEajvUIH2azqnBF1h5G5
yvkg7cLxEdSWGK0VuGLkiKBXog+sR1r4RztSJA7rbgipS4R1tw1GNKT2ddI09wNTbA/BPSTn7mwK
9C2fuV+rFUxlO7mlfZpYHxk2SUOM9bjEIyM0FYMYPig7NjlqY6V80hId4RVmWzSsuKlhaCJ4A6im
rkx5mUXBo4RhH7jlwSnwl7vvUuFjfEH6dr7HrpXMGeQ9F5w/101mTDuUJsFlUu8Y+EKc6eb9VMRr
1a1zr87lKwIHhOO8j7VNUA/V5lOIJbPKytVMJffi+NHsYzapEMkEL6VG/JAaa5AxP23Fkqc2TjvL
nsodCszhSiduZyuRD/t5QxuARu5TVliMNqgEo4gcY9B/tbbfjFk/ukKGF2kyP5tTYF9EpekyXLtw
0pDyIuOvtsLaN4ZwM8IDD/rzOBT6Tk3UYp3kuXbTzV+N1RCZLtnS5w3O6MjnWGLu6PppqO8hfRlU
K91LlWXo4xA+l7WJFq1CHcJ4AA8fzeG/yhcMyrEt6gCBM/UVP8JDF0VXuBEYu3TCR1uMzy5mIOs4
z1A/9eol3Ebf0JQz0j+Q9+WIFonmgb83eGHR8s1qW8Udn3A6zTxHzBiQ6k67q5iK4BJldeCEegrh
b7h3kvmciRu5xrNKITbbhzGoHvQx2qqzgn1fMt30uLCt3VTZWcQxePzf+KyQYutYIy6KGV1ilirn
ToYq2KxwDHbt+UlNlUOr209Tnp+BKccXlJ7J2jbzAU389KgxWTLb8RzL+p6MkvHFpbhJDWI4YMA5
xnwES8iXKAubgszcIZwkuHpA59Sw0Zddf6sGvTcQYFFaT2FJARnB5Dva1taelYcRccUqGuddpYxe
pDbPToUIqupvR4RYeMbd4+rUr9VqfJy6/pjElY85GvqesMJ1VnGPoT3ASjQK5aA4LdL6ZPTGvkDq
Ww3x2iyK4kX2mOUFA0I4DB2f4xlTAsedr+2mmVBYY/RSaW9ar7dnARCMD7j20oyjDqB+GsIpOeKl
MhL5kuYbXIDuCwaOnhyDK6u/VczQOHRQ8ryA8JFDUFo4y1DOXzlD9MnII2tDnBb5XW5YLNoS3iIq
NuSt7rowOApp+S4NGGdy/Ey0U+cnITEMLkRW234sirLfGjFJOw7Oxi3iKAS+tq+o8UWslVdoA8CK
rLewrKaVavWaV7jGIU74nl24oX6a9MbKLvuXMp5ML0Z1vFLU6C60W21bWdbL1GDVS7SB8UlVx+oa
C6LG6zQGQx6uouE+bStyhNBs3WVtTEJOoSlf2Up+gjZzXS9fmmtE5UlDInYEHeiuTFXBzTLOqwsr
SOubMUqUizCPzb3sIdKFgxO94dOYnbcWCSqE0hXRGRqHZovQxX5AzIsjgNXNxrlGNNkmj6bovhSE
cLlViVP9POufXfwMzzOOEUqKFMX/NPK16nj7kWDMAyu6+xD7kGdcnYwDKspgXWlWd2iiUV2PGGXd
gFK3ZOioWNqp5C1BCUgyMh8DcekoSnzIeocwpGIidag2d13clhs3VvE91CPyQCASuAgf4RAaDhpv
fCURxYrGPBh53ly2eS3OZn16Vtyg/ZK6KdYzSV7d4vjZ4UzHOw/GGkvRafCrIhmu1ZBgg0HNgxdc
FQL8DIiH3FdTi1tIW6khejUCZ1QApDM9JdvSoNO5hJIZHUJWNft6XbdXJq4aR7UhgqjIso3ZPZtk
qQQholiPsAWcH2R0iZayuxwTx0zXNcSS2Dfrur4eRmarTdnO3tgJoj/mCOvFxDKGi4WA65E7STDT
HIcHJTRC18Mbk5Y9QfEPcdmU6y6LrYeWoI5LUrCe0an1PpTg4fNANANkLYGhTjiZPXWYPiR+RhLT
jZWU8wErtuom7ijp4JOZj2klcrKIdDKOodTOWyIG4jPmhtaqkBeBnZ4FTrPRA9/iDHOb555Mri0x
XC9wtFfKZPlDap3ZUw2nU2T7ou3bO0TokJMH33SGpyTPzpQJQ0QrG/aiHpLLrstN325Dg5IMc7XS
/PpgoTrn6jYQBMu1tXouI9zN5kgcFtdEb6hh9jaJb8OMvral7M7KbF4bWXOD7nmlw7xdOw3fbcYp
gVxs2A5J9gWHB7HqRju7m4L+1ARzh2INgLmdo5yUUkjTRYGdHnGLMtSKTVUKeQlD5ihzZ8e4/65K
Gd1QW1WfxoHpTW9du9HZQArCeg5Qv5k4uDTMki4MRNH42JWb3Bmvquo/qTuPJceNdc+/yo27xwl4
EzF3FiRIFsmq7mors0FIrRa8SXhgf59sXmx+WdI5U0ThECPFbCZCvluVQCLNZ/6m3as1HNGUOHQI
fBGzkWMad/vGUMovlqLuof3sTX06d3AO4SVhMlbFp0CJPw4hmTnw4fEYDuolj4Ov84yckFO1Cp4/
dn5xxs7eIdPhfRjDLj/YenAyU/UAy+urYdfi0YEXQqkEzueuK6YfSSp+5JK+QpQcgU5ZD7r7u7Cx
C8bWJTyPJYz7gd/7i1K4EprPLREPjV+Pk1/b7bdQaPOl8z6PafgIXf2YG3Zz8MYGZTWFZk5s4XAy
qoiewpWe0VJKmx9GvPX2MbFg1ng+ed2zPs6Fr5LS5KWQMnwXByvZnSWC+DuCXCjHecmTaOXl0n7V
IqE8Gm76BM10PnSSlpaETxYQ+8Ytd17cP6lt+oiY9cVAGXc/S1c3vJM+eVIB1GsvkyDLcErkvPBw
x7yN+1FtJ63/nnVYvVHD/zmtRXwy1fmqAQchGkOm0GUZda1XHLDQgRWYo1A6WsXF7Im9ubuUEKNF
NvEBvhz6EPXIxcCPUBAqHmtbgzdsv2syhjfn982MKREMwCfVa4+hBQwduJvxWE/AKf4oW/2l4sFd
Wtb/t8QZxzQAnpDx06BF+xB0MEn/vy8l/K//lkay/wFUmb81rysJqz/oz7qC9g/a2i4gSMTywfoZ
/6oraKAkNUg3SOhjbWBSyPhXXcFWJbkG+IZnm9otv8vy/gGoS9OADho0sSTv5i9Alm+rwkCXcKSm
4kzLDcSaB4rptg5v1qgfxT3UeMiAaOpA6X1oWvsikpp2o4l14av5ev6jXvFa1X9tOAkak5V3G2rZ
ou3T2uhaW16E6YynRYeqdBHJawlIa+7EQ5PozkbF9bbN8MfrSUoTxtvMFrX129dLG2rCwpJOoAp/
GQatfbKmrHtWM46dqaFnugsoq569KAuPHtz9P+pu/9bF4LZn88f4Hi1UiUSVZSUqR69bmmkOwtqt
ctWHyWufBerOwLGtbKPUfovVeBlFR/obh2LICjQSlqNgmEOmipWPXg0FwUxTHhFmqFAHi6e/1Jb+
cyjYirpNLwGgu5zwV70uGt2Ja1TTjO8uaUrrKWjLWsIjXAd2o6HavEeo3zq0gzITRg7lxptqKx9U
B8VKFd3w6E27csJfjW+6JURka5h9MYsZAzU704gyXGqyacdm20VWXp8AlZJqq6JKnnKkIQL5jamt
F4qIPo32YHT7NDVTRFKxrdyHNCliP+8UzJJ0c/otDjrnG+IB8dZafGNkwl7TKS/QTpezZ78g+F89
e+IRK2A+wuJHIRzfKXRtRNeGBy9xled8hCUwqspTUAQaWPsECAV0lTOLu3hoSiV7z76JuVNh7StB
sCX3L5fIq/KiPAeArWo4eqi0hq0lxW6M3baoAuwaFI2odRBOdQrJcSl79fu4ceDfxE7g10IfN1CU
KycCA9OhBUoBxtNdNB9KmETB5BizDw29OzrtNJ9FPyCf3o+/0Qz6dP/8ebNTeDfMIsCeQ2s1bWPR
k2rycvCUdDTJFgcLNR+aKUgkkJTrfbm/P9SbrS+HMjUWqSX7m8tNCbKlEVpDyausylMRuJSUepFv
vI+s+t58NgYBNwW0UKX/TOvqdjsgz2XadRSY/tiiaThprTgkZv2bZ9UxSWA971Es6TaOgDdfTI5p
QhkDRIEgliF//dUyVrSuSXp0j2jbBcMzIuPiqTeDCHPXOvTdQms+35/IBWSBM0cOCH+IEM7RIYIu
9nyedqMpbAaMsQNDoh8zwzoPYx+MRey3U/pTg9XrtbNF+ylnUz3kRWMcECrcwletPwiLhw4iHhx8
2ts3t+whn0bqgj6KNfNDl1BRDTMEIgb0dVBsrPKL0ilEY+CCdrM1inMNDBJGKpfq/Sl5+9lxrEeM
VKMhQB9xuVvtqqoikaeWXwnifRtdlFNptgfXhL1H8lrtKLaFW0fvmyPCZlBwnbLNoQMsX3x3uzAE
aD3PxLm5axHBDzCQpMqn4qy4tzMc3YyBpnWoyGdww4Oakx2kdOGPRjQ3extZ0Id+EKpP1QdlUFFf
PTsEFYra08aCWZkd7Fhsl/3NZ6Lfe/uZOmEWNg67qo9Q5kfbzuYPmH/mH/Fb/alswaSiw+RGG2O+
uZdoD5mcoi+TIxF/t2Oi+xoGQOaQWEmFuFL5wIvLsmMfbf3gMyo730pFKonginMMzTLfOGte0Ji3
5wDDy5OGNWFA1F9cy7ZeRlPRuEyu2jhMsyu+YNllom5omn6TGd0xzhRkLpH09gOkbP0WtdrTBC6E
WpRpHayx0Wkh5OhEDlzkaVl1B7rFVJWrIffvL97VqUIqRm4gW0KFb6dqmsoqzpBv9hO6bbt8UOp3
c9kiPtv3lZ+W8VmErpTt+k6omG6Ar1bWMI1ulgX3DSB6a7GDHXyiUTfjM7Vt071LA1QLiQTrS9Ug
uxHipnIMuQg/j1a1xQt5e/PwhV6NvNg9TTV1eitsFiXVhQM9+QoNqz45KMVEz/JfOclKjL22/Lnk
MEtHTcIgsbmdX4HtoSbmTvVJl9uDqCvCiRFFolDTopOl65Qr9dncWIFrH/X1oIvX8wbba5GxQ/Dc
NfKTZlbOQxEU32bVfLYrR4q2Tlioo354BaX0V0MI9h6WZKCigKTSKV3sva5zmiRFQZqb1jB8wdHy
aEn6blqY/bFAnWhjEa19SkwFTeq9YDnIIG4neGoGdOAQ2vTNHBEsWJDpKUjtX0HDeBvpy8qNI/FJ
ZIf4FUoRkEX+oih4i9dc/36R50Bd07D3i6LH9aIx85M3UWMSdumcRrcv/FGRomVe5+BqQCXr/qJa
QFfkJcyT0BeHVyXZt0voClyjvCwiFO1rt6kB11bWHrl5WiJFmh2csnLfK11f7du8Mw9zoVKNnvBv
jacmem+kpXo09Xa8lGTK540Hk1OwPPrg38gOuQQTvsCVX4Uj0dSZSP8Y2D9YodSD0M+1W33QJ3p9
dYBCcTzlwGV1JOocK0BeBE/2g1dzBBaasQXaXdt6NuwOggOCafcFEvXqWfSssyNt7jV/oLtwJNhG
P8uu4odkUpwPUY6JaFBggHx/Bta2HmcxnErcEQ3LXIRHdtdHjtNrmo8TGBkF4gUPdo7hfeshG6Rm
8aGwKJR3Nd5N6Balp/ujL2gLfywMVH5NIA4EhBAybncDVtakJODBfbSk7TMsjepRUxX7aA4UqJQg
iw4YoVCsljkaHZuadlMwvuO3zahWeANcYpzj+yqzz3ZjVntkppKNs2ltvzrAMtmsQOx40tsnzFO7
HqOww0qwKBBOcDAKMttkPDZW621YtMljbrkY4ZkDFWEwzojF2Quk28Yu22C/aqn1vQfQt8+crN0L
IG7HqXbtw/3Zf3uf6ZwLBGbw4SHivqBGXi24gdN/SmHg+rRLg33WIs6g1sWIAxY1dl1oT2DakBjX
wq/3x5VTdvuejCsjAwl5JW+Tz/VqXDPQAQYjFO9bkx5/DKUbQu8iFHl/lLcrm1E86CfwJjwCwcWl
oqMJbJkBBmto6jrPLk22vWd06T7KzPYcpGA+aHbkVL6D39zRdTeO+bffUo5OrE9gR0y1/JaI0+UD
buaa7ymRR9SKBneUuuGXrCA4CEWibOzjt4cHVE2o08ADZXD/gv99NafUxi2vkngYgAnRQQiE76y5
qIiy88QH3xAe5iY2H+5P8dqHpPIokwkKcm+kdYxAr/NEDqoW5vAUErX5DWp1f3kHcjRoKkkje4Nb
07hdLp2Fgg3MY3AHpAgHNPCdA5zc7pxk7uzff6G3m10O5UjtKxkPLG9MxDrw1ha8EEi6yddymqlI
dLZ+V/71YiYXMyUoSXojnIRAePtWDfqPkZkB0OgR7DkOWfpr1AehH9stBbCJpvPfeDNAwjDGderN
S5jwbAdzi5kLfpNJk+wbQQqqe0BY9JS/3B9qJe7QoRDyuYCGSj7R4sjUodvUhoWnJlrR6XEIyv4A
j5uQUnPBdQw5zTJAcc9pUVY+rUc8PqpJR9NZUfONXbH5KMsjVamEl7clMBUAsn7vVu4epav8aLTI
LrpKgUh4SN+E6zH+0SVQ8Kt8LPdaXVsbk7K2P5Fdh2lIxYX60WIRI8YaOW6RarQF9eTBTWhi6bSk
XRWt4h4nhBCd7fufYe0E4mJHQot8heN98epKqKHrSdHMhyyhHtLE1g+N4eKuVkWfglSJNy6TtRcE
+AhKmpsE8YXFenandNRiRC39borjs6GOqIlmQbfPu+KDJfvPSPBsMbvXLjBiaIqh4IkgGy4mNba1
tKB+JS8SHPeUUkHYWY/6E6pV9QeaE/2ORoF6soXrbiys1ckFhM7tAjWEBtDt7hWR0UFBSXQUlXVv
X3ZQHvJBK/wuKqMDH3NrT60dTODPqQFopkmctig9Du2YmIPC7BoIVmFI2lkoxRbRUXNY2/fXzYuy
xeJ6JmEgIgDPSrVG6m+8vp6NQNUHHAHZM40yPlWtOLeqVB+uY8/PBdhNRauO2VTgjqp5T1Oleo+Q
zb6gs4XUrEWXlRwHGb5wMHcRVyASGKhjzuA9jXlMHgbswk44cts+7h9f1CAEaGVF2hddmaNrXLXp
0WoR2SxUdzgFgOyQBPPoFQB2Bvc9Dec4iZwzHpD11RrceT852DCEhtYd78/CyoRrAHZtkhUVWcVl
mtb3hZ7OI0srAnTv25XefKDKUR6gFm7peWgrW+f1WMuCXBpjxBJGOkkIfffH3Ju6/aylMxVLW5zx
86x9b27aI4JS5jEIULHumxCThCTNzlQRxS4RaJShhl3jqNUXVzFFHc/Z2xtTsrLmeUwpGMmkWHA0
b9dFINGcVUWuNLBOL3SjP6M4hhEYzTPO9xlb9fufYHU8FxUK6INoW750c16FNHg3YnArAziv64MP
uTq0D2hzWMe6y42jKYYtmsfqJ6cyiVcx0QwR/+37KSFWKa2taH5Ta+FTMmXVXqGofOgBDW3ssZfD
d7nHOLfgLBIIo9C5uCIVMxmURJZZ8jpvUQ0OgEFEs6F8HK0esfQS37fndHScZ69VP+J8gOtfmsa4
nCjeuzhDfrXSQL0J/XvSNdpTPXrgYfLGtM19VGU5ywQRXuNSVSMS+kEZURmrWsB9au0rI/LHe1LM
ERXpfKRLEwTVYO1HO+jB8irFXOyFqJyvQJ7wuBRRYF0CRYBc1ZTcnfENbIbnEbe/i5cV+Uyfyeg+
CYdqCTjlDA40Mbl5LMAdvc8yjEh3Wajbv1iZMSJKaBlIuQ9WmeG06RSFdYwc8LugGrXO3VmI6kEf
c1IUmoMsBVtXdvQmAN6cBIq0PyiR4f7gDu3wEQmU7h1ubdOPOb5u/Y5jrD5WEDN07vRW/yEn68mO
3mDVHQdm1RgAPZL25yER4hOWFtpxEDr/Gy6Y5rsKlbmfPJSZP7adlGPHGO9APWhG6VEbp2Lf2gbY
LxzQmt9Cq0M/inp9oO5NE6+ofUPyccIkEwOy+2t/7UggN1LJBWF6vm3NEEM4nUB0m1Jr/ZAW9o8i
6+KD0eFp79ppsevpTm+Mubb+4Tax3RwucAa4Xf8h0ppubjGmkc/DuWDlgsSMpkMzps3G+l8dCqEx
dDlNao3a4uJGcTBw9b6VmuIcJUWlNqeo6Mof55mPc38mV0oMyNByZmkU3cjJlkIduvTl6KoeZLuX
Or7htdZVzSP9oQq9R2T+OnB4eYFgpCuO3hRqh9qYvL1J4e8CiQCT7jgbDiIz5vMwWy2gr8473X/C
tW+NEg66LKhMvdUwwfJmxOhgVP0ghG4+pXW2p/ptI4MOIwh+9vDYw3u/P+ZKRU6XsBF0jsAVgJdb
fOyhM/XR6RvNL/BxTfBdNpQDAG7M84q++pZLJf5dhTD9F8sNu2iHC2r4BUfC8Ssm3MGnQYA83cVp
Vz5DudCKjaeTSnzLCgFcVUpcFhpg6Ootni7X21ZUWoDVGPLT4b7ppTthqdVjjyb56F67QdN+TMnm
TfwMDHARoJySd/i3CxQgXD3+scAR73fLLvLHMEZbHQNqU303j9ARyMSan7Bi9j5UMzI7u4BA5Veh
NM6XET/A36DM1fbG66xcZJKmrAKQoRRhLBWVMIDEIjkfqbEhpH904unnpurM/ejCCMU0U//r6wnz
IMxY0YuQ5KJFTY1rSAumfObTNqp5yJxRYAeDjY4dRPZzmjpA0Qq29f0FtbKjpawBWk6cWVxp8tdf
Xdb17PaiACZMUzEOqdeWzX4GbILouCk2hlpwQ2XRkCSKMgdoKEJwGnW3YzmoyEJF5QWBxGR+OIXV
AWF7aRzaamDi9cB3SthE3jCTaebudRzU4qiIKfnZwap54+OulJleMjqSOskOXUYpSTOgnm9lBIqF
JzhjkK/q82i+YIOFDZ46FNcea4i9HQ2xX1lJuzH8W1wIk4FUFzI28CUAC+m3kzE4iaW3EQVco7ad
33Kk7D/N5oxVPYb1Jy+3jA9p61LaTvP6i+um3adqrmhZYaoCRhkf4Kot8MuJbbKYRp02Dt+1lc/2
fYHbAGdYLsUZr6MgKal9KbnQTrDnn8x6POnYslyyMJk2LrC1bB9EnMZWIyXT0MC4nQvUWAzVnaip
jE1Q+fTLsDWuZnHCXKLZp5HJF6COtHPwplQohRRCM32qkeHG7SaDt0VwB1BHAsaot4A+WHwS3ary
0KSF4Idyh8cDmsNYYekbxbeVhWeQoXCroU8AY2oRjtvINCHbMSCUntnah3LSJ7/C0WiX9e14BLBT
+CkyhOfCjMNzJ4Zs4yXXhkeWhq4kfR1XXzaN6RRFWT+hLjL3VOWCeZz9Qi3Bogd5ejT7TJq599Cd
MvG5ihxlg3a8tuxlZYnUDMlHqf9z+6mjLHXUuKNSFwc4ZWcis6+d2nv+5Gr5se3d6UF2BShHji4q
oSNYdyfJENkmtUwGW4qoZileBdZHtxqqjamRy2z5/blluFapbhNILQ7g2OtnswwN3Z+gUvjRrGvP
NeHJGV4LC9KA+DZhCrlxEKwNShcFACTLnxLw4lAElA8UykY3P5wOXV2n74yumI+xY8QPeOM616nd
aurJn7h8TcJczjwpZEeZ+/YTJLhl9niuyLqs4YHcg0eoqyNqOjnw7ggCt2wvdnDmovw0A3HGEtgb
P6de/UvmJcNOwexrY+JXjhsUNEBt8AfRwxIckKEk3ZVg431jjOtPimN3JyyNvuBZbZ8wkK03zpuV
O490GGa/TV4spfxuJyDFZiUwssLwY83KD0llkSN1xJK2h434/et1IUHwcufBMjQpyyA/g26qfPVX
96vFfstCLzN82sftFfYsPZOoTfYDxn3+hL3krhzgaOExT7U6x/S0ihAkuP8Qa0uMiAzcJhMs1cZu
nyEOraZBj4otj6Ey+75ENX52vhTw+3a1lmCLlZS//o0hQSpJXIpUE1xMcaLF5TiaI4fcHLXvCm3I
CGNqkCUhEnSAWqZo1+LuubGOVk8XThYJFEX4BbDq7ZuWtRnXqJGykFIjOIssrQ4pfIarCKb55Aoc
iXH0cg98MUSEgzZxjzNAul3YFrUPU8k7qAnWLIPhCBjXfKD7k7K2zLntOfi4+QGhm7dP12azazY5
REJz0kCDeNCSnCoYd7BjrQMcI29rp8sfuNzpgNZQPoGsSMFicaCxFDAbSzES4yu4Zy2lLmAnWnoM
3LI6BUb1PbbT8ZLCe35foSxzDnIOhKp3i6ditAZE9sMd0eFwvj8Na9uPFgNyTzSGZOfrdhqsaugK
kmLgmIAWYWQBH2uyyW+lYef9kdYWPvEdIFMHXAx48NuRUPmI4xisni+U0Hl0sMWmxjs7p9bEbEi0
lnoNjXgL87M2KEgeejUSm4VJxu2gCRDlODRb00ffbDhMIzx1JP6PHjrewCjKz0CUPt9/zbUJBffm
cJQ7YMGXRakRY7KkqBOTOMLJ9oMw6Xc32GOlDbaC94dawZwRsdBrszSE8hEmWBSZYyMKLTh4BnUt
1fjZDvv4AV3ga5eE3d6rOg623IsPESnnqXYyfY/IyvhYFJN6dHGivJoJvHkA8dW5IrDFbgH7haKn
Nj2V0cbRuxboEFCCwEdeTOM6X3yHsAnTtGmh7SqTQ1s8/KXotPoS1Zh2BH2aXjpr7ndaGcFK16lA
3Z8oOQ/LrQdYFhFFTn/TWdah4RsXXViGJrHk1B+zljO3a9T+I3pq1Ynqovqk5lC93XH6G7vLI7di
CdJYoWl4+9rRQLHLCjIGjmCs1aobXp1RGXwSh/bvDAVZEd0K5LYQqbgdyiyNMAoEK70Jinrvqj3k
uEifDq6AzXR/Ohc6WH/co5QTWXlUgiRx5XasyM1gO4zUFfE2b95pVdcBTsfLxVO0XyO3EE9j5CUX
MYpvdNR0IhgLbufsjYgv6uAKu4NaKurJa5oUY1MDDgHnrpbVKtx+VwUflA3XkOviFNq5imRRgKe5
IsyNt1g7GhD0IN+EDYA80uIl0BjPZkxqTNl3H48RagJIc2FgLhxR77sQaexhRIfi/tSthSCAVCVI
igqhRMzdTp2hTF1aNANTJ7r4mnJy7fIAzMjolLFf01D1jcz82uV2eCrLNrv2JeTB+8+wckJxOFkI
ioLRlRZWt48Q0e0KUoeVUilDAyApr95XrvNTPObxhizb+ttaWGSpNMJkm+92KCq72AQHuulrYQ/2
tqVJX1nj72kxuEc7LduT043dXs1xKDVsLEFHvI429sVaoYPUnmIKFQ+0lZaL1TJBf8OBN33IHKih
YMiGb0/p7nprGB5YfSiiOyI+2ibM/LKlfA9z2gPt5wUwMkNjI/xbfxy55pA/Aza0vHDLHLv3OCVn
jsoB+YYWr9tYKxVsG3ExKogDdlbfz0eDiO0wUHM9ZwbmwhXKevuJu3XjC61EQWAMVC5k7hCeR66V
VxFxrMFsbXGXgrTudtdZ44BCaEl5shTkbpNS2wBnrS09QCiyFQU1AALD7XCYmVp4O6P8odA5RWxB
Sc9J5JFSUgPYmOjVoWizyW4bHqPLOLsJnakYcLnxazXgEMHZ++pYyIMg17G1xORTL66XF4rgP4eS
k/xqEoshm+gPsaGS0ot2GMOpB70ZhH9/277U898MIysyL6AXjE5uh3HcwGlc3I79qZjaX2wKQXsQ
P+muARJ4bvqUU1LTirOK0c7JNZC18hRKzXEH2rJpM+l3lW7J3K8Vi2TtBNYb3W6U3RaHKN61jRjl
BYesng3wF+RgZFSUDPRaHHU7r7/FwWTCwC7mpwEazjmqEXtLBmzC7s/O2kKmng8Zg2OG7bV4EGuC
71WXclsl1UBPTiRPZNSYEmE1wRWSWlvhvDyo33wN0nYpZYgevLEYsDIsPNpHyEU4LZtGBsm5GH8O
lcE6dVPi0neQfmDCSt1DHCbiaagj7xiPyG1G9RBtbKvVl4eZA2DkpR2xONGruEQBqWxYgDOuLF5g
z6cmE8IXjVMeMVDtso1rbOXupA1E40MSCGQmfbsUq6S1slYIktg6UhFVs7GEwycVYanyJ6qDiY+9
r9gYc21DvwCwsTFiSy+JA8rUl1VT9oavGmF4ybNi8CGW1nsnFlu39Mu9tPy40Jw4odmtlELls7za
0egkhYOi1YAMqQIfVFhHtISb8cD5Ve/6Imx8u6RGjdSP55cT8Soi/djDp4GCd4iKm2IzhAecyxCT
aqvqXBQif3RNCJB4z05HaaPq05TPdr2pFw9DZE2oEg1IUplZeRJWHu2L0XCPkeKI9xlUymMUFzpY
FWeryLYSGJu0N2Bfyy7pm5xsNt0i6ZD2AfCYx2iLo8SjI017EhSY/CprKTOn0XSuu7ndOM3Wliyx
OFRU3JBBhi1WELQlz63NyARY6jSnriqb59BW0HPCRpjsRFX/xhbBSwFvKlqENIMX4yHm4MS6ibJK
1DgTju2jvUPNCHxnhYNfGRv2w/3zaG1mX4+32JJGpc5WBJwa+hGyim1fG4daiR4B47TnxhzSd12N
gEqpTfWGlKnMpJZLV9bS+BP/AcBVt0s3shLaZCoADPDB6e+uVbgXtJXJCOZpwFjXS59yVtM+Fk54
HBJvC9O11imW6nWYb2EB9pZvrdS1kqdkDv6cdB4qn2X8U0AYfikzbzxHhYsEU6NjSDWawXEw8f8W
sCl+iSdgZ05RP3r4REtVCmc/DHX2ro/TYuPLrD6hZNmSK1H0Z5puZyjREtb8JHRKHqAI8aP/zRgF
iZJjNSchAfCV46K8OSU5mLRRP7otvQfI1epjo9v1bpic5GkQlfFODRHI6Am0P91fO6u3KsrU0uoA
09e3cqCNIjSHUWmuKDGyFFgCHsocAy+Ebo5DXc0+4A/3hyxM7aOhUAbGujZ7rwZRvXGrri0mCJ8Y
vziogQOov50qK221drRghpkaaXsLVBCD4tQ8u3MQXuzOtk9db/40E0EeY9yL079x5L8efhFY5ZFV
T6EHiG4cG/ML3kY5xBbKZztiyy/35/wFbLjcN/CDXs4GVCaXJIq4T1TPikqAWWmo+4M+IRkzqBCu
Tas8d7BXPoau3jxiCFkQ5yTTKVSL6Fy53HpjEVgfyWZ+y/Xkk0c6eQGrafmWNjo/EhcC1y0U6x0t
IFSKMhvIfILJbm4aSJsOafuIXaOG4mimHTT07AkipWKKlZan0etB7ehh8RjQHT0iluAeEScxHi1a
0Rer08Wxy/TuoGv2sL8/HS/tteV0SE8IiP7gPt4AX5kLs9A6sJJcVt2HCElyXDA1BwhwGOwRBTAe
+6pzLno+iaekn6ujG1XDdY7xtEQQcX5fOkl/oL1U7gzhOH5XYamOKYL+HnHb4oQlesE2T6bvcwqk
1uqdrcaKXJlvnl8Dp01MxE2+hANSixo0PXc1pBl59CmP6hN46/REy6PeuFrkefFmKHrHcKSBOUKS
XmwSM0bSs6eLNiGVf6THE+8U3OHfVVTydyj4FP4EX/fp/gdafT/pCkIFEJ/LJTEDqYJcMzu6NCj9
dkejt/Kvw+D8ogEX20gR10YCdiG/qbmSw2u5QwKlMFJdD+0ZzPol8Hr9OXWMrZhgdST63HRCAZsB
3LqdSMguAp4uB/PQZtVZz4vyAJMrOOjOoGys79Wh8CykM0GllrPtdqhZUK4DSMc3M0vgd5jzHp2G
ECiOXLGRKawsDzg69FhhQ0ANsxfXTT5ZVDkD2iB1E7Zn1E7Dk6WV9R6IKtzrlIbqpGy2ulbeD/lG
6KAWmx/azmIqPTS93aLydN8eXO9QhWYGGssad2bmbZV216qBNHfo4EkxXyS1F42NBpERL5jopPRe
XZwmG1BlDHbkoKIo9qTERn0Y4YMfFaVGHCwqxC5ypVYBWs8+VJXmhFYWRWD0m08aUiE+t7Z1RCvS
fXT6UP1Y6rgF1LpRfq/0luoE8nUn+kbhKW6qn+/vqbXIADwMrTnan6b3pjajodr5B9IC1lH5EMO5
2OGQED7WWR1e+gB/YB0dup3TZMlRpNN0skc1fTRRvt4HVZL76pC0PjqHxlPTF9Jw3S6/3n9EuS4X
Z41NHYscF1AXmeciuqOSpUmiLbBy5GsPJoLylyRSg7++5V+N8mYjuj1ihmrJ7kClW7lEEVq3JvoC
D2mEwOj9F1qJMFg30rIBJQtW7CKNxrkhtlryeSAPFvxvJ+1PjeiQpYWNdogRPEOjtUg+egV+wuBx
843NubJPqKbQdwb8IHEGi7WrdhPrekIEYazrmNeNk8tstt+Uod4ywlgdibAczSj6bWhK3Z44WmuA
IZEonqgMy0+l4QynuosonBvG8Mec/r9TC5M/6VtZTXUcRm3zP//Hnz9Zuo/e/MuhwLB9+tB9r6eP
35sua/8pcyV/5//tL/7H95ef8nmqvv/Xf34ruwLrio/fw7gsXst3Ubt5tXDe+KA+fR/jb+Wb/+FP
I1TX/gd6XGBgXQrrsJAlfuyfRqiaiz44qLIXbgstQI7fP5XDDf0fpAHUhh2IPewl6VfclF0b/dd/
auY/ALCTx1BRhVsmiWX/fPXnP7Yjs/ZvJahuc0HWtYHRKC4bpGSgCanQ3H76GlHduCgi8RQNHmqu
otQn7X1qilT/ptTwOFExJGO9thSNlWOQ1cm8cWosEgq5s2g2kE5AF6XoT/nk9gniAZX+tK36xxKq
g+7rfW17n8wQxsd5QtSouowT/pLPCG+PDdKDycgtn+X40ef7UKvDmQyjwWVpi3q0KGnyXITbVMJV
iBAohL15Lnam1QJH0B51rvzGd0tEPPZ4Ww09dnlQ7RFUn2sU90bDbBDrw7jZR9xgitEb5Ix6Rg2F
qieWWwqFlrLptMOrNfbnh3ytlbaAMNArBQwI9IxggFI9N+niywEzMnUqfdVjbMdz56ulakxXo1Lc
Z2VU8+r3EWRce9VSw2qOvV7Hw240EaL+dUqjroaWZ9UfvVR3+2uoUw88Zlbvxej19LH1vPGk8kL/
PxcDxyemr/RXgS9qGqIrSw9HrcQgSBl17TqrYzae+6KtJObCncddKEbKrZGdF9/LMuo+pBBOJj8Z
RGM9CHNs47/E2uVROE6ldB4JMwuPf7hdbEUcBSNouuEqDbAhXmsoiTwNw2zg/J52SfVTbIs2Cje+
1e1F8jIqQQhBOJkqZWB9EfEUc6lQ653aa0ksi8PrXKOJZtmpqqI0P1vi82zVCa4WQPnGU6nn/PdJ
Sdz+4/0PcXtBy8fgO9CR51Kj24RZ6O3L49+UYdJd5VcdC5V02lPZMmEXCYQyt+xdbm+Ul6FoqmEs
zOFCVWu5OPPCLPqmGMRVxU1LuQijt7uzmSfjvBNVGZcbQcFtHMsrcR6yB4Cv8GHl0Xj7ZiIIbTcE
8H5JE5qYKJy/TKEW2cYVqyUl/1IXuYlWeVtaWxTpN0PLrj1JAS+JERp/ux1aASFkeFMjLhCLkvHk
4qjk62ml2+/LeGZelWQK6oMIO2WrALKc45eAnRuAkIvtry/jaEWdwqY2iurSoI6q7vGwYqf/cRyB
+2Ul3V89kJZlwPN6I3OHEUTTUkBOgnhkWZ1q4moM4GASBpXKVB5CpZl+b4156h+MkA7egX1dFvvE
y/Fc9xL7kGS9ec0x6LMOQSWm93jbUKJOTe88VXguOwKbgTwu3WtQx/ph0IthX7dUP6u67S+ZmRs/
CM8eHgSCER8Hz473Y11oB6Nr341WEH3qA2dAxSjzAuEpRxGPcWpeVGUeW+V7n2XNvqlF97vXBvWv
Vdf0x1DRsnNkzNY7lsOveVcpJ0tN2ydthDVcWSqqwXqgPYC+yi1wILp7BSPWntzZcz8ro+W+j0sP
A4kQI/uxKp2jGlX5Yz2Wwo8VlcpPUoAbQuq42HOpfgF2UX+MULfdTT2I2RJf54tdkBwUQf5lqNL5
Qz/o48FGwsXvKWecWq+xH8KmjH6puvZ3p51tyEpmKnAuTWd0ytFMzG0UOjxvNPd0F3rvxDQYuyIy
q3ety0xoSqJFuMtoD62RiN1gqdXXQBvyg26Pqburq6L+pU47/RRMlnMsrKD8HIrGPcxqUPhcz9qv
LsUlHHsEdNepDKcn00qfG4BjHyy37SiytdoHt4jSj32p9r8jQDju3QRg6AWhBHeXTtZQfDDAs+0c
ngTMTDipzd4qbDXadaBpf7Yw8Sr3VBXFo44xz2VEbhpvm6A90STzTp1dfUrywriUkT0eOJwGNHRF
sI8iflvRNejX2YpnKFc9bJC7x1/5c+Cm0U9JX2SBz/GQvE/byf6kuYHxXgmj/mtuagAno947iC5V
rsI2lR1qhhCAJs/U6p2gDHPqUVM4KBk08l2dAr31vX5KvqWjddUBYDe2j35JmHhHRxGJlX8SiJhl
zTtQi1Z3KYPpm6UhdzPajbbDRKo5KwV6cz31kR9xFoph8aGh8BApCjy4NnbaB9w3vuqhmv1Glq9R
pWuGU2L8b/bOY7tuJFvTr3JfALlgAm4KHE8eiiIpUuIEi5IoeBcAAkA8fX9HmbdKYmZLK2c96FVV
aUoS4SJ2bPMbnFMyr1I3vQ8Tt5uLnYlBfTyZ/XlalxHPqc5tPqA3nIPN5Aspof1dZedAVtyu3BWT
D/HFBhci51WfBb7iG44AJOyx+K6jzs3ufYkjjO1S0eNOgvFnEs1derQw/b233OwJoOEQlUEx7nxJ
0r9ai4m8f7CneePEI42x6zWdYMXl0ztKz3lvt3rZOlVZHJD8VtvcLkv4g8nKqhPBvENZf4hnVeib
efTDvW0X3cGuu/a2cdbh3tNJfZPDI7nNk3S9LlKnR4l8ma6MzjMg3fnKdWI9S4ZSI1AfIAa2UunW
9etERj68TRUnWba8Ol1uuzTCyzDKraU6WwBmy6sgw1j0Y1YmlfEpV7CZ+CHBzERrDf0iO3dh1xRf
raSwvvV8OftRN468a9aGIfHc9ON4ExRAJJ9CXyJ6LTuOc5wr8A/ITwrCAXOLVqkpNux18O6R+zG/
yqCqJengJPWtEkHKZCoPLjS7FALi7s/ErDE8wIyRF4xKHJdMcFfDWjhbqCulmUNvmkUeBwOOETuQ
1FNGjpmR1Q3TBLQ9LFo7O85DlTC8XWt+gnKMC097zcszLpDCjwFqT8E1OvZodw1Lk5cnoLNl0sA0
XVp5vcCEVDc+kVgINODh9iJDLYkrj1NWLiU4H8ZTcLInvKacqk5RlyeOQlHz21lcux12tGest3p9
K0ykORD5g0b5qlf2x7nuSvFiSxLHU7cO+kMTssRS3Gkk6bHnASreAWJJ3I9Lb/FuENA2VTwY1XjS
NppcKQxOzyTidtpRQ1tHy6ornewca/TVXV33KQi8zOv0LUSWwHuovaCttigszeEUszqVG/Uzug8R
HzaxA7a00M3rhZ8KdBPoZXtlD7nMjiYd67RgRhDks7fTJl8o2/oYb0vMcHxsvbxxtp1dM/TOnUMx
VOTXvdmswosN5tVFfbYqxHvSKxd2cujH/bwoYhdR3oyD1ZlNPu7U9A3UKDNsYKRgcMDeR/cGomlg
Ygyg0HDvvEijdwh3wypN/2tYFwFK8YzafIjwixpXY+sXg/L3bkrbr82z1C82Qoly2qO1M2Ns42RB
ew0dqUxP4YId1GO4BLN8rZuZz2IEZqeGDWlewWk585dlT/lZBP02RdywuLYR5Jqex3lucoJfa1bB
5XhKWvEqanPsnMjRiQsUEj8HM/2G3oXs3mtyU30kSIrhLk0ImKh6kbYfcCNL8w/daA/eDRRqzZvK
rN5JPjUSK700SiZU4+96WKegLAbamMKPZooq0UTVmvXFN4bjyBFhEcyUzYjrRPRYMbTDapOUrs0y
FQ9GH2ZPflpYWyMHh1cFYY9gy1D2x1RW+BFMfSJuRsddnt1mSD5YqwpPXZN58YwZxiaoLO+RtPyp
H9L8yOM1OyyX/CYKnRngRVVeeSKZq10/mWsSdXU73uIz99KrMYsqEOL7JCgClLLqJJ7Fyjqzu+Ho
LYlxb7Z0+jTzFjw6BC42wm+55GK+h9NYbEIaRO9yXzlxmIfexpoyd5P1IAEkwmkuOvOIriJP3O6Y
xISnSwN+24WYBsfeQmAJ2qUEe2+O1R3UzApUqobSZFCK4i0RFtUpC4LKiSa3b8++CxbxGOKFe7S1
Sg5IoFoHx1IovdVzssuz+RHzDrSKvTDFvaHx+sishXulFrmeROH2V3Y9M9EZBWi+hlXtjrzrrGu9
IMJpxP1spx3GO/S/omqZcKRA7OM4NkH/vtW0UgOnZQCvMSFohuJV6Fre9anbwLv2p02rEQexlja7
awt+HOA2/4NbTRefHBF019JsGidas85/V8wSeknjuCkHnrbiUI6Wil0U4z7ouZP1Nh9bnG+UcrI1
dvwcJy05zta3MKERW6zCebSB+dhR1bRVPHRGb0ahiYzXlA8j5iMuQN4tAljuY2nZq7vDaqkOPgmJ
49INWsLFEAUEX6pOdyhIAQesxjFsbWzM+gJJMmRPiIJq0gOEGKqpu885rE9pmuPxl7bJVenM9tFG
7FTFCq2bvdMhABYFrr0eSiwvjI1swwKnHiWn05KO81M7yvZ2dCUJFU8f3I19a3Hme3750NQFPupr
quynHOGOD7lfLACRh/ZuhIlyxLSk7jZiXYYjvje0GqQc8q0u1VLiUOaKnel1nbdd1Twm8STK5OtI
E/HRtfI+iL2pG81oQmMjx6OHoi+SxoL5VR9gVVVNxXjgBwdp1CN4XW2GUUwxVsOjtZvkBKYFIS74
wg7nlipWGvU2UqlTzJhnul5zKZ+xOyzvrWpJLk4zk35yHGR3GhMvsp2PeLxzE+DUMESWWfdzXMm2
OLsl2/4UBOvwYaTgf09Ah2xhmVXxToLbOowTxK0FX/R1N8wK0x6wSlg7GJViYLCa3rQLEdw9p46X
DocizOaZ97vSBQ6X0sXYZy2qK3tN0bXL9PJSK9/fLjK37tU0hLFykEEAepXuBrm4e5mk7W5I6vyh
bKoXDDPEgQd0FZxJ6Tzxant3s+oOi+v2Mmk0dejtDDtj0poNCHJQNzE3nFI6pr6Db66sMnWDl+R0
2+fm/MHL/bkhHCfzh8VpxhN80fK6nMr63DX1GeLq+GXux+SMcGTwzob2szOX1T2I9iI+7cy+3K/4
rsDaKegxldjRhWUhr7VZsMQGe6CmMkes5oC0vXNbbbwEFCpLXBlaf2Gz2jT/Ha/5VOVr98LodN6L
KfhqNySYPM4UTFtDOwIhhXSmuMrD4iByyrFaBka/sfL0tUfN6GTM7AvZ5Na+GCq9X5Ulqa+a4Yx7
j9xabvd5GkugswuyrBvDxavLowreqBpvE2rybtus7qu7GNnGGuqr1J/SXT8n4Xszsc2HkRrgZJLF
xrYM55txTkWsg9aGvK3HLfNv/6M7JMONUSiijjFmCBqX8DxF5x9dk0l0LQZ3a9W5uamCEU6O6K8v
AoxkP0Mf98s8xGhE8UdLrzq1c8Ie6Rvrk5gLc9eJ1DxWDRbDY17lsQqGQ5J4DtmY6kJn57hkVJob
2gV5nWy0WX6Rjp/BezTCrVLGxYZvXA+Nl1Sb1ZsoR40y3SLmOPb7xXLmL+ssPnRClqdy8NKTW+Bv
SJZ151WO/40aq71X1JE3BZXHsF29tWy2eHDPd4kgQd4Ew9S9swez8c9rze6KDDsNrjLk4HM842Tg
TtDsRhe6a7t6t3njGg8M3MJgH6gkLw5Fw6g76oIxeSb3QVliDHUa4d5yB8rA/oja5bBv884boyAt
Kcosq3wMFghgYOjkprxgB8wSgo8uw+qYt/anaVbd3Zwt5FF9om6brp9Pqw6xfYIAeZV4K2oj5An3
iRkAnW/rZpMvFikd4Ian3pMBxjOV8S4v7MditOyDl600Ac0q8zaYOJ4nhqG7QI7+VZ8JbkJ19RdC
2RClmbE8tYg8YHY2+9VRN8TrdSQLihvPQ9ggUMvNIv31mr2NQoAS4fXSZ94JdYXPlMYFHGk/jBej
t983AkstmO7TYWlsb5eaKUkZ6wT/GbvH/rFdiu1qV/l9EXbqBtNNszsoE/0ypE/rZwEl5WOHiuwN
CEQnRtW7P1R5b7zQOCWI66rZsaL98gCAWO9oWes1Rl/a+iYBFMXa96ttJ0QKa98V2yGUuRdZiKlB
Lyn9gSqPyLgVbaNYjFkdD2X7lEEKurXLSt7BCUXd0FGUisaKy1tjlGf0vPXRbObh0HXqay5KiSp/
P3jtfmhy/Hf8snvWfiEi080pUBvObdbfMvVbsuEXTIRljQwrfLfCtG6toW1PyeWsxWIQp2XRB+dF
2eLmwhJ+PyibASMulPZBZckVXsSij1td+TFVTYbTIn6U+zE35mXrkgDeZ0XQvJscK38Jq5ENmGvz
W0ZDg8weI6dovhj70ahL7oU5mjetp2xYQOSE1w1qsDuZd8qMAQ17py4x/e2gw3mfCuOoTJjtOM6Z
u7QbLk6lo6VREPbN8XWiV36pJpHBXVS7r1qhcdktvOehNO0XTS9miHwM+Tbk+7ywYPB3kpR1ywt4
rfBF71IcxMpahHdCW93WmpFSWHHSPFhzb8VWXw77uZfFMRVQg9J0WdZIDtaKQyeOLOTRrvtk2v34
flG+oiXiutyCf0VJ634w5Lq84Jvc7OgA1zgzOhJDDgNpmjqd19ugv3hjYQPEHDwcUEnZ0G6cIPyV
1XOlq3n4tAIJgI1phWpnNSUP1shWfAnrdHnlsASoz4e9HpRRbJwWhEnkzqu4R/zWUREKWC0Waf5M
xLQnZHidIJ03eavK/IqWUZJeJ16QQKWmc/TZnFPUmR2C3YTYmec+2S4nGKqlQINxDcxCo8H8y/LG
/npiYU/j0+JZau5xWBUKqY48Hq1g7GrGljkuawup4TKfVyuzngqForfZiSfJSXs2ZVm/0ish5ehS
Q4nbcrT6pU02dtCiZhR7Dvd2Ut9rGJnRGbhpyp5aMsMSRuzpwIzI+oEK5WjwSZOuekR8h53ddV1z
7stA9pFeE/4fNIaTxiBvdHXPDjN9iQ+obM3wRk8+1jZNr4R6SMNRnCvUkbxzN0vTe54axy7Pep7X
ZJt4SNhu/Nwcm31TBQY7UPcBf2rtK5qIeIGX4XXY88HvVttZmEw1kLb4JtwYNULeORkqQt/LZwJ3
snxBMrQcMRkDpp18kKU3ODu8UbnZYE6D+jUPh1Hf+dqsaOp1GoRsXHqMTPd6qmV2FehUF1fAf5V/
6yCHBF7DyXIa+mgEZPxNWP1KCWWmQU8wXGrTT4/Bmk/FAadv/6ZyHep4XbhJ/qxbbKwpvTTF47Q6
gw/u0x784DQWhr28s52Bwh+olGNfodeylMTWikE7mMOhpT3R9alN+RsmTn07a6Mzd60vBrogJbn0
sZ+qtb4KjJTWtxnOvjggHcizUHCmy5ObFk0gYks1Q7tlKpGIfWCN9rgnNaVZkJaLaR3XnPE4fixy
DNMINnB9MmkvTBuBLGt5npulLb7h/ddRBCky9CMmkr2105Pp4YBKj3lcv0EckRqwU6oD7xtD/qIt
4gu5zrtB8fwyMmtbXrxjSP4KeshTd8gi29SlGJAz2fMSMeTXVWb2xVVtOVy78UltPxKMC/uWXKiQ
ZMhW/95uK+ulzBAFw6edak1SwztyAWJPaczO6RjIJJdcxvTWbZ+P6tLYle6URE5oeN/6wbDUw1yG
Dp8O10GTvwGtuiwWdxWuF40gc0ieah83Cd0hJRRlCSnmw2AlKe3hZcVR2NdzcbKHzBc7mRQEKUuO
2nk/pbptd33S2c2ONHkttjCuGzfCUUw3t0VR8JzZ0OIPGmkbGMypylPrY1L4I0yNIZ3djDyOKVns
sTQOHIFzeK1JdY0tdAdHnBs9iIvXpdD2+0wMoM/nHIeoLKk9ikFc1Xe419Xjrjc1T02zI7yy5LQE
QH4ww0W6JOVjeoFtoTOBxcuyyx1g7QzHiibZzINVZjGgVnIrAt/Snxol+FPCV8jWXyBg7gk9Qh2c
3GQC9kjGA0kJfMZlKiq+f1bpwJa7R387rNFa9hHdS6Rr9vGKbKW+NobKUzi4dqParVMd2NtQq7m5
mYf+AnlcJuOKxYUu2yRFe9RcUd4J2NHdSzhYhoEIBNg9GtlFd6LUtNcrBmOTvyvQc24OYCBr8y4r
27XZEAhdjV6wqYqbXiMeR1vBGprzIppw4w51l+w0yT45bBN64TWFUZ9HAS6j9bajf1wA2Ldzmrsi
lE8qrJskglvGqqVNM4ZxuUCz+CKKUlQbS6j+8zq56jat+USH1bbk8BWQvShJSls+95TKGj4fGK0n
v6rZb23XUUzZOu2+OnzqF3pEpYOF09KuO2/B6HJj523ibFYCQ7K97DBCdEBRf4DtwNIYi2r9/Ofm
HKXFGg1MGfYHc9R+his4pCN9aJQFfzvzbBqD9dTq4WQXtTvvKhJFbzdKOokMhbrGRs10KK6si2hq
lDvO2OBckS7ryVttmb5zQG73V4XRID5HKjrhbTNkbUFdOeZWgL56M6O+gcAVnqQFCxdJpjEsJ7wO
jeJKrWGfHuEMdd/8ATPNb07rWprOs514BS9O0NmBhuX4J4Yidf1RyIk9n9s9U7xS1iWN07StwNLF
2uHhbm1b8Qm6C2d8b+s63c+2RHBmQKUFMb06LXEudnE8X+GcroyHI5uIW3wr6O2UJ44Brzy7CAi1
6wbE3CJ3jH/prBtuh7pDV4TrYw+l6tpeS4biDCIk8RM5e6LXUjbk3YWc+zQuQx9HRlcXZr8bRW6s
czR2UCkfcz9z+31ouIFh0Sgn0yZO18n8rgKFl78LF9ytd0EBJm+HJFfu7JdKMc/K3GWaBqTBS4Nn
6MBV11GZt1V1GurA8DezGRQHbYe5e7CyaiyOlBvhByFacVFLYLh3UcYZ2a9FK/H91kP/2VQ5Zfc4
IKWxs2iJfZR9kMwbAcjwIup3OSP+HJUuNZiuLWgn697NvTY985Lc9n0r1oSWBcPU8bFbs9G7+TNi
+j1clg9Kmi1W4xaqbvFKZeHoyBCOyvbGMPHh0Bdg8AulA8Qm7aMmO8An0cXR5lMeO5WJIl4x7xy+
etJOxo3ixCP6eBWyIit52IdSyOBCxq2GT53lm2qr1kAj6IuzwWyPuBRPHpkyH9kkZ7uIfx+QymJZ
WGtCTownUtvdzoLxBZ3PcTHwmc+X8J1B5zOJ8jadgucKmHN1FkvpfaHN0K/XgzEKSFMci+qBjMhV
dymZr75NbOWoBz+derbv0qqjKAxPXVdNauo7CYZcPXhAi6aLa1Wt82NiyEx8KdBSNK0dfun1eOVo
vfavnCdVyYFi5vVF9NCstHEzAB/o9viVmubBFcOlIWxMNuD7DSV0ssxxptLe+5LUMsUmU2DOeh1I
t26zS5jCYc4wcWDLNu1iG2i7WSEDhfmq6du1U5EbtPNKd96p1dZTnPTPsobnukkwGWVTMRwIGRHk
ITiUyKJtTj4sfcTq7gdZqe49xcSa75nHuoAvcdEUcVHYNfLuSV18KuVqFSzRKZCXHvbClOPQ1H1g
3dB/qvstld7onFKGpjTbZcHY468cyTUnh6xrTT1xGOBzcHSByvBHdnFd65vULNVXK1+JAIZnZcZ4
oaok3bNEkgtZCnNW1TktjG65D7ouR9w7nVhnTYBY5oNZhKDzaV103cEwjFTGlbsgz6VNcpqDWVH1
HJT2jUcGTcNhns21izEeaIrrRLlqbePUU+sCdMdIX5G0G/sXalaj+ZjCtfvsG3bRfzFX5CUxpF0y
zx+juc8WcgBmlhnMy7G208+hGubs44x3dPKCMTprI6G9GX5jwLL0h3XMEnWUa5FvHG2Umh42JAMy
oqZ0yjOIYCvYJsobzPuVflaHCi8v9uAMuTFeN4Drmxs8ILGa1fVol08uc34CfVkpt40smFpDtYNr
awvGhyRdX7Ms91QQtfCbMfNdAVJeV8VARTVYWcp7rW+dHsgT80kdqv3KLeMBOyFeqN93CWPpqxYA
//C5bia5AqxK5xzMDlOo6Up2dtceJPrRKOz2Za6vtRxt+6ajU95EBjpa64p6DuVZEmkD0sNHOIk9
vhsIlM7nuh8bcacAgopDLS1ic0+FXp4LXGv0SamqAQ/UmQBBl9go1yE/5kPShrdFApPrJtBjYjNq
IWPxaIp0gIZJ5aHSX1EzTKgJWPREnnzXyEOc/KZ6GrZV0ZoDZsCzK+kVVmmd9Bji0nqRdE5bL622
NZgKo3vnGGpEgNlonTwrIiyacjlh9+tjivcbpOsbFOClfHdR3/GRBMHBC0TLzyAWl5xaekoue9XW
nnM/ijUcnppCdOXLkrkM7UKLifstHubs0bAKOX6+g0v+FSz0oa3573fA538AoN+RjP/9t3P+RbZD
+2385e/av7Y3L/Xr8PY3/T8ILYXX8QMK52/Q0vuXvBn/5zZ/lfL1fy7msue8n16rn+Gp33/GX2hT
1/sDDCcsY2CdoY+C4n/RpvwSIuqBB27RonkAmugvrKnw/0DgC3ou/rYgt8MLzvkvrKkAvApQDm0S
MKrAUfFLeIMt/RXWlEHnzwAihGDYwRj2EZZADwHX+nmdCWOiUEXGZY8U8nDw5/yJa+76ob72c8Yr
wkGft9BIvVfWmMV+djeWy5XGHnEXqGKfVfwKuz87uEWNLpQFoGSmgQZKYiuaACWyvL4StT4lMr2M
3e+ntnqGqfdNdCIG8XI1ecYpXRpzo2iRRvlSfJ0K+ziH4pEZCHCVZBm3Niq1WNA+hlYXxpd/KFIa
2kOREZ2X9HM9BPkh97Vi6BcskXL8z9oaXusyNGgTGMu2V4GxLU0Gd5aw3vPAN45onnPTPrQo4QAl
xwNioBeHzqmMKZYw9QYfuAFYoM8a2bhDUZXoPZNIMaXkDvLiW7CoIqKzh0OO23+suvo5bGvUi5PT
yOkVMVc4rcrfcT4t23osP5uuDPdAYtOtshqkMy+3lQ82XY+ejpTCNATZ9Q+h8W7pnFutA8SOgvZ5
Xr2bLF1MGmr51ywJHiBm0AC5CL41uIxG+Wg+1hwDtwJtX7Iro4qXGeFJm1nf5Bdfk4Xpelt+xnyx
pjssZgAm041orad6MCCTzM/KWx8HdK3QlfUQs6qzz7P2jzooujixZbddq7yLhwRMrUZtLZPjtm6q
WyPUT3rmPdku3wgJscidpvfT2N2WZj/ExcrzlKGmmAKCSgoOGCKwgGVN46kK4rWf+13tBx9HGvxt
NSGxozyDlTJFiaHNeBGfyOdQFuXktwj1kdPmn5NhWelbVN02nWxjG66CVL2lIIfulNJWEu89iFSF
x7Q2twznJIeF9niSjdSFzriDIG3HdBqWU5Ws55Em7sYfUHsoL6imlSlp1CzcglFfdAI5CUjkV5TI
p3FLOjI8oPK3RE3vDFs5yiJmM+dxZTKka0RyKqRpRuki9gs+AbTcyC4r5URePd6sPi0lN2NpVrPh
ojbOYvcYEPidtZ0dK3aK8HgZzAqredadmplyerust06WKO9oY9z6Jl8/68fb2rpZU8T++vI3LJYL
lvsHACHsKYSn0bMBDAhk0f1OcvmBu+4hICnSyU/3qPTQ3mjd/Vp4BzcvyTNF9RtQ6BuFlwtXi6sh
9X451MDKv8Udq8miPM+SdO8H7Rh5aYjSFIKBbfPRLjhHy5vZpWQcVcuCHD7+EKf/CZ594Uz87VEJ
qljngJfkeX8OdQ29IhpL+GwCtf0MY6bdeAbkbhoqhZ6JNd8/BKqlKKFfB8gYGwC6fn0Lb5Cp3x8f
7jwh/UIgYE7x8x1A0xE1CKcUSpI6Cxul5AyT6b6+UPm3bVL+5nV/F6t588QQYjkvIDbS6nzLNWwc
c5BAMtN9QoYRjagsZ+ujLN/RDM4iOY8Fne3wAUBjGGfu/FgI7zx2n+1eHiom/+XIeC7JMYdorkjf
H8PW2NTTVV+ox6ANdpNdHpyuv6nDfq+/GmOFiH01bvyVNr0mHjWT875ZsQGhg3IEYfxSzCDx0uEq
AdtHNNqaQfbq9QsGRlP1vFQGeCHHul572G7cOE4WatwWiK8nAcCqLJtfeid8qFOiJvplEsi0NmI1
i69+Lz8WA3kl0gTDvpssOl5iAIQq832VdkXUrvrR7gmfgf1YrsFDps3Htc9ZZDK4gXBAmxZ13Caf
dm13GdqafznR/P9c6jc0ncuC+48T5t9Sqei1yvXrjyydy+//X5KO/weAZkJFCDwfss0lO/qLpBOE
f2DJ7cONImx5gf/fvAn2DpxT9hbtBHweicP/yZss9w+yaagOCA1ABsMA7V+kTVzhx0hCcs4PMEMk
sRH7Rm72DWdhsmnGokE07EcjOwZZsMkbSS2r/124+PMyF0Y/bFqYEd/5MD/E5lX3CFzpFcELw7hq
RxMHmM+J89VZsttK/M5p9btq9g/B4s+rYesDhwUVXeqPn4MT0qoe8pt62AcSSwmculB9mD/mho9o
Sl2HsRTdduGAj5DA3Mgguy2U8Wwl9X3j52eE3Y8LTVgvQ6IyHT7DlXkYB+Pxh/XxTyH871URLz4Q
xO+LqZP1VrbOmvE/W8JlIKAtDAItN3Y6YM4dNd2G8f89o8OHnim2mxp3XWkzcMKNCn71ciuK8Nq0
l2NpYJfeuaglZD1KucZS/+ajfQ/ib98jawziKWm1F7xVxEXnvoWmzhjf8QUpTb9G1iR3qqBgJLc9
GaL9CI0mCpjUxLoALZOJMXJ6TEGd+iCzyY1NY/qUyf55bpp7nTaHFmRvBK/6dypIb3L/718ckBAr
+EIzRGnx5y9uwNP10aof9qmNO2lXr8M2B/4bOeCiyzb0D8KzgCDLBsjWbG5+/S0vBezfXhOyGqio
w3Kmxv354uaEPWCJSv++IkyD1WAfGZ9+fYm32xTdF5hOl/UMVwxaxptLwJ3IRYbm4L428S9Yh0Pu
lnur9X5zzL7NaqifuA5MQsQPAjTygsuj/rBPgeDXa9Fkw16G8hVLm+48lHm+bREq3ri1X+1BcdOJ
WqsUG3vadH0h7379pB6B7ae3ebkFyOkm4Q9OPf/5+RZcjG2rqjTkHioHQCYYuVt69wr2wLruxrqV
ZJ7jvD7lXW5EClerTylW3xg9AVE23bLLYq+u8lcEvNHdDf02uOB4l6NeIXtY9Oi6necaw/MikzPU
jpuu9+uz24Ajt0p11IXuNnRyIzOXBTK9nbW3Ju/d1BnTHvUlczOn/jtVtrul0MkHhAqtaCzS69C0
nQO3cW2YUm2Z/Li7xFrSBzGaF6eGghGTQIsK6Py7oLP9LbaxWLdhnRHPErQCYOHruTSq7ey3x5Fe
KqJ4aEJ6fhpnY2k8GbNR7swwbbapWD6LuksjC4PvAHkCup0Hx57traPG8BpK4/bXn+O7h+2Pi/vy
OfDyCiFSQrBjo/38Odp6CpijDXJf9Um2ZYBXxlMxZzGh4Q4R7biZ87sxC/M96c/SbHCHn/bo2Yhj
1jvmKyqgj9PkzO/mCYhfy8qOQXL6+6G+2LengcG8NoU07kapTAnIPLLxtEh+sZNpH0lA3c+Mclck
M6YDh4i7Ac6vo9QMvv36Of9pg11Y2MxgeGLEm39+zDU1F1cPzFVTezA+VGk+nlM9PDBlfv31hd7G
/e/vk6MbCBT/E9/9037YYTNEEgkXV+47syoPTa/hJICKMlY6DUQtms/jVg3Vp4J18JtG3D89o2fj
GMnGBioYvHlG02ml1WH0tR/ytnyFm3OmZrQ+JQCefnOlN9XBJYyARL9QAomrzt+ulOjBHSsz6fa6
8W/dqYc3VIn7lDRDaAEvo/v6r1+qd+HMogqCNBuOWD9/PctQSTPjT7U3xxzkE/M1CzJg7nrjJums
syiteKx+x+D/h9fJRRnW+Bb1D1/z54sa7VBUSz7LfZ065Sb0imsxZwiaieV3HdR/CssXo45LWHSh
Iv7NA2Y2AKeXPVIufvearuULLHq9D90JVLBMN+68HGdoXb05NPFQl19+/Xb/8UG/a6BcFFeYTv78
oF4fKF+GrBtJQ6h23bMHiBT5w3+/aDyojkjDBmgWc72fLxNOlTcmaPjuW22rna2bx1xWqMx1kB8q
6wH0RRj/+sHe+BhxnMJNp6jkzKaSZpz9dt1YvcTWx+j39hi6T3TH4wsKP8tDou9a3a3rkm0Mx+uO
3pza28CWxadg6Lbz6CEv6M36mK3/263+v5Lm//ljY4ZJdY8xxt+yV28yuqBJL7o9ibkbfcTE+mB9
6cIvcoHk4+vF2ApzunVDm/Yc7iy/yfr+Ye9C+oRYa38v7unK/pQC+IlTuHKmEnbn4m4EF5fUjIi9
5mZl5sMc/t/5nfz5DRywQWQcxCTY8D9fb/WMlBOIQXKlw5Pdt09U5b/5zv/0SM7FJ49J9YXO+uYM
S71iqhI99/uUceVOjKqJbTBzu9laPwLRvJp+p7LztwrksrB+uOJbc4c0zBropCtXbLtkWySGetfJ
rtjUjXoZ3A5qpvSbYi/aAG948JUuqdzklZ9QU7qpvO4Qwn7cI3v6omr7nPZGze93lkPh56+/3gL/
tLcFYrHIWULXg8D+5u0PVmM2aur3pfF/2Duv5bi1s9u+yv8CcCEv4BbobnRgaAZRom5QogJyznj6
MyBv22Szf/bRdtW5OjcuW7S0CGDFb805Zvwk0vF60KobIw7v/rtmTjpV0qH2M7u+8symkldSm7hB
ihPFRyNxYRY5s300Xz/QSXcq0tqOZiSoXoRAHYHiOuul27Qzn9rsUnjT2ZH6e52jIgUW/PfPX6/l
QlZJYW4qLJaQ1XMd2b1tckup3DSWcS1b6U5K0q0c6YWHmeb+41d6eupYuhi0Hnz/AOqwwZ886DBG
0SCXdLFMzXGBmVb/0mRjeaHUeKmVk0kZX9eohuzMvAnNNbWC9RRcKqWe2RGRXacYVCFgdPDO3nbB
EYe1jy+uBAszXhNW/2yP873SxEcR+g9ylaUrww4u7VDOfjtYR7w5WoUpcDInkPWijnMpSKCYR8Uj
y5mM8+k+Z1u7GwWTHwp3VzYbhYvcVNv5iv748ec7RZP8XntYz3luYp3ZeJ6cc+Jx8kd1zPh+pfK1
qFISKhNi1uB6KEH2aaySZ72MfrVqmq/bBJk7pNLVx7/Cb4rhyd6eszJMJQAtHPFPTf5FRPdKyrz0
CqP2vblOfyL0ve/zUTi1IQmnDyf49SK9q4Za22dZMnhwwtdhpON24Zy6opiS3DWTH3pKle+Dhlvq
ounTDZKulVaaeMrGJNmBfnVrMvXcuphvkGAERCxJKC/C5qAEw9MkIecj6uMwjnbitYT1ripgT57Q
/MhVNLIX20HapVU+f+miiDNdEPluLjW5k/HFTGmeqH4r3CGpCMNEmXD7oyUPQ5imwGr1Y1kLWNtF
iB4KQYghyKUglfc6D8r2SpcRnapztO7a4HHsUTqXibYf6/EqsNArJRjrXPLjuXufUfGhVJJXOrUF
tEdzwyVSlG56qXowo0nFWBuYO3/WbsMR3kdTRPk6TIb8WZlt1cHSd6iyevCaGQtRY1lXPSqBzQR7
wDVLVJqqgnIeTYyyT3DGLIWKX5khXqKGJKZ82hFASlRdY+OrLWrjsNw97Ih1+POVf+H4WQpMIQiI
8slY9+NcszOUIl475DG2FNwcYRDeyU10DOz4nr91Ya4+sy4DGeZm2GSzsZwV3o58cllGKQ6r0ss7
LqnK1MKjF8prX0n21twjfGgvhRC9K2kxa5KtpaI9BDuJsvWkSb3mnhevTMEmEx5QZUzJmsJX/FCg
qQJwHH3riJ3yzD4BHmcbd1mW/SyL9opfLb8OVBTTfhmmO8UmvNuIxumWG4X8RUfSt+kUs3FiK4WF
8/EwPTdTcOXONMEsBS5KOZkgJ9IJoXURZNuAhLBEue9GCX9zFt5aWtm4tSUwpMUz3tBK/dVL1oNe
D92FueLMPsGCCc3mnyPIcr/+9lPpA4rcthMFq03mLgxstp6GG87iEkd36WQncxIygmU+hEFFxeHk
kKo1ZdkNxVgAYM6+mrGx4cDxR6Tg3ztOIpqRKeiWvrBNTt4n1Yqqi2s8HMmgPjUQz9wwz5/SIsSb
FkfOsvsxA+1ONEZz4VOeW+rMZcmRDUxJ2rtFBz2irY1ygc0t2ieW8TMt/UfEuccpzI9GQVpIHvcX
gJlLj373Qg068XKcoGZ08uUwK1iz3Co8bQI0fPLnB0DbaxEl9gaD8oXGllXztDEuEqgHL7cd76ob
3ZTi8LHs0ksN8wgMFEtVl7mJZh5KURwkXTxolfkAue/C3e+5F8vtBTJusMZsiE56jUEoXyHpyAt7
xaHSu0ZwGztpES0uAgXH0KJPSJLPHw/M3yfSk6elSAlZDPzakiZxcnxM+iZrDBY2r5/tZKdLDR43
jmt6Y7xoyRg4qPNNxxqzl8hst5SXVnmSHJTJ7F0JFYKbCLtaU1TNNsEwzW5Qg6N1WqEZa6lguq/j
77peUguUGsAvuAxzUzNcpakfRGK84PF4FlANVuWsfNKSznA6BdeJSCSvkUhjsBbUi6Zi8YybgFqj
daBOQ8q2jiwztpNwXTeV5QhRq5tFX7Lqo+rh49ejLuPo3euhlIbxnJgmoZ+MMyPVzdIG6oOpPmMz
JSTdUZcDWNnIDq4JY08ItthgwNpPy+4glNTqazrlmwQP6IMMIr3twmYtimxnzEW8VgRsnEGqEGdG
+rNpwZ2Mg8jeFCYo/o9/9TMLE3ypJYORMgQ6wpMP2wZGFCZ1ySphjoE78vs45CGCSG7G4Moq+aod
ttwLY+fMoRFMIjV31kMycNka8j5fHSfSdDS4CTYKb7HzbToM0q6aUoEoWZcpgWCAieYsc21D8jdl
Gil4cThZxHGOJd3XPiHyfRmH9om8e+Qx8nwXl9DsxiqtiB2CYfTxKzqzKi2bBE2DQiKAr50OubJp
g0p0eu4B3HHqNn7Ucp9U54I77wo9/fLH/JrQDhSQKlzEVNl2UAflwrr0fsIhT4i9Cv4Wk6uq0xl1
jHEO+daQe9KUHNJJvpFl8CbNtCbVdpVP9tUQsYW1mkvHzPfnB8JZlxAhipzg7ukrbz+WUY8EXPUR
RsCuhHus2F4ZzvAuWsuVg5caghS9FG9qh/HrwjO/W4tPmj45ulTI3MNMJjFBxRuc+OOO2LKroewv
fOELzZyWxK1eTUNRgeMu7P6arDyKqw1onkv1pncL/vI08CEF8+jCQlx+/qrXB3JmdlrMixxGvd75
0IMOqaJn6wvddVkB3kxGSzOqhVKHDEx2gCcbP3W2kNErMTETY4IdQX8ITf3GjMKX3raPXYCKhEut
Q1VXW7Wz/lbji26SvEH2nacRgCV+DQ4DAY2X0n5Rk3R+/GNKWgT95beqhTgSh+S214/5VOwuPPgy
a7x78Fdtnzx4LEkRFHPaDlCFGHa6rs3lppZD34Qxuu8fKz3+MlrS49iUV+DZ/nQqXd67vkQyoG9A
SXCyCAS5GGeMZ7nXWy/hpDoo+A5DdatC1RW6faGx5VnePeurxk5qIjNODw7QIvcyouB6S3VQ0a0G
g2grCE0fv9dLTZ10W1/m8pCjYe7hn0f/DS+U2U/p71WK8n+nJWKqWBYUsnlPZhroCWVlEmXqda3Q
16WJ7Y2ropGj7DzdqCZWhr/R3rJLZkQu4Zgny1DGjSRSQZ5ssklgAb4VOLhay41fZ4CRRy290EPP
vslX7Z30EDEkfadmfLQoKI9CGa4h6+0qq3Vl4jL+zqNxvaBBJkeFcvLRYIuoShpjwoJLu6AL9Bu7
Kdw6zQa2h5cu09/tSZee/1uhhxRFt06/WwOrjwCQ5bkmNFymCWoGa1pnt+ummndxih5B0j59/IDv
V2Vu7qkHwiOntoRG+mQE6LUsya2/fDwCkbDsSsQihi9tla2VoNxJenZVhRj/gnRa5614SPtLMSxn
Vo03v8DJK+6QQw/yyHivImQ3qbnVuaFIreH+4wdd/pmTkU6X4QRHyZrLg1P9YVqZM/wpXm6D0XbP
3rxygqS71DURXL1vhyIhAnXyc8g6O40bwCrNtJ2whzVV6WsUyT4q3MzcsCPAwJavm0EO76ZyJGJV
m75P5EOte0p+q0Ql0bUa5YdEqn5ZRVk5kaX2aEXjetd21NfSqnyAG2BuxFzjoGwOVaFdx6N6h+K4
cOLIBGWrhP0GI4qEfBBYYdePssseX0LPXH6iPtVcTQT5AEXA0xrUuX7ws4WMpVFrd802AZZJjAVu
jmBJWC61JPKaPrN+Fb0cbGHIGFcFsal9Lh37TssOCS2tChOpsz3Ie6XTLDhR2sEnqGPTN3Z3nHNp
PfR2su1rRfVywdMn2fyjbBP9BlLWl4D61mrkzhcjVOCIrO09S5c+aXGaXvGRvhI0Pz60nI7dAh6V
o2rlDN6vxmcz+WJrlkXuQBCsdkMvYYiS2sJVcUV387glbT117AxVJd6s6i6MdcvrcuHf6nqmeKjk
kFGaaCx0g1OTqbRL6GjkRL78XDbd4yD5kqPl6q3wlV0Ck7Dkbk81NjUubfQGqngOF3JhZBBykpHt
QMFPmq6nRB5WYTL7d7CdejeP4nrPZbnlVowwqEmy6YD3xNoWJslPEDcgWtWpvJFrtp6LZ3TCA4sn
pzXWZqDGV5YBmlLO9F0th6Qsm628G/LgCn03dz9ZOuyiBaiYa8qDNgXf/GyICZp/iBRt2IMEypy+
rAu3tZLvuZ6WN/1cv3DMnnlse6VRP3dsfW49TcPbCL9+O6AtgLE3ZqyByeQsQp8tUTdQHGNl28Mj
tTF4EDQ+aWCPYmPFtbG2hSKMZXPm2w0+JopobIUzd4XxZSp1bjUQ4HcHxDljDZnL36Qx0XZurBYD
LJ9wP9RR80lB5ILovOqRsmeqp2SBuRKE2e/1rhm3GbVELKWE8sVB8aWwcHBh3UpQ1g/DHeRCn9Oh
1u2kxr8u8RN+HqTA2AdqkBxrv9SkddHFwmlsKDWT7l+ZlqSvfF0fgLPVsZfz4gleQAWgbUggkKtt
PyrStQlrvKZ8XMMNU/wJ12KIpSAINxCamrsuh1aK2yJhcjYTF2/Z6FLPzR1jLstDxlXFTpLhjTRN
7MVFYfLXiyeBs07JhuKb0ZnFzo+Ne87RgG0EWx8HhqO9q3qz/RZqJTYDlRq2k0/N8NMIQxV8jz70
1d5Wq8FaSVCYATF2j9GkbAUFC8y7odv645p4UqALdrtJcaLuR9V4FuGoHCoiEJyuTAHdCTGTlQ2b
YQgkAAF8k1nrOCFXDfRtpePEhlLYT918cbulSkW+WCwNw5UaBN9aeTBxwrO+ZpoRaytMzzMyauRl
HinByAs59tyIrAFap9Vd4pTK1ASuls3qRp4Lyp5WUM9AMxskSkFQqZ4kuiF2y3oUMnzBoryVpLy/
Fpnd7xuFMbNR4i5fZ6bUPJB2pezIetMhtGR69B0ix60Ircad+8ZcFz2Yyp7QlTup53rVGQpmsgmb
/5UfD7t+aG7IfR5gAOU/jA5mrluGEe65yp5rVyJNAUpA6ps7pTECyENJPdwYuXGfaKBuWk7QNlWY
Q5KEA6ZjXyeNe3TlRL+FzH1Eqng3KPom9MvPZR3/qKdScoQtHYw0vbECeSuiYa/P5eQIXMMrIcLQ
7WrlMxAsyjIyEozOiqkk42GekNl4c1McLDO9m2WoB1ZU5+sZJuWK88cX9AiE6OVmu0lk5bMwWDFg
lZYuWQxHa/GvgOlTvDFsj9TsfgAM8J2xmYZVPwBUDfXBZcl5UlP+2G7FLxrqAJ75123VH/wy+pQT
Tjxon/t2RolZd58bM/scypzJcQ5xSJZLWMftQ2Jp11KWJ07SYrKNxHqQdERP1X3f6i9ADCNnMIc1
4A4upaNtwJtRJvtOan2G2JPd1Y0jmfIaK9nGsrrrHPSUsEA+KPagQBzqwJlVFFLNmty33HD9NvsZ
97xA+yksbLcq7U95HpFFbu7wdP/y48CLs+Y6SMNDaHTr0ep+ymn+CUH8KhyUYU94/FIsZRdvIhqL
tQehSAdWf1fhUDpFhkfx/EYLnpWxTRnm4ee+NK+1RCw2yLhyhyQ/4tne2iZzwRik+b2kMNKTOXvS
+olYM8tTjOKWu2LX7Ftj8c98D3u/Z3YNbnQlW+mR8izpzZ0O7XTHPOOAG/7KmPqa9JMrRLJuRyV/
sSn4BWF2kOva8gL73vShuCmj9S0rkus2M68BD6Zu3NMdh1raTqm+b30DoiJ/MGp+cYyDMF1VujGu
BFTaxAB8y4YEdlULpXMyW1e3Zk+vmvskH38OU9PvK+7uMSIRTWWOXmhigv8yhWMf3RmZDsHnzi/E
GK7RSEKiipJ5TwXz18fbsHNlkEXYTgoOSRJs/E4OC/7o4xueqJTFak1uDQGOAzo/61kdbkntvUWN
+xTow7azoktn6nc1OsrndBEc8cS8kjJ+0nIFhUmiG8GiagArhtYWwI6bSA9FOtyQBHokrWDny9yo
NuCPE/OnAkJ2qsVdq4jD3HyTU2nVXlIEvN/8otI16W4UhZbjxclRbdALKQisLvcCnxRtGEtzlhPh
bWw+fuvvN6WkxnBphmsYtS6HCzatr0omSaL6to93mI4PEi0C4CkxS8z3/ZA6co9FHkjlxy2+fzAZ
9QyRISqlLrQiy89ftajLYYU2mOrJYJg7C4Amm+3rmay3j5s5cxRc7sWx8HADqWmnFdAwjmSAPXzT
vun2pEh4WSihhqw3cqVeeKJzPZe2qO7KZOAopjipoumFSWiRoC2RFWwA/I05fVPzJ508V1fLGy6F
NBKHKS2D3LzQ9vJPvzu8/KfpUyFmkdV+HrW8zSmdDkHE/QFwSpb+cjeAzMU0CXw2FHtwz39+1H79
zKdjppFGiZSmsPA0336E2rIx8nLT4bVXxz/LoeNsthxEKf0zQjk+Icp/22PG2UjGMqfsJOUcNTXl
jiMK5qTujzLo/mpGUUiy53rU4jLmbTOBWijmzPW+1w2dY9qf1RT7fqdtwyZZJ5L4Y328Rs17ST5G
mk7Qx+8wxVfjAC6oUImHZRxMzd6U+31W9NK2tpKXuS4pIfJ6YYNqn4Iq3JvAgD8eHmdGIY1yc21h
qea3UN8+bBKmCR76gs83Z9wItBNwdoGBs+7If/64qfdTjIz3aKnXEXfMvfPJ6JhKcmbGuiq8sJ+N
Q2kQ4pJlas/lwxBtEwMR19yAkoFQYF64Njpzsn/VMh7Dtw9ZSjlzg+AhRWPtlttD39K9jx/uzDSz
1ID4jASwoj06maaDGV40zPWCYID2kJtbCx81xwkg2BcaOrNGLbZ36nYoWokhOpmoM9OuQ0gThWcl
9Re1uq+n5EchWeuqIZS9MS+M7nPdA1MqVXRcItxJnqyIM6nnNYAm3hyQuLo1NzWQ08XO+/HbO/OB
lvOhioacdBIult9+oDpKZ1BwDDkkCV8JvV3Xhn73N5rgSoBiPe4sJpK3TYy41uUSV7I3RtO1Cabd
UVvr8b9rY+kkr4ZyoI65GdpMUFCiXK4dnZaU1Y+bOPNBCMNhAjQQM7CmnYxXVC9DSTkj91pbxmga
/ehLfRvK099Ynfn3Fz8gB1U0wyevqx8tmK0m7eRifuqz+KXXMJsbg/S3nuc/7Zy8MqEHfWWU1PaQ
6khwW/vVYFmPFRX9j9/b2R726nmWYfXq00jDpKHB43mw+N2RMnYnZeGlq4KzbZAd9NtPZRunloFu
MmvTBszM8dVfdz5xzPWlLcb5JriZpIAomGxOarGlNVkjsgQKwK20j9v8qu8vBQSdmckoNSLqwEZo
8Cwnk6Xc26gTbcq9oFJ/6X4HyDd8qUBezPal6/yzTyO4n2Nbq5E5t/z81UdRah+SXWXk3sj+5DcA
IMb6/fGHP/c4qGNIuaeTEX542oZdJHafmLmHDunGlorK6a1+o8P9JGbgggro3PMsmz8sdUCNhDgd
nASvGXYh01Yr381L+sClGebc8CdjlWkf/y431Ccfp1BqgDtGz8eZsqvlVLn44jMRXdC+nGsGCYqN
/kWFtXJ6EZ8iILECn0VGE5A8ipESJaceACAffxv1zK6V5VKwO+f2REFL/7YDzNTCLT+lA1CEvi0m
qonhRlUEXOFqJUpjI8Uo0GyxamtjZ1DOUQLVG5rnxIyc3CT0uMrd5HsGQcI2ZkevMnCQtpcU5Yr9
8D4f9Af4wWsJunGtdY6i3YBUurBAnlmO3zzBybrfhA1KAFvLvbTVqC6/tLrqxXJxrer1WlfrC+vk
2dYMpGwYKvk+p2emwO7kSEDa84DZA3W/BY7vSCEA9+JXRLrIx1/nXCdgp/Hvxk6mZlLlWUkjGpND
arUW/M5OOML8/HEr5x9pSZtjY4iK8mSHQThT21hQ5r3RmBwGjDvKIdzkK0TEbmGKP9/uMnX+p7WT
Edr31JzLgtZm8rCENnmG9BSqF7ab518cOg7oEqyeCzLp9bTm96JKsxIZiyVNaym/k+1ildTVhUc5
N7GxY/93K8uLfTV5pv0sN8JUuZaLAWvah/k3kGJcK/p/+TgnXbxEHN1PGg31WrGysu+p+mxU6oXO
drYboFTSLDxCFP9PDgesdVafdcqyDyDFePilmZVXQG6k3OWSqnLh0HX23f2ntVMvDdqFqGsGWgv0
Zj0G9mrGDzpZKl38j8WnS01pWU2RiXCveNoZzEouNdmc6Ayy6mJF2GSWuPDuzva3V02c9ISmA17Z
SyM9gexfqspW0a1CUG0fD9Sz7wzDLptPFjc0/m/7G/c5kc/tRs459doIZZwbxbqUORVfMkGeb4j4
NpYe2A6nx/xAn0RuClbRliu3UZB9oLRuq0IwyR7/9JGorSmcfhddnvquBJWr5ZK7wlZnIQtpWrVr
Gm5Iqu425uD9cVPvVzqawi6GYEj77dR9+/Z6tQyVDsub50tiAz39CfmDFyrhjZSEXqZdcV2bx+2F
Rt93DBqlxgZNCKEuWpm3jSaznZJUOrNbSOa1LD7bRXqTNcOF7vd+6NIKOD7OiewbOZS8bcUGjjqL
jO81xPMaSwkXgBlEsc9Rr1JVMC98s7PPxLGZiiiO4HfK9QpTGVlTjKdWSlbgwrxU4r4Qhv/H3+tM
MwrlNAYstUMKNCcPxS0ksNF4ythoqS477iue3Km6/MJEtPwzb8t21Nu5OwNJurgHTo8MpJ9JYDyt
zAsaOSG4D27jI+kl8SWV+LnHwU8mbIHY3kRt//YbBXmfRq0NxyIr9AfdKFfKYBwxt/zxBniR12t4
ITjHo085mSOUOUm1VGgZCtKkdi0DjWQkGRfWozP9DTQmABtkrejBT2WSrRX35djOmafa09pQi6tM
tq/6qVqrMFgIcn35uCdcau7kmThaDz73tplXDdOGK4lbSyXnhVsAm7wT6I/Pf6M5iCPweyhWIxJ5
+6XysJBVoO40V0J6smzPN2YvJHoqjSxQXM2FwXtmXkLywgxo4ozgfHzSMeBmhsQHZJkHZtkZFSI2
5orwMmCGxg0cWQj4YruwYD9+yPdT/G/G2L9bVd8+ZGcSJzoVeeahRnDLaEblBmmugZebmf8cyP+f
LnWBLmUw1fzvdCk8c+23/7mPvn97TZha/s6/CFPqP6hkYGwGtoDDGfPMfwhT4h/4KqHhodNGEsZU
8xeYU1H+wV9AlYCXh5mG69N/A6YM0FPs7TD7L34jwS3WHwCmfruTXs+anK6pTRg4rmAlcBA+2fBI
GTj3dLKTzVCwQMByhoU2YNPdSzhyC5eYLfx+Yare1Mh215JkhisEAkh2iCt7SVDpXBiz7yRy1ErA
LRlcMkFegku6TL+v9uJzwM1a0ltiPY2W8hg2lrarzcZehUo5HPOuj7zejOyrYlEFVZPsf86Jr7wj
03B+fPUVj/98B69T1lFv0tSbd8O16bI8Uh8ixvydH8jE9tnARFTXLSwHh2hgyTEIl9nlU6CQD2v/
COt0JJi4xoVgmRO6gLFoyCDtxRqVv3w1G7lyNBBEuNOsaV9UXzK8qgYENRO6M5EJuunCtk1XEUbN
61YE46ZBWoP5Qr6vjPa7rzbBukj77gpSunWNwDO8ISJR3nOUaUlT0jKQynVUHxscZ/ciLLgoyoRx
sLuSfBGkVHhssAH90kbd9LKk8w9EeebXyBMFPPj0UAwoxnEiFG4kZZ03aPr3rEWW0hfJV34RNEdG
OP1Aq5DjsZAQlTS65gYiuNfT9DDagf6UtmZFYEM2fksUPdyM4U1KBhcGA+27kJJnM5ZvhrD8NPSt
2EDk5lSfR9dJEaZfAH8CxS6V8A5hbugIlPggAhWDbMCArBtSTNZDUzfXc0Vsgjb44yYJjeZTPuQJ
mSN5s4OsiY8zVbSdTWoEQFd9Ig5ZLRMUDtqtPRCQg2opWhvlaCJ7ir+DBB9LDiaSfOt30oCgJEay
Vmh+iNpNnkgNDdBWZXKYOqTjqOQJGA2U99Cs9W/pUEXpHr7JlaSEkb+tbcVNhpmNTLEld0d2pf6p
NOQvpuDzlQEJ71nYmKgwshdpqvdaE/7i3hYbcdiuWdbhu8atvA2AsCAdK+pDLDfmdkLUuxrN9Ltt
LUGSClkidjHsiGaYHKs32utc11qvM6LS6Sc9dgxjOAAaDz+ROJu4id5Kq3jGzdAToxgW2kts+5tm
VOQdArpsRZETU6Cmpo8CpY2Dd/YqTEPw5OX0I0YKtqYUjiFigOxEwKvs1mb4UyG5l/CKL0kzK4jT
/JagqWRwmoTAQD8xHoIRsJmeVlshyQgFhZWBHxW3Gjqk1JEsq9qR7iSvuWm897taHRxuy10wN/Kx
TIF3bDrLt1GZmfox8INpO82d/YnFjk9ake44lzJ5yFXjR3s/kpXbwkzGY0QgREboqiiJEWnMY06A
6FWOhGzpyRhz1qReARLv1BJBTyeZc0Kq4xAeCmYTkhwsyKd5GeAq7qZvkSwnd1JlepKx9ME50SUB
+rzQYKaKxPQPJrGx4W3RcxXtRiikKJU1JFQsgdwTSrcR94lFjmM1KndyYYzzti7qqdgIY+TX0Qf4
82hRklvSOEcjSL7A+t1BL36Uo9JYtX1AXJLf+WQWpL5DtgQyK2OW+b+G5V7TB+N+iufWJb4l36gV
xFhHqmpAxIX6LRW28o0JD+2dEaaF4xOEQjaW0EMu/ifja6b70k85FN0daSTyo0SWxrXmZ/gZfF9U
P6TCn91CTaqNBLONuNMJ3L5chtetMpAMO44qeOYGLgbZUTvfj8KVSNvZ04Y0I3V3DKMtadvzZ6Rf
nTOMcvNpigjwtux+qyrNsFWHSPxKWpaPlaxQYSTRrHoIc9DCbt1n5mGoyygmxkZBCBIjZezZaicO
wPF+FRnUDgDFUsGq0PsYEx2tVutBdixSzO9zehhzGt31mI1G+xQmyLacuYcrvekMKd7JBhz6J9LC
TOsx1pTMIvGETLnZsUKjLn/OVjUugr9Y8W8iXY83tt1QKI1b8uopE8rwZQg+JZhRtt0Mta75JApZ
efRFTgiHjxaNU/vRMoa6duogJsIm0ZUvk0rgTFUg/arzuvs+pArRmIrQdrGWDytSBgGLKahti9Iu
NVaseCBXxhjWcdcorgV9YqeVgt1a3sUZvX0krMf2x33nk1K5aOyUR0ybpEdU5Owi7BIBtT25Hsdj
YARftdEnlr4mkYJ5IvevqkSknyj/YM3vok7V3LyI4++TMB6imsoKdD1rPOa4o450mfEoMNte5UUZ
lk6Vh8RwNE2pPC53l48A58ejbaXGbvBR8FQ9E4YccKzW0ZY8hFY9bCmqZw/BlKUPqikdGe/DLuT9
X3d6x33d7Mv1dWCIAP60pEBTRjZJukRKUC0BFWmcsz8uusgb654O3s/ZvWn2/UqrYGYTtiqsKzvW
duWggVvWQL091nOlPU8IDTo3G22lfYgWs2GrTMEmKPo4wfTXohMNC6uWEdfp5bUIdfNzyTw0OmZH
6mjPK3alIA1iJxcG+LA2C/pV1RFVzH+rvKEmdy/KCfQaijK5I64TmWEuq92S1mTecSGpdA46ploh
siK31kFVzrcE6wok4NCYFVPS0rWZaOk92WZr1SqTT0aRGcHWmAqmgX5sH7NJXI16r23ohPIScVUw
9PtsbacQyFdyPxAlKw1d9zgRVXEM4nq+y/tCc2wSZzxSSearTCmlJ6zmKTHksif5MB1RGBp7ZZgH
AHRJ9ZwSULaa/EJ7VtticOUutreFLxFbl4T5Y1PH1XNQyeY1LrXyOMGPu4ml2t6YgY5ebxpJalEY
d4FlmZuJZSNCk6v1qgtaQUDCRFDoxxqzVhR/4Y4uuYcdg6ZJHup1MNf+YU6s9kEmtDB2zU6WF7aY
RHxt0WlIr+NuQAwmmsrhRFo+281oXflD9Sjncfkt0jv64Shsh8FgfUsmlaVOiouQTDE2qeiJm2pD
iFq6nYYw+GQqeY/GOlfNO62uOpIqiRz7HMMLQWCfZsbeIDhp1fuaj35VFKz9ZmvVKxNvr8+CGtZ7
owHBv9IarfnRjkGwSlpzXYk62egk4x3rWbc2Q2k0rqJo+Z1NItu1DIDrR4ghV179HoPqnNJZwtyE
EqijYiZWA4o7y9Uh9rt4ZQWTvFXTKnW1SiHcN+zTPTEn5fPvCSKIou4qtm3/mZQ/a5W2tn9TKqSk
sIOTGWl+kke7SZFC3aVnFWsfRrdJmLAuB/t50Dr9Wi5S9bFuM8jGfaQ+pl1DfCvhLOVor+zY0toH
H1Lyj6gnnc81zYFpxmrHIwCeJvoUYpRt2ImEhLP1kslY0/DZrTKrpsOPKJ3BAPrs6sxcHY+/l+VK
bcC09U1l/yIYg9g7ZOI/8ka2u8LRAl15TGKZd6sMpLw7dl0rxUoTSr+kArfE0QPwi8dNFgTTsW5a
a4Vya/hCHQdLZh/4xzAzkc2gaAWUqLXls0ZI1LVvKz3Sykofj7//kJ0GHTI2NP7TRHiuMVqG8hl4
SN2vis6wIpeiFg9AZhDzm12xWwjH0vweGlnyixBNfYd8gb+mm8j9LSIUg/UwKuMR1kf5jBy//NLg
6F5w7zGOYqU1+ZHZl8/T3MvHnp2/V44VjUepVbltV9mK08SsQw8ZaVOHuuhBj+gyE1MwdfyppXfB
0Y6BGPx+/YHd27e6Uf3zqPL/7GC+NPTvpA1iHf5qeAEpv/kfmI6idrrrftbT/U9g2e2/Tp7L//P/
9of/8/P3v3LhzL1Imv73M7fXfWt/Zt/SN0fu5a/868htcXzmmIzLCooQohuOdn9BnW11gTpzYbFU
qSl9LT/616Fb/ANBHNrNRbGGgGwph/2VhqFo/wB/hkoAxiuCKxPP+b+e/a+j5EdpGCDs3h4twWdw
n6QiazTRh1IxPznlJkOWLDHUCYrhMVrnDHunMNpkxa7jSEhQtm4VAwRBHPyyYiV/JLlSWrA8dwh6
t3E81Ss1LJsNLMMA/Lk67XwjCXZqIgbhEG269qmED+QIEPgbYH6E7PmizvA/J70snW4avhZxlDjB
suvNjQ6NuQ5YQxKGSyHtLrH6L8SfwWz3h2+cujESJH3wS4xWv66mifzvofpFcFpKddoki0MjDw2w
jwfTFUQzclodaWzoNN0ER81qCqcLuetwGq31qU4th46ce5ZNO8iPgRIrjhYJbZUS2PO5tSu5XaWB
ngNUr9GoM30k36cWFtCkTNqGH5vXaj9Od2Vc4lLSYDxu/ej/sHdmvXEj2Z7/KhfzzgL35WHuA5OZ
ylRq360XQrYsksEluDPITz8/qqrvtWWPhX4ZzACDBqrRcLvIJIMR55z/ZnVEY5fEsk2xxAogyy68
2rhQPMtzfyJ21c7q07GhyLJ8XGVE3LKfNilarKnujhSOmRdWmDSfEMvhPDfxYEUtjcu5MNqLWhj3
eoyyo8xzF79MLXlD4N+iTgyCC5kgmRkQ4CTstia7R9FFBr6TYV7mNQENlbaf8qYO82RCf0V8X9cu
O7u0nfu5nO8dnDL3zaQn51U6lIeOtO4X2VZ49xIKbhOe7KTPxYTQqjIWk94tH7tTRxVfEIjMr47X
dGeZXbgHRByEGjVa99WUzYu+zJUd5uhF+tCzGkfH00GNJ4wIB8XTDKaFHnfyNoI49MPkaMEl3FYr
bBzZnHoUCaRJVM1db2rZpnY7LcwoL7vaLJ4WOy4Pfm4M0Uiw29HvJvc1aQleqVo3f83agZoelcNA
CqRbWdp5PzUUEb0yCaciyaXkmO81sXWcND9dRkc4m1HFY8v0BCMooHNC61XSVPtRaqg8Yr/IBQNT
s7pJk4I+CgYs7ePk0bgw/DhbEsc6QyB0w7mEBGhcme2VRxuzpJwmrf/oTsVFQEjLrFkz0UzFo9lP
Mirn+qGLgy6y2vmW6tG+pRvPj55Mqzok47fUowG/rGFD8zTPjzWqw+Zp1Ap57jSWv+9bhmNONXSP
SpuyXWZk3jdfCVFHVATLrdvl8SmBakmUJO78qMdTt1NT2d8KnJLOytKJ73RZBidC8yp8gZTjEy1A
YNYgYNF44MA3uWyLS9Vl5ZM188kWg9TPPH0R1jYbZiEvzXnSWA+lle2qydceSWxSV0NlahQ3hA/z
7SPkSHmHmjhhLCH3VC/XjKfe9JhA5XmSxsbrAy90/aGIFsMwsIm2htOMNoTcg/KyiOOnXFeRNnr6
XpsuG0lUBcFf+QE6VgYHq/w+qEmhTbOqXTPqu1IgEiephVRtEqlDiMTBxq5sdUfYY0iduOlwMNlW
ZbIbBE7pcZZcmKJ7jXWr/96nLezmLCBFMCR0CxPGo012mHafd66fZmdtopH0e1HbeebM22TqFjFv
O0aHmIq4TmzCBOimengACD8usWt9s/CQeWWA5T45snKviDuzT5sGC+i2J+pGYyqQ9D66HCJWNH8p
9k1jkyG3tAwrVh+Na5E53/qeJkuowN2YaCWrdAy2hW3Q8Sfp+ECasHVRaTd4rs/uJna9OsLUZjof
yC4Oi0qIs8DP0y8i6ONLfJDH8zgrk/OBQR+ACv4bu7TV1vTLrm+2nWbtcLM7U1N21sfe0R9aGSpV
fTVn5h86FjFjVyElr4eNmSmy/OL2FnWMEXWBfu0sCjlRRRhj3UOHd5p80wmldlre5Key+dKodJOt
KXoJbOgjRpf+VVvE+Kil9XgZiDIPtdISD/SAA+U5pP4QvTyVuiF0LexhCO2I9MtDqStPhbHnAS4Y
UmZblI/R0i7fCiilqu6oenVrGg91WZtRlaXW2+jhjlMMjL6Gcb5e90zAD/ecYJ4Rhx3jyPtiCOgy
V8iIQQydpmEmAQvvzmUagXjLuPQLrdpXSlevJgnlu6ljyBMks3Gq+uy2szEi85ix3Fkug0qJG/Om
xhArQjky4SrUJnv8JJMt67feGBlM5bDq9dui1eTN2ClyqlXzpGt+cewb4W29JHlln9qpRmoMLfni
pMJX3CMrlmSetFluyWB7QBvq7aoq3VEd5Khui8ekxkVM2k4SWbC8YdnM7RWEVdajUv2mYEDUtvGZ
g7/QM9gaTuCoTkIrLvSdu0wnWApVkVT9SUxS8DYtg+kSX/dNa+b3ZOImJw1x8lhrN2rn27m/6zgr
77w+uY/tpuU1d35EXvztOC1Pyzjlt2MnGlqjiRzI0Sn39tilG6mGdDegt4yoQTBYsVEIIsNEbiwv
EjVcdORDIkc0/WMgahyRsEo7wAqYjylEgj0m1+2GZkuwKnx+KHzPsKIeXrPSww6Ud8Mt6jDGtGtf
Hwht6OeKhKH4Mo+NC6LsPcSg3bjLbcg0vjcSoEKUMT07G1O7sFP1eXw3qGUnBvtpwWjJypB1Njck
aRIvGLqd6Qj7lABPeySSKXUIdjFno063DBd070ErkvxEwyzJjMw89fsXZhbV5RzIy8owdyYlRl5U
D2zdTmi7xPP1Y29sVabh09imAlMtc9+TIvxo9KYDAS7dqyA4N73mWlYCc8dxPrekDVyYpJyA7jmU
xx0OglGFipDuJky17IBWog2xZ6xIm6p2YkLEnT1yrL6MY4KqVNH8EO4aziwLn+DMdm5aai3IF3pP
vlVcszOmDBfnQ5VmW4VytRvbb0OdpOfJGKhbbUqvKEVvMiTmu9Qz3L2WSz0yuxwffYvTzo0KZIhE
ZCIosvw4/9bI1LhF6r3zirVOSwV5aFPs3DtTnUYAEGSyyiG4nUwQA3MKvjvBUJ0PhEWGo7K/KTri
nVRee621w8ghEvc1+lVxBpNdZ2g42ONkplEwz5nYDuTdM2UdUJv1oZRptpy3bWIOUe8rmV/YwBLO
eT7QOorQcpTwDlpAnnDI2HzWDvacivExD6Ys+DbP3YxO8r0N+D/WCf3YCP3n/0NhgrQkf+qX9rJ6
HdqX7keE8v2v/Ktfsv5CDxegW/P5r5/6JUJwwAYhKSH5Ah/8MT3QIDoHrM5GgrI2MRCa/rtfMv8C
MeOcgrIX8Mrpsv6NfundbfVHJA79kAf/bx0GWLbL7fwMCkJ5Hoo0d92dmqd5a2ESwLTFOfa6uLY0
DD8xL4iG2CW1wYfO2jwyU3JPl6Q0DyOaqi0x6dDSSmtXGtnND8/xNyjhO0Xip1vDqxLtCG0h5i9Y
bX0AUDOvm8zeZt9eJiP+UsRVDBxU5km1YTpBOPjUJWrLtLE8eHLRizNmMyh7XSzMDnqszbdLRo5V
Yw3dnZaO3epN2tlklxsUb4z0rsy+N3CPStLsSsilr8OuJRZ4s8jSxLdO0C4NMo6/g0YGSPfTlvlL
zD58ptnYNf35p767SH74qSspKSDHXjcw9/jQtHZpa2EToKhjmJbcqWrop13M8Y3m28AjIhsyPBG0
5eBr2Ny12pB9KZ1aG8NuTmkUSA7JzrXeFJcZwtoTsB//FdzboCyrt5/c6XonH+7UcyBhrG6D/NdH
JmxKnzfqQZaeiGlRV6L0ynvfCbYtOslTEN/pcmRmfq9SQreXdrQvl6D2D2LxIJfKPhk2MfbDhz6W
2dFd5mn3yd2tq/Wnu+OGYK/BCGfWAPfqw3N0JSgffYOzq+uuv5V9oyJCOP3NZBTlvszy8UGf80uA
tRiJPoGGDvzKT8hSfztqfbgJVEKrQRr3wWzjwyeFkBOyW5tYO5ROWnGOw3JCTHLp11th508JeEw0
W8W8YWjXEgre2YAVMg+95H4ZYEzjgWsc82YxKckn/UxzMCBrpmljjYsMu2SUN3TetRNKbd67EMAY
IzrmlZU504myDbpL8Tx3rYHpsC4esNYsVmgtf+jmNtuUHrYIE+nBrTbdMV2uzxvmJaEN1DLiHzlk
d6k1pZQKiQl9f5TeCzw2A2JCbha7WCMscgOUUEVuPKT3pU4Ku97qZ1glLX4IyrnsgoogxBAvj/Eg
2yDXwmTu9Y2Af/44xNQg0IChoIOlMxYhgDrYBaO+DQxxh5xcRZTupoE7kP1tIsvm2TfyZp81uBt3
jAspCRMdx71FeXzLTTFtp8JhBlLjavxd0wpj0xi5g/UOz3fq2xhLZME4cYQB9cDQd6bTIAlnwXn6
OQB6vtDKVYSKWOWkN4d4W8f07amj5F6zm+4lRosqyqw685H67Zp5LE+H3MROgskIA6WiPZSdvFBV
XlKbNg5IKVmq0i1cGmcMGutRI3rTXUNZZ6M6wyMy/R70RQ520YwHQ6tvLZJCorJlIGRa7c734ulE
H+blyStkDUHRDS7JBW5hyo4Zs6QuCJ77Kf4CFHS1zPrYbMbBse7khHU2qNRdNqm6iFJ/Du4EoRlv
SVGL9Ki0wL2AzaCAag0j9EzAk1FDmx3OOc8eLpO6SMy0A/FozfLWnUEK58pwT5xWgh+p/nYua7nL
vYbZc0cuDWycog9h+N+lqQgiuqZ52OCQrsKilGR6ZrxEZcp0x1DeONCmZ9+NbnY2ASnvWzn5DHvl
6k86fSnSQPtOkBeOH6pLGUHLZ5Ua1caVPOQFE5qtK9z4hIHXN23GKiJWAfPlqb2M5/4rBba5UUHt
bHzP0jYSDIXw1XHraJjMkKbRbBdRdVHGQio7ZR7HRbtOG3FdxE53lVPn2607HIp8sTZ8jfHOHuL+
NS+cK8eIlxMivy/KOpl2KWw2PG68b0RGY9AxJauZiu/sRFYSBhRkvDEzazcmZvFhnMYGHiudeVRj
nL4xBuku2Gv0gIYtNb9MCw5F0sjdnRHLcZ8tMB03cmkNQpeS+dDi1LLV6uA7R3UX4uPRb1iT02U9
58suF1l/N+PvHyaysa8afFKreTFw2SnGqF6T4sOMGd6Z07R5GTpVpm85NdQznjXBV6ts7ANgsPsE
EGE/Y6lph3NgZ2dx2enWZihyPMAychv2TrfcSDNYLkB2S3xsLffSbyq8nebHpOuARpHmnoFiJnss
DeOdVkv7ocVO5jZN49MlLpZTWZbxda685awvp9XuyN0bq521IHwVH1rDFPs8EEwzHOFnQVjLdHjL
+UafTUR8PiYmJoMScIP9KsjfFf1EczULXB4ncn+TRZz0LaY/oAKqfhwqMExRTnxuGEoMxTy86c4y
XdBhtFtnaauFNM4Cok7i5uIq6Dptw9z4SdTzWRuTZpl2bGMY+jQh0HZzmroliQkktB/nTssJIE/c
xwz2EoGYk6qOEi0uTWP2pQvwrmm19IaskubCTpJiT986pGE5VaeG19iR50/B3VQhA2ffNW46kMJI
N7tu57opJZQOrhyEhkrryEmyyyQdrJ30skcJiziLCPTp6qgcB0xMbTjrfTJqZmhXRnsiFvgU0uvb
U52w+IhRdoUBSlBuIOzKJAR8BcHqsazPujIi2ys9lEYjniZhZPd6XulvjHWnc9rTrzCus6PnBPUB
NoNzp4COoyoJzIMxibfAbW6HIsBwPRielveKKk3qapciRj1PyEg75PDeYffU3nnjgdpWxJNeCre8
Lpee+FFJP264txxT6allKQgfpBsciiDY6aasT912OhNud+nNjrWl/b2oGVOFWiedTZ617cGrS+Zi
dmPsSZz3jnZC7vQICW0oBpzEpjrEvQAJSdv22vWIuS8GF3O8sVQGxNtm6S4W8dcKX60ohd2yKRu3
2Cdzwix5rB/bJpEvRtPU95kpii2gqCQOemyjfLCdk8wzycgrbIEw2lYbC1+gvZsHCR+obW5VMKYH
O228a7v30yhdmmJXFnAqzHfM3W/ty6EUwJGNzfrm5Bv3mAHlR0nFdz8HFdbPpfeqTA03lOx+EAhG
jDm+asax3rYgum+zXYL/gp2di9iDB6KcivY/nhIaycz5XnVZ8eYlw3TRjE0StTXBr1U5k5VtVPqV
EkHdIfvXShmZmNAuoafVNIjdGCtYGEnP9mUgahlCP1EjJvw0re1OG6rOP7YZVmjbyk+wV2zGWbe3
eTxqBoEHStKV42BVWLdz5rWM9bO4qMhLaJo0mrSsMkNn6PHNKhi4FydDbZXfKg6n4rwZxeQd3dJC
gWP4ZAa8YirFMDdDP69vdBaQ3FcEK9lAfmRr3zJwK8+MuBjYnwIGxqPr9P0FjtDS3SdNR0ZYSQBW
ctB11bg7c7LaCROrGQBAw66LksfrmFQCPp0b9pS8De0cZKDh6XRrSuqrC5b5QAPT4iSv0oq0uE7h
9KR4HiawPOa1cEImCjAxnuHpbJbRYs7do20Uxv3Qgr/Y41hc1JXPpjs7xG5nZfCi5721bz1pbSvh
ewhDwSc9Ptg6zbcgP+Qv4jcHVIAMcGMNqb0dlrnAKatLZgIhLI+YG4PYko2mjwpYxJSL3KY4TmFp
JT2Qpb7vxb2HrF27Ku3BxpLMTa6GNMt34zyVW3YZ/QjD1Dq3XCJ3i0nGXzyoKO22N728jkZvlPM2
TTP2pqAVuAyp2i5CBhDxqVbq8WnOZEaPXLurDnXlTrfWaDen5jBgTGfqzCrSjBDOFsLJV54AddpQ
xTU1qHBvZCPj0zQbqc2WkmQME6srstTGr3VnZqfDohntpo2z7Mo0Y+tRMjB6pta2tvxflq+a5S1b
8owr3HI06X2HCpJ6Gy/r7FuvnG7bFUMYZPVQNq2M4iB7zHhuWCFANDHFBQGDj92KRCy2RcG6ohOI
StTWzLubsRmtM1nNYBgrmjEQfRr2lZ4DcbhNdYMnUCb2wlx8QJDJkNW+jsd4YzSEygvivttNRfaJ
s+mlI07LtI/F1vaGsTyrCyylnJgg8j0WT5irpXHfmdfZEhAHumRt/krW/cBEL3Ffmaw3R93HfJWR
WXloV3wnBeiRK+KjFi/Dbs+t7zRJWjpwRnNaj6RkrNrTS20U4EZ9C4I014BJ4h1YMlaMyX2Hm8Q7
9LS8w1CmWb1M09R99eFZPZHF4x5sD9yqy9v5tRDii1oxLfkOb6WyhodK6sizm0ka4KXNE2SZvfki
4qI8AG8k5z0M5X0Wj/h3tM69taJp05Ccd5Wqn4yR4qBSVAuRWw/yRetTN6aPLvT7ioRHTMbclGlx
1rpiQfCaKsZTuNy+lnV5pReauOD7Lc9rZZL6OHD7CQifZUWawaA8BG6itnH9N7zY3aic+tOxHqHU
5vopnIxUbINWWec5JfI2dZr+sjFK7OXq1fHQZliRhHFVLHiHdX79ClcOUW5pR7KzZFhaUoPv4lfT
c1AAP+l+f23FCX+lAoaNdFHFj7ltS7HRKr8/AYqpI08N5eUsgVFXKiICYzfECZqJpIBI6I+jtsF3
nSgKxsUkvWgRMLCxMdpAC+1a+w6fWF3mnThw7rLLxVX/lkGA6MPaG/1gP7h270Wt1rv4XlW93Pd2
l4htUUxwXr05JzPL6JfuUNt1d84zf6v0jPFvMDt7S3b6Buxv2xI9G/owlKbOSg+aE/SwZ8rrqc+K
KM/9x6Rplg1kHopJq31JumSC5sP35YzkLcSquM5FbpwrTGfvfXNBimw7OVFgGV8ljGY7hukVlDvs
3NRXdpQFO6I8AtSGOc3o9ECPVW9EPTlh4NKjdoOfHhI24CgmXASgKvEZHMGoZvEzI05c3PeCIGWG
RLWzyYQnHoopFRunoeSk+B7PpCzTPSVdfrRJwQybXk13RHEeCtWftUZT3M5Qy0OzKOdtXLsrPaWV
1X29SBWlyhvHUKBsdnEX1KzbXuXrqBhHXQKp9LINFfzGY4rVfmg27ObBbDgXStjmmsBlbTsT4zRO
HKavAglYi1hnJzMyd/BH8l4Yvj/UhetdkG8rvpZ52R3LKZi24EEpJWt3SApxa2t+/iXGo9Q50QuR
HILWEt96auXHVPnTLnOn5IHCltznYDDO6nKcXoalay+Xueki3UK0vN5Znh7qPrNIb6wsygcYvt/0
KWFAb8y1vytb1xs3OocB9oGwpFd9cgRJVR4zYYrv7+OT/z/i/YQR41o/jJlWws0/RJqLl/L7//wf
yPCBzH7WoKx/458Br4ueBLMDfHXIkqMHWsfF/xBi+CPbY5KPTb9H7qhuM8H8FyHG+cu18DQKLIOA
CKa8Pwx4nb/Qn7Dlv0tQUA8G/86A993T58dpFHR2Yx0WQ4hBio8s9ucBr6FPIu0zo4nMvtR3C9Tj
jSpsk+QcjRTPTTlYsHi9mtIDwvnMsQwtoItohN0I2N6rIRno/ve8Eqf2OEN1LIL6yqiUeTJ00Eqx
pzWrN1Nq4J1BXqMDcIA7/MiEKRwOpdcdM1ebm00qUMu3/gQtzx/B/+nyydOyx/LBHQzzvmqQSQwI
QE+Z1oDAqhoLjLZuGVk1zM23Kl0g8PXN8PfA8N9a8efZNwRw8q1/J2f9F1nrfaj+3//rcvze9kP7
/T/OX+ruP3ZD9frSZ7L6+HfWK//XX/q/g+8F2eVPy/vqpXopf2J7vf+Ff1a35/0Fo9r0cT9hJcPb
Yp3+s7p96y808AxaV/cFlOMAEf9a3cFfrr2G0aDAsl0GpOui+4fuxb8PfRWmHbaFYItw9X8LvjC5
/E8DX7IvGLGu/wDCoJda2WA/aJoqxws6O1D2tunTdEeYs3FrejNjPqyuItNXJmO+sT+MODdZm7gy
g5tgxR4dNuwzS9PzyByYv6IZGZEe0wX2hHuQ9aqQfARDpp+4Kf+eBLNz/C5V9cnY/5dvk7v3379/
eL7Mqy22jh/v3ig4wYM4sLaF5vpXZRpnx4APiti1ZM6ivnK+SEFmzDyvg0wvr9JTlAtNaNU4LwGT
4wAq/LTajXrGh81DUDa+tU1f5qdMiMlCcYfnLpU3DgXwk6fbethnVfBMYaNHhrDgy5t0jptGzeqk
sdLxmAb6HMVL30dlgJFJj87zQh/LjPh6rcNyTQN7HnxzBytDHNuyVPsfVt5vIJ/VpOHHvWp9h++b
Fdvm6rP14Xk4aDyRT+XW1m9LdVfUWYc4bGiSYxykbThnVv7U6IupwqEdv/750iui9uHaLgxFNhOy
0VwPNfXP7wK5S4mDZWdsh4l/LLCH73sMvyLpZwo4Aednj1Reb6CySMfxQSPg7xTw/Nufb2PdjX9+
AitigLkYYCGe/BbnzI8rQqZgzdhaoRQcLeYiK4lJn4o3zfMfbLNcDjyHzxIhPyI6VMU+HpcEV3M8
IFT8cEAgxImHvvF6Wkodco7rP9F73XT+p+HYv75dLoRNF8eQY2DOBKn0x99W1ahlnMXttzZpuqhL
CDc6ieFm7qrGtCOODSZmrW+eilE4nxhr/WJ6uf5IxHusL4ff+YvgMObNJnU9IBKLMTEs66be+m6V
R36XeNtCb+/qKsZKlJOvM5YH+FWfxWb87sevD9oKLB7CL0+5IyWRuUrbb6UTP+mxfGGS8SQsdGoN
zdPUGxBh3L/Jy//bRGU24I+LCQiKPZvJLnDdxyWdQeDWqyHrUaB1ziHLErjSuV/f/3nJ/rp+SB5n
MzdMgD7ktuuf/7AFD8ruuspj8ODlCJqYLYMuzH1Hm2Vnmz9f6jevkWu54OLwhEHB3//8h2t57gTt
s3NaXqN9HBrvvjEcUARSG5Gc1eEi2m2jz8xkjYJ6p3v85PK/fp3I5tGfcxxiQuk7H/aIzl7Qs1pc
vrfM1zaXZ7pqnz29f7aSYW/EcD3qJIYK5UY0Xbe6FjxPAl6Vs5iQVhUS1YS5FMK1jAi0L3++t9+8
hZ9u7cPH1eOgPcYJt8Zg99SsgqvA7r/yavZ/vsxvtkkewZqwYQLF4Qnz4cB1tRJ81VxAxG116yFz
9aX1UFgIt/xhgHsngLBTyMHQlM08wWVawTL68z38uqy5BTZozk7KEswSf15wmWAyJgfFIvAbufXs
Ooim2mo++aXrWfPzTrxehbICofjq4vHhLNLp+ctJH7mK8O6T2bvri/6h4rRtVbf98w/63bLiAyJu
je2RULEPm76wC2I8nKHdWkvd7pfEe8ok5bjJ1PAEeaqzZmjMnzzE3/08ehI2B4AcePcf3mPQ4pGh
RIf/Vz3cJbCqQjdtMQbDfTe1Xv/8+3732ZoI9D0DzoCOH+gHRLxBLWrGM8AMgAygp9aojePj1ZnM
uLaltZhOaIFHOg3/SWJ0rze1+cnb/O26fXe9w8XPhrj64fsYpljTCZxqSYGyzwOO+GPGlHoHcT5S
8/B95rUQYiiySGEoR90KR6zVPnnmv70JjJfZ/2kUOYQ+vGjQBNmYaQVApeQTNtA3s2GeYxx0Vxv1
A6XdFWfXAmX8zcb20VLy5ZP3sO5PH9c0jier6B6ZBqv65y9nLEU5MBRqsZYe560YtbMgJ5STGUe6
7Z1q12E0NeaMmN2GmZaCbUsGi+WkkWZq274HOqxm9Nk2fntxo+V7mlgdd5FKj/58o78uTrpmSFFU
JNwkMdE/36fuV166wJTh4LLvMyJZTkXgn3j+jBRtRO3456v9unVylOBMBcPIZo1+9BGEZeQOvSgA
VJ1ufM3z7BY0Gsat9ll5+wujycX2YD23dNfDeNMwP+wpQpDwq3JbXxmiTNPqpwXZ1GauuitFigzw
CrTDpCUJsimrU5WYAQng+rRHkhgNOthuBSLCzAvBdZV7zz3R5/t+shmoViXcS4diApr3dTuufoiY
I4aMxtuo7udoRNO2QZf6Lemr0z8/vY9rClYqXCJGTixsTgRj/fMfjuShsVNninO1FR3ZDshGoJ02
Xb0lpevFtOYnMSDHTrIi3f35uh/XCNfFjJdn+M9448MpMA1V6tYwibcDjRvqh9K/VgnOBT56ClgT
1WfnwcdT5+/rgVPQ8dLAfgyJTstejHrdLtuWruAohe5cdwlDkj//qo9HwXoVmwwrgh1Z/dTKPz/N
gsiFMtPLZQvdFiFBnX5dVPbc2/VZV0KUgfT8yQV/8/osAEz4dbAQaXzWG/rh9al6Sn3HyOetif/E
U93kjGWG5sVsjW9GkbdhOaJ7FNKuPrnuL8RDfulaiwMGc/2AXfnnC0MB6EXv+2pLwDkxTZx+prTu
4t4jtIDp9qkJMiocce8vb6nr3zIMv3R9ElGovKDoPZmwCeD2pPKTPfrjZsBt0aCwN+JZiLGs+2FZ
Ifvqu4pvcBs08ERildiHOk4IhyI/6fDnd/2LCwrX8mFcro3X+vl8dGLNZ23oCxBM9t6k2LRLlWwS
C+WDB/oAHJtvF5xqIncxXvjCYOvM3YaOU8OpwAZwK/ywmLKvn9zTRwYd6as6XFT+wxa8Ng0/vxZm
NuznSpDr1eVvBS4PyRpqBMspUFUGe0ksZ1M1yKNbIFRBG956YVM2/eufb8O1ucyPJ9V6G5je2QAF
Ohvmx0czFLgUJIM2bu1isl6dOv6Sj9nlhGL8JPb67/k0uHcjtU0CNSxIblp4HfuiWKLSDNJrzW8P
+apzH8Zc7lXrETGPIqEKKw2BFYrXFh3yIq89rU0va/Qrh9xejENQofOWJLB8ccrG2Utr0Z/7ejFP
YlsGJ0jtIGy3VbODXNFtOqWHiJ7KqCBc7EJO5L41FQqMuSk37lSZB2WLr5XmeadYpFsvXW+om76U
3CRBNWja5K4yzYdmstTNXOBH4KNC25tu51w0AJBhNhbyssR59iQNSm+bNoaIKEaLOEqmSZ0XeWNf
4DHGVMRFlHVUk5Hf554Uzknt9dbyyUfx617LwQh7GTYVi5Xc158XxdIIBBNFO27BV5xXH/rkvWnE
1b5c9AenDT6ztXs3lPv57XM9H2K0YfydvPHz9cpsqfzULUY8R5L4YTBqInAyz4mQ1cTfcOxzM3j6
jbYxC03duFM8PaKEF3dp0XrHxJPu2yhG1oJQ2rEvYT+GWoEaa4OtPy5e8fph5wRJ3ujEIm6CCpfl
3uNfpDudflJb0oBrj33Cn1f0LzUw8zXGOfhnrsMWnuOH/Y4h+CycAQwpqaw7J7HvWZdfpVc/D12e
hxlcJ4Ky941HNNmsffvzxX/d5EERHGAKDD8AKD7atRXOTKTlNPE1tbCnvbrNrtog8y/9WrF23DQ+
QOFLVuYADIU/X5oDeV0dH94mQw9OEe6ACNiP33JqxH2C2Um/jVNB/FEuYGkbjl8eTOmjk61r9OEy
Q5sWjonyAM0zp1yVduVlTO7aq/Kz7DEhOIpeMssOVeegs4+dmAkSxJ0jTrnzk++m1sGsx7diUMaF
IFnraOYGEVaTQefUEMZkh2MKCNsPpRp3WjbLK1ibXyrDuNC9wtibprSPtS8h5E7l/RKUL1YFWRKP
Knmwus58bL3Se55lUG9qKVdSrwWrKW49hIBmc9UXprehcghuMBCqLybb7Hy42wNgNYC0hVKjaPep
L8w7uUY8RKMGHYJzbw9TBI19rxsnInYhdKnBI7OvJkouY7t/Sks53TO3Cba5nZvtNp4lbJdGJGKD
hbcWbLFt5UGUZSvPsq7oLpVG/FkIxVAeyQ6D1Ot14/Ki5YP2Qp1t3HWT5bw4qhmajUYYuoTWiWBJ
9Eb9RRWBiBboboDEQ7GDG7fgMqRlaBf9+RqzAbkZay2GrGV6zMmFgLtI7u9Lag4GMLMFLTwJfWdx
tjXothV1TdVckLHWk/jVVPEmnYU6h7UuI4xZk2aHfWmRbWJNM92TOe55Fu7U3ZWI5EQ4JXr9BWJd
veuaUmahYWnBhZEZ9TmOXHj6tFn17FtNeiReDjNUmXhRkOB9ufqzwB7yerFtZQ71o2as+4WawsE1
t0VblhI8tocx4K2Mp4HwStS5cy7E3sya/FVPxuFqnn13M/8v9s6jR3IkTdN/ZbB3Jmg0ysMuMK7o
IrRKcSEiRVFrzV+/D6O7dsM9YsI75jaDaTSqDoksc5r8xCtiB51u0aO7lQ7RftS10LWiEBO2bIrA
a6PTUaspW22U0TooBKAQVWkXSo7LfNM5JrINta3s4WQbf4ZmLGoedNUHyEvG66/thjKXC/nSRoBC
q0rAVl4pd2NFUoyt+6wpARcI165CzpIqELjLreoMzjqKAzAIEVJtqChJVBbK0NXtsAVqaoZ7mmy4
QVXgOFVFC6pl2DkQ3vw+GfeTNfq3lknwMBmFcxFLVIimKLwX4AEuSqNAqbSo1KcK+ikdu8IArDsi
clWpIl2rYdbucdgoV2VmOk9x5HSbobKtH2FrltsJUmq51Kc4WA4xMiEhhvE8r9l46SndsNQ0BWqo
mjravocvtQTVtxaj3a6mwVQ4ZNBG4HUVez23nKexgxWK5MpwVynEFyCh7PKyGhNvk3fJsuhGixlp
xFWT+eVyoh526Znjeijrfp/HwrrCgx1pbt8WK9NpsP1EEKehjZjb5gJtd2XfjH15ZZhRdc8x+d5a
FZAWG9y0QmzvNpVm7ZwmdvaqHSrbyWjC1QR1/yGMGwv9Zc/5NohouBsCbfpVJCxm5/f2puDSvIup
L1+2atGssiS2r1DuMS8ty+suq3ayfmo8Qb+cTGHpvDT6Vhix5r6saV/H5joZZoRaOADiJFXLD6Jw
gmFrNXG8qtOK1G8Mu+YSHiLdKnAC4kHQIbgbAa1sBX4CS8xZy4Nd+OO1gpGHI2uIy6k23OWDDOmk
Rvmmo7C/0SwPnW/NVtYATkyolZCkAXDq+ziNnntzcNoFmCdlqSrg2hLTuDXTmpewqJy1Bh3mJiRF
vcn82AOfnAbIkGiTMl03+SQv+8aKgNWInGAxijEXgEoQh0CRW3lphkaHCXDSP2ZKuTbzaboPwaRe
WRH7lyEq6qYdzqRRDL6oqioERF6e4KaBGLrvUPsjMQhnu02Ph/57YvF3gS0W37W2ig6gYMzfAHSz
ZVP2+UFaReimQOPWaQYhaQE4CwnUnon4lqs6v1EMXXaFONK2ajxs5BLQNoHtX3eOXW3gVJR7nXLi
VRgn9q0SZaC4xra8a6EA/JiqOvxqjvp4mznBfdbnyh9zsnTuHjBj1NDElRxVVNqiDndQ9NZuLFjS
Yqf4oh3RvYLD3xY1kgwDejzWdRFFlQA5nNl3FFOK/ZTGGj5cNn+ZOMJ67CxQn+tBdXrov63fDdsM
muQt3IbB2UA0b1fMcG+QqolMrKjSRgNgZrwb+xLSgQtU0NoE8eDTDaS9i+df2aFjNQnMrIssuy1i
EwaBXZp4QEfVYzKo/TKoKvM6R+fhTySU4euMz2fouus3nRi8r/gEBSUcTbD9fd3l3yKq4xZkEMUE
togq/qZ2qjjAFrZxDo2l/sZBddZqbDZNjOuB7EqY1LFnXALejr7OdAA39KwI7A4SHktemf6G4nj3
w4qV+DlW0/AhLwZ/k2bSQGdu6LVmow1aDZm+Uqbvit5l5UqPG7vAL3BKt4Y/cd+oya53ZHJLfzT/
a8pkvESVM4Om7rT9oznI8QbOFFURH6J9piMghfReIfciiEqErrL20Jn0ZOLCnVJIz8Dg9efe0RoM
GeTw6HlOMW0wVw2uvFyXf1Q1/Amwy7r2G6P6rRQJQWoLUfhxQCMNnPKsklOIgagmLmzrcZo0uoe5
oV4VRRTvnKjVKDw28PlRPlrURQxzOoqS7+2ERFrXVah/ZDVAMR/+cu7fq3F3IN+pgTorAjaHf0DF
4xYP9GzhdCjPKwOHtfNVuaPqaMu16ZHguAJhiAtZQKNVjCG7A5qruarom1VAB/LHEEGhfrLq6fsY
6oG64ZFG9KRFgG3p6B0LVOecziBw9uOg7RFF07cp1likHOQ8bjUZN0mvZPBsDIQsF4FW8soh+cQV
rMuKp93K6CMwJwij9b2HEtpLFOS0Psp0QWHsctBl02II03IrhnBv8xsvCVfqGy7SZGE11lNqzHFM
lTgH3Gyw+Iu621744YanOzqgrnxQ29RfNWaJKB2hvJGqtWu1xPPgOcWmC5ItPPaUCxQkGmkeBpaa
9TXz0nUf0JtqFUvwIGt/eeyprWFk06JQU2NtF9Y6VVpzUwQpmk9ehrRB3n8zo1bZJvXAT+4LBjTi
4IkZin+mZZChlgVlIbYt/6p0SqJr29nhZIlRWKrV1w0q1Lt2Lt5UZTB8Nc003NeJzw1UeeOTqiIl
ALJ/0+BxBqkJbS6BmzGCGQP85yEHHjvY8U6V0i3bqFvKukfUPt+GxTCudD964DAny9ifrrCjwONY
LeJ1PcqbxkRtMi6Ffmt7At0qY0AdYBjDdtOEQXYd98V4o01FnW6qqgiuRtSlDgYNw9tq9pWboK1e
TWN0zduGwgkzQwQ7Em+kFeFobzr1OrSAMjpcdLfG0NJLRRrsIqrD8q6XaFjZIv3loet0SBIKSSuz
Ne2LYf4DtWoif6kjN7YQuS/WAYxK4Ma1va6HuALsCKvA6sphH/SDQV3Kbx/57xw6Ttce+YxmrtqL
5tlPn0crRFChiftVzq6FoDUSkaE76pZ6ohMne9GF1qKa39cFa+h75Tr00iug9eJK0dmbCAlCz9Gy
rVejgxrUTrZA/ULnr/e/JL5Sa5Rixiu0KaYVGgv9Tu1j+ah4eXmRZP5416FTspNNrN74rVe6naaS
5ORtrJgrYFdDuqJhOnB9ivHCmjTEsit9fDRRllhETh5hqD5DGstUr5dWp8GLQp7RuJR+FssFbAHQ
2rnCrp9I3PDktcoDPZKwWsAWB61ZhTqHp51ENC6hAMQbJ+iCtS9rH2dp3EXANMvpDxyqol9hx4Zj
94Q3J3F62Zg3oxdIto5d5T8iiO33nRIXuwadi3zje72N6A7w6tu6IMleRiqsGlTG+qsu14YNepko
wfqjxzWVV1P60CaRcpFI3eC5n0wCgFwo1IyoJYKvWbWYBy88g6VXU324q4vIeB669C8lKg19Q30Y
JOagIroUqhaKkzA8alApY5G4PbYLwLkHZe9PMtoIEGh3YYIwpiiF8x1Js+wrihQA7GfxtXx+80WQ
Eb4kIZM6Qb8yF42V26tOIxKEzkoSVhf+tWpmAD3NKdzWuZZRUTWK9ZAoJaJGzjLrDAcVBRWweW3Y
yMkgetbRCxqbaVyn8A022NDb3rJGaGHdh9LadoHfrM0xKX6NbK+V6lvGxrNxTzCIGmdE64hiQAlB
/8ZIMWcmRyhAvQKmafRKrOMpRSEURpj6nKNWsDIrW+y9qCnojAFyL6g3ox7TIFUxwYqIQpBKZWKt
6t4gqJNDAIoZISk19qtNorE4eW/uS2e8mt2nn6ZC+W1lkf/U9TL82TUq6L/WT3+1Sgq8Q43zeKk3
2V2ftP6+NvLgYlQ67nYd0Q8E7OTC0HsN3d7MEfeODsx3WUwGqj/zT6pNqhRdcmE3lQDxJ3G4bB3A
9JXSlRedjf2RJKZrmkLZlkVcrhGSbvcqVWR3MBxvLyaZuL7SIPAPp3vl2wWHdUZRa37WH1ouq8UA
9g/x5Nq5pFA+YW4wVeBEKH5ujcZBBoKIAXf4LPca3tfSbx60cUIxy8wFighxGpTruE/cipLIJfKC
9qKS6DhCHXInWRHe+rJlFpGj2PVDi4SEHE1kJ2T3VddihIELBeKKVyfs3wxiHhW27KCkDu9dpa26
4GEy9GCvqCJXF0NAwOglNu2bgvcU366K6C6TJALRg9+H3s4Tqr/KKElQgRjv/To092Pnw+y0UV+Z
a7ntzpOi22QyBY4JawiDbK4kJ8lT1GPUqVgyaTgCthai4cTu6yjqYw/hVsvDl7toeaOiWlgXVdxc
ofSEfDFpVwex6ZdPpx7mk/fd0SC8jIlJJQzA3o2voxlIZUSHTZWYy87zLhwLwJnZ1P1m8iJnLZV8
N+HsuVB05RvKLTsw/n8yMQPP9TmJ6/FDb6LJXA/TrHSod45bNfDJWozLe6+cHrqMvyyDaFo2s1Cy
L8J1pNK8IldZ1h0Gennvl5RBxokT60TrIrCUTa5CIC4gCOBAy4sQYRBbDnF/YUdUxzQdjpg3Czgn
3oiIp8xWqhXHawjz1qWQMH/Rb76QWRyu45CtYARiXNujSgsjHC6xLfG5AZM7D53GhQGBhy3WEO8O
LqI5jyzCc+NHT0zU02jE216v3HFAUbeF9VbyIuvrrvLx+wrhBXsg5qRDiDKNjrFoLUD6tq4MNzKJ
6r3QCIKmCa0bbsp+ga01zMYQuveNPVXDrR6WYGQLKFd3QO/LRelHGkbrUfcndExjqYrs60SPMl/o
MdTYGubWxsG9dj3qjY/jsde60eDovzhPziKar30optrBNDBEXhQUi1Ai1dwM62xwewg1JSYwWtHJ
r52QD/YE8btP0+LKANS3AOX1NUy1EDj5GIP3EtMhq8pkXbCa2zDXxDJ0JJmZ09VEQlggJMInnw+l
80Orp8ek9kklydp5RSMKLWP0m+JEvCyd8FEblBYwZtAt0Tf+3XqIw1Rwe3ud5JraqnZjaJ22DiNH
vUQj076VdmtfhQGqlqJooy3YuPTKV8QOFRr7aq56B4usbxPehyR88sYx5/mOjasmaLTLBNHpK7WE
ON+U/kbt5TfbFxBHM2IHDzXCS3OoUg5Xb25N5G++WWIYtqKtlx2N8quO0AB0XzP8dHqluMsjZFNb
k9TFm8S0p8ZN/8CUVMuANRcbsy3rLXaX6ZVSRnjPB4nz08ohtgKszB0V7W+FaloCoKBaIrmm8FIE
qhk+NhR5oJLYg6f9MiaLByoRJkwUEmTs3lSdgNhHJbVQ2+DZoiZyKDkTtxZrcPD7MjtkqhztlT1Z
9R/HHAOGCyLaEmPTbLNo9K8tq+ivDN7k32imKfdFJeO/vCIdL4bEL77XqYzvmkbtYICrVLQs7NNX
Y49SBPJYLQ3/WlvNImFrlHnYPLlvrGRV2hxFrfrma/X4IDABcAdIjY/1pOe3rC6k/qYNg63nEfj4
kRpdWJWfrGnVFweUkb1kTb4zLAh9zAN8Rp/8vNGXrTEggCSDfFppDH3ZZENIJ6tqd1H5Qk5BdHCq
EYcdIRMBC+yaK+R+5MLvxuCm9ZT0HsJ8ta1Cg6jGjpHkXpeR5lM/Jz8a7kJw6d4G4VCq/LGojGd/
CilUgKh01l06sEwtIUN0QFUEVoltJT+dindqsvoiWgyG4TyUZmAsS5kWyylJ9adslP5XhdDGykdn
bcdlDoFPk8rKLstZ9nbgmUgnxVkWcBWfwhrLtsYa/Hvu+DsqektVJyWm5U9och9TfSRQMzalWboD
olEAjm3oMzxgtl0tLIFblRBsk9ZJfjQpxYca5SA6IMpfMgZVpgYFFe5UYpPd6mvK2tuATsdyCLNs
pdgIr4NxRMYxbp5C5OE5uu2vqqVYUyV9vcoDc5bey+/A1VMR9OColgG+8MhaFgu4uLgDCAWZRsvJ
19OA1H3Sxc0uoIq9Mnhk/6geT3RjpNpGnwzjzzigRme08BZbAj1UDghMeqc7oIJVXMwA0B31egVB
aM1YVVOXQy3oUuRiMe1cBvy9PYQ2mTN1VPoowdb3rYrCDOWr7rLwuSg0hCEf4rZ11morUXfqjCwg
yvVJjGobKpZZo6YGaNVkMw32bUlZ6+Il4R6DrH/0g0xcSIkANUpbzUId82BrR4nBs9vbh7A29yiw
JChgaZvRbqhZlWDbXQgJ7b3QRep2+thtKFYnCuKVeeTKLnG2et9CM5So58JBsp4zVD6/VaKpn6ir
odbWh6MfrSItyA9pN6DDR5fggBaG3A0KZWJcKpKLcjILFNfiyEXsFnnoLELbbwyePm64aG87uDOE
jE8wLSy1wBkdN896OmFxoGrlWuiRvkRxl/dOOI9ZTE06Ka4z/CvuDX7VIz2XPzxPBC1aqlpA9WRi
PJtzON37tulaJal+oiaP0MLzfZ1P/iIOM3zAyGrO/OZ3OuEG9zyADmnS8AVGcvybdSpMXi9j0Jt5
pKN6j1R2MEiUVvUiXiY6QK16vnG0Nv8dSA5STdPgEKW1flnYaOxNGqBPgqNzujxv+2aGBRJb4AlD
OijESd9TqlnpT5aPxiAl7xrEB/2oW2SveY7KAColekAL6MnJOUCS9qZjZgA0gSMxt0Ch7Zz0Ci1j
Ykc3ITIWuUj2To5KwWgOXQTRznooIvkMPP1xBE+8tKuoI0UgUDdoGCya0s5ukqlIQC0az5Qe4ku6
oPZVH+r5zipHuZoUum3ppOXAZ9W5SVUJmgnQFFc0O/6qAN8uqGhbRGoF14Dqa7+8qrzCUy9diEKs
s6B33BQC3tKgPX/hoP2EPgesAQuJmL3pIIzRtFNO2m2aD5RjkGLqpu57FYtpVXmQfJSolitwPQnR
TPrdhnoAUToS5q+Js7Pg6OUHffLHPx8fijfIO1SkXryoYUMhtPQGueuMOYjRHrhooRjjqq9G18ER
8YpKfOwmuUk1qDSt4KG1lZDrBtlVYWKoERl9fKYf+gbYALBC09Amws5PgCI+WVrovmoRtmq+bkZp
3pqeb9OrkP3Ny/d+itf0kKf8/5Sg9Jqf9H/+NerTfyWxtlfb4g2R79+r9ieIyT8vItm73//7f4Ht
+ZvE53yBlfCCv31h470i8VnqFxXCgA02EMM4+4Xf9zeJT/ticmUZACNUoK3WTI76W9VaQ8ANBAPY
FWfG3oM3/YRKmzbff69b6OCQADvb+DaBPLfeYOwVG/0ifH+sVdaL9NagDmUSB/jbHgeqWeijT3fc
2xRjbMXfi7FsJ9eA5LsslCl+COui26shnSS/QhoGjyHwJUMprnELKdqVwFd9X+XY7JlKZN1pvZ3d
d3Zt5xvNREXp8xvzX9t1/3UJd9zm/7G++r+z+/z2+d+es9//tniufra/j7Ykf/fvLSm+AMqb19pi
1Q2A4f+PeQev1IFzxzMPihcizWxm+feWtL7M7DocJOhUoTY4U87+3pLmF+CnUnPoChoA2w3zU1vy
NMywzZkTyD/Y5lADT5l3rUatuYiqkVAxte7Doa1pr9pjvpzF+H7KwkFdw+hib9OrAmUTPL7GRdOP
JRraXWDttMEpKRtXHlYdk/7VtmXtYH0xNNkibNTpZ6x5ietNaJQsIN6d80B/YZK9PlBQGQXAshnH
aTAjL+/FK9ijomKiMuZGvwpaY3ymQ6jdx6YxUs9xUFkLkPx7Eh2JVo64L/ogqbZChG8zqj2oQzC5
+g6zMSfENMYWOXmtIEdoFYrDfkBVj2jqyhL2eNM2sv8mKzEai3KSyg1NvWmDGPi0Nq2kahcR5Z5v
E9Uh9dpPMno+agbUwoyi4MLTMrpE49xH6amchotmVgioyWfOIXROEY/zVPCawUNkPnQwj8exl2iJ
zROU81a6MDwymcBatIOqgHiEDvZqq9/8Y35fG7+dolvnoeDHWEDe6EnCcD4eKsxTXcBORJTPGiED
ZIW6rxUPHJdDW86qPcv12+z2f24cH+bx0UPGKf+Pr5z5mnn+ndenf+OfF43hfNE1ln+GU8M+sQV3
0D8pvvwRVAVbg6WOkalh6Czo3xeN/MLLN7stQFMEzT6nGX9fNPILNEI6XIbBJWVDN/jURcPwR28f
P4rrBfAYG0dl65wE4Vnk1LjP6coyMsQF1WC/WUXUo9dTbHjtmpATE3vF05SJzkg4hcua5EBZBrpR
NYuUwss+aMb6L2NCQX+JeU7/BwU8ZD6rXAffhfYX/WEp+t+zstuiqgvzMTey6LLCEUj+AwP4qajs
v/3j9+Hr9xD84dULIJwf7Ubt/z97ljY/YGSvRFUCVPSrSMxWv7BD2agSu0+IS/OL+M/dqFlfYE8T
h5EzzX9n/qN/7kZN/cJ/RvDiWYTbNNPlZ3bjafg+g5JVwJvk17iIsvmPbzCj6umsCqNwabflS0Oi
hYJNQ7F5dT7/hXvyH6NAnOd1Nzhb8z366nXyjbbV5SALF9zksms8BytflN4QxuwXA76BUMNxpPt4
zHe/jD6YOhPzgWueAL+nPECbRzcLN9W1fD1WWJMpalGvPh5lXoij0zx/GtV7BFohwZCMneQ/rZ83
NWWpws1FipCZHqJ5tlIDLAdy1aFX79NUQYOYIOpixBBspGivJHvAmHR6kYQxdqVaDjOqIP0ZIriN
e0eWt/I+MhvZulphoSuKlIVyQSVI0W5aEOIaVggw6A86MfZlCzvsuqCRsa3rRrn8+OPmm/Lk4zRY
MJZDKQMtZeKj43VDMcehaNXlbj0p+o2iaRAg9SygSGgH2mNrtt5i7FFjqjGk2kSV2m11vYg2KIQS
5iil1Z+Z7TegY9zcdegkDoEfUDA8vI9/kOkgI25bGLBMim3udaEN38OBLvCk5uPTCB7jRoGCRC+u
MxeDTddKUQf9DPf67cbiVREwPciEIEDNB/r1ZjZy3UMy1spcy0v6r6FZp5edFZ7jM77ZVxBJSNOE
yr8ITU9ZyEqoZqrf+6BWgAkubYx292jvQJEIlerMrJ5GMeqshwFfhsuGgfRZXuP1B+lGo4lapRKm
4+hyQCti+AofGNlbG3EidRiU38Kvuuiz55NRLR1FbDQsyAjkyfkcYbiO7Bvf9Wf4LFiYIQHwUKfb
j/fwm3kkCqToJJnOORhwTnaMr4G8EI0o3RA2OypvTbxObE5Pk5T2Z7/oZSgdXigqFyjhnNxyXuHE
+lD3pas0NeB9GN21YlXXH3/PvLteB/pzbsI6EeCCgDf4x/FiRZkGgSQqCuBmDhqkqERttWborlOk
8i6T1rA+e3XPyhWASQmbxFwTOLkCQh4vWjRDOUMSbjQZXkx6hKId3ZV0UH6BwioWH3/gm+PFgNAk
Eb6eiw0Q/Y8/0OMWnDIQZ9RlTX+ZIrC8yvB2+PxaMQqcVcjCJkijk2m02kxLTeCVrkBDhXprW68F
hPf/zCh8D/kBhRYUyo+/xQobZhT9ZvwiS2+NoefPQVjnzOTf1ALZEkQKaHzAuTLB5J8skYeZUsmu
5Ft0OdEH72k4CDT+qkk8pTSsLmgyx9tSm/DjStoQyAtMgBwM7Zl75L2Vs8i90FGHZ2Vp85+/euW1
rEsMzWPlAL0UqIE7coNnmHdmQ4p3TjR8E7aGUCH6sYbHw4BrN+1a8LkozRQru6FTHAXdWkNtcUy7
h6AsAMpKuZAwgf2w3HmF+DEAHYCJihF4LuAAOwBMPr9rLS4y5p/KlvoSJrz6dh3XXqTqtcIdZfsw
R+8bvRzPhVHvTbCtUaMAHUj9/pRuK3GhhB3FIDR4M1dRZnStjmPLx5/y3vxSgrH1uRaokfccz29d
23FO+7JwvSpTt21chA/07sv9UFvRmct5/k+dXGbzQ66iqES29pKpvd4xI4vRtVVbuF2OgSrARHRA
VSNbFeBYl+2A3DrMtXFdqUiMfvyRbw8NhGzB/YkyD7ENwgHHX+mZvodUdl64JvDf71FrZPsMBIBb
tAgWS6KzQ2v1+R+ASsYlkvLJPtGxBzU9Izyzc8zTOaDWKi0Y7CoBFsH+yQ9RKNbmTQ4gRvPLv1QV
57Ni7JK113hyEUP4O3NI3zz2c8pAnsvncy9RuD/+7tqz/TrFOcmN9DSKcSIufXrAbN8rlOz7bZzm
wOpT+haPH0/4m73LuFTqeLZsnaM7Z0ivl7oxzL6K+jZze7KlS9Pi1CaOb5x5HWeZueMdNQ9DHE7G
NUt1vaG7IgiE6OWI3nerNI+lbY8UnZJ261WpchjhIS1tSBO7IA0Ct1Gs5MqqQRejBW0vzTadvjNx
4063U6NYJkZvQl7towEGW+48WK3+LUVS7jZWeAbJXRAy1WoWKS5L8M+gkAcgNXsJmABn6qFdKaj0
3kpL79YA2rA8Szr1kLVTcMDvuFkBsQnXspHBMkCayEWoq9rE4C7dNBniqyKdzNU4ca99ehlg61Op
Invkf6fBq+LU2CWA8EHGf4R/qBKil1H3/eNB3nChVXJK0iHCLRSwBBnS8WL3GvYFYzxkbuUlv/DA
uh5MyGBhGFKFEx2WEF12E0gFEvS0pldmLHrPdAOcHjUZo0mfgSkcKhQvC+dcdPHmxpl/GWkz9WKk
fUjbjn8Zng0dHJyJ7a8N7W4SVQUpXToLTYvEshM+J0DjFoC2bp85eG+u1ZORT+bEKLHZbdEvclP8
n0CxGT2KQhCA0rDN/zOLPLuZOugjaoBjjz/S7yatV1sovHYFaCgzy4BuYGAsPl7ld060ZCPBaSY2
JCg9mcpYFhJ+zXyi61a4EmL9Sk7e0+cHoT0r0Th5CXpPrg1VMcpQpbnvVsIuVxN4d1zGenFmbd7b
FdQlECgAYECycLI2pqx8wIcRa0NwAd4VW5PA643VCDL9Eniiue/9poOmpyAG9fkPNImX6NVxLmlA
HK8V6iRhm2RD6gaZHj7pWOytlKo3th+P8s4jM/ftZpEyoM6otRyPMtXeCD8qTF0NCfkD2nA98Em0
YnMfDG7l68Hzx+O9M6EsGMUXBjTm6sHxeBrWj6VmRqmrdLXiGrLFp67zpRvl2Ps02HGutM7incnG
6sx8zoH7UUjBYITbXD1wrcnDTkZ2ElzKsUZP3GlMq5WBydhyaqdqBRgjujdZ1LVvZdUK2Gq5yIvi
nFvOO4fiaPiTo9eyiQqlrRMXz1Cc7HJYQoNZDWeil3eWcy5x00Vl1WimnYwSg7srvNpgFEc3tgOR
5zai0IRaitZugC83Zy6Ut5PKZcmFAoKQeAlN2OPlnJSBqDoPEjfnz1ZZlH+jRWRg3hKZS6cF0Bbn
gX6tAODC/aSzd5/dTNTqOZs0prlskFE8Hh3yhdrlplq4URlfc0c7K721lOuyBVKdIBWzZJOpV+D+
z9wKb5pqsyQXZa85pOAlQ2XoeGAhy94PfS9HCiFs6ss4reAMA+ixlMOAoMMfbHQR2bYrpaxv8VGs
L0kDMIGHaQoeAsNw5+uQTPaytQauDRMM4PeqFp21osalPPcR3L+FQK+/WjSRjUy92jZUQa1pbO7U
WEFbvWhb0hbN98B/Dn2Hph56FfVTZjTtDgxd/qP1LSi8hV3g1ez3tX1NnoNhAuKb3xGvtgP4u33w
IwbM/efjJXm7zZF0IXCmWESyB371eGYgIQ2R10WFa2Fw/73mxQYxWuXfPx7lbayKEB8C0IYkkJuV
UY9HQV5foq2FvqFCgcPzhwvRO9iqyOzBHoFjg+ZzztwebwuMdPTmlITx5IxyOHkJSjWsAxs2touY
Sgufs/f2o0ovkfPh7x0Nq0Iv7uHRpAW09KrCoqy20CH47HfPP4LnmyBlzlFONjwGQnms1R7IPWeO
zhMYcfu2nOydGPwJ7wjLFwcMN6ffHw/73sfzALLRZ+waocNJucI0vcCHCpC6TWjF8NlzFWQ1svC6
VUWrocfCIgwi+weaNjUIUuyyozKa3I9/xNurRkOrxqEmSZNu7nIcr7mjBFWqBhMvRyaLh0RamGiG
TbO2cInG/y2AA08tPzogAt1v9Di2zoz//iS8+gEnOwCt/bQrPdhNLYJlt2UzRbcD0PZ12PXKKjKM
4gDz3drQHE+AXOez8bVmntmGb4/X8SScHC+vGVXYzRKGVdg+I3Fl3xn6VJ95o98bRNAef6nu8e+T
S72pKW93mjrvMhnc1J2O2paWyjORx/ujgBx6WVE21vF6Bn7ctwXgAqrlurpqRKrdwBG0z5yYt0Uh
xA0hv9BUpQCDPeXJtpGdU1e6XRJGRWmxSPU+uB/qsVnRRcBh3AjxPWqH7gZGqHGZYbFAaDfEf2w9
QbdiwGoZsnSMsw6sP1i40RkLvffm4PWPO5mD1gR164ia5bTxINCw2blVgIuvPj45BjN5HPkwBYZl
IUNlUdc4lX3DHUaWrWAKMr1IHqUss4uphD0S6cGZLPtt+MFIEKcsdG+pw52W7r2i8lEqSVJ3nEIB
ZDOD32c5wboIqx+NlZ3LAc4Nd3ItKRqvGo8Lw6kJ3khYEEEs870dgvTRzkFw48xEvjseHZ4ZcUQE
+aLl9KqWVzdwFELw3a6KAukjvhvCVerAXOGW1FCVzr1PR3NMJ7hcwlaeEXoix0ek91LT9kfGA5UK
9bBHwTdGdWXp2PXoal7ffX48CaCBwYiqZhHh4/GyrFaDfqS1FITZtDTNNljbRv4MQaQ+WFOabz7e
ly9V7pONCd4QIChqxeBVwWkdlX4UP9diL1dil7cOk5so/qsp7KUPFSj3s2tFDUHMAlISYXwRKeUe
StLKwvipEvFGyf2LnF7fKm4jDCiyFWaCG5mgeFx5qyBRgzNLP18Tpz8Vt1vw0QIkGr2p45/aefQe
uoIOIuYUMNIoP0h5Tae+WNpj42BvCE/g49mZz/6bEU3eW2SMZiTRycWFjJdAYsCMXalWvSstZa5Q
hfFSraNLNNPMvW9NKqUT85xI6zuXEi0/mm8gYkzjTYqGZdaEfNgQu2PfGivstUoIGkFz5iV7Qbqf
fB9AUyKp+TChCn8SyygWdNvcC2K3ieFyJzS0NlYWIOzTONa2r6ZwD3Nmek6aUK4c0arwvAZnZyRV
vIK4BYsqgbD48ZS/c1HqIG9mIAJNQfKn40VG2AHK/BTF7ixfsMOwiQhHDcVKJva5Jue7Q82Wx7AX
JA2nk6HKpLMp7vL1caOHbqZGJL5+k+5QZfn68Ue9s5zcV7RTCV7n0s/JPkq1UtUBuUbkKl66ymVZ
oVRhR2embv69J6sJcokOBEk9HILTakWtjvrsoBm5kEJi1+6Ecw+DH1qph88k/Kbg4eOvemf+HJ2H
ZsaFvuA/j5eKvnpHPigj1/FRdqEBMmwwBRv3dpvlZ47+u0PxZfQ9AD/TezweqlXydAi1JnKDtJt4
ZZCim0ap7cw20s+8ny877GQaHVzM6D6yMyzjzWLVIm/bzgkpwov+wYF7sXSQ9nONAve+CneebaVW
KlJEY4B0LQK/sByyHd6R/UHagXcbhLq+HqmI/ZaWb5QLZTD+VHjUrrIB3iBkyBhhdPoHEruqgxnD
iR0zr7uOUS3G5B0yCua5yWdhEcDqwPfOKTPddtOe5/fVq9mqZlzWODG6A82OldkV2NobbXzmunx7
QVNznHWyBZ0SEJ4n21ykHsaBHao4eTl1m9wozHVn2K2LOmHumqYCXY5C2+azu5BeI6/z/FX/l7Tz
WnLbCNv0DS2qkMMpQIKcpNGMonWCkmUbOTSARrr6fTD/1paIYRFr74lPZKnZjQ5feAONsa1AtzEn
PZDSJD1RbcnDFHw5vB7wOo4z7Oz3K9kHWQ9h3P/0991tUD7hbqUmDkwh2dbKaZTYdGpGr9/LWuAv
mejwOmpsw6yRDsKImEtgx+2elOn7q4T+DIAwmjAGb9sWejKQ2gnwSOmpBXIUWnXRH60Jp+Tbi/qO
I8WRhpJNcZcbBVbXVkRbSgTbMI1ITkjmaIQAEGSPbaZGB2WJJpq1Ebx2ECIYTdXVXRK18TO+kz/i
qLEwxBsMH/3Q9sGYF3Ha+WFrWefydGK6TcMePOibtPYm3tTovUB20ddvoER3SPlMgZji7mxBM/Ln
qpo+VPrQH8tsQC1TX5zz0qDTu7QpRoAdCKnbP+f9vcSvAfTB48ndTm5zea4sexpNUdvJKe5s6w/I
wmqIIoGOYRiM4dtDvY9FVpodwAsKt2vBa3OELQQCbKO3cvy565KKaYdGg6RzNSPz7duVaWAHiYQL
BZC9Utu1fU/ugp4iEjoU2tTNmusSLZDZEPlJzzzlOGGu53OBmtRdhvHcL82jOStPiCSW/tzM+slN
jPbT7clfWWdymtXcileU0HgzeWeUkP3h3hKFQ6sy6NGh3IIbNBIW1s5Tc+US03logCaiW075bPPU
GGmW2PPbq6br3b2CHPB9OVQwO10XpRtrEHBBUZO/Pb8rpxpVZDha9H9Vos3NPnLsCkp7zlM6Q/hF
2UJrDzQpd+O9a8vorO1l6sRU4reCz0YFY28RZnbi4fuwTJn7PJeuis+LGweNlvfofTf9eIAQSyCv
Kumd3SHdIlMTg40oFjQ+XeWR1gGycVrz9fYSXP1tANyoK9H642a7PEqJgaewO+G7vBTzh9w1xWre
1cCOqM0dEfFri81bsbagQYeqzvrnvz2GZq71jV2UcG3F6iJpl4iXO6bskp3L4X08BoqODstqRLOC
XDeblmBMQQStIhQzELKPTPRqzLT7O9PVZ+6tPc+Xa/t27fTB/sCngobS5awQFFQTCyzRiQwyCiG2
EzOnAnsUsxRh4mA8iqaRubNvr320N1l0cAPwHLcJUobVshgnj5CzqlOkDew4tD2iW2Mw9vqmb33p
zc2/5gTQo+kzMNymJKZ6qZaMasQGUbRPCUz2tO0/EIA+RpZ+hOVzzixxh7xtiPA9GnDOqyoEAObu
g5t2WE5TdR/bD2Y0fXGa4Xx7777H4q5UJ5PiFk+PB/Z1c2k4KMnNBHvZqaD0ibm0iVrd1CCBoKXj
wS5zKxyztvmwWHp9xxTjo4yW4eSg+wWcJt6rIVzJ69af84Z2IlimEXC5F0RHTJS3nKVsmJtjCvH3
YSrbn4Vs8o9xN76OGbo7oMFpDABbDXK7n+5Rk8MTRPQdWn40xm4v0Drgu29nQX9a+9FAljeHG+e0
SdVHLh70CKEzlZilwscRCJyq+h06A3SPE8/+VuvJcJ6X5j8ETXwUCgcwT8wVVXS5HgMU40Qd+Dze
iMGyoQkTk1zb3olNrk7SoUIBAhoDuzde5W/3SlRXRL/KzCi0TeCEuOKr6s7agWq05Rcc+wDNRdXP
RrP80KHqt7PGb7N4t8ikmXRWYeMT7V/OcsrKWPHqgSyzQOHXTF7kgGiXsO/Q60beyT0KZBAsPrAt
vWej4gbyRPZMTfBzOyJDqEVhozqHvtMwwAZqkeb3ulvc92b+0IFJMSv8RvPm0YmHR4CLgVDzF7UZ
/7Hm5rHSaXTp6dGy4s9xPX2c1fiDhkA5GJkA1IyHiF92QtIjWDz94zTl30pR/1qjVqcVIcnxPZDd
kFTuyXA5H3N/lyvRCVEziGzJw1itGZJ7l6OIhaDwObOHoEmjhyn27tHWRxBUhmiQ3pWK9rGxyzt1
jn8p+fiQjOZRkcmzns86ghs1lyDOFj0MOrv+3ivGeXCtU4TPXqRhZOeOAs0u8en2vr96Pzps+LV8
CE1ps+8dQ8ZiHDmI+LAgMWVMalj2ScrP8LzPt4e69qqRfIFWo4yH2cFmqCn1Funl6/upaC5C7jPS
G7LYA/lfH8VkHEoMRBKbUFDkXgYKTUVVIvbE/chO8m1Fr//DC70aQGJfQg8AKNzlTkbxqNALe8xO
poTKH0dqdlDKqbi7vWJXPg4HEcUl/GmIKd86zL+d12ay8qKiiXsCJ2WCNELgys2rKMybvY7slUiA
kejQ09LBI22Lr7OG1kwyk5thtt3lEQE8M0ASzb0zavyL0QCtd3KFK1+J+A4CNxkxibGxiTxKSn29
xG7xVFCFf5CjzD7MdrSHbb4+Cvck1eq1M2tcfiWKCLJUiSJPpWxLHz1GG5023tzbX+nqKDZ+kf8T
+G/3gkOUOhbr2lX2LB7s1BsO5HvlTtXn6l5YGX+ETpRct+IbvNiLbiQyO8lMi0OzL9FtiKvVWKaJ
j7cn9Fas2tzTwNxWkQiWDaTfdt1w0BwV7C5P2cz1gIouoqSBiyv9eEbhLnlGM69ejqnu5C36PUlv
BQtF4vG+NUs389skWh4cRTXR85qMGg8pVc+/tSiifs4X7y8rWpajMvXW1ym1EdjK8Z1o/Wr2iidt
BuDgi8YZzHtpNTpWX7boP8XqKHFe0sZhPE2znRHrO9qMZiaZ3S8HNGqYpx7UMzU2veqeEy+0l0hv
PVTKhnL4brdpJoOiLdG7E9aApDyuMmIMKm2wUbsAX4zsR63/oZK3o0tcmyUSAvCKV+7uLwAp1uQb
JR2FyqnL51bMoV7BAcXyQiKsVNNP+zi6wDEAHurFj6ZHNI3fN09nO174qb0H7Tvo3NL+XjSq+trb
OJX6Lrru37Cx6P5Et6CvgkQm+LbxZuffOTJ3/M0KvnhhmUdDLSzMhBsr6wNPH+w/jDwzVoeP3gIF
NeY5Mo32mPgid/LJnx27fmlBf55lqTXZoVvw2mbN5HLfNln8ReSoIcHfFh9LDM6OckZlBIa6/iRG
TYaqNZdnL3VSFYsiffL8ttGoZjq2WL4hpO3SXIiUZM9z50pesDavsCGjaU9JZxP7KK0WiVq1kFK1
KA03nvu3RLfTR8vlo9o28r7uXHMnELp2ZAm8Ha4eEI606S4vhjZBaah0qak7fakcpk5ZjgkqeTs1
zWuXKqcIsQyKfjxIm0tOxj3rSff4NJLrEcvo1nBaGmsKdS2an5ZRE+Htg3vtjqCE6oF0guRmbTur
qjqqY2cxLaOnGubizO4jE5ifxtL9cnuka9+MfBE9JYrQYPU2C1gN5UKxakpPaKH3oRIb7isa95TX
y3lE2FVX/8QsJ9q5l66tJ2QYYDXUgAlf1x/123NYSB0/A8TDT9WIAjP7c7gzyqk+IVP3i/6aurNJ
rqwmRWILTAtvFCjkTbTaRtLRKrsjC0f5OPByqz40TfrXAv1oZ2LXsjOGosnzph8Bi+5yZq6+tF1e
k/Dbblt+jvAFPKluqx0EUJogNYXja8AAjkaXJYcxiu2HVm+6Y7wQfMaDusdGufJxL37NujC/rbNb
ZgJnGXoZ0zQGQ133SEmb5WGIMTUQuVLeeVjW7jyiVxfbALuzNnkJ3DZj9j33pNNy/jtZeEfTSpqD
bGYrXBy8M27v3SvbaLXtQUcKChCNWv1yelz7scvrRsi75MUZGLoaxlm2aubj96d21Ohvj3eFLPLm
E/R/B9w8p6ObyUkHIHxyFnB6cTYBPYpNqoQtGrlW1Q0BPU7lrs6qKtSb0Qj6wvGQ0Z12gq71UG6e
dQrmAC4oKVFf2zoOjyh12NjAsLc40AfcdxuK0tUPlAnVY4at1bHvTHFS21w5643cO07vlNio2JtU
6i0qrxQhYHFcrjuwJ9T+HZxDIKfmNJ3qY+25AQ62j70t/14c+2jOaWjn7ddozO7AozwSwAVsBwwp
8GPR6u+OHt0VdvnsqEMwFfKzLr1559BfeRmQQAHcAD4W5OaWhTlAjYrF2iEa7Q4TsqzCa0bW485u
vzKKh+nz2ogCKwY18nIpciDvaqXE9Ehmd/Sl1HGddHNtZy5XNt7KM+Z6dlemMefqchi1QHO6SUmb
WwUI9Si88mjnfY5R1RTd0Q92Hj0lQ+azKiJUfRPUxe1WPZVd+s/tE/D+xK2NSpI+h7uRzsjmcI+R
7GYnEhT9Er1+zK2uPgvF0E+khPVPIQzn/P833vp7frvAVKkj7QTGI3TmDGHvDCTXtOTxUSSzRRmg
FTtM9zfi+OXJMuk7YI1LYA6Jb2sDrHtsGhoqZggrKnltjARt6EjNIUFHbo88+QLQVn5AeKr5DE4D
/c8GienPadQZvW/UkTRCoSFOja753KJuXlfGQ5907nxYwFR2hya2R/eYDMiXB8vcOWXQGaj7++gJ
aa9Rw3Hxiy6dMCoo6kx/dNtZCAqsEouPRLYqLt6IU/6UnlX3uJW8KeuARf7Lq/LxJwTn8nvq1D0B
L3iK2m/NrB0O/dItd21i6jgTdQsl90od3SLAdqmwfU1RlnCeCvXVoyODSlAhevferaK8PEdWLXBh
Yakeh7Qv5CHGJJksRbEWXytMqzlgroLiiCXiukAS3migrJWTnR9w1CteptyRaM7N6bfcQqH8qEbR
VAQOdrXf52gwX7C/EigGV9NUPNAyW70/68PoDJ0WFuhDlcjHLdgNaQicPvHrs8ehLVszyOcqj4Jc
qsYe2vYKdpCQdcWc2pQ0Xc7b5WbTlSIDl+d4KBjod7khDQWZ6NbLfFyfssCckfbJ63nGDcGMfK3L
HZ/f1XDo0/TZFfiupJ6yih51UiD6sIdGeytwb7YmYAv6Ys4qHEP15fLnZVOL4rtwvbBzOry/YjUA
3Yj2ZWUhg+poAXHwK/xGk4bZqIDGy32rwbkJSdhlfrVnEMtR99A41Sd25vFfH1NIzXSTkNdY081N
1OM0YtYi3qLQ6ZPHcTEQ3WwV9aVKa/ObpnB8bw/37vkjVqXIhdAVmoMUhzYxa9yLLEnEgvw9uuo4
balusCTZ8OSaFAKnDA3yNsLFIdf+mJql3wk63sVU6+BMkT4Lfet3qLllKg05JF16gtOf+KURf7TH
6quWY2PbyOYfyxw+3p7t1QFp+xIqW3TJ37vdL64YG6yxxqGJTkVe9Z/sGeqKN1NnNYWFsq7b/+uC
C6B+moO88iwyEfo2tFLgxiUDs1SlTQQzFpgIoPa/s5bvnpN1FGIY3hLUSGHgX25pL5/gDcRMTcRa
cxdbKmVbpUiOSTfLI+a7eyKV6zN5cYTW8ShUUbSmSK9tSa/VhOl6keD1MVoOfpSwfikquZhtVbNP
49cJBr2x1rbFXtfmXZiwGXhztQh08dG5J+HJcMH1yyUewmjo9pC/V5aTl5mwG+w+4K8txm6yzW7Q
0xnAAqY/JyQSnbBf8FuyMYV8yq1d5t/7sASyMpHgWnFecQlbGJgSx4qeRSI5RY2un21ZGK9NPBn3
TcxO7dwU841ZFid0jqMHDQPLQ5QaCSYhmfL59hm5sr4W7U/iXhgb9LU3YVgzZUJJqjghIJ5/VZYR
f0gt5PlvD/LO5hrX74tRNocC0SKrVVwYwxGeez5smCzQle5vqjSwc3g+fPowd56YwiymIUGJ7zDX
cxY4dDR9L8oCHC/wpQcOcBhzFd+vlUI1J8c5peOQ8qJPqvoydtnHvqRpAuDRT4XT+sAfHiiq2Meu
77ud8PXajgF6sPYSQXpwBi8PoJDNEDl6npwQFzP9kRTmmNvqF2BpwwFNvT1S3vv0eF1BdLJhrVHe
0Lb98MkplWzpnfiUDOIvJy30QzabxsccyvmhjKxXy5jzI5ix5JELuKdyFBXhbMOzGla39tuf88q9
ugqwAYBW12t86whcGW5fw/SPT16D16FijDEqQd0SRPpI+aOwzdAtlr0CwZUbaO0AoDmwgtdg11wu
OBljXGo9GzXt+pcKk4TPXizLTxoYgc9aYoqgkhSH/aJxor3de2W+DE3JhXNKh2grbEnxZ9HmNEV8
2qkfYm1J/ByRe1A8BX1shxJin6eQ06fvk4MbQxm9FI5zZ9jiF/WMvwQSivkoBmrvwz92ktPOLQj3
lOEnXY9zjOfyoWvlExSKDMEn8dOx6u4oy6o/xngz3v5wVw67TULHy8RU1v7n5RpKWaNo6bGGU4V9
muf0Tog0vrVT87s6Csnjqk8LMnNbpqfImaawC2JEw8VwYEfr8Atnd+cAXv0oYN5oCUGg4Fhs5pLn
GMONqB8BhlkC5AgwqckL7Q6BP3yzljWToIK2sxWuTg3exqoyAf5l21nL0cz1BseIT53p/RK9ph2t
OC13YsL3VQICaU45otQUhdde4eXU6jYyMxfIAUoPWfNsClvD03pR8QlOZFjFRnGgmpIfgf8pX5RG
9IFoC/UIdjP9BDhtDMZhMql4m9bzsPSrt3SuEcO2zoI1blX4Uy75r4L5S/gfthf4EgQLqGK/02XM
sjSNekXlk+Bq7Ns6Ekc4AfzzXwZBDJCAfL15N09Jk9dR6woGUe2uPxkZ9mx2WzU7V9y1D02UDOOC
kg2luM0oBmabIz0tPvSCQEU1O20g16jg9lzeJ0586RUqs4r9QJncRqilzD0zcnpu0ljNvopxMe8K
le4SblRI8FCjOYAPgzoxgmpemukFHRcHhABQyhwk/HmcMIuq8xY0S1WJnQrCtRiFor3KKCu3hv7q
5TbUYxr1MezzkLdE/gRNhu0GxK9ALRdxjzV2RiLN2wLJwESMvoBqiENeljXd3iqtA22CT/oHkABX
AwM0+dan4bdaxrLU+M3mvRLOZe09Yzz1KGLFPS9qaYZWZpTPVTOuXhLRPzSlyn8iMyYAWIbppbFq
7eX2J7uyMZDzI7KnY7IKTtqXvyX2urFFCVsJm2IWBwS2ND+JoNbcHuVdygqdBJ42WRoMATAx2zYG
pQIDvEcrwzgFQWmOhrbmpNVhQngJkvpS1Ti+VOITIKKfTaMuJ1vGViC1tnmYE685R3riHGjLWKFh
lJAnXHP5jOl19i87sm8/k94/wSOlXWQuL1cDU0o9StgduOzgSmWzOCcUXIYj0iR7kM/twgNc4/IC
MgMQwIByskkEjNaZJbAGEXp9A0jHhO8kx2ja2fRvB/v3vcYwCNSSdCBBhxb/tk4X1REo4hiOFHlH
nhzr1mt+RITy+Me4mXZPhCyqIMfSNv6jmvUW+9bEy1JfTY0xOnqKbUByw/T4GGOxc1QL7HPGMdYw
3BBS18MGYgE+S3WBC/NoVunkQ8S0al9Bml3xXTQVvvVAdA38u9z6Y52ldB+MDOkfH2ha2gWFXbl/
8W+of0Ou7r80poFJUDZ0Q3XEe2cxfXYTmWenqF+l1QMVjTIrcTFRABaPvldrlaEXWZCP3UqTL9ag
0dXR1QkfIEVL6wehLG3YVSWON3yFx1J21KrMzMD/M80jCONlEqt4Vw68J7c3/HpsNstuE/aD9lwv
Xe2N7/HbEY+9zAR5ZjW45w7TQTWwXB0x3stAvKbOzljbyIFPDI9oxa1QigClvdm0zSBmEC1lEwpD
bw/4UKOPV1H0GVtLC3HXiQ4UxvfyhbeM/HKG5orCACqDxDjZ8uZRl01aWwaoAmbYYQM2pGaR48PY
rj3vYfGeLRyeJAIpI/aAS8QfBy6V6F+Wg364u8ygw1J7jn4kzrSMR7y95w9C5rV1MpFPTUJTX7ww
ajGeIQDH7gN+vabOd7bXpq8zlrODryQT9YgU30bdr+xCP0ZeEpe+oWBnHiiZgaA41roQT4BJoXvs
lLifrRbqALccRBzysJs1lcoY+x88O4iA5Ti6qTHftfk0/1LNcnjBH62+M9eK6qyShTGMiZQbhxoQ
wzJ4ddDT1JI7X/OdfixAOvSqOK42q7q+VZd3UCV6tVSaLkd1hs+Z4VjQBaWUy8d0afIyQMQu93UV
dzjOUJ70Z0wIjf6g0B/+sRQVeaeKH9HfhlxwWW1IPLCEKnOU55PMcfxIDPJVToX1rGqDOHqEA/3R
1CJbO61aMZZfDkY++vR1sPAaq7kud2pY7xK/VaZYe4tCgFtD5Fofx99ORpJI/ERlm4Y9rVgMGgdT
LgfTUMTHaPYUhzJl6uF5rCS8EwXpU3sYUH3CG30ax/RYowdyKAWqG7fP6/Y2ppMCwJ9yEBhfLuMt
bLqrNSiAC9KE7KTJx4G1vUvwOT/cHmV7Ut9G4cFfQ3wCvi313cTDPq+0JQpBpOuHtpnnc4p0bKDr
6XTWAUAGaqVPO4PSg9pcRm/D0lsn6aPxjeDa5ZJ36Wy01tRHYSFRO0y1xwb/r1+AFVz1iIHXeGog
znh+49WtEciyK16tyMGCsi2tSfNHdSFLbBz1FST4/AKQWSFLVJ/tzPM+xYOZ/5hqaDNHDxYIMIVF
Lz8niaH/EoaN92HjyNkOliFVf8hCK6eDMN1Zoc3Rl+bd1K7bzANRhFlOlOvyUBhL9hnPhSKCdp96
s5+WSRT7jgGo/dBpmTcdUquOo0M0WLiSuYreZoAzi/hpmPv0sS1l9Mc0KsnakWh+prGcCz/PYNr7
OmSOl0E2Jm5PU/lP1evVn1kTYxa2xKo1gpuxBuItL6VwpaR/5mbvfUhR4LMPXaUyVEQfduLc2xMl
AmdswFTaKLIsQ578ylxBGFPnXfpTGT2txIp5Sr/Fei2/2suMNAvsxK9avTSL32LEmZ+yRK9w0+0l
EFaIF78mU5PPdlp5MAMsuz3PEIBeuPHA8JaarjxqrZlGRwN06ZnzA4hKV9TiR6K447eqMbuXwtQW
TFjV7sUF3oADWfmYyxLv2NaVagWitaEjUI3RaqRsPRDgOJ8LmncvIssibF/Rzzi0lTc/1OCyvDOe
2ikmFuh1KofW7Rr1z8bJe9c3Ry9NA4p2Vovec04tC0FRpfNLJfLGECGS+IdWLYM4SE2TH7IhyedT
azWKGfyvos9QfxM6QMfUSRALaUzvRcntCnPAyvpSIKNV+shDRx8n4fWvMQDh2K/cHHqPViou9zQe
sF/cwlZecIEpv94+l+sL+ftbth6QVVkFvAbqZe/4bXHrOVOUZ1EYd2hXRwkKQrLW9JPT2V/+/UhA
S1eJBESaKD1fHkVSX6G3cUn7FjWsh6ZL/ullLj6oXpfu3GjX5gSCWVctqkyEIJv3uc7iOBmmhJGo
XYUiLtuHpYmsoJPK99tzek/Vgv+BdCaSbNydwIc2Q+Vu47pc20C54w4dQQPPZMUBisbdYJzJdOZD
YnbE1DBgDkk8QOTPy72r9W0+m2/Ij+AHkASsWITNJTc2BljvMfLCMraXsJjs0rcmzKlrs/qiz/IB
JQ+8fyN3DKyow92Oh7GUXv3QKv3fsfcjU8aHvo/+SF37wU4M+x/Z4D7UZUazF5G/32t0OiC/U2pV
uZI3izUJZzFV/CPDXlk95hP3r6Ir5REBj//jRIS/Vfw3wXIBya665UXCrjbREABHDHURbMimpOvG
Echio4hC3Knrw1Ba4FGk4xzotKpIFRXG5JtAFf/9vgOdsMoproKPAKovd3gcpZjpybV36sTq96HX
Zj/Ws/HM/2v/h6WEhkuDg4NLsrY5TI7Wm15SMZSHHaAvU6woQbQKBI/7ZWdWV/c4ZRP2NzkUrKNN
ec6zcjkiNuWFQzuC46yj0iE9srpjt+jesQAHeDfy+B4VSxsOwm2qO0EksfOUr2u33eNovFGERJxd
p7dzubZ2nMYzpXQvXDKtwKlbB8GVTG6YLiCqEG1vP4uJ8llhVXtf9erI9P3RI+RCYe9ejmypZZIp
BX1dbNKHI+mF8M1EuPfKgPY3xp/xl7nO2qOeW/rOR74Sma0qyi6keJqe2rZA4cbofbUxIhESGtZx
bhqNBry3J4d45bakcwWkk5SA3bSlsYwCHEFaTV6IpW166DI7+gkd+RH4t7OD2Lo6H8pkQDoJvt85
KJgEQQInQS80U1t8ANZC3p+me2jY9Xu82ymQwyweGaLtrfK2BaTPI+BglAqtwaE1utDQpuJJxdDq
qaI1uJO1rLfWdjx9NdYAOkrz6J1MSpslEzBYL1SqRDx7M6pscdM3x7rGh9lcBkzFe4PsrDOS56od
94BoVwLrtZFEIYu9oltbGFxqLUWilgwfGc545yST91HPHBxUdXTDAGTAVlbT6dvtd+/amfht0K0G
4thoEVBsBu2Azfzq7Ch7MJwyDSGKly+zZ7aIbrTmQXHsz7cHvjpbWnUQB+CuUja+PIy9PS0twFk+
LgAPVK3a+uAaRXFWe9HiMJbUn9CI/HV7zCstT3oEOlySFexAJrG5ASTW0hFag5wQLflZF+Qv1I+T
vwYTG1xp4Cfba+XS+kNl6qGTxdV9i6i8HytdGUa9xR09Y/aOet9Md9/5Zimt+NhZvf1BX1DQKdki
IWoS9lmYHgDVQZTk545+V9D9gTeA+Dd6pRV/dTX9rcr49fbsrm7fVfwGAgD40S1lysymOqlHVtSq
lBxPegDBD7LzCOSx8vmVFgh951qcPKhObPiaF7V7emBX7h/ajzwuJiktfZLNzZ60i0O2xfPS123/
pKpp8ZROrnxqHbMMFqOqn1RrKB/dHjfyDm8VzI3F+FEhjztUWq4e7Nwp7ko5uecR7Ut/lkN0LDA9
AyUlrGDAojToF3d80JVF9Uc0ISPUpc/IQCJ0vJT2U4r1+REBJvWL5Q6T3zWdc/BQoT2qcZccVB24
5MRvCewFx240cJH11AywT9i9AcE6SoMuv4kEJQgfM+nFyS2X6snElua7psX53e2vdeUKRZoXPXpw
eXRmtkG0KguhqC17yupXP2UX82s1TYydK+3K8V69SIBQYMkA4Gaz4ZPSSiPdFQSUluJQ/5xQ4260
7BC3Hb2MOS8OetmXYc1jEt6e37VYdgVWIkzN7U1isi7AbzWSOtWGcbB4bSGNlHdY04vhASUVXVJD
m9QImehm/lFYmXbXxBwIPckRDi3w0oaqPM0BwETzDwzN5ae+waYnQJNQfXQxx8Z50Og6PAJSLb1L
cAX/15TblQa4Um25l1ZDx83NlM+5qxTKumaVZpyVuOgDR58a+EOiPiy6KQ90B9BDJXINFU/uodyv
nSJq6et7t7ahtl2GGDDiNLc1QVoJB2TWI9Pvm644W1q0cwVf24IgiikVcQFRcjUuv1DauQ46rUxU
S4c4TF1EXmM1Vne24HtONetJ8L4GQBZ1xbdi2m8bYUrLtOyWlgivpfoVal2KkTqEEBRiJ0K1IkiH
bPjUtW380nnWcj9GRVqcU6VI6c9DPiAHquce1+TJSz/d3qRvdcjNk78WzOjqUFGisLS+Ur/9ttpz
lCxyCi8ce/sgFO/HlLWrZG15rGLr3NT5w1AXH7yIGklsvpaj+mc+LE/NXN7HbfMixXgcmzSwVLxY
6dw2vRHkznRWtPqoo7WveOi+xGwYaQwHSKatr6N9trO+Vx5Sin4rrg3JZOpxmwQiLWyZw8FzQxIk
qBgSAGXZSDPoTOtR8/r+4KzMhZ11W7fGdt1AngGoI1cmkN/cK8Ws5nJZbDecHdl9jtLMevbA9VV0
Zaec6Yre88ne2z9RVtG/QwkaW7+T3k+lpSTliyGdn2fUUH5FFGnbgzlNTxnt49JPrDT7Q1c0FJhn
pLy/FbnVJ35bI/IdzFGkf8+jTNuTm7jycLKC9PaR/QWLu80LJonJSlLNbth7P4uiXB7QZi/vqgbI
sztgJdCq+Pgmos2PuNXvcd/f1ZLJcBEPtMCTQvlA8WLzahaRFjkNhMcwA7DkO5l40KIOA+72sxq7
YLO0KlRk8anytNfEVv4x4XLqabenFX91FzlgG8iP3p7vy4Ogodcf56ClwyX2PuAxvjaYF97LKo2P
XiR634n+vr2Hrt0+0MFIh9YoELzt5YijLBAjJC8OG21EJK90naBOuIJuj/IG7dzuVG44TILQv0Bq
Y3vCU9UWtuR56+P5B6oSbliVLcxJGEwHPS9Tv8lBazV0/O+mvGrPUGJk4GmJ9cWNJtQVUsc82Vos
TsuyIovSajyDtUoeZySFH1DLNcKioXw72UnxAduRf4+oWV0/VtDqioLE/O5ylTr8aKuuMdxQDHr+
AAZFD1V97Pwk1tuTt2TKU6wo086VcvXTECMjyQEFmp7J5aDUwxekwxY3pDKTUcEUNmwAYe1ECNeO
HYVK6Lzgacjy9MtR7KVtWiMa3bDQcLGGVmtTFh29UCx19sWy0u4Rn1DvoawG91NbiGJn+GvVEIog
qwIa0jmrusXl+FE7CK9QGD+fM7TACMeIJfP0rga6F/RR4n1yinQkChgXekl0nyJb6js/4upKr7hk
oOa8jlvst9KkYIMHqh9uYmr+HDnmuUcT6nD7ENwexVM3R80CUD9ROXdDxWi7R9lVSNp4Sv9f5gKg
WwMBDZHN3awnVZuZAkvHVtUkXjhScw6xi8rYf5gLYEsE+QhpwVpffrXCyo3SlAN7M01iLmT7U4Vc
7+n2INe2JihxCO0QcVeTjstBdLfq0bTnNpySSn8u3CX9sHgEYsrsZmejcBC1mjqUiUStHz3g0Dtz
vJanwgXgF2AgiPjBVoYGuENem6Z0OBqJgxBi1i4IkeQS9x3huj9628u+m0Y+1T6uf+rip6ql5OCN
YmHek3Hmno+3XBNjA1dF/8iBmpvvKfXgHkDCAjQoKwtpbG1mHrGoNeRgWw8pCjsziyHIhdM8LxiZ
xoEh+a+v5GLtpDhe+cr1Gb8aXtH9uL3e19IUYm2ATcRgUM82byCwwQQEQEEMU6NfAgfLInrgVUBD
YDxn5NTH3pBWMKnO/On2yNfevVXFgo4idxAUwMsvneu6sEF88QotcfKxxa/oIOz8u9a2n1zpvibO
sofat/kXtw/S7yNuNrBZuCAwVd4hxP4PtFF+FY6+nKEmB8u4KDtn8lrwjTkUqJnVHJpUbLOTRStT
mUte2WLExLxs60n4DcYTR9EhppQQeTwuHfLo1ax8Tezeux+RTz5MhpsH0pV/Qf/61w62qJ/wrK/0
c1AlEF4uV7z1FFcqNEHCGFnSc1WZw/3/Q9Zx5btejLKZ9zIkbRyvF+uMas4JuwszRLbWpqvYdR/z
eE6fFfU/5FOIhLogWShqkXYblzNj746Kt16zRr2MJALLHNhrceP2jn2vMMkCIvS2irC9AVE3G8jG
OFerwdJTXNKHF0t6CfFKKQ5ToiXHLtbcr23Wz+HcRe2hM2fjvjYq8yf9x+EZ6/jiPskVJVgkuMDb
P+zKpUkisNIWyJ5VioqX00fO3OyHGgm1ZLFbn0uyCzBFJlOSqhUAsaJ5ZihaOFjGN1dthy+3R3+v
cgYqCylT8Hlc22v6fDl8SSKy0MyIQlLGoQ28LB6fksgamiCFYIiGLAa8h9zt4ldNrOJeq+pM4qeK
4jwsvbCwIobUAgaLBOWg0DU+4hZYJGFWp8V6FjhdoM0Kc+dnX7n5UHsgN15VC0Dub+4fZ9ItJRvX
ipOnj0+zlOX/5uw8uuVGzjT9V3Rq3VDDm3NaWiQygbyGvkiquMGhWCwEvLe/vp+gpBkmMicxt7QR
WZdkAIEwn3nNY6M0wycvF+hfjQh6ORS+ArWL7B1y6I2ggHYEvWK0VICMbHurmapROBtQ7aF2NPyu
pfPgp+Pq7oARb4zyA6PPTsdI8kp/0kvzdLRX1wm0BTPxg+fWRnewzLo43P/81/sdPQSYAJJIzim3
LSerudMaVTc6QdR5+VFVMvFepG3qW+bshDNpz6Hwouz9iweVzRYQZEBh+P/txzPsus40vLXMSO+a
w+p6y9vK0z5Htt4+V/Vafmud2d4JDm4c6ZQNQXbKggXCl9s2D6Z7CfUn4QS4O8SPFFy794tFbcGN
NQPxb+qljVZHr1sPzMkMvuw1+lZ1UNk0MTuX7rXp1C9PGCiTsfWpZUouxhYTJAY3it3OsIPci/Kz
kTVDiAV7s1N1uL45GQUhBgRjAR7DA7/c4XVuigRzTTvAkjU/t8QTR6Sujki+ziQp1Z7K+d5w1uVw
neF1PavKDqCp2n6n1u3JG6GYqM4QHfVkfHmUzvYn2aOjZqCU/OO7/1SLSnKlVVZlsYPZqNtw7unB
5rUy7Syf6wOHUWSAzhmNG/G2y9R2toHnUGcHdqRnRyPq5nejERtgxBXGU2392QFx4K/JvMd+l/N1
GfhQaIQsxK1PUZiG9+V85nHtFflS2wEUHcVf8g69VjNvHpLMGfdaEddD8XrAOZhQmK3bymado99G
AGkFSTXpD1DGowd1zpo9gOyNN5IKdfg40b0nptuEMtQMihhWsBXkQomfsiTVzyMwoqBqnGrntL4x
lESoosUCPAS06uZyNQeBGlIpEB5JlApt17XxscbyjnW17pWCbg4llVelmSbwrM13Ep1IunbyzKC0
kipQJjTa40mfQg2i+85ivHFqgy22VWyZJCBgyxeikdb2IKTNQIwVUE3gzGdDxNZrdU2yz1qrqSEl
u3XnqrjRmWAa2QUmkh+wdLcAeVUjaSroYyG0ThLcTGivzrV7jHLHfBzzrEWoeTTfT7H+LfWM5ENm
ACPErCwJ5tXzQpFZ2uOK2NXRzs0+iN0sD+quVQ89anvPTjR9evEl86NIRryMvSko+MttQ0YSkQSu
9BoK0+Ww42wIfBMk2rktInG+P9iNM4+8k/YzcyOJPHJt/HQG0aPzXPQJzaCrBuOJ0MMKlUUZEeLF
oWtRiunFtDTCLOA9ZLtoR4OwvBxvyuuJLQxlJFqBbbYaMhyFWyQ7b3VjRf+g07o2nx1s1WbzOOmY
NnWeMIq9mO9tL19Ocb72+NFwnN+fQPnAm0OORBYFFZpHcJS2MNWoq/PSSB2qgkurvYm8LkY1J9kL
tW+w0VB35BTHJYJmNi3ty3lrCme20BTXA8+ylEfFc6P3XRbXdKUQ2soOialUJ7ep5wfsMefvRdUu
QTmb80OLgNEbWjTWk2fTDrWSplpRhctzBJS0DHOwRBwGR6ydDyjSfmvlYgleOkE0hylnypovm8/Z
fIveaKrerl09yCyK7HkdfXPdNv4zg0itMdSqDRkRXk6P1qzFgMq/HigJ3jzFUHVf7Lgpf73/Kteb
xcB8lMIyJWxgg9vY3SziLEUth9IyErAH+jDCX/ueNAEYBTYGyZ417Y0U53JA/fK1lAkVknS2nUCv
lf5xyduK2qUovk9VljyKZwEZXRtGn/TMQYtsIBNLZhGgWzj9VmDFiFyJ473vuqo5OQk1TnLIMuxq
FGDvz8v1duMxaavJ8jENlW3Dz0jWBtCe4wRLkjV+MxAI1pM6HMACGDsf+gYfjrEQt6GIy3nFVXI5
JRjreWC4LCdIYtgYcKPbo1ZVmq806RxEZU2lHH+JB7WuuiNSgstxzEzFt8um3Dljrjc+D4L7jqzk
ktBtueemR4YGJdEJsMwcz1OE+YmxeHvFoxtFa4aB6kY7AEbnFUYpLte8i2hf03WI0aOBTXuOI/gb
jduQXVk18mQLmsI5NplPNWhoJIw1bef73npVafss+43g6La4rCoVpD30/AMROyam4KKC0DGYLz5J
CfQlyBj4AqnFtsWo1q5WScfAIOkn5xgt03JOS6c83V+rMkS7PK8ZBZUJNO6kItV2/ahDC3uPwAvO
tQMI0NXms7Y63yfhkHTrGpTcKSsedWKAndDn1iaRPhyyxCvF5eSD/XTTonneR3ljMolr7Tz1nRWd
uigXvq6Ve0PdOqc4nQi9gZiinmVcDoXpj6HUC99rGubyOKZ0tDQtSX0bR8bDYpkvT2R+pGi0iEDQ
Sobo5XgaVgydMk9OYOtL9aAPsI7yUbg7ocPNt+J8l7teHsCbtxq1RQL3ZyoLpePCYlpq0vCkPCfF
9NGYm/zt/YXyg8N8tVJkI45SDeHjdoMn1P0E+EB2HqCmU1U2sx95gw4GeYkCPTbihxUq2dmlEgF4
NZkfdcyLIX3U+bmYEYwnUOyPmtqbD2pqIGtUjPmxV5Lfocrrr+jkaUB+reqs9Vr92Gfjb2sOvcLT
wCaMUTG8KUvHOEF6iA+IVcVHDa+QY6+BQ4nTqATpv4rw/gvfml+qaARnkuqjbvvSRjMY9bJSUVHa
XA/yPIsCyg6MByeA9qOh7WFK5QfbTjDHmjR/pg+AF83lssloAKqRcO1g6asSI5jB8x3m8SgwffLj
2KgPHfSYM6Lw9nki/gpgnuBcM7XiTWJO7rkZRuOgxOsSWCuOb/lgTv6iwiQZu0I7YPYyvhpwpXuO
uR/pm7jdoxe589m1x+k4rBLsOcXLg7N6rQ8ETK2ggTbmuW6jONCxnjI6ZNXtCuKmcXDtasYXMrVC
fTHSp2pG/Oa/aq3t46RtnSArYPjXyto95in33kqT8fP9j3Pr2Pp5rjaLv9YawRqjQdR5enNo+8L4
ZPWW9qaJUsOHQmmH6J9avgdoyr8/8o3DHzwXSqceKS9FBLlsfjq35rjyzM5JOJZHq3keZsw/tLzr
zvdHuXE6go7jSnco5nJGbuJbULJzZiO/EYx5jy9xbtXnxKieZ2vudo4RGW9uVt3FSJtVVxQGXhx5
zDESQ9Y29BIaaAxIW1mBHDkKnu6tqrR/ZhLhThADyyB1a72lwOfomy7l1rHKOSy9WqFnkO7hmW9N
ItV42mOyAWRtC4WiEXFt1hQKs3ZAQk1VSgQ9J/2xV6w9zNzNoTgtJIAGLK+6WY9CaZPY0nKHYDNr
jo2nf0COIj13FSiF+yvjRvuDlOenoeQC/WkBVkU+gNm17UCxLeeV54g66KIqezbhYAWzF9VflCr/
I3Xn/mCPjXhMXGK9oWydQ5Or7dNQ2t9yAP87MdH/47HofyBkeoO604+ll/RFwb4wSlUNHQ1X5+Pi
Vrp+SirVPrhwv9BNSqblTV2sZnuIrKZ7ciez7o4NFk1ne6mAniHE1/wj69V5r3h6I2Wk+i6bnMCD
MTvcqtqhwMjHH/lEpoC5bomgruan1XO+aN76RiigqlSNBMaE+SbSt8Ywn0ddvJok4nnIkrdLrTzY
Wvmpsnp/MdTXnaP404pC+v3Pe328EO1RuOPigQ2DeuXl1+1oP/Z6Za0Bji/RAzKkg68iVLuziK7v
NjkKGbpL2YkkUbayflpDbqRaA2qZa2B1oiEbyF9FWfRaGzvbd1Soni99J24jStaAkOC1XFVw6iFK
LIhKejDoRhNAJswhsXbKx/uj/Ai7tycZ6QcSLEREVB42L0WRyFm7nPK4qygRyIBhWp48Kx5PfdLD
osYwMSj0rj7HWHMd6rWazvivNkfi4vy0zMZ0UvC0OWXFkp6VPDdfe0O6PtuTDfad6/WU2qv2+b+g
Y2ig4C07QCSNjl7pTCdwLeYBxtQesvEGNI4lS7UfAUuJIN7qxC5rs8ROZtqBFIH9ttRddUAAbjym
qon5SDT3vmKMeqjoxfpWeCWgSy+h+FEU1pnG/q4wzPXa5HEoUknpFZheW6MoDOLnJU09OxAS29K1
BTJ7emyGVmQWhzRfUaR3lcQvpICumtvf27EcUUbJswOR/XiYWnUIWmisO8tLfter704xBSg5eScX
5uVi9hRQPTnBQtCJ6JmQqPxgZ3HzoR9R269V9budOPW5gPIbGCsSyvdX3a05IUujvYeQJEydzUWt
T2OW2mlkB6SKy1FL5hU3vcTbORWu9yt8NbSxqRcRjSIbfPmKgxZNHcVvGm0V9vFWNEzP5ZJ/NOFp
nNLeezmSieGwMQWP6ZCfbSEKkqoxJK1jB4OInFM0G8mx0bF6uD91Nxp5DIOpkkktmsxzq0pZdMLQ
lIkGU5llwwEVk9yn5P551RvvuPDrL9OCJlTbWo9GXGGM4L5yUXARw/zp/oNczy4iH+ggo9UHQw3l
8cvZbfVOs+N80oN5yX8jWdV9S4EAHXu5CySt7HfW63WsIDVFqMtR9rUpAG5KNo01mvRSSz0wV0UZ
DhSQhsOYF+JJtyvzxY2gy7G2y5M7FVnijEJgpM7Ptj3+7ujoPf+J+UOWBjsFdh/uopfzl1dRZrU2
yMxlgaPqDp56Mpa6OjltT07qLHuVkVsTaEG+lpMIcN+UIe1Ptxee8YsEDGvB7NT9oUJQ9Q1hZHnq
LG0+3X+1W0NRwFMpkFDTpvtwOVSpFihKID4JPKFUkbMBQqb2Lt6gTpTtDHVrFdrytThEoEpu258I
z0Mgx7aIVNM03xhVXT+iQ1+fYmCAT1FdNjvLUK7qy2OTu5iiCAwVFEqcLcaP43rJRFLxaqtKSXCi
rHdK8CYn4+uLU6Q2xVGBlXicc29vB1wfmgyt0yOAiUv8sTVKBnCe6F2ca4FdTG1YYbF1KHFg25nQ
26Own2EVIg+7LfusvbI0mpto2M1rpt8PVJjQPtgz4Ly1QuiBkgqiiwe5bbNC6qGt0dfms0nbGlhe
y4q3dI3Lmdm0Oy90a4UAyuHmJXECsbLZzHg9aDDLGi1Q0y4/pPFsH1sx6MeYzP/QQyLeSQ1vxB/A
gzV8P6W6DpqI8t1/2mgSpbdOCj4MudYnbxUXRTtTjS0EgYR+KlhA4mBgeHG0vUg/q426Pph60/ht
idpNNNXlzoq9fn8eh9wHnTPyuavWSdSRptLUVgMqSfZpqdwBFF+G6yi00RN0q68v3fuXw22uhVKt
tJEjCGPezoUCpTZJMHFfBrCMf70/0vVKJd5n40vFGOKy7YHWoaRQFCUjSb2P0Gui6ZRrZbPjjXa9
UmklcvNQbyWDhJl2+TXdrkQDvvJWxJi68oGQPA5K4J8PlN72Wsw/EPKXhwtINPTxEDgHFkQL6nIs
r2yKmGxTDYahiwx/Uufoy1rqlnFsJqTpDqPSRdlxyqOVqMxu46cUoKnUN6vE8MgfmeJT1elCCZUo
q0eUc5UWJSfX+G1E+avx18pZjwJT2deNmIYSh68VLHBv9y0y6mXidu91ZfhmpWP9ETPLVDtE9bB+
TteonQ59O0CJFKOi06FIpzx/I9yJPKDQ0kZDoF5hWrIW6OvsVB/VfNLguxmT+cXqBs5glNVMcXzp
57fJ54GiUDeQzPXNEYLtID1Te1SDuSv6sJ0TlRxViN/uj3JD15EzV9Yz6VhQFNmqHwiCU6homJxE
s0LfN5nE67JcWxReUUVIn616UVJ4DqWVHvHabKCYumP/1ksHg5prZCzPiWJNT9kQ9W/6NYtgBoKz
2ktM5Rl2uXBYN5S8ZGMFP8It+GKF9JS3tdZTUZ4xP7Fr4dP/cBHFn9x1Ps6VqawHS0HOLGzGHD/p
KPKA9Ha5bU3UQSazP3rgQp8oiURfra5NCune2OcPtR0ZxdnxemKEtG8MsA1Jd7I6Bx1ro6mTrzSK
Ry+ME4sBBCrn66EzsDaGkuVCzKzAXpUHkplSOwBBqBvf7KrobPRUAWE+6/praD7rc+J0znvVnLHI
VJu+7I6Rg6XlATlNUfrIIQ8nTUesxNciy5sPaaWOsLtGvXte0jr3U/iqMIWLrPzaWSXu452qaL8l
BCivkgpLsPNSLFRvsEDRTy7mJBWQEZDqfpQimH/oRGvOx9y1hvHZ8IqOjMsQ6KUI2pFUginL319Q
1wEESBwCMFALIJrMrXLHpGaJPpfZEhizXT5JTuvRmETxuu0VAC2FJyCDd+UbO5v3lNGvz0tGBp9B
BZHE4YppgZ03bWCP1nxrqeNZB5Z6NNxy3FmLN0YhazSw/+LmQ+9sc/sRZJrKlFIk6Yd0Qut89Y5o
FtovBojiqiT3vmRfEvhtTmXNahyUY/s1iKs+ebLBiKGpV7h/4l1+HmUTOmQNVHGjbVfIRc2A9tpS
BZ4Bn+v+iri+YXgXQB/ECkwYChKXp/7kZpOC8hUzlpXNoWoT42Bm5erHnHA7yeMPT9zNQQGQDqwg
Z6ZB3rZJOpq8NdBM1MF1mAPFBTEX+eeWrKp9zBV95URQ8ua5m9W4fFKyFta0MCaM0GJ1qZRDaiiu
fepXUwqVivEZVUYRhWa0NB896t7Cb2sF7lsNKRAtr8ZTDl67DrjKVqX+uo/gzB7HRkv3qsg3dhSr
TVYSpDMQeLfL+csyHAwXqqPB4mbu4zL1MW2cThJrVb30S7dTTkqxUJEXCKne/3S3FjuHJpAdnCkc
wDWXQ+fllGLZlvLpYlM95in0eErI6p8ZRSIGJdjNJVW8HCUG1+ski7sEJELUWa1iQvMw2ksvruNE
SQwgX/sPMuVylFZtC0iMJhSAxRCfVmvsQ3CKeVghAOQXHsJz9+fuBseSCh+NGlnFAC+4xfRMq523
A73YoAD5/JT3+lj5WrJ+jo0IZwg292GuiYa9RbM+wZby3lZUwUIHrOTBcMfyfVuu3YNaxSNelZgL
KaOK/FtSgWma9OZstg0ReJ3+bvaq+Ah9qNw5gq7nS54+nKZUQIAtbDvJdlc7g9qYc9Ca2hRMbZk9
iyWxP0TWrOM8P9g7gfUN0IrsbME5RDkZ5QdTLsaf8gqCmzFC2WVG88kDwZ0m8WMiuuhx1tWP9myk
qGamEEjQPDyTcxS+VpnDq6Q2Pt7/breeg4aNDLplp56q5uVzNEuU2urcTwBWy/ofwLZyyEF0/95W
ddz+oaBCKgAJTEV5MpppeVdqTutgWOp8Lc0JPdz7T3N9eJLbSa03wkDJhdyEzHOeWCyNH3YT9BSR
Fh6eLYTmjsWS6y++DYALUdLg1paIcmtz5zipwNUwZ6hxnOIv46IMxw74zk6+cWt6qV5TDyI2kNzy
zfRi1OjZo51PAQXuXxHVifx8pFu7rAjGzPnz2luPszOZvqKPD1af/pNywx4Q7kYKS6pIUkVaRWwN
KPryE+uL5Yz5IljWGRpKFisJE2A9fpObRnOgtlfRBPCMYC6Hwu+npXuMUsyGqiTu/SIZzZ2TQi7s
y0uLp6FiRXeH7gtp9eXTZDWlj1GxxqBIbON93dXrcRqqeIdNeGMlYUKCmprseVKt31wjWuNCj+gY
RWn0BqeYuPvQr/aQHlTF6Hbe6KrrIimLstgmJUlJXbe1nGmCEk483UBnKxrMsL0i+ZzXxvKHrSeC
iDluEcW20fgfCFnrATsXDNL0ohjME9znlFyuqTIT4F68FochNqZPbTlqyiN2t2mLUkJeEsHCZHlX
uWr13kHh5/d8rPAfLHFsT0eVJYM1pb2XLG2vYvla1OA4nmS7A3Du5ZdS61Ix0Q3DZQ2w2Yms0/1t
xjvg21Aa+MT2wn2XR1b+xVWy+MGsJueVWSv1AZ8BmkcJPgy1ObZPbeHoyyHNVI+X0pwz8FsQ0gJO
+f2jY7us5MNKUXZJapCk3e1Gq2vFjuahCZDvdnyxrg5Ry7TuRHfba4JRWEuImFC0Rj5q27SPHMTH
yzZtAkBjsEQHcpxc1Mh5J8uXEiDJ/Xe6AnvK4ajvQiwDgy9RcJdfgGDM7YVENaGv/81C8zlYG0IT
TVPqR6Od87O7Wh2YysZ4Z87CPKsqrttekSrnzmr+mbYTt6kedyevgufRzYXzVMzqgzcoy945d2P6
dbrKEtOL0QT9/8snzQHYiZFoNKiELV47S5M8G7nw3um93T5oSkVzqDeiFqektnoPHXN5nzqVLPov
QFRSM611f+0q493qmXu2HbcejQOYehnZBWWYzYFTLqmlWjUC9TNa7bD4DBFkVbynI35jsxD+MAq8
AupL2wKG06hYlkV1FYilzV9jH9K9wgdx9IektF7VUWm/QoY2Owl0dXdy0Cs8KKsEqxts/sCbAwbf
Mq+iQkd8Dy+uILeKT4VdeYfYUNFhaTN1+DBjYfk66uC/ml30W53ZiDNn87Tz/bfHLTqS1OxVl0I6
lKJrmXia6frkGGMwrkblJ63dPTYtpSuUNPbsL24OJRtVUrFIAq8vVxoSqErSu8isrZn7vcsW42Gp
ks92Ue/xIK7mVb6UTTJAckVGgAbp5Uh4WVRF7RRj0ERSvF8g0+5kmfHBXtr41GQotcyo5h2jKW9/
zdRyPZnGi7kEPANJsYzMPEJ5Y3u12DGzrY3eEKwuoAsjKXoui37v8LwxpzL1dk2qr6oDsuryTVNr
9eBNRgNMV6TMe1aKT4Y0PBUk/8f7Z9qtoeBkWcwr9fQrAw3RgcZzKnsAepJzkplx/lhVS/M4T3ta
eNsdKacOSCj7gmI5bj2b62u1jHnCFmGg+KWWfqzQZhlcKzu3hkuNbzW697jL9wEgoX+7OP/3hWJt
9/f/4fffqnoB1yT6zW///ir51lZd9Uf/P/Kv/Z8/dvmX/v5m/N72Q/v9L6++1t1fgqH8/WufVOX2
71z8E4z07yc5fu2/XvzmVILjWN4N39vl/Xeu/P7HcKjsyj/5//vDv3z/8a/8utTf//bLt2pA54J/
Leaxfvn3jx5+/9svUr/0v3/+5//9s9dfC/6aP/yThOhf/9B//vT3r13/t18Ux/yrdBeWhhKg+mi8
EZpN33/8yDX/SpNK+pq78HhpunBUl+gEir/9oht/5drleCVT4b+TqPzyF/hH8kea91dwAZSM2R2S
gGr88p/HevuvuPNfn+a21vD2siAqhcUBGZtuFsNYm51QNX2f4Uo3hh0Wt0FraPExEfr6wk0gR5E+
SVI7C5mDLWKiViqnnux8DJUaJOlM9AfmW6THRDH2ZLq2+2071CYQBqsyUXMrxpAn+mb18N8jNzJ9
GMTqzh0g79GLwB4uAIVQKOykU1xEm5Fcd8rNXNeHsKoUwMkQ656LcerwY+tFHY6eV2PfrHYU3bTu
t8lrjZ2U+sanIw5FTxE1MknG3nw6isqR1PIZsNzRbeJ8bG6dyKhe/ulQWpONcO4F1vAmmuhq0WmR
JDdrtaI8rWmTPMaFroC/fTlmjAklnGUdkjtKueLLU1mbCheVS3wvu3l0Q8eQOBTh7eXcN6aNCgSL
ESKkJ+3FL0cpjaGOXSfqQ12NPHLC3vnAXbTXt7w1ilS5ZNlL4ObWs2pwpiTJa7MPa7c3n5ZqjlCW
7fZYDtsjn8XOd4GBw/lAK3HrfoFRtCvRrX0Y62X70Ghmf6gJzB5ofjiPWPo5PsQ274hj6Z5cz633
c3GdQgedgsI1nzRVMGYp+z4cBvw+APfWpymxl9NPh+i/T6ufldCvN7NU1eDoNCRimAT68ls5q4ro
R6HXYRlplY+OC44Kc2L7kN3anYLYraGI48AESSwvUh6XQ0VAudSunuuw0QrncdUH56Go7PZ141jl
w8vfyiG24T4wwSpvmyh9OQpzLRKqgVzmmE23hV/hwhooq/5io0XC/5+H2sQERoP7Xl/kDNV3xrky
M+tpjou9F7peDJejbE6icVSGGjuMKizY4FAITI3eVZztZIe3vhBqSciTkvFSdticREmRLkUTx7zL
Gi9nS+gTAk9WAjKySI73v9DNF/q/Q21PojESfYSxaBVGi+M+wFvC1yzRv98fZOd9tpeiPdCCBFpa
hXVK74cOOW7kk6JRlhv7nWLBNo2HzEURSjLoQO+ADpPnyE/FV1QDoiVS3SpMO6sN4x6waKKigZu4
xTdOw3znS92cPnynOReAa125GItYWVMQU1WYO4kSKLIPmilO9uKPJIuZFLwIoNBA2SqRNKPilIDP
yxAzpU/DPGan2jOn4IUfCdw4wZsh0VkgfrZaWVWf6nhJqnnYu/j92HBpfjfQSQYJ3GJUcX+sq2n7
MdaP4pMkVG7BS9xWUUWkmIf1aM9fozgaD1TSk2pnmCtPP25zGOHgv6Q48jWWrqK0V4iyz0PVzcRr
xfYSkKUdsq4Z9jNrWw5vNFvMr/DTbZ6l5P2bDKjQ52Eo19TXFLeiSS7WV86gCAKOOX3iBug+lMD/
drBIV6tWPieTLiFjaEBsCRYRLDor6ZM8HOLB+9L2kfVas6smVGLTOapo7OwUFm7MPxZeVFEl9UuC
ji53iYm+SdnFTh7qmvJpUdFiy5FqfemqBTIGZhIFCPCnUGY3UWO2gsjJ1CYPsyhvA6doxhOCTcPO
1F0zHyQyDSQOdFKJXt1SlnKYbKoyKFmIbYz4WufCWI62YpR4rpkuyPgurUe/Bp7tl2sx/8MwhBc2
6CP8ykmuH4Te1R9cLdafp6VxnguDiTg0yjhl+Ix16wl3uSqY6kqrEAUc63cv3QeU7qljy/qyNLeV
B+dPp5UOng5FIRO3yBy33mKgYN+iQrizs69iJyQEZJUMQAHdFzKzy1GU2FMHF+u6ED/B6LelhoxY
TUscLKOdPLVj2z5H0/LdgVb34f7rXYNy5MiogLPTqbcANrgc2ajxWHTtPg0dIdIZvaLU+GCti/W1
qtsl8XGxd1DhtY353ZKqWXVs6qVBChGxg/W5dqF/H6K+875k1EG/xMJeZj+zULbbkwi+3n7kFsR3
AIeoJV6J1tGp1aYZw72QVqcBbiv9YokSD9q+WPxlNfb88259DxwvVcmyJtvYNghzD5Zdq65pCNrI
8JFrRJ9Uph6+3SdRaGe1+WXIMjusF7v8eP+LXG98iv2eDMWI1enQbFrUAi+ypcPsPZwjuzr1ord9
vHmy8P4oP7b2RcKIcDT9TyDTtB2l/tnld0c1x56SNk/DJm3b8pCrqFPZYzEjTzCbj07SGo/LoomP
qxCRXyG+/TA1Y2Qex7KfH+DFey+9puXzyJzOkmcFRb/L50mQ0dGq2k7CrlAzFj+6S20y7C2jG5NL
KR+ZN2oVXNfbzlS7LvM6QNwMB6HMJzpG9UlLaUzdn9y9UTafUEuiBWdLRpkWpzhl3OcHvcx2pSWv
YjamjLIvtRLk0znAN0dTVJmNOyymCJexeOOWqvFBJHGLWrvANvOAbunQ+XWzmJCNFDv5Na9UTHMr
vRKBS9v5IUGBpOSXnv67zqb6o56dZM9Q69ZMAM+irsQBSnF8c7r0VaJoOEiJMIUMdS5Wd31r5kZ6
uj/ftybCRpZJqubIlH0zStasWpyiVRwmWTE9Wl6DYqs3iBOR+7jzaeW22G4bugwaFVvwMayky2Uq
prwD7tWLkOrKH3PqvOkSE9eE3vlY11GQuvo/77/adQ+b6gAlFensjVYS6gGbAV1tXNu5FKHSN1lY
YIYRH5Io7o8NKfwbTVunUGnt/mlOIUyvVlxS2zXEWz6l9fn+o1zPsuQG0GQFk0YDYMsBQhpIRU8j
EUSE+fqrjfHvUUiSpwFcbOcwuD7tL4faHE7VavQiHRlKJ6wOEL7NzhbaIeGcePGzPcAKv/9qe+PJ
6+CnS14zu1FtIsZTlzIL7Ko2fk+ybEbOxIZyTstz57qXwdvlKuKrytgOj1DEirZCpSmxTu+plQgN
EWnnJlPN/JA4VLoxqBm1VwrGu/7koD0ZRb37W55G2h/3X/jWsmKKgTtx16DKtFVxFkamNJ3GOo4b
vXnXAgL45FCZ9ocoMp4mvvKpcYo8zBcze/TiJjoNrkBMpR5fWn7gOAY9hw7ej/rUlr0g5srx4rwV
4Txp1PHYdv4wDu0htmlQ3H/nW+uX+hedMlkopeB2+ZGjeWy1uIpFCKEr81e0cQ7Zsrh+rtd7xO9b
6wmIGahb7Ot0CoiXQ/VVitRO7sRhowrxaIh5OmEzHZ3SJVEOi8j3nNGvj1lKriRRNMw4mrgRLsfL
xlbxmsSIw2wV1VPZjtofqlPuwbSuzz5GIWagyqzzals4TTOndd/hEhGqVTR+roE5SryEFujOKPyZ
vOyIEP9eyffmq7FCCQ4s+sfbHlxMrZFQs4xDbHzrD2s1TO+EZkw7B8CNcAjWONg5MAyS7/pjv/x0
AiiKO8+5ksbhmpvFu2zNlm8xx8LjkhrRa31qnEecpMTJLPWa+lha+mPpzG+BOBUHpyr36AvXzER2
BX18MDSyDE1l7vKDimblAEkLptrwqjcZEdynUqwKN2jXoKybGe9Vt7Tag7UYzfcq1YyTWizmGXOO
9FWtx/GDUWZi7+679Sls8BDcsGCfqbdePlShapOSKE0ctrVnfAfuMPqFPYLCuL9Pr1q/Em3BkYS4
EcEgxYHNOMtkLJ3dizgcWA//rPQaa8S2rZ+8YrWe6gE77cVrxYMXA0eti7p+t87LvBcp3n4KFxCT
hMQRvWwCUtaCN0SOgjDEkq7/KKfW9GnQDsde5B2aWr1LCdjLjj30jteYVJSHIvGqf9yfihszTsnh
BwqIejqArcsZHx2OrNp0laDA/+AdRCjr5HpZu7P4b5xWNPBkD5qjQ1qgXI4it52wy0nBKKr/pPRz
9yoRRVA21sz55e0knLcGY3uBH1DlFehtrnYDFOWajb0SzGkGfZ1k70Q8YaF0V7pPnPp7EsG3ppBT
X/oymkANjU0sLrwUPkI+8HKGB9hNyyZfSZxsRx305ih0TqE1SSj91nltKGGF2UOrBM5Q5VD9cWZN
o3mvXHPjAAbmQvpr8z8QzJsqAU0OsbYNo4ytlb6NF7fAe13uffzVUCBqpie64snOq8mvv4lVLgbd
7IMYHcUBug123cDVX/X11D81/eKFY1eZ/3SMKTp3rjuGUR3t8f1vTKp0niTSBowKYWhTAstKhXpO
EiuBFwszVEdO/XWs1/D+HrsRFrAYJZQfcQG2u/z5Tyd/IkE5VosBo1bYuT+3eNlalacf8E/bEzS+
8ULcY1RwAbhDs9pmQ2PUavkkWi8Af+x+dKdmfWpRn9oJqa7lVQGtMXHE6jIX4peXb6T3ldquKBIE
dgtWcMaVqjhpUQrHNZnVb4Y2lVi/qsnvdurmqz+D+v0GvlnDRFHNQsfOxiPuUvHbbjCU+IAYW6sd
ag5CvxvX+pUoLfeITPq0QxT/Yf24WWeIgaB8Ke1+yeQ2MYxKUhM5UYIfX5bXr8186qJw1YzWTQ5u
MRTFOVUGgeCDoy7vk3w1x4OniuRbplTZexxjo7dicfTk0OObg/g9n7w+2KgVlP4yxUP89sWLRobO
shpFuZ9exuUUN5k32Io2YOgyltrJq70EHSwlPzltu6c4eGN9/jzUtu2oTl5st710qOmS+Q3XRPeg
6/P0qpnXaOcb7A212erLOEWRU+G6IpDp/xUSonp26J08N2KYdi75m0PhFgByDbwCamOXEzhUWZx6
dIeDQW3b4WjUqRj8DBuU95Fb2Kf7X+vGvpOcPr4Ux7MUB7ocDPcua8TSD51QC09nRbjryZvg1/2Z
UWAdwYyGUbUVFMwZfklb1gSV+//l7Dya5MaZMP2HlhH05kpWkW2kVmvkRnNhSJoRvTcg+ev3Qe9h
VayKZvR3GEWMFBIaIJBIZL5m8r16UPxWmsC/PsqtvITJ/P9hdluvcK1NXcoOk4u5675Kq+ZoihXz
ndaqv/Mx0X4YsTVRE8isQJ2wVvFtezjiWd1cUHJACDQyLu/zEuGUWmyqOA0pfaX4KrxCH31I62Cq
N0dBWfBFIIBtsstLts0rtKxo2fkaBkP8X8qqVslB9nN7FOqtmBC+EPouN4e75shqVzXWN6r3O126
BD1DnDJf/2o3tzsPbdkB4aG2RzNOFHF4b7Lds24yn9JUKb/Ca7eioY2PSm5HQ+0OcdOjNAtYGReo
YqweUfb0otEUW5AvbXV6+6yAhMnL84V2tBtKt+f0/xl4zWoCN3TMh4dlrbOTJ0bnfzjCdCfIAyDl
8kzbpT4DTTdqmxzhBtgoGVzTn8k69IMjfCPBgkiFrxW4U/pV9i4qxfUAcXDO+Uw4pz50a5Y9lKDV
7mAuGX6mu/3jXKftt9dX8eagtD6BNYECRVjhcgPOELfquUBUOJ9Fe5YdMAz/TPHYjOP2gbLxSKvB
yA5C/Y00HAYrfi0cK7Q39jl/23vO7K7s+jYv7KdKCCPUXaU9W+XkvHdS48js7cYpk+5/pHJU93nd
yT//I8uaC2tr1ZGzjIBEfZqysTlZjTgS/76xlNTBcYIBPSgNy3cbErsFdVVnRtHUYj6LRHVPNW+K
k9Z2ddAXY/el86ajC/pW7YB+DZVnxIQkZHm3N3OAyv3MSockDJildoo+fNSTrG5Ce6rd71NJjDRb
o35OBswX2kx21ARcuMe6SPR7hbzlYBvfCAGAycCEg8okd94HTqkFvKIBi7phgw89hM0+UNW4C9Et
+1++K3oxMAxA/YGB312tJiDNvkD0NmyLPvs4I2vnm8nsHqS0t3aPhSKURLnDqtyrOdhKI9SBonQ4
OuzRSc2rUzYNbzbGYgZcMwBQIf8Dodx9x2TahjzOGaVFLzjMnenHhoJY9PppvzUVmEomTxq6+nS8
Lg8CVhtqW1ZoAWdDviFThMRTjwLw269O7jOAYyBR5BtaHpQ/jpvrbXpWligAG16PFZOOaqpw0+ng
s9zaZ6BRkOmSktj0rS9HQTyr7O10QAR1WKVneKI9xAq29dAU+tPry3ZrKN6AgINk944jfjnUBn0W
+jRSmr1T2yc7sbOzwiskrFPVPPhCt4aC+ix9UgB8sBEuhypSbXa2BUFSEAvtaSvH6q7VnOoEiP0w
mZMBaffooY1ENkfXUzpQ7Y6PpuXgrIF5hFpv3WeFUvh6o5wpUv/tKCPOf4nzpfaQYOxqZPTFoP8j
xu7n21eWpwwqX+AbZMf5crqxyOKioBdI9JpqHDlcqnqFWZ/7zhMHH1GmplezJTumdCFZHXufX2tx
x6JSMdgZWl15TBpLP7WJngZNrGnvrUyH0yHq7gwmff7odsMRF/PW0eN+RZCV57eUCbicaeKNBYxa
9BlLbMR8BwnYYCZWHgTf69aKpFcSe+W1Kl1Vdwl6gwXdms0d+qgo9fqizuLahy7g/KvApn20Ng1p
Ysiu577Jmy+TMOcwq6fh2cw3/e22UEBWKAXIDFqaD8oV+SMMbJ2mL6hf2OHoqtWjaWflAzIv317f
QC8qTBefleoapknUKXm+c9vsEhjRLqhAgmsPTbuZ1jMCD1qH2GIF/FKdpyV0a239NzYKsqkOPZGF
agLSL6uH7rrvGGnZ+8LMtOU0iqZaonlUvTmaraH+Da2xQFR/cbhV+7idH9Wp7ApfrFoxf1pwbPzi
DLTtzrMmGnTwLW2usepUi4MwJ4Pln/ODl0NLQF7x9Mq4IXYnJFk90brdPEcIZTTvB14LQV27mclu
3dS7diatUHNd+e/1Zd2HoZdRKRJhNgjehVbd5bdrraSodA0yhN13wzkvyuRkj7Pq1/0wnF8fSv5T
uwkShSQVWzrRcWlcDgXjIrZc7jqwIBVq56aePm+b6QQQlZXntJW6UCgn/Bg3tzigLeyXlqooOZND
Ckq45VaUf/7HBvVSJbX0epvBB5jrb+qy/24qFgpVn3R3he0md8s2LD9en+1+YV/GpPJMiigH3lMS
U2ete33mc5plr5+2ZIGXnDZuALxuPbiG91k2FTiEeiQzFpoghPddKLDcXEmM2u6imGsUETPpDtGo
nH8Qj75i197Bcu4DrByPUj5bVQoTUtC/XE4dkZ5qnqcuWmpjQNdO3+7nBBtFf8qK5aylIvdpodv3
C/f2Iy12PDJeX9t9iH35ASiyIKRFj5C61eUP0GE36MZ22UXrODiFb3HB+RVm7tlBkL3eN9weNCak
c4TsYO8OhzvBRybytpHnZkkdtLU+/1rsWVIOmjq7d7XJOFXgSKPXp3e9dRiWurtkQ3Ft71k2uAzy
eqQlExVz+Q8K9nnQt93nTUMM7PWBbqwj5SIIV5TIpDbG7kMarSuUTlubaCGlvq86u/HXRFnvXh/l
xnRwC33RYOZJBgXg8mttiVDtdu6bCGqp+CaMWLkn965Paq0UR2+S6xlBK0OtiflAowDdthtLK/BD
XPM6ShUErU1n0HzAkOXBul0fODB7UjSW7JoK+75ppzarmlFEqKIumTAm1EYk1mwjEqaWBIMSHylQ
3ZoULx8qfrz7yOV3233J+xbP56yO8Hb2AkBDSVgWh4aTNybFw1WKRxicLKL01dLlW5VaTTTZBVzb
zQjywrwbxir3BdIVB0t4Y058ZLST8OmSGfAu/YXj6FhkZk3UL+r20RibNRSe+lZYrXxgGRLtSibI
htj7jpkxIhRapzURvmDmO1Fqy1ejUY8kRq83OKNQEZAikiQn6u7mLtcaPvhoQjXYsMWFAUWZHk3F
aKmMIwr6rWWjyQgAjZeQcaXunqtWVxSK2kRz20++Cv6PPv10JIFwaxR2NwAWHSCLvU9FFArZVrmU
0DSE0AK93UYIB8pR4+3WhkPMWmq0AMYEpHS54bylIQq0Xh2JonP/lnbH52n17HPhzUXQO118kGDd
mtULL41bg/r8HotaTlpVdPpWRxNWEKHrKGlQ4Wjw5rsJux+qB+Sq0oDrJY39I9dYphZpblHWUQO2
6FwPJbh9u3EORrmx5WgIQZiAKMBl7O22HBZHSa9hlRGlYkbuz6yr88ayATgd36w9wCHi4SilB0A/
Uk3YxdS2HLNKybklqNCOvpu7gJSNb/Rqf/Zp+bsq58d0qj81q/fYZv1BW/jGN5NXB4hdBpeEzMs9
gmNyKSguNJE3JWuQa3ML4rQ+muKt1aQSBhuZxzFM8l2A1QmLQ2w2jNIMAIJHAizSsx8ztz8Ke9ep
E8V/xO55L73oze5Gws/TViBDNBEw9DSMu8nyMdSdorgc8idjS/SgAd9xB+wz+asrzSO/lVvLSU+f
bgckTSja8s//2JxQep22m7IG/2BvDXpFt0KaoW8VJpMbhgKaFAujR3UFxyXRqFRrhqWUjtbwnG8K
IO8MxwleMoVR+XWhvtVg9GVEqdiPvDphfl9RL7SqVtA/qqNyWLtH3oe8/pLGfN9rSEb6iALpPgCD
7sjF4qpLJsdFCpCcm23D42m3Pa0lGWolTglhC8aZ8ZQpXxJ0xR7cXjd/IeKZ+dOUGs9jVvcPOpni
1wmUz5uTVAo6L3AQkkX6jzLM/vFNM7MS2qR6VaSNnvKQL3n53lSpeQ/WCH801+f3IALeijFg4mD0
5O2AbgXhexcTILyPvUA4I+pBjt2hsO1hopOMB5njje1qkeNLchJcfe6j3dSI1q5V6VWk4hDxcUvb
8aRQWTi/np/Ke+bPd6mcCx/RlXtVfsfd8wk/jXqqS1FFcTdmH5qt1T/AV61PyzCmJ+wvhJ93qeI3
3ZScXh/5RtxBqZi3BRuId/EeKzpWk54bfVdFVYtgmMpDyS8MNCs3XT1Sb7nC+r3MkocTpx++CcnQ
5Vryu4CHRFtFim3/0tr6naWM78fMO+Vl/6yP850tKo+Mwr3v1u5UKPm5M5K7vm2+vT7nG9+UsjQ5
M4VICoL78rded0k9cmlF09QTAau68sei2A52zo2VhQPMa1++pIA/7+JsYSGoh9RWGeFr3N+hlzvc
1WL+pqArefANb2QxLCivDolzpgi+W9dxLZW6qAExL7WW+YMzuSdQLP6aIZNYv7klzleURDo2KwkG
ecwuSTfiRZvG1kHqp2/Rr+zq/rs5i+3Ao02Grd2JkI8oiCtculIY9nKvVE4iMkMrisjyiuWfdNGH
MxZxvd8sufdQdrP2kM+JdsQFvfJWkpNjZrjuoYdAYriLZOnm5XUKbyMCkoprrTIVZVTB2LlzSnuM
8jwR57ha9Y+bVmkIZG20nDGtC8Vg0qu13DJI2s3ANqRzDrKQq94bPxm3GT1f+fKWrY7LBVkVVNBA
uhZRYzSznyux4xdpjWiq6b1zzfwpjrMs1NXkg5NW7/JaPFWdq/u5tfz75sMD5oM6IQkmifMec5X3
tYkQM/w0xR61h2nwOsQ/p/kgIN44ovKdadPaYw9wnV7OllLjMlm1kkdmJwYQ0Xb/EI/Wr9encuOE
QmiUnxo0tBSLuRxkqEu3NVc7j2LQdqclTbfAG+BITd50MNKNE0pLh41Ml5LDswddGwvw2y1f88he
tiJIMkLc4CR8PZL/7duWYF77+tSuavNsF+hSuFtJFwNYaldzE0U5Z7De3A3NT8tY6savEiX7hNSt
FbXeUp6UJetPQ+l6/rKu6WO/Nnmw2Vl1sHNvfUpUcySf2JI9rd1JlsnSosVVHmnq3J+3plICBXDl
G4Uk5HylqCfoVxrvYHUuv6XrpEmZNmoO87ZJwqnCVcYDUXNazVo9CE3XE3op4FI5kMaEnMnLodQ1
NYUTV1UEB0u5N+Pl5yBM9f71D/iiQ3AZABnFkYaBQHlh3uwmVHex4U11WkVtjcJHINY26z6a5HI4
iqOtMwS1aMb4XKSLm/hibofO50rVP0hEPRjZWGw/Kf+Wc4DtMrJ3g0JD7JSaS/9RHYphIXg07U+r
cZJ/C6QFYeEqVTw+bvaAc7FHumoHFXD7f5Gtyj6Lql/QP6vW84zt8YciFz3+l1iCoj5e9nUVCWfd
EvhR6EXeKUTAr+o4iCYarLUPGBiToVgz/ukMACcoEhjVubU79UeGptl/ymqq68kZxWIEbu+pP9NO
WbXzWE7xnalYW3fW26ba/LlwQG/qZtL4JhZ72UHAuZFHs948vQgFEoq7L7Suapfno27AEM/b7dvc
e/b3LrcwM9QwRGirVHuvVaYbAlHUH5waBXbNLd7akCWT5Wegbgh0j9rK/g3BE7TU0RHkyrG3JFz0
WcoZI704ms7Rc+XWJpYbi4YWAyLZermJJ4G3xuCheqB3dnpuVjwieGi8/bHnUainb464ASSwvQq1
1xpW3Xl9GaVFbNxZlZifSqh1B2f/1lzIJ6HVSkUmmvSXczGTgiXdBCSutvmMzn8SxXGlHHQcri8L
hGP+GGS3YKm+ZmmxMkiR5bQ5c7eI2sxOA3rnRySnm0PxkKRjRHX3in9YJ9vUOP1cRnOiDhDEsJGK
Aaz607KOB7O6vpiYFWidl5ouTYpdlNlA66yqXfKBMNd5GNpRh0/bVGpQ4raT+mW9HJFerhM7RuRO
p6Ajn1T79DGP+8zrc0a0usF471D1D6wV2+0eA8tAirOEc268vVbFoNRfJe8JuMs+rSuKnFqml5aR
PWfiYW6MjH5s1nIJr0cNmxubEYIJG573nPRc25XF3EXMW117RbRiD/2+rHT7R9E5ytursHShZRNM
+gBAGttdQs5QgQ/sDYaxdPGkD83wfayT6uAWuvGxOFFkEbwtoE7u4UgDnrWqCpUkypsyCdK20+67
TNWWAFq19l7MmX2ae8c9gOzdHBUrRwkTAdi/z/1hRU722q1FlMBOCzsTGxptXPInOy7UsEnM/Ku9
eVb0+oV767sxRxpA0joTiuFlELGx/pCFqSIaW22+y7wx9jsne6tAGRFeow1F0RRYCJf6LoqwlKY2
NGMRia1L3i1tXFZ+Y83NQUSUx3aXPFwMIyf7R0FmHVPbXBDfi6zRze9t8lzHX8bqF7oyRYgbix2V
OW6OwVql7oMxxke+cTe+IHKmtIEB5vH+3WO/BswV4hSH6GirzfFpRuQrWMwET58ZE615MPt7paqS
r69/wRtPJLqI1E6pCKEmRkJ/OetsWKu87Tq0LKw5685cNN5T1uKSncaD8Vu4bv9r7lUHY14Yg7qa
L3epouiRDcvxvVoV8cGOuhHGaQICjsE2hex0j/yviJ36orR5lLqo4cK5LM/1qqmnLjXSg3N6Y/Oi
SSiVTdi8QHR30aBy41UvFx5lZBWjn6ddca7z6ShHujUhR9anTBJSCSC8XF8zU3sV91reS0UKo3vb
2rBWcxcFYvFWUSDOCa0lTgr5L4+X/dPMadRY6yyGSjvvn8R26wc1S48IX7d2KcAICMXcgWC1dodx
WlJIL66eR4YbZ8DGO5zW6zV5Z6arEqSJbd8D+Tx6md36VFIpnqSIedEMulzEPK6aCYfDHHGBWPia
q4u/lrnpvrx+Fm7c67QDuWRfiqTe/tGFtFls6vjrRvjaiw8F2vDPdR6jbzLVeAyOsWEdRJxb08Jk
EwkM8j3qmLsdmK9dO85JT+FEa9zIUswhVFb1SJnwVpbOSxJxM5YONO6++lAqajWbxZxHXjmLBzUV
y72oNFTA26l4ThIo2yQy5T2I8uzHMGxWmKTV1gSvL+6Nc8DSorGGQhZlEGu3b4YcfzJ3S4gz7mZ+
9ZQ88zsV4Yo+no/oFDeWlcNm0bBh0tLN5XK3TGISi1utWVQ3av3Dy0x25+DVp9cndGsUsjGaZziL
oga0u/tyXYDhXgvEYhTtn64CmGmgq/32cAhahznY7H1k6uQP8cedRGWZOkedZtFSJEpAWW8Oas1e
/Uo3xoP53PpAoMFBoksU/hWfptpEbfetk0ZaqnzvkiU+ZUJ/VjAT+h92AggP3uksmqy0XM6J26+d
Vwdhmsaxk6BZB/xYlyz1NRycz//DN0KXmNIb/fArPRZsEXSEFXQ0cMyO+h/WeqGpJO7BKDcSB8Sn
KLdi5eFJ+OrlhPLemisdyF9EHxDZCNgTcRY66LkPZ77pchar7axBDABm80UJyYPHuGIdcIiughdv
HyofsrPzYhezP19ASMdk4Hwhotl8yOZ8CGbAuz6ZonPCvjE+qNRfbX85HmB7WVqVHKxdSMaorkfy
qs6j2XGq0FPF5LvmmBzs/xuj0A9gKOk+yFbZ7X/TRlWXB3cWaZ741SnTfFK1PvZf3yUvDL+LzI80
lZof7wLqjKCPZKfpj1OmLj0l5KzLIoVaQksPYAAToiB3V6aD8ZebecWTLTDV0s1eiZxcmzK/6vXq
vaMjM5gMGGQGnjYjBD/gXVB2qL72hljOC2BChP8V5dRnqRWk3bQpgWN067OCf9FBInd1fOUcPFmG
IYtDAHm3UhXKkr0+slImgujDqetqXM8b1y4zfyGhPR0s2VXzDddMUiY2Pe8pma9dLpmZmUWeKAJl
Fl1H4yFZu/zsxpRIH1RqJ/HD4EjQbdkvUAvipfu339bkyWtEg3KNtDhzY819gLRd/5vahhI1q75U
/pBYzfusduantDCT8zTF2ftmEw6o1qn2Z2l9XRubeT+OuRvVs9rfVcI07rtY+QGq+ohPf733mCLS
DtApoV4R5S+nmGlqrYGMQMypKa2ntRhyvzDb7OAcvbCOLjcfSmvkHSDCwdbCmbwcxs6NRCvzKY1i
HWP2adNDtdX/SrsR4Lv3dZj0R9OJn1HiK32zMkNexfeeiaVcXPdBWq/PSz1/jmc6G0IVqt+LPuzK
yfBX5HoaYzkofVyviaxISW4KCSbAw91Jgf3tKSbNxtCs53X268ascEyaJuVgf11HM8aRDwAAJBr9
Ernb/ziRSYFkBgIGLpZlm/EJr536Z0PZv6JXX1Z/bVRxDwa8NTFJ66C5CRqM/y4HLAZn6SeuhjD2
ZuXey3l3GUtavjXhAzcn0Q6SWye7x7stZXkZrESaHVAcenFvTmN2kkp7/8tcwIqQoMtqwJ4TbhvN
uLUVc8nHNX2fqJ3w26rIDp5P1wGHJAs8sXw2knHviYmpqzdzIWCGjF3bnewu9We3+a8GoHIwnRt7
QWZzAPQQOaNcuTsgo5GMTTq4dlgnyfooupInuOHw9pgt8aVb7aNzf3s87hqJPwQBvrvZMtMaq44s
K6xg9/wjJoQ2sTBZ/RHhzbNoNOsgct/YepKIByAVLQs46LsztRX1qKHrZYeuPuqPcWrlZ2pGS/h6
xL75uUiFwIlCXkM6/HKDQ973kC+TszJAD6VgUu4GY13QCLKPCPW3FpC7iMApkW7AlS6HMlYX6UFj
g+JC9fdh2zrjw7zQ79jeWX3eHmzD69WT8oHIANFZJ4juxa3GDNNoI86MsNdX20/7ng8lFOP81tWT
bThaqhRDuez03TdqsGFZGEYP3c77udmFFmC36IU9lJODOt6t+QCAMMmOeRSCkr9cvBFLMSKCroe9
p5QA5S38UJMyfnMgYj6AX0mM+Uxcb5ejrEaiiiQxdNrQee5nxaR9UQZt+vzmVQOPDEKd2iDGE3vY
mocEZdrEQg/bFflDtGiyMG8t9dOgW/HBUDeWjbtTkmzBH2AEtttzm4kYcuMuOnl3dz/MpvU4Vc6R
EODNQfg4gPylFe5+ry1drCJRzCB2Wa9U+x33IRPKUZfpuiQnsw52NKmHhFXsq6r1XKLxWlUaxkJ1
/7lPxxKhFTys0o+KSWL/rMViGPxCbTGmc+K6Vf0WbnVy32zDhtDUhuznebOt+SgwXk+fLOgFHgig
U/IPLjeNmlSjyOBWhGZiF/+VgC7p/6vdQaf4OnpQNlepZEv6K23/XWbpVWs1lFatssj011x3RWY+
Kd/NadcGVlX2Byf75nDQOelMo20FLHA3qRy3PHArasiB2e7r1tTDzEabKZmr1F/U6kiX9WoRJQeH
BEC23qXYiIzTf2Q2c5yZvVmbVmjOtucD6a/P6oZx3Osn72pWjAJMlFuZpxlsw10UadUNAbrJtcJh
zf4159EJ+mE1kQ8YfymKVR28PW/NiSIFTwHbkGWX3eFb2iwful61wqU1ywAV+vac4N98EOlvzQnc
GUkn0GkKFPKn+GPlOpiKWauYZuildhItHl0Ac97E/dA6wEbN9EiG80p8/oV4i1MVZ/FFVGK3E7OJ
ts2EXmqYdzGdxHabxxj/kKHsMfoygQOYJvbMlKZ19N2HrdQtv+sT8RUzDkzqkZ5r2sCYdX0K3FSM
2rlsNMXg4uia0Z/ECCi7FO161OSSofviPUHrgIcLWHaqwTTndxt6ysmkcq0zwz4pl281oIvzWiv2
yWihsqGb5L5bgA0cPKGvY9bLqKgMUwGRZNLdhTIt7qY6Ce+TZEvLp2advUcPsY9Ht3Tnu7TDPsIv
7EacrKRVsJqn/B9SCGyezCaPfyKPMN29fgBubEkKG+DRIE5LMefdMUvQecAVE6K+V6fm04qKkK+W
6/DWa5RZIxiKyAl1VWmTcrklKZeNaq6MqGOM5vrOFK1NFcvR3368gFhwH2hSiZsq7m4UQ88Q/yjM
cMWEI7BmFLAnkx32+ord2jeoKABS5GkPOWq3YnqtFo4hXCPE2KGJg8otlxOOt0C7elz17ngSmfdU
9N7c+pWlb/jldC4caFJ7gvlSOKtWGuRvCo1EHzAChN3R6w+W8MbksNkFViqJAjLwXi6hwIVd7SZV
D02p7O1pjHNGbE3DIZD73M8Iij7IhPHr62sqw+zuLKJ+wA4BlURGvRf+s9fSRG9zJWHQlsSf1qX8
nIvFOWvt6lLSiqdz48bqx9hdf78+sPxY1wPLZgnsD6nKeTnfTnPQLSf2kBVPw3mcq+mpQJv+fp1s
7eCkXVndEyZpmcjelpSYRb3icqyin7J2mlYtrDMVnnWftmWAAtvArJdWKU4xJbdfqZlbJxDb7pkm
9XS2cyc3A3NrxjOScv0DV4YT5CNFnyE3tcfe6PqHMknxfnFG5H4Vumbe1GSPHafET1e9wrxTa4eD
yvSNoEHjFZQugYMO/p525qHQpfJ9tNCzevtOWYo8iGmcHBy0m6MgI6IzgiST7NZrqEyVKsqohYrd
f+iH2Hke41w72HnyH9ltAK5IGf4ZgbtglwA0AwXNRZ20MFM2om42//TaSkdybL5fB97qr2+3m1Mi
J3ToClIN2IPD68xIp3hotXDECMVXR8O5LzYMql4f5cUmbj8pSuzcyMRC6vm7SdV4A/Xl0qqhWlu1
FcCQ7r9jLEZZkGqI+1MpqvRrk+p5FiwGWm7UExcxhOVModJP8kmFGulqw+/OWOLW75H9/M9whu2H
iPu58Be3yMwzlIg+C5TetMqgB2edRYj5cXmV5rS1CG579g+raj3vZBorumb8Avm2MbQ5IwmPjdrP
crP+pxKx+69HZ+8/jTfw59l0xZdlxHkZ2I5hfse6oVh8WN7WNzMZoBBAgxk1X4W1B7pVd4GwlWai
LkGF1O1fbjGrboClCe0R+J3NpzITxfek75YkMMxKn4NZbbY+0Fp3qSVpphx9fvDVOv8ft3Gc1B1q
LZzjMrd9OwEk7KuNW/88+DRX2w0sKQGWohOXLezqyxjguWW7AX5SQ55mzhn79NZflKzFIGo5UnG6
ZkTwkqRWCmpfqg1jv3E5lmpNfTFs3RamPIa6gHffds+zveburaqsv1/6fFZQC0zz6VROif0V85H2
p96I6hHH33gK1lJQJTWLuvn15lWQIk80YJA6YqPu9ueydG3eQF0Cr9npgQcp8kQDUfP1tjsqwF8H
eO5qaQQCxoYgv1fMIvYlXm+lW9jHmjijlmuGiuoKMIPz0YJf350MJR/w3GQSkLxLgyd1VEa3sVak
N2PenVoXtx+1zVzBlJqJ8ox4FzY8yWqgY/X6cl5HFSoTKn1rGpLU4vZ5jzVaZRqbyxquwtseiib+
7VlCPcgM2DXXe5dLS+askpoBgOJyP7UbLquL5g1h3IjCu+u8cVXOlaltxdmI1+Uf0+rAD6tNYuAU
P3r21zlzc5V1EDbo226I41PaLKV2mq0q132EbxXTz0ajy3xNE1p6XrzW0s9c/ot5Tq2l+7x4W5MG
Is6WHIwyugx3WAdSs+oqb8Gpvhzgo1voEJ/rMl6Nu02kbREsA+VWn4CPIgqeAXkSZDGFr6cWs/rU
X7fSyYPK0pO/u3V2laB159Q9eXXrvgOGlph3dtKBJnV6PKjbQuif1WnqEn8WlUIWEufJfJ7tvirO
cVJlH21QxBUdl8Qdgxdh91M8qYmcdC+KQMqvyj6nFpcnQ1vt1tdjvfo7W8f4E1j98uPsJva/XTwp
n0ClqQWiZ632yek07dtkTK7iL71bTtg5Nbyxu6GxbIDBunhvlpoOYthavA/11Dex7xVObgXr2jhL
OKRdiZixo2zNuwqlIPqqWwOZZc6UKaHr5vIg61rXy554f1VquM3a+EzteoDzsaXql252yywoWmMu
kL3YqsrfMquK/cxAaiPq7DatYHHpcX6iH6j9ZYo+M86i1If2rkr76athpcYPmqEjAh0S9Y2T9vxk
K0pa+m7CqfkSZ+3wmKWbvp070xOpJIY1RjQ2bV0HrlrYp9xdKtc3rcT87fWxbSGAY61gy8w0MXAJ
W7UPsyDE+kUm1K94sZh9SA6SeGe2Sv+xbJS5QVNfwz5J2/SRuoideqPvrNJUvqMD6SPqqMRE+W39
XgxFx6K5Cuc0nZQVN6124D02ey1nOMtoJ3mxMf1yY8v8qUz2iDhG5WQPG3/755x0K1+md0naxFYM
76iQbEbYDrPxeZ69ciIHU9ORU5/gmW7ri25jtDWlv2ujMd/plsie6R2i5KCUbvZcko7+5SZdSV7o
OfV8GjuXqr2aa+2vfhP4GE1OKZiaMsRNQLATSItPxvzQpIX1swAWQHOL4h8zq7zNPCd5sv5u+8L6
pIvZdpBW1zW6UKO9ipNwyPQDTFOpOmKBkxKkGnfa7sDZDFUQj4n6PNsKPHWblj13h0iycwOl/b5y
3QXkS561v/XGiv9B7af7XrswDP2BV9HHgYK3EegeT0kA/Vr/frA/OHPyrsva+LNoO+U3D6ahCLp5
GuoA4VXnPwFx4HueT7oW9V5prqE+G1X1WNomiy2yvP8FO8mqMapL3TTUp7TI/N6d86cahG0eOObq
/mi7bv4vo8LykcWJoQuwh5ZARfv0v8ZLJyeAZK7UvsA98wfa89PndRVqGzUIJvO7jjePJ6PSMH6f
UHKO/a0t8s+UD7MyUOlvaX4Nsf7n4FHrOK/4VFqnaY3ZIEVpxX/z1zJwXZOw/SIReRpkVuecAf7Z
pOSW4vw1KiuqcVZeuL6hDeNzabQIdOGs6bArh1SKt2cen2ConbT1DeCoj57Q4+4+Ro58DjlR3gc7
MV1cwpaV3ripNX3iD7ZOUzFD/M7xKY2Jz6RCW+/zBUVO/qQZj25jr38ZVa4GIjcg5gp1NR+6zdPY
s1rqiodBFy3MVp5AY4CwalL5TFBgFufYw6Ni2dnH2B6X+lTUpYWhyqyan+I0rj7aaTfYfMJGw8vL
HrU7i6L/c+PZMH8cGiWkV0jXdOfBxGtA8cYaANyUvdsQQf3cmbq2hbbTWt1Djd1cB1JHgRfSC0Jp
kM1F+k7at7A3TGEvYcNpm8NtGZs6mqe8rSlm1W59V7T9DGwkq8B8Ls3wd0kVfwhSuoqRGycmAbet
0XOvBmG9c6ceSnapd9qTCsrJDkSVT++1bkDTq8L4MMLKkiha46iXPeCJnIwYjaRCiyx7JmZ2MEU+
90Ve/kp1RSSRlblLEo5zXmdRiXgV7yDyWiPKLOGRo7YpoSlPsvYfBlgoW6akJ9BPPe0TDhgFHele
IRPoycRqkKvKWgTosevftgq/0KifZke9w+BVT32Lr1jwYTI4NotXLZZvTLHb+HAbx78rN1ORKshV
yDG1Y25/Y1GNy9lWjfpHVy/Ke2Oi4e9nomsW3zBg4J9zJ8mGu5hgrJ70ZHIUFNUa51OCArjte9xZ
73sOnfPgOK2iohFulqWv53X5X5lNPUJdqAR9p+PdPzbot8ZgrbSeMmbrkIevW7s+x96mzNjB1BUx
vI+t/8vemSzHjWTp+lXSct1QYx7aOmsBICI4DxIpidrAKJLC7Jgckz/9/aCUqkgqO3W1z0WZpUoi
EQE43M/5zz8soVcUSKcLzRZdNOBJfVwtiRM2dAOHsfP0SKXyDNnRcDXx9DmLqOWK0CTwa9g7bTtx
C3B8IPcr3TIqGQqPV3a+pEUI2yu9GxytHiOnnyDAM5IqTvTRaR8bIDYaOGd0irCwdSps6mCtjatC
UAUn69oZYdq6TR6vq6edjTX2noAqTnZn2dI9V2s35wc2SmuJW83kPMuMQgu9oCAkcaztjv2yK5Yr
ZyyGu7pJqiayGi9f2UudErHUbLRJrOBplGEzz84U88JUwS6tJ3mvGD8csJRe/ZM5y8ujrufoiAuP
IvW+dEpX7fJyTo3jTGjZJ0+f7DZu58kYIwZT+VHjFuNOLnmzH/IW7ZVtlZ0RibWtz7iXBX1Y3gxN
lCstbSMTr7oLVSE3/WyvCwDrWEr3pu0d6ykLXBSu7lDN+q6SPp7wgi87hoXBcR3qfs/2IBt3uCz7
vnuSHQfdATNBGFvWkKw0d2y7w1M6jz6nkg4uKxJ9/WBYS/00KcOkOuj61b4pJ21+kP1jVu2NolaP
BDH7d0ulBBVdC/q7JBJ2hgmNwA+1yXO7mOfmMP4kGPK6G335IMdq+tDYDkdwh2b3fb540yP9CeVd
6xrtHK7mQHln4xJYvdvKk+tsXLXsMFUZFpAB6VdTCKMfPUbvyHGOMMFYskgtCo2NHuTTTd+b3ofW
d+TH0s+H8QKJv3hA+Vu6kT8YXh/WidZfeMuQf3GkMD+alt32UWonyRc2No7mwbSBXUhRrdOQ3yPe
jrYwbku99t5N3apDhKk1HNmZ/FddvOSUYDFvYxUcU0W5y65sjOXYVSwnWLTb6imRCeA2kqEY9VPp
XZOeVVbhkrUZ6klMsq71prLSeNakuGuT0nkq0eNRRBdTcKs5Zmah4nfqpyEJtEvRr+K8mI1ll09G
ue6E0ddbeEE+3td10z2snUSSVSdJq25mFGksiXzJ3jVzQNHupaXhEViIUDCcEgwF+Q7liiBYNOUt
N6ycTiacUd5njZZXCBoarb1QXW9o8aQDUMYe+30bgltxIBVl7niH1jDALfFVSJ24SqWZ06gMdXGp
z+7a3A45m0Y09Jat4nLRoTqyE8hrjMT7NhKBt8qwZqleiL7Xr5GkuyRL6DPbG5WXWMMWJLQOjYyM
1NAfi2ANywDjv5AhnJMemQGxbsS9LX0eMtBtx10p/fQ9gbHBY8OMCdact2QqlHDf3pWdSwqOdHXt
U00CiaKSrrK3s8kpGuY5SNTS24kKzQyWTLg0adOEWsLj5HUUqThxpLFk5ERM1kWNQa55GNwx/7JI
MdJZm2USB8VSe0i8lq33KCxDRqREtGPU46mpnczkT+WYMvjZTeFVk83+t2rLexJ81+ko8JVcdzVd
IHGIutsxkCZjlGMmMDUHBNMd272bqFwcdfD5z8xeyjUurQK4WFVBuU9ysxkwkrOcL1vKMqXoLHzn
uBmb5RGipdee1LaV9uGgeQnQjJnWUYnM4KNlNbxJpfQ4SJp+XIZLk8ze+ijtxyqI+tnJy9hY1PJe
WHK8T6AgplE5TtkQmbNs7/Mg79MIhqL3IApF7OkohHJDv+L5RTkx1k5oa7L/IHWGY1Clav++akbs
9tCSgjfVtZOeYbveaTtdukaxs4Y2I9iNk9kKF2jhaVy5hZ7Gmkonbo/KN3++tFT1YTJrFAumNxU5
uSRYeRxcr8KOYnZHUNe0aKz5At8IMV9Ng+feah7WMZExS3ZtXc+9o0la4xDqiQ9qhXcshnXoQ1b4
ouBgkZNOnX7UDZVl3lWEhYwX2jC0foRNkTjP1rRrjoNyzS5q6gQ3HEthi5A+VN5huyOveoMI8nBR
jVNEgUYxGvFmI1dTjjkmkaDNaChYGCSHfrcWVO1FVb7DcamywnESAaGYwzjMoYvRsmAGEQzzQfK4
/UMekHQR+Wk2ZaemsIL1lMqIJAWvNfzjqmt12GgCT9WoKrz+XWWU4xdRsiPGc7l2b2cmRNf1WFLz
Fynt4WmRDBV7B6oCIrraRmZnWqv1S+ivfTuRD1mXuGLnC2/cks1NH+K+Y98jBR+yuHSd9mpZyBg5
0igDDmXJBHHXTHryaS2503FPaVdGvuz063bsKBqtWW+K3TROWr/dGm+8Bn9ugliWoxxCXwWdFRbC
4sZJy0xb6km9GalhFhYSGA9jcMhvjnFa5mw8J9nUy4YKJG0/eJou8+MS4c6dr+MyECuV9iquA0Eg
dzWv+BxSQcmDHEE/MQ5OCNeUq7c81XgVnAyTQ/M6KTKzQrRhmO/obVcnbFd+PYVI29PzAc3mlZ+1
7rWp+WzZRpfW+m71u8QMJ5fqGRi1KD2AkjwLuNZYtlGQ+QGIgJr1B3/qsVcz20U+dgVzpyMUYsm+
WVSQxK4YxMM4WL0e/5eVTU1LfNi8L7eGuClNisdOW3Qn+q/WpWXvagbxwPMeJbucrRuvBXlKHUzV
IpxkidfCTiHIQkDo1Oa5WdU7PnPwM//KH0E3DDvhhGL9j6sWIpiXSJFLnvTkmxWAVMoQl52Ds8Bt
/AGSmPMzb6sfwS9mi2iNgfaQKP0w9BthmsxG0a77vJk4m0c7uMzmrHr8VYgNvItRug+7GjD19VzM
yKe1sVax7PvJPsdP06W+GECMfxnJ8zwIdfgdu6jygUhf3rhiHbWpNfR5r6MphQGM9Eno68+s9n+c
eRBYTLAiGjrmpbxCL6/CKTJkKWbwJEKNxXldZPVVXwfViZE41r5rfOsnJg1/MfTeGP8QYjcDBUzW
XiGjKu8s5TjpvJ9tkv4cdqa6nzivreW9hgFK6IvOjjqMnENH0Y7UxXXh0hf0v5qC6CAesjb9nrVN
r6D4vfzivZyoUVJTYkBUzEdzS26TwOnglx8iV8ExB64y39h4ba5QmghrUmuWe4Sa6Kp7b6DgIUHm
71fkD+8YjpkMreDi6xuL4TV5FaSvypt0wms8mafzoiJGBnzZOdAgVNHfX+qHV4xkaxilzIa+2qa8
vpRcZJuqqar3nfSGqM9EfjUs+fyTV2wD/V8OrVDUQJbCCQ+MGZOElw+HD2/XA8+Fh1Mx15koXt3i
YUkmEETtDsUZ/O6fkcp/uIl4e+n+ppZDNQQk/Op9q0byHqXu8KhEUUZGXWixBx8uwqf/l6V5aA1Y
FxRXvAKUaK/eAVMNjkocue5t0mrCnObroLDo/smq+OFRfb0KUg8EGgy0X2c0VUUt5tHumEG0mtrR
EahQGc0v+3ptV+F/W7g6e+9rHlNae7NnSLEySlnc0AGX2+eSjEc1aN+8n//7Yfmf9Km5+nMBDP/6
X/780LRrTzqvfPXHf53nDyTuNV/k/24/9u9/9vKH/nU5PfVy7J9+O79vh9/2o3i8l3kjXv/Mi1/B
lb59kvhe3r/4w46cXrlej0/9+vYJY3n59XJ85u1f/v/+5W9PX3/Lzdo+/fH7A/pHuf22lI/1+7e/
On784/fN3fK/n//6b393cV/zY4f+Sdw/3r/+gaf7Qf7xu+Yab5DVEfXGhA/mHfSJ33+bn77/FT0I
G8Rm1M+4cSNMi4ZO/Y/fDfMN6ncbFRSWXpD5tp1waMavf2W8Ya5PntHmfk1vzRjo+0d78bT+8/R+
E2N91eRCDn/8/voFY9OH7cNJs+3/8BS3v3/GRVvxhBet1xWxVWhFNNidu9OMaThyFunFz+7Kt0s/
v9RXbvHzDWS7Fh8XJu1XaY/+6loGQxJjwWcy7pxAO6+oIsMksd04GNZPZrl1I2WV7TZaKll27VVF
9UOuDYCGvy7TNm0oIrJtDvOoqJwp17ch8kAJo42HuW729dQUMfksAbADcJLwyyHE3x1r5Aoows3a
GtS+Ueeiktb133+111sj34yXmaMa0tgWE/KKPuWRvhOUCZdXmlHtJVYUkbEMzc50+i60oPqF1Ri4
oRprZ//3V369n/x5ZU7tbYkxQt7+/tnzw1EKkhHqNezIRLpDv0fprNs/C3r+avXw6tHBA8eaEKdk
lwn5KxoOmIORj0GQx7NTTH3cO3q7K8dsjPUAYh4iMquPzcJPKtyh0+QBHkh6t+Kk083F6kVGqbnv
mHedeGtpHpjzgck4VWN9yWY/v2aIKEVoMKca43xqUuDIcSxOF98oPhX94sXQXWlcGIZZpxaDoeNx
dpYPX2/jP7vYs10MXt+ztbXtki+2saP7XObPN7Gv//7bLuYZbzirUJJvPristn/vYZ79hirJs3Aa
BuNkMsDS/7aHmfobanGkDCajbwqTTYr0fQ/z3yBRwqtr87zEOhSO3i/sYdvb9XxxbjYTNikkaGPR
NaDpevkOKL+3NGJ/mDJP0zyHeYO/bI4r0HGz5nYSpmbQYDUzaU+MteSlu/TpzyiH2xV+/AQkvsCi
RLnx2obVLLqyASr2dinw277vLCuyMxIzwZN+lai5eanhnbt5lm906FdVikMsblIDye1q4LpYb5UT
Z6L6WeLdj3eUe4qdLZUD/C7UuC/vaOZXemOOtr3TplK/7LGbJwu6aRCFFjog3N6sK3mEMlO7cHHq
+8B8x8x/srH9QNagBNsOQAgoWDvRcr38CIxXgcwLEyLTlgvSuoN7Xq1JEHOA1IfFZdpo6Yl29GzF
/9UR9dWC5eWThKlBnCzKOQR7fIRXlzXrpKv03tnpoi3SsMnyTD/W7Ir5m8pMIrqDxejTY9kbZA1m
QSe8MNEdfISCtmwuU6nZt63S5xXHsso5E60LsqBPbndf5jJgut+kaY5+O7BOO0MBd7YFLjdgKQLO
dWCppQzzLFEuVAHBRsgnNeSh9zP7Rve31JjcWUwv7L0itx+LbNC6yIeGPO/hziS3mZUXH3lYxVuv
suzPftmV035F3iOP6sKA0O52gfs2XYP8k/IWx72WwCb1rQ2GaIWBg/L1yB819y511sS+sCrGsrel
vVYHuM1qIt+mNMzIcEG0YcbV0wfibXKxMxY7aC+QM5rvUtcTQ7SicrxVrhqNA/pOzj53Jj8RYNJm
fiLMZLwHGTUeQIl0nMnr2TptpnxZGJ0y94iQEDAk6/TJaBmjTt45Q+9h3WEpzUTVK+DRhGMhnTQk
1bdqo5pFYe1FobVN3Lal1sWbeWQdm1KaLWfG3GUxxIX0WPTK76gYaovZq+fU+9z3eiO2x1XNYZWM
zoWf5ctNyuQjgH9FKmfILMQ/82aoWBFe5/5DXS0OnBHf6Wu0AeQbMagtDnpeJka4umpdIpcXhWKk
ap80WsN3qoTCF05LAbfARAjzpcPDIYNssCyk/YpyuhL99Lkp8rULq4JwYqbmTpaGtr90D4lM6kgh
ZjrqtXnydgm2/teV9LKzYHCDj306ZU9QO+AmWJq+sSd8ZTFknbpDO1Ty4Nmaf1qXqzedFlpg33Wt
Vl2ZndW0Yc5U5ATEkGhYb7HM82UJfCbqygiuJxRDfcycASQNpi8YbNnkdYxR/rBL5NoxmRW6raLJ
t+eLxcjGLrJrjGfjoBnzPHRMLXvfllN23VZlpe1yuw3GIxwL3TyqhirdYd6+FO/riZsmwpQgHPeE
6SJFUosQQZwsdpGoMzxfSb5rzTp4m3tBN0YZMGYRNUOpDsPSo1MyV9/p4jERVIhq1JSKh6xxmyN7
rtLP9rS60HeDqtjoPK3vRnKSdtgFTfHQeg0ad0sqHRdCZwLDNWtXsy4L4IAkWvFhlruSyu0C8qNc
ohzV7tt1XJs7XyrzAf1mDibcack1dpn+ZVYWHmQ9p01vu9FjjTPNGZ48WIlXARRiPYIBVVyvuSHT
XZHoFTVSXhfD3nc0572Nm8mn3lzEl0BIRmxBV02fBuUnnw0Ykx2biwGtwcHMAittm0Cxo5bSLLmc
qn7VGcsBDkYoFcYxKqpmMUL28op0H32Z07BvSt4TwyuCKxdsVMYm+c0fkpp0qsgQI7ybtHYa5jm5
MC90WVhl6PrSGONyXCX/3dE3xpk5btWrgWxxn+tNa8fmTM8STXmg7jrN1RDKVlLcO2kDXdPMZFPs
RT3ScAaWhmChmSjDeVnxIo9z38rwsh771QiVGAIt7DVVpZdWi59KZJX15Meu3+KBPU4W1nParDOQ
hope0YW3S1+FkneHKbbRZcySDbQQ4ajnJpvL5C/3C5n0IKqN1+o7fcExMpKepamQuiFNd13RW3NM
xIyendhJXjpRC91iA9R9ce+ndn2lWL1wNxDAWKHVN+rSXTVhREg+kgdYs8WmQZnGuyrV9BvIBlXC
G4HkC0MCDzF9r5sQOoYCw+eYzqf3I1Mg7I3JJCyDeB6Ec4ObpvSORGMVfSxcf2pO5lGyMpeyd29H
vOSKsNWFD7GHFOOfEdu/Ks2eH2ocaZA5N6wLhIOIgVfVO6Rqkkg3u5BqJL0wsgcvMD7b2TSwx6ky
cE85hhfzuCtqHSWcoQ89dIFtZNWxEYw/aQNfg5t4wwG5wekmTobe97Uu1G/YDyEjOTutG53rarhu
gDVPClW1b22PJ/f3J/pfXW2jptIcUR5So748z1UDt84dCmeXwzq7Ykqo4plI4v1kVfZ5Vsinv7/c
Vw7py1tNNYv5DDoQiKZYib68Xt8L1bOh2btJpeN15uciCzNn9KA69YEaQ4fxSB/NWVHMuwKPJHEL
EUBLYjnxGu5kwLgq7my3XeGWDfa5PooBOkZqpQi2JrHO51bA2CdGOz6skb2muXwSnMPfYoz+6Yee
90ObGcP/DeucNwAmT31/L180RdsPfYd2zDfAuxtOg90duQ+bVcl3aMd8Y1qU55tRNnQ6/vPfbZHh
voFgTkAK7wGA5iZo+N4VuW9woqEe2wzjeQV181e6oh9Uf9ieIiRnVmExSyBgbyvyn0EDkz8PvNXl
Eo+uNdwWUJjusnI5jHalM5G0Z+Nk1mbrekvdemI47F6hsFhOBEDQCUXQeOempcmkrhxPTUj8x2tu
Vm9dg2P1T0j0n7X2fK3p7Ln/91o7jOu9uH+xzrYf+LbOHPcNM7o/pQLO1pKxyX1fZ6CLwIforIHV
XJ7zf9aZ/4ZulI2WpanTuWM+/p+F9oYfAHJE4IKKjH/k/8pCA2piJT3b9NDlMOFgYoXfIT0b2r6X
K438X98lUDyLsmWqjTBHzymioWzsNuoXNwlCkRbqE9wj+1ZBvqtC4QdoW7B3hno7L3J6N9MAMEM3
SusTU7v8CqPpZAg7eFY3KxSax1m1gYl8Wpx0etK+pcwrylBq2K2GjdYtp1ZrCD1MrSl92zCJ8CJN
qPJ6HKVzZtiJhx340jvvlzLHcwmePOb+CD2Y5kNNtauwKg2oroNK9XeEaW8zX/Crj4M+ygt8B3Mr
HubEkHtdpnwjLymHjzjKJHNsC6vGoXrRvfveHtPrrsUDDpKyVT6lQ0bwS8/ODauTU37cFdAWQo1U
y/tez5YqWvs6nULHHXz7oAnhnXZm4qRxbZKIG5Od7MqwxzCn3BnEGhuxi6TmThIQfz7JtCrDxA9W
O5zSer3ODJHbBzebh5Na9zV8FupJu+xVblf7wZO0sWYXCAgi3miosB4D6BNUzguEyrSonWMaVvMo
pXlrL+YUozY4sYt3ZzgyoVbw0LnGyVAG2bE2C7j0I2wN5vv8IaWCn3InghUyZAdJQ3/UukSZHsOT
eFc2U/JWK+yUfmiAKx8S42S81Wqc2uPO871zm88HU0p6zhillqcIrkk86jk9849pC6EOFV7nF5jk
QwkMNRs5VMQ9hF9K0Hjw2e0XK4ta15GfjQW0OrRKo52OTL123jkypyP3tWq6wQjfmwAXh3XfpvAt
YUEU1Gejc5LDqtjNOIutIZ6M7flUzw7MJ6JBsmjRPOOLr1kaPj2wDEQ4dgaKkQn/ihJ1E6Z/ISpp
u4tkgaY0BlyyWgzgNP1yC/h8tIamgWrn6l+WRumXbr8qsjGFabVQmLZc1Xausm5XllWwhCbcGh5Z
t+afM3eGT9KbamW+5g/Tpwl91ydPNFkaraOTdqFYbXVUuW5th8qZz5WOOGmnD6LXopneCi6N6vtP
xczBRNsNot6YE9Qau5T2rqNGgv4kK/gNa0Lzp9IMfKXu6l6Ertm0/edVS6qLRMGL36nMG47HPPW4
kYwWwWEcAKmDZ04M/3R3NFVsDs6pUVh1skvbtr2x9dryI5FnMgsL0yWKHkKd0KMVopc6NIiZrvsA
k9ZjuAmEP0G6sIzI15T/uRXKwGqMdFwzDCajcS8WiJ0jtDk1X4JzITPX07F6lIY/9Kd9QA8MsGKh
W9eXRT8YlEv5TloA3xHa9gnPKFgYX/RaZE+lWSUfsUFT91rDo49M0mfuBHNFnp1ut3cwEVuidVKU
VjGwja4hdkD9EkLCzusIH9vlxjcnOEBzaU4XU5tleZgqY/zkLIV1j5Z51WICRgvob7MoL4VS2r03
MtWnjvaDR29INS9UTTLc5Kr25DFk1W3GMcjunehq45o1Bpzimm0LtUg2ZbFLhmIC1lkDrUX95+bv
EdbiRCxrFm7Yd7pJwAEpH+lONGY7nkpabJI49HZeLia4tx6uMZ6fR8kyjfLEbQJuhw2PtYpqx8hw
LDcJh460SvXuTdNlqMtC2Xb4WMR2UbDJQbymZChzbT6ddb0pLxzUFt6uzwY9B1tB5QxnMUvtSwOv
ic9a4Zl6mCBv8g9VpVwzUrluFLHjymW57By/KY46q9XLs8bpGxEjsXGuxkpb5TUmH7qiFyE4Ok7o
2L23NnNK86TP1kY/0Wg9kpOegQkjepW7xmjCK99MkkKvFrkWBkAyw25YR/3WU7Pbx6taNS0Stjfr
2LdqrO8sg1d1Yfrp2r9H8Cmrp5LYyixkyO3PewRiU4vsCWOOQ5mOkKUMVM4f/Kz2rwbWIm2myc/H
9WIan/Fz0z7XvPd0ewnPCoEN0hbEPrWEm5kNKq7sTgQYLOC/tcfdZOOerll24eglLH6RqI95AX08
wru6OFfEuhoHWGvIYIrVB8Wb56YFXkjVgzOU/WXTlcWntlu80yxzadx5oR/g0xJRMssAzwM2HWCa
uVTeozfP461FD043mk+1jCyUgaSYTEm29ZR03zHSXIgwZmn7H6xpCZpTl255iCRM9GXXyX7YmX6n
ak4JtpxxVrBUEXay2zAPsFRcrMiToinQF8V56RZnuZeP70xX2OvRPLTOe2jU1RxBKF1vzRadTAT2
mSJ/6FJ7Cq15pgVCRYYTUFn39F+N7nMDu16l3YmRp0CeLsywbG9MoCMkUyzeTIJFN77X3QWlisbQ
K2GGPea4PijfAFKYreI293CAiFbwoQ6yWaBjfAyTDFgwSMozFdR8H/ZjpplOqlhmeWN+AtFu87Bh
Q5k4/klI2ZMD7XxyU6f+4qVM0aD4uW2/10aruBNNs7x3zMIZwzbR3c/Sb+UNvl4mJ6i9YNmBoCrg
FF/k8OARhn7MHG549PO1vAKyIkxltidTMCkbIIO2mVNd4yJRNMuB0xYH4FNRt8n7sUi6NRpSCS1W
SS34UhKz8WXS0+CLYbc6u1NtX+Q4UBHfUvbDJaE49VGbrMRz14v8KPyuyhCuyeYmH+CQIeoo9C4c
cYg5zpGVe0e+NllOJBK/P2PqCfTc53BAd54uzDE2sAU7ShLPGnfIsGorynxgj1Bmlv6IdEmt8dJm
Nulqjpf0DIjT6lhfpgCaeWGaN7412jeiQdW1J7aiIaRVB+OK4LZTcy2FfyOHRLgRnpO9BTMRSmNk
zbX+URfu9DHQhbR2qdujFBKDBQOcWYS62Ag1YzyM43Ccu7kPcbqtiovRTqvpoq5B12IHAdctJwrp
5wXaofceAtUZh7sh2WcDlHnUujrCthVXt3RneeOKpcUigCKFAGmRltCHg6Jy+th7Gb4QlpWVN6rQ
26vCnfMUAbKmDxs5tTpjU8/uZWBPj9AtyUlp7PVzNRbNJ18hCQ89uT06K1dgULnHo45452GkE349
8Jq7ibzKvSS7HRaioqG9UY4hY1p1PUq0sryZixE2JBwo924dC3VKvK7T7R1rDoKT1pOGG/ZzIo3j
AUOBhjMpNd53DLiv0oAklqOmrZZHJm7ZEFucHadGMs5ZjB2PMUV9OqJUygihOoYtOZmhxEXlZFaq
QHIzFO6JIilAYTtgWVM4ZCQRRazhkkPTnHTIqynCEd+a2BsVw+CdIqQp3acwHwFswRk/UiMgdiRn
x1liTMSGD+g/gGSHZIQL3GI7D3laooUhECbXiqMgGZCAaWRKezEYfPB2FThoAnF76KHItfvQWEHb
RhrGruR7CTP7ILR1fvLRS6SxKCmdQmE4YxCVMNlPS7vOrseOwUeYzrN3U7c4Toec8elF3vs9ekK9
XSHsimUx0ewhxgr9NgsulEdY6a7gNRPWqH20hOZZR4VmKaJvxlmcaETAZtHkrM4x/HKbbrlo2WD7
lV/QIEu4nCyTzzCLJOjDaTVSM5ytGTQ1GDM9/ach/oFSA9Pw7xrid/fQVX47Gx/yF13x15/6jr7o
bxhEg7F8DZnRNx7Ms64YD+Itb4v+1wJnpCH9Tqyx3xi0qzqIKK6c+LSA2XyHX6w3BOkF2K6BlmKe
zif8haH0Vw+HZ02xQ3XA79jYPZB8QB9fzVD7lf6phZwd5+xB7lrkwW4gEGCvN9lJ0C3OA/LC7h2j
MXlWGXD0w9UayJdZm1PUGAJFl2NDjpbeei1Ux1bo1La6RxaRnUmO1DO6C15o1XQdRX+SjZfm0p9Z
dWBflZoZ3AsC4a7SlfGFxkkQpcyVunMqkjrsfOmSE4jdg4JQt+r7WptWsZNON73Hp+0ameFYRnqV
1EcLnejXp/gP1vMM64En8XdL+2ZzdfjtXjz+Ft3nD83w2/FQ8afhOfrz9Vd8W+dQLzBaZbViCwm1
6CvD4hv645kAQ7B24VIQksjImjX2nXwBS8zlX29sTaDor+5Z39a5abxhScLK0IFl8JTCB+cX1vkr
7IcXENY14A8OXcCWvG0vsZ9V4zzIJIFV5lzK92ttY/E3N03sVnbJQZB/mbDKfG8ZDS/6vwGyvxjV
/0i54Lq84TomdPZGS315XbV6YkYEiaUpTHdSRaz+bYFHR5TrYvxl0ibfEVusjSm/3ezXgSbcynGa
JuxTKz9FD1Hn6R5tr/rz3XhBpHzOj9s+8fMNY7uTOOkGto7xBmzXV6ODYbC92jU2k1bfq3dyqGey
kY3yiOmFQI641Gdak+xM+9AP8y9H/Wz0HX0D6lhJUNxfPUUHQrTyK6690LruvMw+Yz53jmaGVMk+
N3Z9a/9yjsJ2SeiQfGmTfd159XUt8j0Q5VTpfk462lWhW9zeAluwzsl+Qpr5izsLMA23HBx0mwO9
JnUEGS7FmqbttKHNr8xk0Qm5E/lx4njlKYOUT06pn/owqI8q6f5M//BjqihflANn+5Ygj7RML1eq
qw0l13a0XTs1PjFKnjroa2eFNb4W+H4blNam8uADrOMexMMKTQkYYfhzaKnyIxI1fkjPfxbZ8Rfv
DylEGL5tJ+HmOPryUynDyUCpLG1n24TRu52qSGWguUoRmP+EyvNXdwC6MwFwDuaKCH23PeTZJMLo
ijmv7DzbTyndJ8Cg8zlr/OqTmDoHOwt9igN3jmhWxfFYnmkdCWToqItdjvsA9hdSXZdGAnT59zuI
+Xo2yNtGWCRTGEhtqC1eZ9g7td6mcrDZuhYLt6e+8mqMMle/iXMwlYaTsvJvqnQ1LqxJWQhI5zWL
0GOu+L9b88lsztqHkaKfThNQJyYFVkWpEG13Zo5wWIXlMder0xgZkn2WpwAIJTGHWUaAfEj8ZnVE
z+G8SxYZGD/5aj/MfjZmGARw5D0mWnPW/cs7XnoNuIHD0+0zr9w7kxpPEUjDFRkafaEFaTKwyaRB
5Id6kTbIlsmCzw/dAoJ44qL6JVvP60VzZNRObfChrgdwzi5NM7STJETv/v5RWD++oRxe8Ad5P9lj
KcNefl4MaZ21WZyEhNCkiWVfQCxphEBcCNnmFPsR4+1QZUbD5ivGc1XY/lWBjIMojJV2CjVXgvrN
tiT9y2JKVN7lICPYIPwf0gwAWBYTcwSCHdJ3WA/OV3mnZ9d9kiZ5CC7o4XZSOleo5Kq3eeVA2xD7
FPG+hLEg7QOUA/ME6rTzNncTf4mMYQEzNtYgnJVQtyViltsCtcmDtOW4N8ZfDztHL+DoHNRYXiM9
sl+9q9bkTE5q2ckusfLptmpX/UDr7/zk/KHyfXX+bFfxIXMG1BIwz18+g1ZlRaIFerILUn+IZ3N9
alrX/8k8/sdygYtAdmcvpPpm+PTyIlrT5apz5mRnzK6km1fex//H3nntyI2da/tW9g3QYA6nxUqd
JCp1j+aE0Egt5rwYr/5/Vstjd7HLVZDP/o0N2zBgj7SKK37hDa1uFJsoKomU0enZ9PXY0hwp9ZvL
e+zMyFJ3UkLm4EpTAD8dOSUppYXZebvBMmgexRDzYipom7ntyGydL2PUxo+KW15zH9Tf3rTyjmF7
E0FYkqRzOnAb24kSp4a3MyoV5SVjcsNHY2i7b5DjM5NCpqVsC01V9qjlFETes7ocq6mgINynek01
wnXq+zhT5x9pF943Y9Ft9ZBbY4PoR/s51FPlbogd47OUFSgggJfxRwVD8O92rpgAbLw0mPqr9mZv
D+yvixPXcfTE2ZynHzXVuH/Utert4tob9uboep/QC/kIwJYLHsXePTCJd66BY42H/OCVTXR+Sjlw
tgq5CtOi1VpmoPpxb2i9XZXV/UG0ZkxVBRuJUqmdQ5o1w/sc3tqmnsdwq6QVL6xmZfslV42g0MN5
15TuY+aEFd2gcNmauqznqE55rCvT3kHVbfyiHfVtrdbPkWFRcSzabzn6OO+EblwTB3tZ/9O4T1o0
c1eDtHVVlKlPpzKaJm2IB8fZNZHufFy4Tjah6SV3cSE0sZnHVvfpAHs3CU5929xqvJupaKsgbLur
HnpyK65/Clp0uDLb5NVwrk5/CoUySnFZxRlpoQ3Xat9+G3rkS2yDipy7aAr+4ou6aUyEaJqulVIi
zr1mtOLj5bP6lpAIipoQWCqmya72ent5rCbSXDE/pGnvy16/WRZLvYFek9wToaE3bNq4lBrR/dwp
5hEUmXfQcKnc1oluXdlsZ3a6wQ5ns6FQR8N8dS3GKGkVCoHdDn0v40sUZ+6DzUm967SyoeofOQcn
0r55cJXuqKo3V1TdzlzKeNpq3JbkcCYR2+mKVA2iUWnD6JMXhg9h57l7ozDbX/HC/6Xlr9NyiTT7
V4b5hv7wq+L0mJTfoYS9pOcifv6fX9yupHzuTtJz+Vf9XYYiPceJDjDFC/wCUsPrMhTbUJen6VcK
zuL+XYYyJG4DkXa0rYFfSOTQ31UomF8u1ocUrihQQZ3Qfic7f7H6e32iadFgb6VhO0I1Ch72KvVB
Z6Slxdqh/zCUdrcZi5Lij+0N6NDUXtcAWe0yHQi4YTymMxLTaPt0bjCIvPuiioZet45yilnp4d6E
y5QewCikf6QF2EdKrNV9jVRejO6XHn12bUSFQHP3n2YhzcJ70JvHtNOv2EroMi9cfRFYF3Ju0hHa
ZGsnucRT0D1Ky2w7JthDRZjrBGYNRzhNwQNYM216xB2dz51HG0Cdq/zBaDvzQ+/W2QGMIeIZhhiQ
AtSCNDfHW2DXGA/HaMLQBtqFQM2PomyvOWGvyQysAjYDeL7ibGbAMV3luij2qBYyUtkWccliL8Zl
2kVj8Uj4OIAxhoEvwm68cm9pZyYKVU1YyKDApFPh6pFkkTyjwuBy6w2p/iVL58d6FJC6e93zK8dE
I6S19ymKz75pO8m+xhzyyuX1ogC8WiveNOw15SaU1avT28tpSJnojUDLw7R9Zxs0z2dTK/+YNKP3
cyt2HtSOBmU82ctBU1Jll2GfRR4ilJ1tz/FdnGgAcuvse12M4EEAul+ZpDOcRJq9XK3Urih92GvG
+eLQUetLh0kyHpPhoR8qv1WmzYCK7YAoR9Oi8pG+t7vEB2txC1j8Pjd+wPJEMgvxldDazvpBiYoD
8Ya/9O4W5NPW8L7OAFcU86mmHU+zYp94n9r+ms3uOn1lU9Gjhj5FUcGhxLw62k2cliUG0+m2UypQ
1VMLTh99Ot/LYDQMKE1fCaDfpPGSv8n2hWhI+E7ZQb6Ur9J41xpMr4fyQMCkzPvRze9UnIQOFdKb
uxwH3Qe9N/7qRYraXV6NOzdb6o0zgpXptB4hoM62DyIcftdN4eVXYfVIhQ4XRv779Ff1ntvm6EOz
gu0k6SOx7le1aI/csdV2Vvpu+/Is/NZb+b5+Lj+J9vlZwGVeE5hPKND//5Ke2VWX3kt6cd+S9vnk
WZR/4u9n0f2HdECn7APQGwyijPD+xiy6/8CIwmO5TFwXQSKyj/5+FvV/8E+iS/Lv0vSrdxHaMOVR
yuDEyvzh33kX33RneJHhPcOiM8EGUAdfx1WznlLpKTQkUIX2FNuoxE3CnGAMpy1eiBlSyzvPWnyv
zZtHqhbqpxYYAu1Y272zvAbpLHX5IxxNdKGazO19VetCiv0q0mx9vHAgxhxJ19Ey4n2HzhqkiQVM
VamK76aeAfmnzZpvxnbyvmZ56T5gOGE/K0mU5rAQ3OaG9iViG1Pm2g/jbNv72R1m7OkKUBJUOZvN
WI3hV6fTlk+v1jD4dTW/rkGvk2Q5LVyGFMbQzQGcvzribQ62CZ9RFFmHJtwljlFt83Kod1ZnoI8G
u/GmW8J2V6AEefj9Y/W/XUfgxfLtP4egPunU92/V6ZEyXh8p6nlkuw6ZCGRs+9WR8v5BZ4L/2UCW
A96BZHi8OlJyf3oO/59MYl6FmvSIQO3SC6V/oqKv+lt485c69uvHnqYpkQaodY3gTKaypxfxDONJ
iYGAbfG/Vn4szRC/y1oAm3dD3arHbNDtbQVBcF/DY0IyWf26EJzcDd3keL6BkB24UzQGKb9q3i5B
oPdDotiTv2jU7jcmLBoU3Oqu/RRpA5rnNOKhH6WVc9Rir8uPsHWMnwO8shtiqtDCjqLyQckluyGl
HPSAOuJd1jpSwDlZvroSELexvLFzAE8uW8eNjaNZIdjsExMaHMwBd8Yt6rxt7M9DS1tEhP0VB8r1
8y2PGq650gyc7gdzdjpdiBgAl0G0cKv0+S2UsRHFNPtRTWpoZ8NY/5L4+a1X63/78ZLG9//5dH2q
8qqoynPtVvkHf71bPD28W5Tq/nnC/pXMkeL9gxqeYRJKIxHzgsH/5wlTLHjuHDDg9HRCNTxr/5XM
Keh4EEBzxDSOpmxW/lavdeUYgGSRAy6Gh1OaBlCLWHcs2hLQ9uwUSVD0pn7b1Wqxt1tt3qapHW2B
qQy3PEP9NgV6tcudxUJHMZn2GTp6m8Lu+wM3y9UY/zS3+fWbXOqp4C0oG/Otp/vYKSIeTlKMIBO1
80fIMTKp2mMQY1R5+DzOeTduh7R4sMwJxiCZdPSB5z2W5LlxQetOaMahjgztczrnZYv/VYKa+zxR
8/fLvBy/v1rzMw/cSzXt37fUr5/rcU1xW9KPMtasGCRZextVNsS8VeGpW4LX+nM7VE3nJ7mjBO4c
1+6G2qZ3UybF8HGarQp3isj+y+IGe6dOmv5lwJ/iszUhmbUhc22fc7wBDwpEhw+z7mU/9XBIvltm
vHyZu6z+lOnTRzUelMfLHyJTp7ffgVQRubCUX1iFvRouyaqJxUdgQz68gcWIzjYh8v7yKPJvWY0i
O+x0CcEX8O9VAgeQxk0aFKuCosUAZzA12nRT09y1KXzJy0Od3ocvC+OpVELo1BIXEuOd7qMhSzy4
unyQkvQ/88FKSIr1h06hBtp61pfLg537Lk2jfEzhRkrfrOKcsaHJ0sdmEtCONe7VXAgAgqmLZn83
XSlYnFko6rsAY3lfacaZq/OBWEwCm7xNg7SMEwTWjHEnJYy3lz/o7CjcDOSEtrSzJmx4nZvNhYXI
I5CgACWzdM8/0e4QML3mjvZ2FHj28gKC8OOCL1mlnLpm44G9aGngWaDemr7p96Gb6le+ZVW5kFuB
lix5AQ0ibDNeJJNef4yYzATeZMZWAOW0LfUiRqBSdBuMgBC+LZjARtc3zuxOO9xMMa+BAH1FEu80
EP71E3SqvdRtgAwgRHE6n0AuoHYPWRqMsf4TBnB7MPRBHOI4gvazJL0/DG2CsoBz7cSdmWIK3oiY
oCZE5URWBl9/O6IGpMi6mwYtPO1tjxL+JqvINy5vl7eHjX4ljDIHjQt6D+tCvyugKOq4sQVq4+Hk
N1jf9Ll8UvKSHu90xQfz3FTyYOq4N+kkgmuzoyF147kz6zQQbQ6SZBCWTIQU2ut4DhqT19zTzkHl
syBfv/yVqzb4yypSIZTYD65JKqGr/TrEPXEVGLzAnf7MuuHBnHHCSCJEidWbvlA+p3np61BrpxLd
X0dFm/ZTPKffWlK3aabtk0Eq739c/lFvF5h6rJTCpJ3LHl+fVHuAZW5VSxx4uZI8QinwPqZW2B4u
j7LqKslPp5jFiwxKSi71ukwaGgL3uz5O5YuWbRPDQ5GXlutxRMnJ78AgHJ1JSb/abV/tpIH0ET34
bg/MZ/Iv/5K3y2+TZMgtTXDFvl5ftZrZuuGQpkEcA2aqa+DnmVAnKkYqXTu1NPdWsiQfdYdY+/LI
bzc5IyOrxtfTS6LKfnqUCkNTinpi402xN++kGNA2sath54H6fw8YX70y5/JLTh9LMHDEFph8M+3U
E0/H0zVwWYiUpUEyiOTzAj4YnCWQT8kNMixlg4ZjSWlhboobJU/2cRlGy5VPPrfsxKKID0DGoupq
rl5RiFDGbIoiDZAT9u4MQb/bJmbZ1H2nc2dlIGzCVnxKJ3hdYEQQIh6QxqdMUV+p/b50pk5nA5Ch
xlMOtIb7c61B2NfaLIa5AAafCB6LuKox06hSvep3/aDpLfT3Au+c0auiO0VpdzZuPw0FV5gwfmVi
GOZjJTQEZpiXIb4+BWpuZZ9izFdFQN6PuOTYw2bujMRDvzZ071tyqa/4HsT0BCLP3SBLIv5wBnP6
CKWJCk2nt/MzHJbkZ+N6APD7bgb+EtXtz7rHTfC3L1hiYnkG+ReHfe0lmHhwRYs46wK8bnS/ywk1
Oy0M/dhCWGZGRPzT5b3+NqDh6ZfoZaB0UjJpVc8ynAF/hWbqAqNt6iMOPzBsZnT50wo328tDvb3A
GIqLC0NZUNas7+k21/q6QZNT64KEp/hWyYwQNXnV/m9GgXbGrYHk1Qu3/vU7iLciJh6xwgepBntl
qp8UEzmj/+JTgElBsyDneKmovB4kpkZhD0Ylgn7Wq32+AOufvSW58gydmTCDTYCglnxu6fCfTtis
NLVupUIEZqTnO20I/8piqKC//Sl0FGlFAnMCSbBG77j04QToxj7IdWmUOQ3Pw9z/s0/8HyGq8r1c
nWmUxzjOuI9yxa3VNASvuwcivQ9S6qI36ES1RxBD+Q3pZ7RbFoMeyEjN5ve/TCbXSIWwRgCdT6fP
dhramrPBoCp6PZk19Ds8Xf+pQvAfP+3MASLmR/mJE4RO53pXF7gvWJDE2yBDStr3GpRmFSaALNUq
r+yHM2k82BVZIiPZQbZ3jV02is4dDBo2QQpnGMRy7uz6FLfOunfo8esCawAznnwltUDBJXqzG6PG
+JQjwLyzB2f6oo/CuFKNOrNHQeNq5MWg1dDsk6/4q96ObQ3ZVGDkGMBg9UA0OM+h4hq7yyv5osS3
2j/kDy7vMQ+UDjPjdBRRw+RCXE0EGbyxR2UGZYK3pUnti0rhIa7KiYhgKcedOag4YVnjOCOJE6UW
vnzDiGwfyuUCyU+3fEp6RdpUe1VRXvmVZ3YCrzdYVVcuELqapz+Sfiw1gbLuA+HB4gQtGPtICGLq
5Hbzf7ETTsZaBUf4+CClF1d9oLUx+tCzEb3H2LfdV3BXIduZMSpKmnVfI5j63lGxzSooT/h5FqbH
VIsm34GmfeXzX5C/q0VCNoT7ndPAE+aurqtSzHE4a9YY1JiGYJjWNRujrZ1+O4bD+N3WIKptYkSc
YHU1imvj+la2ARWgWvW7QeAINlsRGLXZjevIj50YUnBMJRXGlNfj3y7otXi7xu67fWwp+rixSkwO
fCokdWBXaphcuT4M+R6tv4cYkHaGBH/zXafr6ZbLFEWV1wP6NLodtqjpfpihnpej7UImtuBW2ulz
6lB8Ajkw3IbidsxwGhj1TZrbLabjgNSXHpXwtoZhb8w6ZaM81z9XWJb+GMvC3UJttnz4hzrOYtbP
WPRm4JpDtK+SVL8vw6m8GdGAO7iJ627HuOtuoOiou8lJ5+3gteOVV+3tBua6NEkyJFeBJH31QNcq
NhllrI6BqnSKH2O98mTbLTL/qpF+uHyi314bmNgyp8h+kGIREJzOLVb2A6hnZwyUdjYOcZc/ozl4
Tb/q7CBgghEP5j/gCU4HUYxGoGkupoAa27itlNjxqe3pVx5QefecbhMqXRRAuZqQRKGSezoKumcV
en72FAxp95wI9zZ1kPkXjQoYoDGubMpzS2QSrJGcgXJ7AwihcWhleFNNgT6jbdYsw7wvMpXqp9Lk
V87zCoQhM0GJ65UVTzka7c7TD/OSOcXCJZuDNrIwtYjc5KZJMn2vNznEmVJpbr05675pia0Ln+Wz
79xRGvBaXYVAWDEWHt5zSKhhFbxEhX4QTjb+THHKaq9Mypl1Bgfj0NslgpFCs6c/lG4MG4xHODDm
sfZVfDB8u8Xj5vKWPZMiUROQjWRoS4Qy65pmg8KKU2C4FECJrVGh6TJY/VpmooIx2q2ACOCo7RF3
laHfmF2nfYvg/9ICCqPuU9hDB7jyCJzZeNTjwC5QauLxXRcIrSgyWiOpl2BcEu3bgksO29tJg9Jp
MSaYyms2uGfKa6hUvxpwtdMTNYVi0TAgnPbw/Yzcx6E1dRQaczu6nQErb8a+Dv/A2EL9JPLc2A8T
toGXV+HMAZCSRQZFGW6PN04PceSgylZMS4ATUgMway42Ja5Z6NJE13AyZ4diQ1GvBDzP1Xi6rfoF
yb+kGJcgtBeKIF7jwi4ZRkDL3TV7kBVu9eWsEdF5YAHpiMg6wOlYOTqHOqSOhYKTaxwG6FZbMzKj
uyxr3aMSDybFB+yw4gTreLxj2u1g4NKdWkr9OWy19MpWf1uQYKFdqQ5FZkASapz+GqVuIRVl/RIA
usLPVxusL1XRp37ilt1tlklRCEQ9IXQY31tM+q6ElOfmHQIsSvWQXznVq+Os9Zkl0lhdAn3J/xCR
7WynonrspATi5b30Epuvrm4i13+PtJp11AeaEjKOFhT2nD+EeLNoe03vajBBmhDvF9NGCyMP8x7g
hNFpAZ5UOlWIurAPi3AnbwMZrf0cidx0NzPchQEVmlZsKdx71V4p9fa7mwxqf8SbSlPvOaE6qp+q
m96XDex1v6njqLnyTW9vbYgYTDzJiEpeAgT6dO0sJ0ZW1VKMoEXHF2ewWjl4cVcEsRlh4uaO9ext
PRW/BggFevXBoxn4NGeVOmzqxg2zvdlby8FJPOdnmLUKTvNiVD5lyqA9Xp58k9/xeu4lhxQ8DoAe
Gy4oQOnT35kkrj0vadUFoaZYfqoZy2H0uuTK4/x2FDgjCObQQoGxyoY+HWW0i8wQosVd0hbJscXp
B5bkPHy9/C3rm5iyGRmmRMpyXKRm+ekopVcP9di1YzCNYr7HKLjY1FOGc19SOjdzpqafLo/30kV4
PXkG9u8yfiLegL/OpXE6YJ1rwiBoUoOwMZzvAnmacNNgPKbAOBiGSFqAUfqvCLMHn79Dx6g4N9AK
TQj+f3RGhuARLAA0zYYhTp6cpu9QNE5Lb4Se1KGztlh9kpMzlKLwHRHb77UiwXUbvZ/kz44/jd2g
oYgU0kjf/dW2Gj5ZfY3oDGTJlPKgpfZosyBHglhTSGEt0VqAkHXVWia44UTQ/9RxsCc9sAZa0nWL
aOxozi6qZngF+MhLW9U2toz6IVHcNgOiO9XfL0/hC+jwdAphCdDHg64ASJ7M8nQK+15Ts7LsehR3
NeClpMvL0Rvx1jSb70psKF+sbJm/LmZq37hl0kjpqrza0q5IK0QQU+9WrZb6R4mibIK9dq8U2yLF
eGLTojfxNA+O1kHBcNTbuJ27+h7nqeUmCWX7eoHt9Vccu3VzcBzhHVleVqYYvThQW7v9HOcu3YUo
R+W1X9pMxdVA1MYDVr7YroaiELdFjx7JxkA0WvLw0KbbCE+Jmh2O0eYjCDFMD6IuVQ5FZkXop3k5
nsR2qo8P8YKOsx9Xc/dYL6m2+FVLkcSn/I5dW1f2fb0ZXcRVaQCiWG7ZWnyLGoHZcN2Hy24ZRbkg
0jcvUOSE0y53ypjm+q0+mOILvhpR7g9917t+BOA7vgPXHT4o0TJ8qCoXnmoeqX+yw/pio8a9hh9g
HiJqMjsNFmxke6PrZ0ZW9QdLH8lX6yaqbkp9QKEmy+D5TuPkZn6BWvq0K6LS0jaTWR+KspjjY5/Q
A9i0CIE86iYpDCIjMd6DBbrWoY1/obybW/dK0X59s0gkIbAqin+kSzawxNP9082Ybve13gdqb4ud
hjrrrqYpub+8Tc+MQsGMvizpCxjwtZo9cn6WDp+RGNx00c8xMmWXZ9a1xO9NZMfHMAxeJBSVJD5+
lbqHlSj6EK/mIO9we1dtseyQRK/91FjGA0J23ywMTTfdbOCh15Npd152Deouk7HVecQ4AOYC96ck
Ea7eYjTyw1kZw57GqaZtce/63g4dgnAqXso5SkvHJnX2jjc/X57gN60++encBOQOBNFElqtxKzGg
+Ow2NAy6PhIoUSrdU8E0IDCpeN7PUtTDT4wXOSCps9jv8Kct9hm1rgCzZdMfi/xRK8cSVWliw92s
za3YuHiqDxsh9PxKb0T+ljdzREOKe4scEHzFas+Vg7ogFDgEE4i1jVPq6k2qp/nOFJN6nGr4TVbn
1P7lGTq3BdFneHmvaQdK1O3rCp9qlZPb5/YQ9KOW+4g1kdVRvL0yyjrkZBmoIsLrB1yLh+m671Fq
lXAaVRmD0VWSozqAx/bdZMEotSCc+irKInZRMWzinyLpE+yem3C+VvE5M72cMRqOgJFM7rzVk5AC
3mtzeM3BMLrLUZsw44xmPflglcONl7fh50I4+ufLs/umpis/XPJKSSjhW7/obZxMr53bIc7Ec5Co
3tHMxYb47R2J42edDv7cqOij1d+G3NxmrghqbvUcM4XcuOZEsgLpk3S8/A767CjivPSYT5dZNC1y
flFEtjOJ6caNdfPOA/95W0Bv31TGbPiTHocbvdbqHWkBnElrhqQwK8IfcZ3cFaWOKiMklt2VCZKx
zGrTk+Oy8eTdRPq52n95ayValfHDMAmHblnFCGxSbWnSpDp2OrdiY4luNw9R9i1PbXcPE9zyRUno
evmHnNkdnAKLHhYLxU2+uigwE29QkiL7jcZe36hT2b+fhhgrCgv1kMiopKv4fI07scKbvyyLjCgJ
lan8yyNyuiy2hRuBUc8kQ6CBDqE9hHu7zrrDuCjhDfAwaYAUfWo0lDcltXXTYhi4m+kTbM1YuB/I
r5wDtrwarfusuTdTC0nUJBJ3AIuUfdsvzs2Q2eI73h4jGpOYmk6DmyP7r5m3g2o+zouB6iSR6NZj
5Te8x8qdLkJw6cs47hKIJJQ50WnjONFcEdmOVmK+1ZCxfzAR8bwCiVrH2exRumGyjcSMWG9yG4RO
wnTItSXoIF/vkBeV9inQV+LCm/xUn83j5SWXb/hq66GqQoqI5gGaTGu6cCNoy2d9yNZDMyDIbLQT
8ywWuzRuq8Ploc7csgSiVJtRU2Gjv1wTr/ooCt7jSr9kapABPzuipWgeBvQHtr8/CvVs2so6wDIb
+6STuxztLNiu1qAGHTZaW70csEJWOUeXR3lTzZDrJAlkEgwrRfRX6Um5GETsXawFYc77CkpGxnsG
8TQ+IWX2Feby8GR5cSxuQ770YxVNWuE3ueU0eyUz1cbPqxan4Mu/6twMv5SBaQdCb4MHcvLtdagn
wEc9NfA8FwAJCnF+wl17ZZQz8YTsORLCUJfzuCVW10RluamR8DQHmbWkmCJ70byN1AL/j9zLs0ej
SuMnirdzvw2jqAnSwejJzrLEIfZeuuRPmodmcrT6ovzLduPunTHlTrdxkHH2fNjrkXvlWns7Lfxe
/B5hlXKv0bs6nZZ0QN4DsCrFDcRl/DC03K02D+LK8/725FLvB5GnSaMrk/judBRSfHex+0oPcE5F
pRNTD/IsQ9wvqHMc0xHiy5V1ODsgNWH5koMhWZ8nntxombtFD1DeiLdugio4ACZtB7MGedwELePL
u+slDDq9K/jCVwOuthfVAXjdvaEHpTEjC5GkW9dYbhPTuadYjJTyWLnHQRHhLvXGcF90KG9Tqsm2
fV81H6mElNuoHOfbqmu+Qd9Jdw2dipvSXhSkla4sxttrjZ+KSRdYPcoVKLqfLkZpWinIFn5qp/TJ
ludVbGrAkn4SimuKC2eX4dVQq5DKI+JZJhoEgWcWYkurgNpSbmobG0mcvVKk18LIc7uZ0w1rFaSB
SmH89NMiHLLJywo9MBAJv0GLha+aq2sUWXkm1mvNyWYF4CIj+rfazWGN5gy6zmwuC2ejGsnMoLSz
1DeJSfYTyf8OBJn3dHmHvU2QaMdwelQIaKAN1o6bpaoNXuFmRiAWAzslkf9Ua8v9TI/bvu/Umpzc
G5ZvYaI4V26Ic2soPxZ210vHblVRNGx95oSlRjBZdXLk1p63tJ6Xd2aRhxtv1vv/Yjw0C2jmgAOj
n7Oa3b62rF6PJiNQRE7h1VKSB8drseyKzXmLwEl1Jas6cxzYLuQcaAiB7F5DoKh2JzPWX0tAkkMQ
l8LMdXvjOa2j7MpIZ3YnWEbQyZLeT/S8ehfDZJjGxGqXIDUapHigMYN9vQagO/M5AIBhKKJHKSHI
q+Uqjcl0FZcgqe/z5khMFm/x5MGlqGqjK99zZmfQhQFnTdpAV9JYnTbPK7QWGfSFlXL192KqjIcs
s4t93s/agSrgNb/qs+NJUxQH8ULU5tafFofVTDVXDdJ0MfcOCdtTk/d/KoaTvVtQ6L7SiDhTFoFn
RWMXKCg8uDc1nrnqtNpKbDWwaxULsdFrPxgxImNNGKp7Tmu8j9xGw6HAHfaWaMvbbsyUm8vH/sxy
8huk/JuMW6ASnd5opSb6ueAJD1xq+Xt8Tnu6jalxMCiwXnkXzmxPIjeVZANtHFLw1ROWoGpm26Bt
gyHRw7t5wjc3alv1yj32pkMBEVe278gFUWCliy0vulehboURfTHIiGN23Pq7ofRSr17Rd1YZwk1S
8/gOw4zxVncW00dgLPFxN1D2Rm3rB7zaipvcSJ6V2tCO41yX+zJDwfjylJ97y6l3SP6VxCa8CZPd
NnXnTi3UYPb69Bjhk3RvjelwTLrkKyZv1Cg1I7nN8+JJR7ft3plr61BPlIDxfrSelBm0uEA+A2wK
2PBmtLIdIkPtVpQZVaXN5R97bn+waggl0PShc7hKj92yyWZK/GrgCLc9KHVffBwcU6bn4TXq0JkX
SPYoKdNJ6ssbCpS+mCG2lJEWQHuh/03b4QGHtfKdsPFigzKlSb6Wyguhix+//5G8CFhO428ETnoV
Rozob8UpPjAQO0RIF3T5s7NG65in2rC7PNKbLr/cnTyzsjUAwRJW6unudEOxZKy+Hixu/a6iCXDQ
okL8xdNQfsqN3N5QI+o2Fi2YPzXsS79YXT4fDSe5cvecCTG450h1VV2Tl+vqiyfsY6qlHfQg0qGx
ct29K0fX3vZUSrYL4vybMNI+Xf70l+tzFdbQVefJkEoNPIXyN706mLUzKNkUWkZQa0kreRZxfm9O
UKs2NC6xjuF2uy0SG56bW2VI/rlJazn7asxLHBxtBOzLxvpJZ7GNtzr9lJ03q96T7Sn2XwqBprKP
najK+FM1QKjeycqfmJlNo1+4XZ354dAVGe5+jpHuXEdxEeBuPP0PrS/md7M1jYcFdQ/7wbS6+NZp
KFJs2OaNn7lFcRdmo00zdkkbQX/CqrttgpvP4tcYYN5BSRroVKHQIqUiMS7dIsO91Bvc7RFin2LN
fm+EdM0eNGeGhT+SKCEKUyku3Sur7yYfp9BJOQq2ygGKdXmn4rrzHeUl2950hFvvO90GpKY2dXVY
qBlWfiPc6glrYfRlMXBw0UyP6+GpXnApQNYn/RFiaVEjsh5ZstrX4htURDXdGIHT5MEJw+gaqPzc
pgYshBWUrJxAJ11duQs9KE9POyMAmfPeWWrtHm+O5ctSTv1Pc1bHWwFxcevQ7vta4o47AYKvu3fa
UuXHy3vszBNDIgTCjOcbwYb16RpNJE31cDQosZbRDS1E2IeOGx1+exR5hHV0i8jFUZs/3cil02HE
pIRGkDeJuw91O9uhePPtNweBFg9uGeK6J3Wa1qnGhPPNpAqB/ZkYm12D0vB2SZJrb/Kb651REFYE
lYd4CmyUVcjYa7E5qaHmBFNq5/jYRvo7meQcG8e8dvW9ud7pY3HyJSeZsJsI8nTWRkxpDJFkSlA5
KXqY+CqiHYhkWlYqtyLXBZ7tMdL95lWvxTMDS7AZCQZXL7TUVViHmOOiVaOhBDbd6A9OW49+3hT9
DuebH64aW5s0W8Q2Gftru/FXGeDkygP5ThJMrojeFlCE1ZXXADxdFKTrPridQ5JKVQfdjWrJH/oO
wv+W/pcinT/a4YE2YHq0Oqve1ckC7riAZGpGKoULG1up96bwvO+4dTqPCHY07wc1y0wfD4Oq+kxh
JVk2dTaX4V6LRrvbE/5UaAkuRUjyGGNT3Rp65jtdN1W3DX7qDb4XAG4wAXGc95nmiH7j9XbVYL/T
OYXfZvFwbJc6QnUXCcIAA60Ij50sTz7Yijd8yAsOoD9XQxloTeG9a9HI/JZW2LwipuN1uEkX4P0z
xc6e0njWBkxdx/HZbpd+2dii0581J5w21jw2xUaM3l1cmWb3wC2aaodOa+YnYY2R4XvgHBC07vB5
2BABTD+w9DZ+FG2k/qyg/ZKVouJVbySY1NuJLIHrHFuxfjNbWKluYZl2z1mR3yjcTFz/mP2CFxZs
hiM+F+P9nHrmJ2EtWMFGSW4fm3Gx8Z/FwGbZ9V4W7ZwCfAJGFNaMg4Uw+h9DPFmtn4xDtIsG3Rj2
auaV2A/bQ3LUlFyPUL3vKaa4DS17B7WHfVjp5V6NlD97I8+eClNHZAuzDE95+ar0lhoAsvjtnD6Z
btPFPorlODr1Q9z9IcyuQemFeCvAaDrd42Ud3TReln3N294A+1n3xrvYgvGyiUlj8Q/Lyi66ErC/
CRLk7qUKQdeINaYusDqxHSVTQoPkg9rh/jx5qrLD3Kja9mYtdl09W1uEWKcrAefb6i4dEAf+ITcs
hlvemhypKjgu272bfVBSGnHW2NSPMAZnv1GU+qjPY3pwmxJHgooefJwu+tGgmbssmXbndHbyuyko
PGhSFgoxdHBhgMv781XMktosr5eFxQd+R7zTzdDYptNobroBFiw+Bt6Vp+VtTkgsbdGnpAnBmHAf
Tgfs89wz06yrPmhp1m8MR1kQDoVnjgNP934Z3PlOzWyV2S+0Q4LL+EdtzvSvv/v0UK9AXE2iUXnS
1xIgePXFrlum+gcnCqs7d86HO1sv5isLLe/707sRHwxK2UTCMitcA5v13m0TW8RmsBjZQTGnahPG
KPzkFUTQWI/fuUszbdzWG3bjjNX55U98++5JEw7EKmSli5dvFbFwoekOWDUzsMw2enBMrNLzMsJR
EE2ByyO9fX1wWpUsX2BUL4t6uqAW3pOL2mZ8ZgdPJKYbMpdzesCuHM7vUKHfqfcG97Tt/SZVXAp7
EHZQEaKpCG979eyVcwy6NOnMoNW91rcRAf0WTY2590Zvvs3scdyWc1jtHKzhrm1imcSsl1bqWFCE
4gJBSv/0mzt9ttyiKawgLObHORP2Z6dHEA7Pp/hWy/BkrJr5hjsn3tpm5WHYnt54dn4QSvzX708+
xQ0Su//H3pksx41safpV0u6qe4EszINZ3VoAiIHBMUiJFLWBkRKFeZ7xRvUc/WL9gVLeZCDYjFLv
yqw2N6+MohxwuB8/fs4/EL6Mo46eXuh6YrWadoMGSXutTdyn7aKr5K2YCI9MPgRUSCUpGUA8ff54
6PeWN2XNmY5IeQeIzeEccGZGRRoqGtBAjL5wuk4xKBv8s3RM+uu8Ms8jzJJWSURk9bmlfDz4O2GE
cipMGXpxACABDx6OrgQZuuoD2WOHw9iVmIXFtvPH+jrrDfMrZvOqHai1ih8btKI9gJ1kNeCEd8Lf
4Kiexgp8+xCLZWB5RttNWaDTJOlEZ8D0fO3jZ29rDWIT0OzD1cdv/Xo0HK67We8UoiEMc5KxJZZk
gEnQt4ii3FRiKgA5i5L4i6JH6ZPGQXGrFUBWnUY0E99pikb5Qj4h1S5diQrMiTwGiMoHXu87voHM
77rt6xQDSvCqX0gogMuFyYj5aQmCtbCjsI63pK/YsI3ciOBKNKHwpY4qWYA5FrfbRJLwuYxBt34b
KnKej9/0nUOSLJquMWxHhgaoefh9y3wgFatM/WYcaI/ntSCcWXVlXc1mfmvwwrCaRiwFASxoNgfG
OR4fGMY1QbWuUQQ/1ZU8/tA8DZn9XKdF5muJIqjlvO/6vNRvAMpV+yyzXtjg/RahK/O8l4dTzbej
Wx66YeDY6VTQWpS5vxy+fAhGsAy1Qb+RcM+60PK0p2bTBWcn5vg4csNYnyXhaV0iuLG85mkzPpvg
ZdyopaA9A4bnZj8GeymUrWs5T9i3QoNn1yjUn7pkHC6VITpvIkv4Dl2MlBqFWm3ly54Zu6KcejeW
Z/mumChx6OCHNp7ALsx7abn0EVmbu+8aQWeZNRkJCl2tOeo3veHj0ur78qoGrGiDpJPXH0/MO/NC
YJmvpK+gouUui/Wi18NCMW7iPp82PlYWm94YrXN/8BRb8mJ4+3lvuVVniic2+HFCamiko3NOBjf6
qGCODHgzRUbg76VxGrZjJ/hnbeLjB1sHveOLUbqi8Z2diKXHgZwaMukfrWVi+ZEkoz9lgo6URbBH
FCI5T7sSe0jLLNywlFV7mPrJ7irc10D6W3j/Safsd4731jw8sqYc4VTrljYtudpospgzPMqH+pZm
UkurRW/dVgDzDFLqFM303fFIvmeddU2jG3K4uWIxNfwxMYM9Xhf1xuiTaotclOTEiRB87tvsVOv+
eDPPaBuYVYi4gqVftu5j3VMkUBrhvqPNQokDVEPmCZ798Zo9xk1wi6HWCblnBqfAQDx8rRY0M+1o
KdxjszPcjRrUAHy800S99EchaDH6SYpPcCaB88Zyg/mg3+WJbAfgAKEA+T4mt6rc9ZjfYGa7byZd
eUkDXLldfazT60hBA+3EI79zmvHIJC8ABglENE0OH9mURvpfShHtg9EQXAyMOT7jVP4yYQ68ETMB
O+7GlLaFVPG0plecxUppALxXhDuu0ebKiyNlq5uxuQ2l1liNLTonkle0ewNz212jjOMK1vaN6OOi
DXRfqXdGbdZbXfILFIUNyY0yLUAITWl/+1JFyk/vUKWzB4hnGVh1y9PC3IyjfUpxoKkoPHVhqHLt
VtEAL+SvH3/648jIaOAOQRwgPsI5dTiNlRZMGv500V5LrNEGahW5slaLDhL/44nE9521zFCgfRGd
m+/Li0WWUFJPpckM976cxw+5GKSOH9f1iel7dxQmDvcVjm+C/uELdXEp+NVQR3vUKf0NBA7BbVT1
d3XP5mv/DBj7a5Q5LL65+QpSWk1axCiBUhlOKybAAy3r1hRLaQ2T5v8jzHENBB0+o8foDi6mThz6
zjA7Mdobo6belW0xOd04GohlCtYOF9FTtbnjowRIuo6pjImwLI24RQ4RVKKpJh3EYxmwH/5W8Kqw
lQk2vUwaqA2j545hqbsfL8V3YislNUMECM9LUlE4nFNjTP0WrkO0n4ky26QUUIYHSLfCvftbrkSn
bgHvnFxc/cCfA7lXlVcnyrefMPA1IVCbPt5HEv65hpKdN4Nwl5bqD7lT9tYQXaipdjWU2e+KfrB2
aO9wpcfMD4H5JbUxoDqiYT0V7r0WODtm7cqqSMfuxGzO1pyLnIfTeBa25GJNVrB0k2oyr/YCkfoU
MiZwOCBRNQ8Z3BkRnyXClj0lgnYmkoy5dJ6perYwOX3b6xAVCmVFQY+uV8WXdoC9Nk09wqzo7Gsr
s4+mddNZE97HWR+fqm+9swbgdbBrocDPmp2LcDQgzj55AiVho0/n3n5TbkKMOzbxFOnOCEnzxDHy
TvgjKZxJ93Q20dtfRAsYgsloehHltKp7DKmDn0V19wIV5pTG0zthCZQ5VPQZP8SQ84u/CRjl4Flp
0Rnp3vdDaNJ5pDqNbAwnPvo7+9acG8Sz5gplm6Wsup6Okpq3arpH5Yf2mijoLpLWjZPrVrzKEG1y
K0RKT+Sdx5iCGfICToKLx6xKt5zEdKhINls/2/dSZTqAKdO1lWrluQmoYFMFeb9PBxV8fY4yW5RY
2lMhT5nLzV+DQUVNt8O3ft2WXnZVtWZ5pU4nC4fvfGa8o6g0zcaFFlTBw9nvWzP1fX3M9lHSxuem
OFFXF/sBoiB2YR9HsXc+NF+ZwiANKgqUSxxH0yDgZMDE38soOzlVJsQI69fp+uNRjtizBBFolaAO
OBBe04XDNxKNXkJpKc738JdUQOKKtvMqLf2CgvPrhqZ9Qp/1Yor8bkPmk6+LWC4vUR+l1KFhWl1M
DYweoXipijxcA5jKVpWXDOtuisMzvUseMVGH2C0X0zfcofFTEKCcffwO780UuAQ6okjNkYMsumsC
ms05gPecXFqUCMC1juxFcIpX8oogO7z7kaxjYwG1iswWBNjhTPkw/gD2WcU+a9SY5Rh14abAqEuw
hTZVErdVivAZpy4zcku5Ue4xui4Mu0c4/ol2hLTvBnn47Ml+cZdNuv7sZbiVrC2jiva5JnvfYNBh
I66TPVfg/xupsGPTS09ssfemaq58zyXnV1nEw3eYrFIpQ2yz9oqaJ46EdFpgT3VqPX78RY75MKwq
uoGzXjKkSK4eh+P4ll4MOBuGe8XzEFPo7/OeFkrc0wHDhbCrV2orraLSJPhrtdMO/Vndi5f5ZGw/
fpB3zmbKzzRD6axQIxXn+XgTLRWUBfigWbTX8wKeV14MZ5GmdI4SWfXGmvofY2asW6+pPivYX51A
f7wzC6SnXOKxGAHqRnv5cHQpLsUIBl62r5TOgDIqDfdKMCE3AVFkEyEOjmW6IkaOhiv0ZY/q6KrQ
O3MDRzVy9KDSVpmq5Cf0ON85zglfM00QjhQwIGtxMkKPw8ZRoR5pKIP/VNUxJucKyK3HUe+E1BZK
OTdt3BF8lOrU8DwqK9TRFchzmMNL+AOG/K3nxJC4Fw1hBKWkKYcf/TDzVaPME2nuITl/qovxmrMd
bj4A51RCaGrTUUCp5XAqIy8dEsik3AlrtbpVykD/TEmCyqFP9wGtKIQlc5dbh+U5BrTpM75IsUF9
OhScPizM3ik1r43XZdaqz7knSpcNL7eWs6Finw1CByhHbyO4f56QC05NLJzLerNZjjrK8U0nqDBy
jEKoH6Uw5WfQArFojXEzXcXqEF2bYziabqGUfbGSoEHHbmNF46XWkh66FGcH+Dy+CV2gtrLM6bxC
0NdKCSR31Zt16GMOoCSFO4mlQZUNhNKZ4OMtvxOmoN7EgSGnNvlFttelSgUjXE3VdxOKcMHTIVXG
3c/BeOUKEaPppugBZkzapH/LEYUpcZMTqk9tI2PrLYtB/yRWhhpjc1MokV3UcfbN87r8sUkmHdMW
ycy2jYn4ihPXniZD2PWVxFGFDqvMaRgEcRf2sd5SfM2LypGI74jzegZYkzLNtH0Ta6VMYdcfv8dw
jkpntGq6phGqSbodJyhO2m1dmz9GtaARe2KrH8W2eavNmDYKtTplq8XCVgRVC+HFTHu9jIENEQ8Q
hyzzQkxsKTQTCMeTQe7XTla2EaykFz9HgFvXnZyh+Qc6RIrP6QMOBS6plfIiD4P3SetQ/qehEvlO
NeU6uwPtwxaF/kT+WnST1zgw5/pzaPYi/FY+wW3Ycp9btb4qP4Zmg+H6OFUQw1Wl0t1olIZzeWjw
G6yDqmToRFYwfrfEpzCTp3v8kNk4ZVcWiuslYnIjIahFJ6kZ42QFYTfxnDwPs2IVD0X6rKKrKru5
bDay27PjNVu1xh5aRmJyqzO6QnkUm3g8U8vBr+24Lc1ug6+t0tt4mVCoGJJGrhwgWP7aqEewW7nS
WdrabItOsgVYEg089RFqjRFk4irLRywR5MhKHKWUMrv0teC7V/h5CEjSDxInTSQ92MHnE8j9IyX4
IU6N/4CSZ3QnBe1gnpeVjl5gMbMTVEUYRZumjLXq0wlMWp/EI5Q2JZ3waVDNbMUBqT6iX+sRLFvf
f/JKH859L0OYrXpcCG1YxprgCELpXQZxGudXfhPL/S7yNLHbmCNYs/VU5fndx2vs6CpEt28GmRA9
ZkSPuMg0gtCLkrBt6n0fmTgmF4WxU+VqX4t+ZXcaiqRa0j/Xg2KdKDvP0e0g+sFRgFBGr5puyywM
fRj9xogcLJrGal/EieLkLdLJuS8juuip5Qa/6FMMs3fec2aqUzjiEOcys3jPOsqkwVQ9xku88xar
Lrv1FBOAb3reVtmGtZWvaln57QstWSjvOLuK6rNt3mJYWfclc5K7eh/MLOhZEH6V6Ajwf/wRj3J4
GhrGDD8Fo0QFZJnH1VPK9hTTbi+Vxn5og6dEVK2LXq3kE6vlnYFIfWZ1FGDSrJv552+SD69BBMeX
23afI4DtcmmBl0kzYx2X1ak0/p2hALcjs0wA1CkILGJfL4FUIH8c9hkCww4xYVpBpzTP4a3FJ97q
uOlJtfrtWIurbqTkYJTaYdj3MTpGTUkL0J8QD1NiGZkLDsIN3hXGvaZxIhdBVNnU/E9ZRh/Helw4
0JFkkVIBQeDocGqNOAUzYhrDXkZfz9Vr3dpl43RKm+sYccmrco+dU2WWCgWFw2H0CjdZDUe4/SBL
+UZI9e68Ekb6H2o/ngN8MJ3S76NbMwE2lMziw+DQWlcoNfN3yws8yKuGNiUmbh/LBxlGHKarsum5
j2P/OfSltgLUkbuxFZx86ffW0oweFNmL8+sv5hbBF4A6STXsa03ZxIn/tTfN8LEsS9v0vI3SBm6s
+JtxKM9ANpyDof7UsPrswlCES6MaRYjD+ok0/p1H4gOAa6TzSdljeZ0IWyU0p9Ya9mhyJhtkIvvr
qAfQWMmUkn4/PMyKVVyH8TimrLd4fatMuhGH23FfaQ1AtDgy76LeQCZSQSXq40h03HugVKTT9MT3
Ag4a2JXF+gLyJAS+Ku17ALtc+3AhFtcqKVdmd5YFrS/so0JwrCEl001n/cLPoiAJF2E9IIYbMWWy
PRlaflNyXvZYhHnquU8aHc2yqTAZGi9VVgD+9OcJTuh1EnLmOtXQ/ximPP7GYdOO53grTmdQfTmR
jQEY2uXk9dlvl8d4UZ5uvhS+iosuQiGwo07xR33ca0quwAwpJjugkHVLJ6E8cet6b63QSP6JqqJu
udizQtd2mG0K4x5D+9HN4i5xgjSF3D8GJwVcZ3DP4bnMa8GdmjulVMuMxfdD8C2XJ52xtCY0nLwp
C/j7OrLmGarlihBcQoYR3BgS/ZbvcdHLVn4iMMwjLJ7AmKWjkBfgfgkI6XAFJZagDeTc475OQPgj
8IU/s++jaipM/F8E4R8TMc9om07pqXP0OCkBAAI5XEPBb9boXpw5NOsmLWiTaa9xnbHVNEWOSu9L
LkUqAw/S7+9L+sOQm+GiA/NdCsqVelJ1hjGKewsijxHK5WclVZqzoYd1/vG2fCfsw9KaaU0kXdw6
lUUe0qZ1PRVJou0nsB+fPQsQQmSZbJ2yhMVld8j1nuUCwAk70xP0SK3JGmTXL2IQSGVt3H/8OMdn
3QyAp+jL96UcuGQ2ZkjWVriigQjGLxD4nIpyrlmeiLDHHxNCEDgyKlxzwWa5kjPZCstSLrU9burx
usf1zI5kNTqTGqwQYwxRT5Qh3nkpk5KINmdhSPct0Q0U4BHb8Ct1L6LcY/cZpa8qt5r1x1P3zltx
WgJMszjF51774e5oi7qiQl7r+6zSsl0M7WXb+kqw4fYwAGwQxd+FYhEO5sI18Pf5Qy11tL26TKZR
HfU9rRTJSclmV63YU5j2E2vblOMpYvbx7ofmAxaL7gwKl/z38P3SzEf9QQqMvWQBQ/Lgn8N8aYQz
v6TMJk1V7UyZaWwmIfj+8cS+fp/DuMNp/Io9RFdWJQYejqwH+CQrFTOLD1b/Q1VJpX0hqVZaK3xm
iuvbgn6/G9Ym+HoxgX5TRLpLS1ddIYcwXkmBljhWpDzXJIc2mtPZ3kS0eO01hmqHhpadWN6v2Kjl
84JyRtGCiEVTfBEn6xgjr6FVjH2ZCNlKhxjkGG0dPXo52mxij0Kk5fWhyyVrvMjrrOBO7IcrqSkE
tzb0wg7g2ztxD6ro44k83gfAP4BjzPUKWjpLHIjXMR2aP/i3ngzsffQb2YkQpTx1ShwfVJDNCUjI
rTAGji6Hnws8Wa9FdK9vBeqRe6ssBe7fQ2shPFM0/VM+eOreKCkaOBPdFHMd+QgIOWEoSTn6flUf
21xf8uuE0w7OVRCazxhOtfLOxBJpm0W+tQmiCOyb6UHDtoci9HvqXXU5uaNmNfux1PAO0zOu17ao
RZWKE5yW3qMlPp3relaliO8FFrwHIOfgk0V1WhlBFG8jy+rSR1BPE6IWbVnGdmLoyYpSTf5gtbD2
uyqIbzmd0++GH6rNFu2p7HNZqRbwliKUb73JMNZcZtInscyDCnEOb0hdnZd5AVsgYjqp5NOjrMSY
c9XNiKqE0lfVbijaylv1UimdAV6JvoeFFIkcbEnsO2aqViU6dXpxXrdV9KMkJUXGXPanhzKX9euo
bNMY4fhYuUpl1AU3hoHDDcLfQ+fbLdp6NHO8Ikg2SY//dxIkOuuqpLwKzmtoVnJSaBeCD0gb9Lna
41wS6bF0Yj0clcWpJZDfsxoAeVE2Uw6XQzMihmokTXgbNWjOW3ovu0pqNF9qVUC8RemaXWUIyiov
aXJNiMadSNGOwxbDv1br6GvRyVxkDuGE/4zqYfuTxcqXdAigqQSx7hh9qFN6Ndob2iUTNpxomH68
2+Z/+CAKIKZKjgRQnCsMasuL99ZDHGlaUAO3NHOqyyE3OrcKdGkXUQxba17kX5LzCye2+HE6oZGZ
c3qz9cAkcFs9nG0hYV+yn+Tbpk3zC0+jltqnwuCm9NzPSvK2cy2PvXWB4RhNginDOzvOLqDnlieO
p9fEZfH+4CIQlgXXiUjCsvTRVLLU8yzq7RToIOqG1tSEVSRr/fVgjtKVFAVUe71cLBRbV/0W0FKn
PSo13geQRcsO1fwqr887bkf9ussy9aqyeuSbsnQSe7cgUUJZssBGw+ksL1v3kV8DBEafx0Zdr/VX
gElV/MNz1TqLudmQlk5I7LuSlBVoklETz5yoAlEPXrpEn9A3Gk6wj1fAUUbARyAU8j94giGUs7gd
6E1U9RV5zq1FnRb0mZU6kCSnNTaz2Qrfj9D9eLyjpT5X0F7raLRXwWvMz/OmBuSjtY0jZKTc1noV
X2JmpEA79szkcynmn+JKlB/LvNcecT2sTxATjk6WeWQUBuc+NSf0svlUKUJd49Su3PbVoNqJIiQO
oJtT59c7i5vuFiWSOTWdK++LCU2tdOjlolRuw9HPd6GVYI6ppdE2jRODo2zy0fuToyuJj/tVG+Mv
ZqOGZyhTnxJ2O7r28brgFOBzgMFRaNAeTnRSqG0U+q1yC19i/CT2Wb61Cpp8QSP49x9/0/dm9u1Q
i6yL3C5VVSLnbWpSnBwKIXXIkPrVx6McxWhARUBuoKZi40Clcn6KNysnNCQRhaVWvw1GRVrHYpie
gXhX8OIcs21bFNLOlxU8tcR2uhxjSToRKo/LfACaqHWDPwDrz3wuUoZQ7Tn2dU+9LdTBXEVmugkD
DMrVpjwHjfvYZeJVPXVnuVpdd0Z4avR5Dg8jFcgdUncu1ZpOW30xx11vCNgjB9rtNA3TZRtLyh4V
3eCyi5vJrUJwotBsq5dYEdOvVZJ8zvJwFq6tolOJ43wkLB6EPHcmifEZKPovjozaao3JqFLhVqy4
SNiS0dPJRpSlua742Y2eYgdrl9lQKI6JtN2P3m+3DUEWGmlfj87UFKHklpMVPX+8PI42njpXJmF2
cazI4M6W36eOfcDjQMP2cjv6m0HULkx/VLaGmis5fjnpuEO6t77RYrAzZZQK1CPi7Kn2lfDUdlhu
PehPcOkoAlCdI8tcAsQkowoDnWrzPivkMnDrUSjilRyQxFtxGWcOJBl6FRr6J9OFVQiAyIu0RLjN
V63mi8nveu6AHPsIeq2VFHdSzGRugPVquKomFJlsUa11wiboZuREsym78IykN+wqj4VtlajatxIS
wQWdhb6CCBrWjyZnaWvDfyl6G43y7lltJ/XBEovwosxFegsKFyfLyTPofk5azbWzyI+He1MZGzDK
UXqOU6CGqFaUyTbZWyG7FVcZAemSYhqcZkqyiDoL7V5bGtLwlBvVERBqvlCRMkDRBN16rP4j+k0m
9UUZ3/lqXMlnwwTmxm4CH2XHsDNr2Sbexy9dLCefPEGuqdxNcXMnN62yJf9OnkMpUkFYUyymbBhZ
fuAgwEsVQ8Jt58eJdTjHgbcbhGfFWAQkAQR38ErLq0UyaXmdRjwrrFyELGMzaZyuK6VNqojtRpWD
/CyQ8nQjR1V8N86ClYAvOlfq49ih/nlKSUVabli8W+i6AD2ZGSWcf4tsC2XdcKxKQb4TMA9BJH1L
cXol6V8Dk5JGra9nDZdcf0ql6EqbmLm826pD/JsJNg8BhQJvVdRx4Iq8inS8Cd7Iq2it5sniXZK3
uqPjuOmI06hvOjLvXVqLpV0UQf+1RxMa5c4TOccRUokEl/qnNfPiOJWJoIdHR9M2mmfoqXE3yTdh
cllL1zldWVNpXfQp3dlHTUWSN4pu9cbCuO3LCFFNUQvH1y5TMtLKXKmZZFvyQ5RFGzGtTpxsR0fL
6/MBlvz1fEsHtMHsByGWEuMOaOwmXZln3cq0h1Vg7z9em8sjdB4HdQoaGaxO6nmLeVD7YsAviHmI
bdlBCsXp7N5lC52Y76NQvBxnkeSFild0vc77iI5k107gogLpriIbbMjPdfVvB0Z19X/8O3/+lheo
rPj49h3+8T8uw29k2fmP5t/nX/vXX1v8reviJbtrqpeX5vKpWP7Ng1/k3/81vvvUPB38YZU1YTPu
25dqvH2pOdReB/Ff8vlv/ld/+MfL67/yaSxe/vmPbznclflf88M8+8evH519/+c/aHC/+bjzv//r
h1dPKb93h6rpH6u2bp5Qhq6PfvHlqW7++Q9Bl/+cgxFfmvhJ6jQTjvuXnz9S/kTuF14Clz9a6dRb
/vFHlldN8M9/SMafCFZQxqaIj5vAKzkG/adfP6I6CWAJGOwMLiEP+WsKbn4GwZ9fhyn59ec/sja9
AYXR1LzTvBD+jpUzh/CVOSYh8DR3hl/BmG/CQhrSmaC3LrlF6Rmo5nuOOkAX9pttZrWdU2uRG+5G
TGEeEsxkwUrqd7Lmu7Kaii5irMir9uoXqTejNYWNZx+37w06RjdSL9pNm2MMYuR3sqeIG1Du+7xH
jIa+jvM677+1BD9cXAeL8rp7qZq2evmDVVj/sW6z73zAPPtvsCApyX24IMHkNH/YT6yg//OfyUs6
vl2Tr7/795oEffjTnHVGNcwGZn+tSflPWqzzcfVztc5b4O81CSyXZi+kNxnxXZkf/b0mX1finJfD
/AVX+Dtr8tVSfLEmRRqdOJHxEHjNLC5OdYXxgtBSARrFQEX7a2zsoRFQIok+K2W2EX15UzbGixV5
n3SkEOwUCu6qqoad0TYW2PPwk3dhVqa1VkfrSx/JhptZCq3hSJo9L+4bER9A3M4urUSzDaSpnLDh
nt91AKuQjCGLk4RuYwxGaWfRgN+eMqTn4hTvYk/4/j8r971QiuLmLIHzb39FqveD6eUTa/flIAb/
+sW/Fi4RE0o7sAMy69c1+PfCVf6k5QBpiUY54Ih5Cf5r4Zp/ApSAUqfOqJf51/5euPwIwCkoXAQx
ubVov7NuF26icyzlTMdve4byoGm6JEI0eR5Eo6cqbp/6GLaARbQtrbzXQlvNi/vGBy/v5dmnNhsp
TUW+CrWSKyLKeq0j6NEDx0zvzNTjE8nAa/HycD/RSaMtQzOWfgPEu8Pkq0/KQcy0TnGLGB5jU3fZ
VqtEUFTjc1AWwkpMvK9C00jAPAFrFljOZgZWc0mOTLs4nhkJ2rqQoHGb/CxJFSQb7jB14l9a/pRc
GDio2krradTcTCzsvNo1eiNZaXFXOlUF2cb1Y5XWiok2mhGruVMPwUauRxuGIvDFYhpXeNCdF1Pw
y9Ptt86F/2Jq8t/2TMCxaa6ZfrCzXk+FS3ZWmP3xv9bVU/bt5X+/PRl+/Qt/bTHyFYpVMDAw+vqZ
XvzrbGCLzTdaEgVCMyAyjo2/zgbzT4m6PRktDEiykxni8NfZwBYjYYFGQ/Y/4/zN39ljc368WMpQ
gOjScjxQhFkq58dDXONJIiou0Cp5m5d0+ANlEldKFp7qUL3W55ZjzRoaAHwQAqATeLhtFG2ypCGy
EP6pJzQNsKIAmu7KcaA6uDI4fm+MdtYhZlrpVgYl1w7GIVkjboObhKiom+ZHKPratoknC3WzBn+i
MHBxdbww4tMe6OrxxOCuMWMfuGdBWp8n7k0eB77OqDs+nlvnxr0fT/Gr4cKFaQaXOfZbQwFOtWQD
I7QpuEa5FcUx20QDZAvMn0UbY7eOSERbp1TM5zgsP1FCMZyiEZzUKGfX6VZxZTMqOSGBj+Sxsh7C
rtn4gbFDAWewVaFgz/eZ6UZXclNTYvGLlW9WpYOLpOFoKVQcSY52phidV0jCKGH4PTA9cPPWsPE0
4ZNZejvNy7XV/5yw752w844A3UczGTweqDSuBh9Fhau8+kFv8I+zOnnKSFp+XojmW8+7/9DP4MAZ
8ieoc7Q8gbyAkvj7LvP6k/kOweEMour1lvMrNAiyyS9xxSECAAeAu8fS/RUbcBXm1KZdj5EetA/U
sn8nNhxeZWawweu/RBiii8guWJRZEtM31d4rg4d2N1Z2YtdfphNdwmWZ4GgIwtzbXdZISlNJE0O4
5mf/qfuSUGhmJBSVphPlmsNAd/Qy5iIHTgy0eiwU5R7yVbW9OSV4/f6LQFvhMyIXDnf98EX8rM1i
NeiDh94BpNVeTQ/eWvxUXIXrN6vqvfvlPCN/B9Ff7/FmoDluvYlLKqjtqJCHAH6ug+VLOtnGuqKS
8xyszzpb2Wm7Zlecezek3nZ7NrrVlbKi3aa75jo+0918nVpr6ZSl+CJTO36qRbRMosHX8XgNHnBB
xXUu3q7zF2vVrptV71ZPw333lQaVfgovtiQ6/Vw+byZjkYgFlScDS2FYcSe51afhbLrA6ld4qD93
59LOs+ubusN81c52O+PTxx/i3VcGhDgnyPQxjjrcWKNHtDqb4EH6lnXIq9n519xpH83AVj8BrVKv
4zXSuhoMouePRybuHK2AtwMvtqUlV3IlSvNSG1cGBd/Knu6//a41zOvUvh1lsTNrpQtIy7vgQa9s
I7SLRwqaEiCOcB4QX8k2sCFedcqJbfoqRb9c32QkXJe5r9L2kA/XNypbkZlJVgCvZFVldbP2/XGC
QYX4bkF9x1Z7RXS4uOxTLUqccThTxK62KfA35wbikQ5X3ZLeSFs5YjDkl4mkXllNHLvxQC1SqL4K
mXkfp/h2pF7q2aE0bDJZ+JGPRrA1csOypU4I14Miu8hAPkzjVK8kBDzdjz/hEqv0a3b/fstFuMgA
dI2DKOMwsxGumxv/crgNHenKt7v78Vl6RIjqBIF2WTM/GnERNwDwjF0nT8GDcqeaDpgfwVZX6Yqa
8TXiCeYXhK4+fsdF1eFnTHj7JRcxwRtBc1alFDyUq/Sp3Hqr0XTa1bBOLkQkVB3RWnU3CCy56Qrw
wOhAr639lWU6XbwNkXf27X4bbJKzepvQlrTja8GVz72f2cxBrfVtuW7eK0erDbgGyTeRm2LM4Wqb
EMrAO5VnrC6mc+sK/tPXj2fh9S64HAHFIc6EWY3yyApwRKFPUaswfIAn5uibqrMv49v8tvreFPZE
vVpYfetpNH02H6fzwB2vmwfJt4VV+LU5H9vLxlzrZ+ONfEdx0C6c8cF3vdVA2dm3jTNhLd3hr7YV
Ddt7iRzrEYzS9woDOmm1F93ypv0e38DMs/vz0Ua6Wrb9mye6YD+Lhf/PKXzFr330hou1nAR4JjeB
EDxodrsKzjo3uxbsaV06Of60rrjqb0XVjnfBnXmm4kO3nhyQIG66Vp91u3KCr6Lt8d/yLlihnuu2
Jx5vCWN8XfhvP8DiE4/jOGWq5AUP4ya6GHdi4NT38bbddFvIKwYy581m2Ek78SLYKTfWRXGSbDAP
8NH8LPZB1hW9CLkyfIAKfKHugsfEnba5U53jVOZ8MraRO5ybbuw8VLvatZx5UZQ75PV29WWwrs4h
/DzfPH0b9skqXCdO5Hxpnc5VHs2U2QJ3E13mD/JtfU6BuLiEqHhiG8tzwD16fBiXM7aWvGYJUgjk
OBRwFAwfGheS/1klu/rG+qat8f5cR2tjRUwuVvodMNjr8HvjNJ9998fHe+jd2DXTq2ZTQbgFS2Sn
HPjCaOpR+BDey/fyi3Crftfh5+4wtYsnV03pGwO3OvHiy5bPz4XzZtRFcjGhPqgpWRo+ROviWtsK
9k190WyCXX9+agudHGo+8t8kdVVhFJYnMFR8lTV2ClHc9tbhWbbyrgicp5hVr7JQR5/0zZstMohS
sWaoZxY+qBtvN7ix6115TuMOF4NLQLoanoXV+Cie1S7pow1v/y52DTd8OPFV38tk337VRYaBhk8y
oQ0dPrApN/2m2E6b5Dm4Dp6tK3+nrVC6ucQPILr0rkRi5+bj0ZeiGD+/LoVPaDnc7VBJPpzyLMnw
svOYg3Y1uYkbXSdueJ64gSs4OGD/6B9LFyq3jYDXOUoojXtpOqJ/YonR739vc81aTWAWqegupWXH
1vKLXGUOvpw9p3Zof7m7fL5fh1dUyl1WXO1057n9fHb5bNjnGKPZkps6K9le7Tbgle2bM9VJnWvZ
EZ10l9pf9M3X2o7W6eYTMSRY365i5/9S92XLleNIsr/SP4A27svjgMtZpKMltaSUL7RMSUmQIAku
IAnw68dP9p0eiVUaWfPtWpdZl6VV4oBARCCA8HDfX7I45RTMa/HhJnHwfRP99ZindzW9zg44haP0
IgIwPx6oTU85fmKgP25Pfnohdj9uOb1e8HddmvrUjZ2dQW9VXF2q9HQ9xXMyRFkcVTTa6fjmLb15
/vaS6OugpFaypAU9XRuRi6qsoBdT7B2vT07y455FNv3N8aWnxx9xR+8fO/z7Sx/r6Pq0UOdQ072g
9xXF71MztelTmh1IUv9ZADMF60eMUQeMutC36x8+Jncr4preXWn6evqx4BPiCxIn365pTy+rCNM+
xOnt8VHQmZ7wPa89LdKH/WueBpgcHovp/gGcddHrU5Y8/sgOIJGPblwcX1WEkrKIRHSNtTxbh7r4
hf0A1o3W+GaBYvPBpbenu3iKTwdJ73eK/tC7HxfRq4pt/NEPhY8yogVRE2d5iJkPu+sfuKkh5wqj
tI52C76QnyT95mFX9Y2HUQAzi+F3KcaXNHGopPz8Ly+JmyS7gEbqaEfRXXK8ApZ4d7hJFX3eP2Cq
drSbosNAb/A0Dru9/H51d1FFV/TmcoE5X+6PYUSiLk6Ol8fk22VAj2H81NGL/Ujv+uTgJpf4kQiZ
Fo0ymNfvn0E8RMhIocxBd88OdWBxN3kijwFFeD+N9KqhyR58/9hcKxqjqzuL7lHcf11SFwtqH19Y
vJtTcrSP1Ep/0qsHHfP7nP5gUb3zsHDJN/xfS4/5ee9K+hhS1JRoEzH84eWbHyXHdpddJEczOs/s
TURpbMDYpsi7vrrED2GeURudros4+Z3Ex93bOdFJrl5PY3Qck5A+IKDhXf0maZLd2xJBhiE5jcdb
HZ2meEoBTUllvOd0f7Ixf+v4CO/WMKvT9f0UpzrSSR8/PJ6uXfq09+ERUxzsjF2yl7FPH08Xt5g5
j5GRJW3UUE0vxuT6kcdUxL9tevf0Cks+u5FPf9dxsn94jJKbo4YBXu2esXw1/f24f5opVlfjce/n
Jdpn6dVzHj3rVCXHBFj6OKBLMiUAI8XgqLjIKM52/G/XUCRx6R6L3R4ZzWOMeh5vjMLYjcl5Qg/J
A2Ynk2MW3d0+/ZrphYoHLIhP4XnpQPvD/aOBHfN2AZbw1o+rB7QJ7Nur/thEx6+0wv+grf9y0ryL
b6snX4sEXuF0iG8+wssTuXha4l+nAVbziJ2Cwx5YdHIiC0svol/3O5nUhxc8G3SH7wG9POeuU9Kl
dnS3LSsEWyauuHjcBf3qx/DflpnpEoIqvHFsDkaSF1G2a4G+pNVdmUL8KZ6vvX0gaJPYUQOD+79P
nz9UiX9Zl3c/vzqBQxYyz2mGc05o3f4QV+rgIw7uisS+yvbetZe2R379VQPY3112AOICLz7KaeeW
no/fbDAOZJk9F9+HvmgT5oJJ1ypx2TC7nw04iQHVbkWUq97/6pXvfJauvxb0woBG4D4PSddzivku
vakBop1Ngh+ek+Vg/A5+O8/zk/WEG0l78m/wVP2vnP8/qlP9F4Ak/c+q+Nn8gwKc8HP8h/j9j7sz
tmSQxcvw/wE64Zwlfl6G+q8+P78xNz/fvzWf/8r/qzu59j/BEgCNODRSgjjw3dsylJn+idoqeOXw
h0ARokz777oTscx/olYF7mnTOOuLG2dOzP95XHbdfwJkhZowuLLRO/kfVnc/pj74IZR1kfSscXNO
N4pMZKxK8mr8voT6VzY+vluIm38Z1vtL/ScjrzFnUDwzpDNiZLyug1dcUfR2fuG4nw298tcCmlYg
WbF5okP/BjyhN5Vpk41jr9yyHX0wHPCMJ8ZsLycQhakIbydfIQY/m/nqFpOZpj+giZknJnRWBPoh
iq+wfp+NvLrXitIolQ5MniyqmY5LY4wQ3dbh3bbNPP/qu5hhZf0yN76oknYGa2rhlEvsEef7tsFX
yT9ejP0ZRTaeoI/L2+eN/Dkb/Cuuw8/WZRXtFpA94VHaqBJ7ADVTvlwWfb7fNu/Vceo2CiSEhqyS
KtyFA6LfRs9ZF0e4blvc/nky5IN1NbjN+GKXhaH+FZc/fSr6ZEXWDSRZAEbashjBcKTtA6CD99z1
Nw69cky/mzvAMpsK3QujuhDlaJ6ygPxHncz/DlXuyjNd6Ttjr7EszHrpgHHy8q9IEz5bkbVXel6m
/BJiERVapCDUh6YLAuDVJitZM3sW08AHR/g8KdruOrOmfO+26qtmnE9m7qxMBQ0dXckKWSbD6ACw
PzqvdjZtnPj5N9/5PMhgRDuYqHv3WlcvS1/nh6G0wsO2ZVk5vVM5HBwVA6rqTwuaQP8zZqP/NZKV
u2egF9FFiWHnoW0AUuogL72YX7xTf7Laa8hEYwde5zewwFyVuz6fLVpPauvMV1s5cfQ+d0Vfgbwc
9GGVKrJoDsZu23KvCV1YU2VLPuPgCcIKwSqAPKzv9NssZS1Nu9T1MufDUqEAVtRoOvdwDfOl3Dj1
ld97IHSqF4jLJW15OYz3ov0iIf5kN52V1wPK3gDtofGQa02nOqtK9Bi3XzSAfjb26jT27IUZ4eJA
k9OxD4LX9U8mXPuLasZng5///J1jdl4AybsZgp+l5/EfvWcMnEIlpUk3eea6Z3epjaIrHK9MsqFI
wR/t7LVJ1G7b4Cv/rATo+nMDC2NVlYgzt+H7yZMbz5+19laJtnuJZqIs7nso6DlzZE2vm+a9Jrlp
INBBKhYUSdAaMWQ+fzCz/KqT5pP9XIt2mZnrd4vdlQkQUCBj6Id97ddtvG3iK++Rky9132PifM6P
tQ1qxAqk2dvGXnkQqBSa2nIx8RLDGnbzMNT1zbahVw7UKFDhQKS5THpf+gdp+0ejV/42C/9TK33n
QBzQCKcfMHgNGgrXjXtn46xXh5oanAFKCRgYYlgQe0OA9XzAsrctycp1hlKA68tjMJOOONEA0obE
C/XDtsFXuWyVkbbhY10mXlk51S4zQ+0++wIEvtuytzXqHYAf2ULSsUwYECkB+c56e9turrshISIy
QqEHIwuijzJvTWD+lvtNy3LGhL4PtS0EtsbJX1hS1vNZjhlkAm23LVn+w1X2zgqF4YPTjwE1NNnK
+1Ya6sFxc+sLIstPYsqfxph3g2dNVxQ2CM2S3AQpFpG49xjzsO3kPLdKvF+V0JIE8gQ1w23wrc8P
oLDdttrnj3k36cFmVQeuA5ZkswFEAkGXKt9mfn8pMMkKV0po9CVgHZjRVY1e5m1u+adi+27SFtjk
St1VLDGKALWGpgF9CvvqifKzbVy5ZdZyTFu6LCkkB00FGUIKkdhtScq6g78heKcqTAzeFs8hwxsk
M7albH9QAO/WhBgtCFRth8H6VED71gzxXGCKbba9pvcwSsNt5wCjZ3l7CQe6taT4Ci/zyYL/eSp+
N3PZzzkZCZwSVN04lNHSMPKNm7kmVKuCwpzH+mwplSWSIJePQx4G23znD0Du3cTnqagtK8fgvkQl
yN1ZYuM9cI3KGV3o+y4aZjKXkJAJjZmO6BHfFgT/gA3eTRsq045kE9a7DjqQmdYCbNYhmTfa4erI
RAcfKTWxoHCrJwDUZ6DZwaE+bctl/+AI3s3dnaZxUgFGF8Z8VfH5rVvIVxr0n9nh6jZYZj3IphlC
YU8ChwKHAWzFkG1b9HNn5vs46+TBPIHQnSVeZ5UxiItkZNYd2+aeax0nq8/H3NCYekDAbtXeeO3T
puPBWKWyfR2A4Tr3WWIXBFCEGQx90xwEG0dfJbMEpColZwJRBfz8rMpAdL8tTV5TRuZiht4O2LCg
v1DGut9Xy1dw6k+sxDj/+TsL7CHUPHchRq6JYJTZv9SIF6xtq73KZdHtoityPtf43Jsx024D2Yj6
P+LM+fczzZpLo+0CSIiIAa4Dklk6LagDo11y48xXhyYbKq9mBLrWQl4WeldP29IeY+WTvoUW5mkZ
WSKFvgRd5WmZki1rjXaBj/to9MGiglBixqDOz+mw6YBH58LHYRuwmQ1s6JE9BOrgmfLCzli8bcYr
Xww72YCKboIvLt6xnk+2Lr7AyP69TaPl4+OkK20bs3Jw3HRguPvG7OHhjObfFJuCtSqjqvuc+6Ag
x0I7d31wQlv4pvCBot3HaSuQJMnewUHm6Pt8TBq2yeiCcOWGZgU1iX6AG5qO+aLB0rYs9rbUFbCr
j3OWoZdLWcPsVJuNOyicdmDjC7/CVX22kSs3RJMoHwx1NmpB+mSxRBYH41dcb58NvvJFkOfZWnQN
Bs+b9qcftOYlcxcybAohaDz6uDJV6PVTGWL4sVsCOjG1Q3+rven4RePQx8HbHFrNnUD+6vK++75k
YCxJQcLnqm0edG6Ven8q5IbBSZm3yB2q8pabAKUGer/J7dc9wGLyWTUN8J+6Nves0k1U1HzbCzgE
fz/OG0LLk9/PZ+esd76jr7VqNx036Gf4OLIubbdAJz6iVRPsebN0OwOqxpveH9Cc9nFwiGGA5cZG
lNXSanUKnWI9UL8c1VZjXLkpRL81bmn4gZ440Ouoxteys5xv23Z05aUQpGxtazYQt8x71weJrdpW
60Z73Md1GbPKmtFph+SbAW9nZ0PkhbWxzUH9lYP6nQAOWmHwahZ7Bg518hUj2ieR5a99dpbEUybC
Fg+GmyogwDlCqDbetNr+yjX9c19v1kAMZgrldDkaRnPZod6zLY3wV0enB+YHXkPD96z7CZjs5DQH
fVYu2Db3lXvyxkTHTi+9NJ/aehf2cjlkMv8KCvzZsq9c1PdbqUxZIBJmM+TCoGiUMK9UG+e+9lES
LHoOey/l4TDu+3wxU4Vr/raA7q8c1ICoQNg3nXfW8qmvQjcHhlmXcuPcVx7agL5UZ1nupYyjy9m1
h2pHmPmVuZ9t439RYf+Tif+FOKvBQde4aJ5L61KULz7I/27KwV6o6DoIibaFty0Er+FAHmdKtuAR
Sv2sNy9weqPRpMizbX611nUQmllq1gJfEXrNbed09oFX4VckY5/Y5pnr4/2BaiBn7NTSeqkc1Xjr
kk7twUKvbjb51Z+epXeXuAI5HxQ4Gi+F2KUXlZMMnmpnHDeu+8pr+3phio8VaNjACronnNk3Uyfl
7ba5r722rkNpSViP4BbgmQZHt4Tlkm2JjLfyWtIQu4NCx9k2R6A/W69bToZ0ycbJr912gFKbJhge
zPIi7UgAPD+6rLedUN7KbX1TgxK4gNHMHbvtiKov2ymYt93svNXZWtl4OSxz7Cov6uJoD67aZwYo
Gzft6hohBMauOmxyxDPXUd29KxrrNxOFv3H0VfpbTHkBhTQsjAI9c5wZvtiPyPq22cwaJRQa4LMW
52hZB1qmahZoa/MWb7dtZVYnbG1rXrM5c9N8HNlOBZWTTIHBD9tGX/mqA7weqNpxwsqSWykIL2Qy
OPVGg3RXvlrMeJAfGcHc3U7F0pihLea520BrYDr/GCM93nVD6dewGXey9kjHgmixNN+WY681gtTS
eUMwGnCmYhivmZvnYC01v2rF+iS+r3E9NQgfAEaavRSc1N864jrHsXG8bVemdVPRCGrx1ponLwUN
5Csf2vBgy/KrBvFPZr6G9eR1UDFjCdwUmnFenNt83DFCtmFhgVH+uKf22BUL95SX6sZgPzqnsnel
3xabSnLAPn8cnTslJDhr20sheUJ2deb4R7Bno5N9kzOt4T0NI2Fbgsc2Bam+jjIwzULLQNXbXNVZ
uWrmgdLfbCDfaJU1+r0a7UXBUmbbwoyzclXI+7SlbcFVHV6TuwxA09hsg/CrpsrPrGblq4E/Omqy
YZI9StsXJciFIqNW07ZseC1nZlWhrBWHN3WFBfWJmhcpCZjzhTudF/hv8tU1xCcorULUruWlIxsG
qoZuuOCumg5cdEG8zXJWh6vyWb1kLUIZmML1U2sa/W1Yh7r4wjA/+YI1lKhAKwgq8/iCPhQQTs+q
JsIjFoy/81v1xW98ssNrSBFrvQBG47mp3SrvEDKSP+EYn182LdBaTqKZisbEP27qBWOxb83C3w1o
29+2/Pb6jPXLwiKT46bLEpQ71TsQpZ+8bNtJstZ/sXJMHMcedFfzwsclMPN3wAVU296X18iiyuUj
LpgwHQZZssQZrCIBmNva5ln2ym9dZpBOOoubao/NSQOiPfAtd+HG0a2P8Rh8acwbFtzAyZDXe1H0
GV3cdtmWbJ9ZCt/fodi5j8UvKj/VLmIlEIXBHnQV2wphwRpdZEpoCeUlsj5D1u0rBCa8izlv9P0m
e18jjKTLs8lskfVJ27ISi8zhHnx0/raMdY0xmowOgY8g2y4l2KpjUvr9G3R+rW0IQPQ2f1x55Xv9
7GqMP2htOTSAQs8umxxISG9bnZW/KpDPNw1UpVLAMeT3wBiKy6UCyff/Pfp5ln8T79dYIyBdp8I7
W+Vg8ymH5vMEpelQhNe1XYC0ng8LHVGq/Epr75PA+adZ/91lfEKFAoyq3E9tlINjSJ+3V+iWK7dd
9dcoJFzalqDJ8ECXV1D3tEqHReDnc5L/e6k+m/vKgT01e8pokSRrABIecKr3FMgN527b6CsHdmEw
2lHIpwZjni5QVZTp0stt8EAw8H40UvBA91zlrpd6QMj8S/YGlCVFb2fb6mhrSJKJonuVI/Sk0IdZ
Hscgc373YbDxDWcNSeKNPU8TVHAg5KfU3QSKk2tnyKsvfOCTjV2DkqBqZXEfzbvpYJnyBmqbZuTX
ldh2Iq5hSaByJ4w0gw/d81lkhywwxZ2EoZJtZrlGJhF0d7WGBaIztx9DmqEBLiUa+c4ms1yjk8rO
GQOnFWE6DCUEwKrauAwH7j9tG3114jrchUoeA9dyMKChjox++JD37bztbW7NrjUYaIk0RztMfacr
D62Gen3eqmlbsFnDk5pMLGNAvBDU5WCihdBK/cKgvva2bWVWDqvRFxBOo4V1hxzrIwBhsqYlwJvf
Ng2/hih5PuNhAR26lECJQ8YudKt4FGah3vaAtgYpuUYDnt5AZCkIicyT4DKkhtHb20x+jVRy7XGW
FiRp08oFpVlnzFks3FLG29ZmdeCKwg2Fg77h1OaS0LE2yL6VVbhx5d2PkbgY7KJCt3J2fo6uLmbJ
7CPAKXKbu64RS3WFtrKc91nKWuTGYOiyr2QzOhsxB8bKX4uzxnHApiyF6oyREJuUP+umlr+2Lfzq
gO3tQeej1ZC0mAEn9KbSSt0J9cdto68OWF+FIsODBUlZWJsPni2quJ3Z8Lpt9JW/Li2Um5AckzSr
tUrGwMx2syTmpm0FTfhHo6kb0pdDWGVpPlRVRHrNb3yb2y9b5o7Gj4+jayW4OhfZ0squrBMzSXeP
K/pXrKF/f7pCxeXj6IvBaumNmqRTN6knS+X8mPnGsumhCHIEH0d3fPCD8rHN0mZZrHRuy6siq8Wm
dyKoHnwcHGI+ZjeIOUt9l7SJqVVG1cLYpigG1aHV6JPXtIRPJHUmt02A+S93s9VvAx/5a2ATVDPG
3F1ckkoIJS2QZWy7Ozvz2m0x+C+CuXktUSnNbdDy+dwG4GOeWzOyxsLY5FD+WjCthECw2TmYf21I
KO3aQfbddopio0Ot3JW7Y6MGhlAzQlvpgmldHpxcfXWp+sTk1/AmnNOWrwMXUViP1cFC8/Aj9+b6
qxvh2bb/emfDNf6j4bQtbmpazCQN2OjmEJJVxg5dbmPKO7CeUE94/hJtCg1rrBMgbEFVO4qkevBn
KnLbQoOR+ErE8rN1WjlvITyjKvIFIdlW9tFwcof2uKNvSv/8Nd6pAJYqJHWe74bZnZ2jAeG5B4GH
kT7dtjYr/2Wh0FIFRreTo5mlYJWe92U7bIwOa9iTJJYjal8MO8HzKh71xBu6iGL5vW3yq7PWGSF6
bKIBfeeHqo8lc4e4ZrzcFtqC1VlbMk28wqrJzhmRXTJRzZDsc7d1dkEw/KP9ZywkGbHdbOfqZmK4
5xPvzYHC+6YHI3+NfTLQdMAGLvM9t4gBav4GZXGP92qj1a8RUNPQCZEFoMnwW8egkzWNl7Ll+Tar
XEOgFjuEFrFh9fthlA6J2ypvQSbC6m3tyyDI+bj4fGzsmo9Bt585BL7bALvagK9km+GcBYTeP2N2
oFUyMg7dg7YE6wfwA+0tt+W86fkY6kAfRxd8nGGXiuyLrv2uZ7d5q/x5eN7kUf4qN+6DqZzrom4P
k+1UP1yzbF9b2XwF3oRUKSb5N1F/jYLio2FpxxrbA9MQub5w8VqUmTtfguq3udQWG0mIBp+hhBhK
IHznBLUWEuws09bZ2wyZpHOBrikhbUmNQbRjSRlZiDwRx2+mJiJc237qe4SVv7pm1jWFhKrSNiW6
9qwjEyNvIT+4ZKGRlsVk819E2S36wqBUOZvP/vmvgO3YLrrlm6d0Xx2bLCzqk8/8sjm6edDmz2Mz
diPYtcWg+juj68aqjbiW0ikpPiLLfxFrNvOMcsMS5SuZiYTilwpHlT9kms3dRB2HMBid0H12LUyn
VJe1VIvXR4M5BTI2nZpn39oJRBIngbotxCZKYEbLbz6Ev02I5ancUH6sW+32j1XfV2yHnoOmPYQB
lKNpLqd6EvFkVFWN72fj0h0WaK+jacAgrHuy2spurgJhhl0Rzb3jyUsRTlZXR/OsguC1dlqzu/KZ
2xlPtawmy4gnsy5w+xKgsvH7qAG5a46PlQHX42HCmF0XD13gmL+WynBZR+cAks2gPrZVBh5QYJYt
X0C4EKlij6edbIIqRjZn4qrUjXRv+9wdMAJEr4kFfkcwhrsashk4iq7LoeHlVWgtUwXVUtto8UGZ
I3QqBxP3ziUIiuoWCmwthLJwwItlx1ztDqdhtKuuAts5cAZ3S+hasopk6Ht5R1215O2eQQqJPNe2
1EMDcWyJch6dVN0ogTcQ5Z4lgoJ2HsYYeEa7nyO05GnbvtBlBbltaHlrudBMNb5b7sAqVUFRu1sG
4qIY0gSZB15wkPK2Pyd7mOeHsbAC9tBlbjf1YAYA300BiSNLgdCA2LnNDt4oXO9HMVhV+VsaPllA
Z5eTxWro5BH8tchjU6n2pcJXmTsN/diKQCeyzkwDEt4+fjdpQsDk4BOzGIPfxpAzu6RF2WXoTeyC
sSFPZJGjC5kWttjLCxQqNHmFfERVx+iikGAeLduwTux27lRz0Wh+djC/k6xL0E8uQhWzRkyhunAK
YZt9Whq+J5uEhEyC2t2FInLWxH5Q1PObhfeG8VtQ57oYYilk5kV8zJ891Qs/KQcZdNToDZh53/mF
fDEHrNFrVw5Wm2PxalMfG6Op/Us0sQ/Wt6BDvdOkuDdWt7XnFcfZ5AY48MLKeRXzJHgEiq/lxVoG
yKk42gftj5kv9w435/w1hwSAs8v9kPkLzW3FuuykKiH55Sy5duYxUk4W8vxpZDAqfnIWFlrFEYwz
CppUMw979n1AdHCgP1EqH8o1VubN4lididmhAiPKHGIwTqW9+btHjGF5U6Sf2gdvCIlfQhkWj8gG
HW1HLrcMdNZQzqlwMphNBJ1cXi4U0YOoDmLRKDO26YQ6fm/tfWMCw9UOrY7ekNEarEPdbzSHtXqm
OVhTZAsIOchTAiodHVgT9cey7J4hiwf0QqqQzFVhBAYhPgk6QL8wD+lCnA5SAIYGxdUT+KJ1+K23
mtl7tjWRuUXDqe4dzG2eZud3JXtb3BZsCLonJWph1tRRTjteZUZpqZ9zPpUVqNo0VHt3VeZOPRio
uhZMUdQYWV2Y6Zx7PmACXPc2ty75ZBqTSSun6ewp7oPMBo6gsshgPqlx1kbiO9xzfo8ElzAQx4s8
FFXqczz0p9AQHfqrbirHRkDEQE1gKkUhxL9jYGYwfmFbxzmjgQrcoqY4GubwBiqXlg+0lQAmBX/H
b9T8q7RFn8OaS2VABoHkjbLGHe9aSTqw/rRefu0xm3SxJd3FOBiFI3Fe+N4EYVrSzdmr5tXEbjm0
jcdrkXWutcPa5M5LFThQq0XbhBvkDzjoxxJMlJDzyifKhrqZD0HnLJ0Cnj2YQUOM+hBq4JF0psaa
I3+sxvzBCU0h90ZvDfPTAGXlBoSvbsH4nFRSdRKKzLMyptuxQ5w5DSWrzuQ5RmFGJtJJHufVEoJS
fBDCvPWZI0faVLqwwDrvzKr6TrLRW8QtcvuyAis0pBvK9kL77eInszm06gKVPuIa1LKaAdzqbW06
mmZ4G6sCWhtC17/cSjkFpDhCNuNxknW900KhhIG1h4OdIWfXpT/2CNlZppyfIB+rmjpeplKaM0Xv
Td96tLEwxvch8MPhuua8FM2OGSXjwa4xpz4wEjM3SXFhicYY9PUcQDy5icJBW/lyspcFe0U7U1Y9
AARSG5kRC4vUZR03Hja3ibr2fLmmcrFJe9vKYIDboTNTW12yzHjka6js3bwJrqtuzp8zIlykBKqX
lnoz8e1LRn3bKqdXZ55DgNLUYDYzrYhq5N6xgtmOcmJkc0fBJTgH34zRBHQ1D4diCqlbaVzpfxfZ
MukubVE5Ch8QAQ2roJNThCQ1LG8coR7gQfW6pE3DLP1Ld0vbX2QW18ax7Pxlvm+qZZhOjqGFNCLZ
8cK1kVssCAKgnoc/LuxBzQMMJLIG6Zt9ZLs2pDyhomHV6hFRvSQ/Rl/7FmSUrRo4hRxqXeytDKum
v++D0Rb5DtrjLDCjrvK68NI1uiD3onEUfBqiwmxFsdeNKowwDiezaSfaEUSnbzPxJ4Rkx+mc5sb2
Zm88ZKGS3u1icGPKwVlSuEsZWVLmzRD1WJMAtKS5DZQHUlKo+HGWC7QV+aZlV3dhI3CUU+EyV/4g
ap7yN/C5OkMLOHA9j5pOqMaXzyFvwRRDyVyV9ndzCkub0a4XuMDQLBgXIqhi4Hkyk2FpWg5/00gI
XTpVji4vXG/qvW8oztrhXbG4XSWxE5bZ4RHW64oGz1/QlICszpLz9hg4mVs+VsvoNi++BSlxTZ3G
VmZHqxCqhS+Fm+MYoFbhVcX3XOcZ9GHygCD3gY6Ym3WHemBlBupmG6jyx6HqCgMU2ZCmIFhAT0qY
VqYLP9+5BfJYKypA21kiDk4uMdHXAQ6YERkUtNJzCvnONjswNg5YQa6VeYmcwwke7QqxMW0X80z1
1SygiHvSwuY8VR0k1Tl1htrOnuslFMMtpuIiyGVjVZ9lBcRg3Xi1ExAaAplnUr9uRtBfh1yakCMA
9172TWSO6g+mqiorXRzsDxLuSYQP0meqR8vjkOtnyNn2fKSaEbuW1GSGcE5kgU/cGroE+Iy2Xbhw
QYvcc6sCIbaSIT5fixwCPkCPNXWDlMQpHJ7Y4ZD7bwMHgxlokaFHif++LlFg3bs1Tqnvi858/6jK
QLhPuYl48rIILNgt76U7XTNR29OVArCFHQGF8tFuh+vzHBxlM/Tyt9kuzZQYYC51RzqNJhP7bLLL
8Ym3oN24swFKZN+mmdijoAKNyvqRFwPv9qjHstmk0OzyxWNvoGb6utSB2ZiJ3U/Km6mFIuF8z8PO
QkI/5XPrHnRXzoW/r/OyQuNpwchYUzNrR/fNHHnp4nzlef04I4hgffAiV7hYA0Uy7AL8uesu1AIS
/Z8GwHu3Glct99IfSY/2ZjkaN0qMaDqxi74IH4qiKKc6wg2pd0+Eh5w/W2CXKq85HiGstC/hhz/z
oYNPRtzNQhddWWZoo4fSdN6mTJDwVoMhQOHyNBPD3TcGiHoOKEIH8l5UlmS/dNgH+HyEeq6v/bmp
anhbpWVzgnhDOVIrZ3PzZCukkRBG93zjULZ52132kOmxd9NYcH7vui2rOZ24tup91TqiQxQY7McR
aKz2esymie+GUhLS0cloAnLP2i633ngl53GHk69TtAGAzqQ4Fn1YpVlaQ2zIqTQue2fMwsembSoH
MTtw29gsxqB9UM1/c3dmy3IbV9Z+oYYDM5C3QA2oQ/JwlkjdIGRKwjwm5qfvD8f9t1mociGO/ruW
bIXDUigrE5l7XHstk3okp7zwCOTidAwV9DYh2UdFjh2l5z4Ly/Q4WI2SHQZ36JxPSiQn/akdIhPt
jmXMc0YRJpE/G/mSLZFXLFifL5OYJ8uvyrav8DZRKL3FTmX/RlXH2P4E114xZH5YOnkXHV3N7c1P
lOEseUqnIcMSjsgcpSdzQTHgXMvCdY5qLYdIHhhRNscjRA1x+Zbg0xmeHDfS7GMh+yg6pQYv9KlY
Sjs8WuaSkuw6ida8DYdMXclI+yrJ3iSFiYKpx5fMuos6d7170Ml38+cB8JW89PFCj9WO86qIvJ5f
aAdOGSX282Qxifi2UGmJHCxbSWt+LONfMHtH7qK+CVs7q35EduHKb72jNdp7LSeKJoFjRMl+H9Uy
a48tpM3DW3vU7fpihk2Hzdf6Qb0kZqtNb5kghYHCs9POFL9lVVJPJzdZhvJLxiuG1iFdtObcGiQ1
7+1BmjWhlZs68UDFSBfFuzwr9eV5sDnoEiEoBYGl9GLNkaksB+B8SQnJtzI7AtZN3Vb2lKv+Q8XW
2RT2rKLRlCo1o8uER4S9pagaUDD0jX/7e0WUTWmv0UPe1dDGl3xSmze019XnrKz+3gAA3M6UVn5C
H+lF1zvEScvFqmLpjVJrvsxuHX78W799OyTlWEvblEY1Xho70Z70OE9/XSPmnUbXCyLrTv1nOyUV
jVobzXOSXfIqj+v0aKJBl3qa2YYXCywSo2sQLkaHztYVrv1cgGNU4dT+MxHZKrxZRdZzwkXqKJgS
ei2Tb9ainT3FbGcDR+Qyfngw+8LlH5C1GYVnvanQIUuzWkelMAfj+k4RTimfoiHRYq61pCemLnO+
x+S6VhDvbXBTWQQsPXdROo0X4ZA+nIZWdFMgQ238q1I7DVEzSFT2esH/4R5vRXamJjOUQc7yMsB7
pzzlSSUUC1lRTa0Ooloow3hWuJjWgWqC4vZ+bArqZ0DkNMWiJIawsYfHGNFLszqlPU15KNtAFIZu
vbWHUMn8umRirj+aXaaInoJAm5fyOdFzm4Cs6+re7WBLlrJu3wMYHPtnKAJikgcZu83Tii+r0FkN
M7LqY5IqfWYd86lKnYPexvOIxcTu6OfMjvTpPEStNn4pKklvw8vtoUAmKcxDCLnIZsnf53NjWBqF
mGaJZOyr4dxUB32EdehYRMokhyfTncTwXLh2BB9YNsqxTA4vT+JVHPX/17WU1wmI/8xg78dJ/ufP
7PXrP/4/7PW2/Q9TWwWnDAQD/leTHDr7f6D/5JrogdObQmD838T1mvMP/g56DnDTrzoDK37nf4nr
7X9Yq5iqqmmuqQL1M/6+LColFQbLVy0DdFsdW0ft+dpkGk5upIo2LW80WkQUId3Kzj92rZuHX/WS
GsfXOEqrHfzHC3Tq3xbAVldFdfRcEURHpg7J2I0lSCYrKsIod58c733kffr17fNn1Gx+Ov4P//q3
/cybv9r6R2tsNibmwaxtK3OfMu/bb6i1IMCx01t+Idd6tMSmTzvbddEsgiXk8eO3d18+pIcPi/9d
9fa2oq1e8dFCG7/WmG0O7JuF3qyiSV/iA5sh09/pAW8ESG8+y3bUKtRjTU0rPksWIkFfnZ2CuskS
n2wdbXa99UOjOEC4JpzPGuVFtRg8hbCQmquPirVnmE9ZIby+7v9lXP4j0frOl9yOl5nz/zvm5fT+
vfDPzy1acf9fl2U7H9fMqjWEOTsvVlWfL533rKPf83iNtbX100fkxuuuoTuODtYBCYstHKSOwmUq
hNOdad6MRyWDS8hODMNrIsX58Hip6xYSShksZWuUcFFNxopsp6tqJdSpdTbdmbp79SWy3KdymdJg
VMDmjGLsvC6DLe7xmuub/Xl7Op0mVJV50HTiMSeb9hhV45RhN6sIGqnJ06KOtmchXHqAVq98Kojc
z4/X2yg1Yq9YkArJakxMy0JCmh/0U7AXKrB4tDq5VVMw9KbTrjmaZWv7lZU5h74em0OWNeG5S2Nx
jLvGeWNZbR1IbXT9TETNKcq68fe6Vtva7zQN2awaefI8SSYUj5NpOShTmH5SyAA8aRXincNQLGDB
pApAsLpncKbdMZGDc6FUWbxR0qw5mohiH5j6a06WLtFgcqAFsTND438V0G8PhXV6fAbX0Q1HYNpM
O7lo4Fiq7pLEXx9B1UF0XKC6djLqWD2JfM3eqP2/dhWA15qBwp5NE9G0t8NQs2IZYaYuDWMzhe6P
VjicWqXfQ1lsn4cuNNWkGW/rpol6nLrJPJYWpCo1SPPUdaL9pXZLorbGGj/3tqPtRIV3ltJcHRAm
Xhk3u51x1rOwAB8bmqc5cspDxspfZ1KHo7uY/afHX+jeUoLimWUKC/e/HeutitmtEkM1T4sWWUcE
HhZSdVoBpIavmzviMgiDB4EGIHrBGn2qzQGmOopHYRLbJ7p51nGhSXfocmVvHHRrWgxDCJUxHY2r
QHiyBd2EskeSaBR94ISa/ldZa0vst7mZ/JWHArO2SKf+LOQg8h0LvfrSn82LSZyDkI9lOaYA1bqd
f0JdWGV2awjPURRVqG8PefuNcbExO5UqaqSd5bTfE2ItqpSa1Pf8w9a4YWwIxVAegm8eha0tILko
9LgeTJkH9NiayF+o31rBJCuHfkWbqZ/0QUR7PNXbkzYxpeuTIwIUhiVuJjWLqS26UrHPA2Q9AVY3
+lYDMvNl6xj0d5cKnS96JI/v69aimJap4TT4A8PCk9wYVasIF0jO3SpgJDfyYtWq3sG8mOwgtrav
4mUVQRRrwMiusslru6XZWjTzAKug6WTxBuXKyrNzqztlcnodwRnmEc+g4iM4TMSB9G3wEA0WsE6X
DdmtWA6jQw7lLLvEg3c2RO1QYIpVl2rfDR6qaiZGgcs6GEu9IkhCzCE5RcKM9UPTYId2UPe3y+HT
0TyjI2mSN2z5uCDzCKdMJ3seVRP1RsuI37hGkfg0F/JXTZev5+eYxOmo1Vp4dWdrVZZe6arYsudA
DcP22Qrz9qzWYtoJpW+vHc/aBfJpqib0GFs+SwX97cgp5BxoBUDibkzaQGnKnbTjziIW3XeHxB3U
jb3l9JYdl00o6RjUlbYc07GaS4S14v6vx0/oxlZwWipxkFjDE3K7jR2u3GlqTC0fAyBs+nunb8K3
uto27+rZXXw5T/OPx+ttwuP1C1kOX0fV8dOQVG4fk5XXUT9XU2CXZvTRZqbhqBlZC1aoaA6NGLND
V3f60U1DNDmNpNr5dHfuoqOpDnoCQiV/3LKzZthLJ9aHMZBWohzDOlESb4zVycvho/v6eKt3vqDD
leeJYRJVdUvXQJhe5OWgjYhcJVnuzbnQfUHbd6/6eW9PBjGIqjkqt9/Qr+1TWEsjTQ0xB4zslb9z
oo4MXAQOtXPFYtXl8a626bBJFMfpuYZYvapmb62HTHqmYY1cCeijGO4pphvpflCVqPqljBTlmWZv
Ib+nhXC/jKHrfirbynCh94SP2av6XKQ71vllYu3K19qWbliWrtpCd/mm62f4KbKOJjs101FVg4hz
GCgnToM4Kw7V85O+IP1waDqgROi+EPQeMO8qyq+xPdS+CRrLOWfh1JWM7jiMyBZAdtAhps3xixYl
aL9PpZEeHp/fzQPg5zo4aMvW8NI3xzehEdEXxjIHqaM5f5Shoq7iEX3nx61uvRn1KD3R8JbvemdE
4Fud90iEbhz1ur7rAlyy+Xr2NrFzur62zKKZg9loEIMvhelr8ImfjaJovzEpnLwt2fvOpbm5oixK
5cbQhEV/FGNz/Y2WfukmRmnmYO2F/ZaJIe/9KJMVzTitlHvw8LuraagkEv7ZmtgOStRjNrWDbc0B
3AXDxUkdmXg02Bxfj3V15/rdO06UtDGdOk8PbNz1znj24dh3PL68o6uNeFGCmZ6TPhBVMh7pGE/H
yXGAkj++RS+hzfbWY1mQU1R1gfFef9dPtz7WjHhx5DQHS9W1XrPEeX/WOyP8YCTuaPqpWgb5PJzq
2sl+VWl4vjcn+xiVRuYbiHGgODUk7zTSFuZ38qjTdwKzG6/C9yYMhPPKUimcbU9FSRwlH6HuD2az
s/y4lPMXcDLK6Cld174x1Hwvc7n3GQRFQbQ1LT7FFmccQiPhwnGkBlZu535GK/pdY8jqa2020bFv
gY/B+LPHVHZ3UQwhxU0TXddtD4Ru3KBYsb4ETT7mYGRSsz3Ch9R81pM2hsxYRRkirStjj0vrzv2m
eGFQvifGp0i7aUsBGyCp6hI1SEZRmwA0hFSOeTi4f4CLaH99fNPubNIgJgWRZgrixS0NhTKJMM8c
Zw7iTFW4RR0dFiux+2em1cojv6P36JrL1wZyqx8jYtSJGDVhb0fM7IGBOAMqr0ClLloj7WY2ja+O
6SvZM4kYXxbCGq8H6eJCr98RtNYGYMxpCYqUmV8Sqiyg2dfvPNebUIBVbN4pm9JxmdsSstqEDnyX
lRZ0S1sNByscS/WgORbA3sdfa1vlfdmPo1NOU03G6KGJvt5PaTNlEmaKFjStqk7HpZ375oDAZLT4
RrQen0Yd+IvsItM9jAsIJK9udRn5IJmd2O/GXHU8tbayJEjcxHrd+Ne/TpsIHZw+t1fjyVz/ulCE
ZQ0oXQvS3K3FoUoz+u62GS975YV7T+TnhTaflVw1D2eDhdDtLFdAaqOg4z01+SetbSC8fHzqN+k+
Js7EXdu4c4Kw7YNsmq6vxqzE+iiK4wPaVX6lka5f5DQVnwtLOu+TVm8PdOQAhT1e+k44YUKA5EBo
TJAJeeT1ic7hmM25gy2YYfH7YiGaoPptI6ZP+AWg3gB51LeREs5PhrBAcg85yL/Hv+DO3Sa9Y++2
xl/1baKyEuU3wpZqYBdpvtJCSjk+Jb2sxavmJF4uDzeb/JNc3HStbZ24nAF5lFnnBGpkmYc8r5FX
n7vi9a6LDIUICd+qrl2f6wOV6zS3mEInCC3FpnZfjJM4DGNS/MAQxZkvl9D89vgE71xWZy0TEb1z
Z+1tbVjPKsA0ce4EFYi9Qxs58mjMIAtJAfcIMe44ZoGXxNStMTMVzOvdERm5Wt5pJmXorvutyCIw
gSJUhoNoilVCs3LaPYjAth+0miRB0qAbNvVSC+qf6zWtqq1nTYvMABh145zkDFWgFzdF9qHV4uYN
WsP1p6iJ+r/MzhiBoCyJ9rEacrvaibw1+85VJZum3EicoHHSG+NIEd4q1CW1g6HrRepnE9HIqdO6
5qOiRqb9DPmXUZ5BKHXpOekFEKRs0q0fXYQk90nPOjvlBZWDdbRRdf4ljWJ61xIPUl2SVJ9bD4Br
7B6H1Oh+Kcuk7f0kCfXkEA1mmvtquYSfK13LfwUpWzyDvZLNN2PJWoORCG16X9jOWPuuZDDwMFDY
ss9xVIf1SQFDafizrpjjmzhrOqgWzRa1QzHMTupbbqH90bZDB+Bbaaq3MYSsEly6nv3SKHEBcLDo
HOeY5LL6ZPWDCeRbKuri1VI6w7HSO/MHYhzjDLAxhNShKTWOZJwV8a0XhTP5kIJm7SGzBsWFX7MT
o68ww9D6RWaE7+kPDdWn1GC49OAYg1g8AGoVPGRpI5HVJQlEnq1x9fC4lOb0m9bFSvceNeL23TBa
jDTYsdX+BgDR4RdT6/pdhkDoL3ORjOCcmR75pRvq/gtzSyVjKnLRvhjAD/6cW9384UpUwc+wZo4f
bZFDupVNKaCkJdTFDFEQmR1h+GQZH3PNhh57mPXwY5uoyuzNSyc+dLLWNIYuovBHXDI14g1pWD93
ajg4AXsavlZ9b4Xv7T7Ce1h2qjbHvGqL577UaunDeIdSeGuMSB0Aki1+G1VaEmdDujkoX5CDx7AZ
ewYzhjkKev4dmVdoMtZ8K1StH4DGRvbT1GX5hml0tfSdZWpiL6oyWiK22QM9Dnt+0EkWkduckpKs
9KOKOGfvFWWj6dSTJ9n7bm6o4QUY9Tz4na6OuhcbQyZ9NNX0IGvrSj1POjQDfqUX0jhEDULbHhg3
40dlRZbwMk0bHT9z2qF4Qr0n/30q+ukHIeRymZ3MBeus6W3lWXqDel/rTuE/I1et/mkaXaGdqrbP
Vd8JVaU8VrPLYEqk2vKQybwFwD0yWqAyIhZk3DNQdmo3gghSgKhwQyb6bGM+FeYxwkn+9V9DNo2T
TBsD9ynXf/VM9dNj7qTeG/q/46cFfs7SHDJRl9LMtSVKjVo0SijNAIhfG3utmjfZMUOX71sbgY/x
Iqstg5ZhHmLaoQv3Uv975sfCQZrU2zTm9ze1r8JQwnJUaz3oMJPPLR2LQwGUacfMreZ0kxmS9a77
Iz2kjbPZ5DT3nVEZhR7oUhmq2SM+wPO7KnhrT8WDAs8DkfzP2Jll9ddjR3bPu+Ce6YsZNHLxotfn
a/ZVtIYKejDnKXDtMrHmszTU5ZNVu84ZOqnvj9e73aoNHERd6z5km/rWs4R1WCpaPFrBEhZd5sWD
oia+aMa6f6Nki2V7irSW6RQvCuHv46Vvr5JjUkPR0ctigO2mn0vTSUsY+lmJfEDqIz7kGP+MkkxN
fQhgwGsVlVP2x17HtnogRsVe7nmnDEfhllbdmrSQm20Tl26ObXO20+JiJ3Ycoavrxsy+JiXAXSMi
zj52pHRMXClwvAT0AWooL8zWgLdHqt1XUy3LbOdIbsMYWnnUtEALEAJzDa6/fqYkjTHlQAKbFtjs
KlIs3sxSs56GNnF/f3z8tzeNtXjLgjYbXBVbToMaVuOyUvPsUrpGf4yNBK1rTe/fxeYI9ZQ7xDt7
u71p5CxABjhyKtdwdl7vbRgSkxHFxQ3cJM3OIIJcz7aW4p2RztoZDLrmMcEgd17ynQNdC4SIb7FH
4BibRQ11ApthGSLAcufPOHKQzLO9HKNeVXf2d2uaIGTEYHAnbFDy28YJg1W201lSBJVV6yfF7LOn
Lp33uuZ3vppDc0bolGvpZG/jLy1EFwjEDaAcNVVwIaHyWcbjcExGdeSVavFOFeFFjvPaFhLJ00+j
N8hToRp//dnSaTHGiayN2rBe5ZS+XMwf9QwD+P7YGB8RFRrtC1OEkqlZLQzDcxpr8Xs5ts6HRGHe
xnPHidYi+HvlSzg7MjoAii/yd6lulpbHENzSn2VtdR9TsO7hs1PO5vcunMXXdbpiD0Bx5z4ABCDb
o3XnWtq2m53MOqGl1YUB6OpJAwcSIntmCC6QN0fWlL3++rnAf6hbsORayrs+PEW6ol5A/gR107uz
55ZloRypGrdfzLyoXkc7vWZ3wHHWhiQqkPpqV69Xa2atVRymK4OukISX0WB/7+2i3cEa3bnnrAL6
AKgRfZltT4ZJUA3k1BwGFbPlBCMZ0yVfVUZr3J2F7vgH1+D4VBc/sRrE6+1kjjk0tlmHweIkznIg
XNaJ/tx1wqovLK9lAPVYu1OMZt1S7BUF7l2UtRxA+sq1Z17mevGcejF4Yj0MVKVLvhARdfq3LDXK
r7rC6N+Xx6b43mKUBknyyGEBjG2qkRFDlKOYBiVQWgjKhiYV6aonol4GTSSnx2vdMSBcfOq79HmJ
Mm5gN9NSZqY2K0GUi+KQD113UCN9PHUtM3k8jx2reMfq06wA90kljYbv1ipaatdN0HMpAa3x+L2u
Nu0BdYH8rczy0mPETrm0WmHv3Jzbig44FUr6uHfKOerWtXVD3E34biXQmd1QvahQ49DPGk1ax96G
x+5gF6MtPCMpx98VJhTOupSzucM2cm/n9PnoFPFfkFub15iVk11Ydq8EFC5X8a8qBBg2RNY4nox8
mNXDIiKG5d1wbj8//sT3XiikX+a/qklgZ67vLk8xHnpZKEHeLPabIl0UPyKd3dnfvVVc3ib9L8JV
a1s2Y1hgsVq34stmc+x4I30441BC57zH83vvxrovARqtbxoUm+3Yg4BWMozZjkM1KRVd7YuEQdWI
mmsbMXH1+PTuPUaehbVGRfSet8t1Iknz2nAFiBhpHkyjkrSfOtub0+FvPA566GvvFVgaV2VzRaBa
mVW9z8OgzzrgYb2b9h9hVzNBMhZ9ASLVrNle2gjxeiOAPRX8aQHpMm+MQMXV7xb22IddF1CWzb1F
W+yv+UB9hmJreXz1mXKW+Fv4IHT9Jq61corqazIZ5JrFJGmooesauwbFRzjpHy9151rSZMGMqiDs
KXJuDDet/NLQ8kZAOGMlz7mOsGQP8+D58Sp3LskaguFygS5y99fH/1PvMAIaMFZE8kGU5dMbl7G+
Y9Ro0Z8issrD46VeWE03ERi+QTBQgElDi2+zIz2vmQfJUxGkQlbMnQ3QsKNNtCbfdsT4h5kf8i6E
SSHqQenJYfBqBu1/bY0lOoe54u7gP+64ZUgliACAxeGZt6XWnMJG0U6r/5d1RqPQrWpIV9rhKaKO
5idKlB+T1ibiw6E1O2dx79gNg0YBSGdy+61NTYCPOdCPhAG9ljZ9C38zcCi3NEHl2sjb7Sl4312O
HBWzgwG/ScYTI6lhR7KIFtHGuMT2ZLgHrsT4YYRwZo+C846ZE5ZLVM9fTR7K+mN+ulJjuAiG/vnM
jA/ZDLBOikfEY3jMGc6ezFWx81DuFJWJTOkMAlLW+XMbC9vKMOal1YlA5gscLkWnG4Xf67G5HOdQ
bZWTjS5Q+oYyv8zORSSH6hiX8AFRD53mfOdBvSTb21tOq9uCi94lUdymvuloSjNlFD2Q6ViYvqAI
0zy1sG7E79uqpdzK+J0bHsNFGaaDkmfZm6FIpz/t2e6/xRAkdR70Q3YECUaSavgFrSjOKuOBT3As
GUiww10QHh+/zHtfbI0uXkrza2fy+ouV6LFN6hKHASpEUNALI/muZln1HbwcLBNlOlj6zv2/fXuk
YnTK16SClHZrCpi3Da1YK1xAAcvYnE05aN9DRvDVA+iKHPWjOmmzlSLJ/LxIKV4nEL0mGK5q0CLD
dahrnrvxV70lM7GEmUtcZbTCnyI7dU7ZBMBvxz/dGvF1IROwIzCbFed8fbIxyN++i1wnaKLIRb0v
Ly99Z+7RLd4+b1bBSwBYo9jCnbteBbbLdehXskoW5ydtGcxD0ZbxCVzitHO9726IFIjhJ+CIAB+v
l4rnqo/BKTtBHgKiEcwHBLU+9P7jC3l3Q4QRFA6p6hCVXa8CyFZd5Gw7Qey05UEKrfHbQTUujsJ4
+N9YilSaYqS2ApI2X0g3ImZU65FSP6bCd0t1PtYinvxlrrS/syuoY+g3ubi/7aUvmR/HGalOgDLf
rxpgIYDYozy7WT3uuLbbB70irByVYRbgH1QEr88PfoIkW+zJAdhVdZdEK92TWmSjP4lSZ9bJ2FMG
vbMeIGLAnMAAgZNtaythbOgl6CI3KCHOfKogyoN0YJHH0pCDr9njnsm/tx7RJo/K1fnPdg6izMqY
wKHDfDip+qGn1f2RvK2Rb8NisH6oYZXqO5nYnRvJDATgTQB765TS5olFkBBkvVK7AeQQs5dAu+DR
wX9hbNuT67i3FB+O4IBQU7uBczkQbIEfM9xgKRf3CXIVeaAFNB1Ksxx2zPCd10zVkIe8hkBrCHh9
TyDBMOwOpxMYA1XaroXNamqVcefe3/taP63y4r9/CggMLQXHO0s34GkAvhT6TM9vHphwT7pgggLs
+PhJ310PeL6N+aBQuwUHjIRvcPe1fKtqKaGAqWDNgPnPi6aqPJlmqr6+xuJSXgEILrgYlJM2RlFx
B4caX4WwzRBGR0eK/mQDyKPLNe1Nk6xf5Dq6oAjM7OvaRqcKvCVPhu9NEhAgZm21qu53NY2pzORG
ZsWS+ctoqEHt0n1umFQ4WGmr//H4aO/E8KwPPIEqCOA6+i3XN6arFoREbc52dFKzDhItyv4UzdKb
hyxxndwvdFtWH+Yma8ez2+pOQwBkyM8wNconxvXXbvMYQ/b0+GfdCSewBSA8mXMBU7WNucoWapN2
MhzqTtZcM2teae/SNnR+7/sGmiXazkJ6rjH0f2mNRQv48er3XhFdLgZdKLExSbg+6J/ud7FCoxtB
wGu3ijxMOVyBjBErl8er3DMLXC64oJjjAR+yselx5JhTotB2cLJmfm576FDSYXYP7lT/eLzSnYB6
Hc7GU71MLJEvXG+o40ktFHhQTJ/04f1YAtbwNfoctj+Vuf3dLGUKL4OIxouqkmwLbaTb28Et8Ph3
3DlXRiRdd+3pkVDcRGno/DBgM4sAsrLsGZpPGEbg1f36N1bBmdCtEqALt5a9tc0M6iVNBBDMJOFL
dQQU9ux2e+wR66ltnu4KTGfEgi7DWm66PtW4iFZcRRQGDBlU4SGXiNwe2rzNfslz+CWfxjRv3hla
Bwvc4x3esYc62T27Y47ztvMxt3TeyyrnfuaZ9rbjtJ/gxozemVHb+eXs7mmk3r0/K94QaB+nSt/5
eqdOBcWIlmlUSUxj+J65Yf3Ohj+CHgm9A1RUp6OVEKMy7irOMkuL06jBPvf6TdM+4P5ADwCx2+a0
JwgaF5nQxYLNLvs+pZUUZ9spUuHVJQH7kf9jyXYcz50nSggOXQINd/zq1vFQ9hiNQuDo3M7p/XaJ
E8+AqeSUwrf5N5ZiLUo3qxkmSr4+YsOa4ay1YnwcQIaveSLMPyXG2fLiwoIR9fFZ3jGvYFX/vdj6
UH8ycJAlTaU1k8XYfayavkIU/r1fcnmZgI+VXrxE2gfAHq7jVSCEp+Dx6vfMAOnG2tiH2k3dWiOd
3qMpZsUNIOGtniEeG98yKaDvhMz3vh051Gpo9LUos/79n/eYEU/U/Yx5na32aBpJ5E+zbR7jpg53
jvPehqiU0kIGKHo7NWPG0bKoOVFX2KfNJQuX5OBCz/M3VgGCuWbXayP3BhTQpczYlZkdxHCAnVEC
qg5L0tQ79/DOyI2rr21BwmJ1Bd1vLiIF7Kle7MIOKoQcmLXT5KfZgPCZB05NDyJQvw7n+FzrU3KQ
dah60FM6bwGP0bQ0e+WgKtCVOU7TPhdpVHnhklo7X3Zjdxn7JoGkxAaNKIwCNxkep8CsW9LVl6XP
lIPsh/kC4rg/ImRUHKhOJ8d06ozXNRXWRQnPHENl+mHtUm3MzwirEUi1obqMkWqcDCi/PDGNe2Dj
zaV9WYX2l7EiVO80pQzaTvRRw/ISaxCqZUldn2tDJ8ZSlGHvQ6/xxU/u63/WYlDUJAu67UVlaAMZ
qjKUF9nEMNAZbdhID5hH8SEfAVieaqtK3kZ2O8yHga+dvdWnCimxdnaakRkUUe6Fwptn9PKDuHmM
RNLd1G+Sl6mII5j1ZjY/TOUP+BM7+JFBw+84krvLmCuqe52pu8na+0kSb8UFNHuNbD9GY+ZcGK9Q
Do+N3MbEvmyGfz19DMwsgzwb89Mkud5Ooikv1gApNvSsoIMPRtGnGrzR8fhkzjF11HRQ0nOlk+Ds
fN07myR8xVMCxgdHtc1gBOjFSJFLe5ka2/iiWNX4pCFVu3OUW6DSukuqizBfrLPNd7KXJR5pyBft
JVJM9atQIEuvW9U5K60m/TozFb8GF+oPw9KdgCYLX8+m5oulFNkOfvzOwxE4zvUPSnM3fZwE3CFs
iVF7gUWzhKvOKn+FKq4hR4iG8+Mve+9oMfZU/1RacTdBQVony6SldnPpFzs+DmheHbhDe3jCGyNH
pw+w1eojOWN92wiraiNUQDpkFxXC+wpuZmGxm1EMvFFE1NWTa5vyQ6SHY/Taq8PK1ANXnIZNv2rb
pIW501XTJk8vSSyiT0YHf78FE+qOEb85RVYBLsloK1VOKmjr/n9yz6FouxK53vQibWflRF4Gr5yb
vbd+e0HXZSyNvxgGxc1tWFXkUdIkQ5hcoqHhjcPqMSSe1Raifh6yYoRaKu4W9WkcdWmcBnVIOt8t
rFI5Qke6ZK5nijTVdxK/LbuRDaKc+ZiVoQbrwyzjxjZA7yJ1J5bpBcJwY8JvQTTqzWZUzJ4zceGO
ahHOl7qtFseL3VT8MExo3zxyczV9E8aJ8rZOO5h11Ra0uTfZhvyuzananoBKxl9ki4yrD8FOsjfh
c/PI+N1MbFGtAOG1MrVefzOzH0pI7o3sAt/w9Ca1y+QyVTnY67wQO+727lLA8SjB0AW+sV8r/R9U
N0t2McwsCxYZ6x7aYU6QLPnXx8/53krroCWXngrMTV4RFVWNilKX8tAK2+uMtrvk4WR4fZTv6WZu
IWsvH54BKeb7VAJSrOb1AQ7U4yLgcdllLmf9j8os6+44Fob4CtuyQDSjy4vfGr7BbynEsemTjUKD
62lAAr83cdzmftP2JjRNhD39O6serI9d3lnK0ckTp/In3S3/CTeCCU+rnIxfKpdJA0/PiwEJiQga
+ePfODjK0nRd7lWu9GYliU3H9OKMwO8gIUy9BnYBfyheG2D/69xWUgYe8jrMtwm+wG/HJcOJKGcl
jLcs/Zy8rYz2dTo2eEpuNi6bccEVgUd+ff11Ghl3Inec9GKnwj2kcRuhWzvbO4HBPcO3YsSB3wgM
/Da+ZjJjGQrUyy5WMVsHwJTGia7rK8EG616w4OSSANVYa4vvS6DojSuQ2pcx06MPqD7KA5Cf4vVG
nFWIjGGIcZk53+QKSC+NJeJvrKLO7bEYwuxEF8TYiTLuvFBK9My9ri0Jet0bs9MqyF+lTYYtKBvU
I5x1uBxhDxfmeDI8Nz09vtc3kRtHx2Qq1DoExqa2TRyzIh5sig3pRR/LOegHt4Q8Oi9mhnLE8uuk
xZS81dT4Xc3TPZzkesOuQvJ1aXrM1ovZu6koydixM9xVeqlEaxxaI2oUryq0xQhQ/6reafE0/lJ2
iviL2pzzR6Nafzze+r3114IkHCuMtNIduX4BdmghAN6K7AIrOAIuRH1u+xwx0e1ebLitI6CxTftR
QkHUH7FYtPKMxc32NBDvhD5U3Ql6iCvXGfiNlcxJgA2wBdklRmXjbEwoqZC/C/dTp6XlZ6TDEv2p
MaW68zDvXDOaQThmbhkfYXvNKPeP1HYsQPfML81+6JaN5SVAWwu/rKz+9Q6OJBJDAwSP5bYIKwbH
JfI9ZXmpAIDrnsbc16fmvzk7r+a4jS5M/yJUIYdbAMPhkJQoKlK8QUmi1EgNNEIj/fp94N0LazSr
KX8XtqussjFodJ8+4Q1hJ14XZ/WvpXQXVvS3h9m/f9cKSWjP6zN5CnSFQlyIeC9TKDMeyk9GaT63
mXfNgvqsRbnHHwZeO26UHJIXPPuGuhjnDv56dfLoh05xVZfzx6Ghlwa/qjARsjOEXK7INZzPMv55
6M6aCFD2pjlw3rdvB9NwJnicJ3xZtiemGOhGFcuKbsAERcpvUPqFFJQupW8BGm+npBRdfyB/7L8P
a+Nf6ddcWnQuRkD+YAStyD3DzrJ7imWwQxILr+SFzUnfLVGoHrTIyzSjbrrRsEPXK0+9cL3sgZK0
2gOJQf70+6dmIl41voGONYy/7WlsewfSihF+/3uguPR5QVkztKAZTCP/PCTbG3zBkURmy0PjpoF3
dTNGZfehD5r+fQUJ8H84m5wRjiXnhaN+tp38kfQcwx7W0ikYGmxLe/CEBoDhy2ujp0thYF83UIF7
1XB+P4MXXxgLy+rko9kSe93yXbnWlqwQl6/caxc/FdSPHTFGj+w8BJRDYRh1Bqcm12XzgKfUfJd5
3jUT4gvXGe2kPYsGKAag8uxTRSag9GCm0IKyuU2PTTaIJV6iYusOBTOnHo4RXptphIVRcNfkbf7r
71vlXM1kP5XIKBIJAOWTW51XDZs7BMGwkcpXTQivArAlcj6IyDsnA3OA+dmxiqD+0nQtpKVwxH8B
S7CV2Uo8RkH7aS1K303hkfZDsnml2xwacOJIC6oIm7W//9QLH4RfGjGq5w7Yo9fvZ2cDe4rGBmdn
GKhqqrqQ9zQ3rhydSw9hHwNfCPaE5jwyTpm7OfAjxakIveVIYVPF3raqK/2QCwd0ry3ZxNAE6JWe
ffWmG5tpZIh98qC7vLewOXkcvKX4tiporB25+rVh2KUHEgp2dBSKBX/0K4IGOkkuJ3Ey2rZLx2Kz
j+Mi1jehsWFhBXTk75/qn9TyLFXa2+Ag2Bld7x3Z37+VwtaS6cGUn0bZtU+OjxpUbM9rjo66Es0H
a86m9k2YmX5/qpiL3s56m9BTd+f1zoekDo9ZQ4NNG2o17xs+bY68HUvcRFN/lJMTm2slsmQsm8VN
9AKxOxao8oiDHxVOlTpT6NCHESNMmUaWlpFgX1WV3Cd1iFW8KVukL0ujv+vw+xrjfoHmncoSgcZP
8Cna4AZXhvb/KZ//f8WJLwQuGuIkFNx/+zz/bEVau3FD4ZXi1K7uephD4EEgYJw0G4f1Sji+9LGR
gyAX51jvDarfF7/mj2baq8Ytcu7rKWvs5uM4tvWLqwozKSrD/l92F71M2iYQNrjYz7Zz1sG3kQLK
wmzpIBWt81bgyRiTBU5322ZcQ+xcOqMwUOj1E7x2zNXv77fJysQ9w4EhYZpDWjieQIR6a67MwS59
MBBiqGexlqhfnIUbk/mK6CLfuLXs0fzmTZ11P8h+eD/DePzw9+Ny6YX+/aj9g/6r2zYTeGEjRsbt
ABgzcY1KHoO2aI7/w1OA7dIUAMALcOL3p/j+tuQYbYmTwPEyRkTXP+K+dw3hfuFCA8aAIp5P7kHh
ebZsdZEvNVNKccoCh3F3ZRmHqt8QudSTfSf9Pj+KsDYxXiPm/f39Lm17tIFBmLtgg/5AxWlztNWc
ccL0shaon4rqiJaFFUcVrzsjqpz8/Xn7rj6LcbQugUJzfVKMnu96VMYUdWiQn6S7Gk8udpo3aHUX
iAWDn8SKq7715vUafvLiQ/dRJlMh/nHeoxrVkNWlF+an2ULboZq3KdF97p3C0Q7SqfXG24ie6pWb
98JRQOQPqLe9N2vBQv2+c4LB7zLDGMSJnWq9VZU/UuwG+rMxRc7N3xf14qNAS6GjxDXPEf/9UcCR
/SmsuX+boghvtJ/VSANK8Tbsptf/4UnUePvEFiDvOQ+pbCLpSaXECTpNpxOrqF3FgK2VXyWg7/nw
96edgzT2PMtjZktaQScGIYIzPNG6iFyNVZ6fhlHrB3zFqpsAMic0V7zkPgxzWKiDJ7dNJi4yCS8Q
YLuHbpPXZar2wuZ829LGYPjFYWG0eBasheqCrq2bHJxq56S51VVHYG36ZrYVQP0pMqgBu4mlsNow
CT3oYEOm+yvLceGs7tGBOwqfRYow+/fPHHpeM3uLI05DpXW8lMErlikDVmuVR2PF/4+ybf8svsM4
jM4uKGc6e78/rm5n187anSi59/fSdtHF7SDw79pdta6Jgl6I5uwm5lx0kWlYnw81sNAFw9AqzKXl
PCeONfR3a2Wap79vqEsHhSyV8SFI9z/F4VbZ+drDBfR2UajLp96kvNu10hG6jmPhfP37wy5+Luog
UOiAX/5IH/PZ9NvWno3bfJo6L2nGli+XWUxBytbaxczAiv33JyITBP+ZRhcc17McRrnBwt3Sc/t2
W+g+YBSKYZcuRfa2Nvx1TL1aBv+Rif/PLqExwgifdSWfOYs9nUJeOEQs8VQWJcdQulHSUsr/D9cG
aRl5BZ2HP/vYGc6UjPZIxfvG0P5J+FBjjj2czJtwcsb7HRUMq87JvSvX/4UNs4+akRjYFbb+yAqj
meZS3phsS6+07vK8LQ6VMwdxBmzgysc7R6nsK4ku5849YwhKqbbvp38lNHjFbWtUTsVpyiHRHnHV
HLtU4pm4JXq2e+NzNnudf4NUiixuG9/DRzZrBpRC7C0z+hj5yvCDiaqGifmC095WWk6fsGUs/ZvS
yzzzSuJwaWX+/WvPImKPU1+N5HNxagGOpO465aBmRzsGMP4fmZv/d2HAJNooaIBFOi/86qFkysGM
mv7PNn00l63FLY/RsWMM3SMCDW6K+rS+8uX3s3IW8f/RYw0p80HonQ+rm0n3XduTMwRNVD6Ns7XG
PuItid6Z8aFfGylwTfcrnwefcrSnnv7zUQaVA1Bv7zXu1+Dvm2Fqc3+cUew6+XbjNKnoawanoTdK
+ygWGxPL1Qz0tRroQhpKeQAUiUSXquS8jpdyxSRa6/wUGXZxb+l2uIFBXWHkXFtsIlqsFgDXrxnA
zCvKF5d2E8kZWRIzF5rkZ6+7CFVWNrLQJ0Nl/mMbmIqBHwJUdtkHVz7shbBMQPYRc4TkCVLoLKcI
Vn9YNrnPQlDJIKXvHOso/co++orOpTC77cpJubSqYJWpinaZCGSof/+UyCeXDkjl8pSLSXyZh0oB
uOrKQ+9Za3BXDDrCHZS4cEP1bsgrD//n/362j8Hik2hT8wHpPW9VedrKmGp3rKzOS53aE6bcKTrf
Zn7nDMHSI2rVIjqMM26eOiMlL1OQ3LTj3gmbRzQn5k+iN1rUt4Q9NI8LF7OXKDwW7wJHj9VTlhXj
E36e/Rs74z9LlArVdoNrZttcOREXMoSABIEGCeIof7bflz7v3LKjO9KpcnkEQm/hOYkl9s3fD96l
xyA5uNcnDIz+6DKV5VIVxlTnpwZb1odQI83TuEF+5SkX9jtIblQN2YIm6eRZ9PTRedL+7MuT8txp
Sx2hIhlHiJq52Os6w8vf38m+sAVDE5Et9Gl3l6TzIdgU7PThfViSofkmbrIBg50YhJb9oZC7H72f
K3Tj2KajfVztFc3NivxiikcUm+sXaXvldsN7FHW6lqt+dbJw2xJ3sfv6NsCmA0N7iVJyrKMwG47t
JpanudHm/OiauZg/jL4vqsRtgqlPEOwXxl3Hx+TGmnR97wrdPAESxgHn7y99YYkhDHnsFcTs/2TY
dGiK6UA7kmy5kVuSddN8dISbq5Mu+fuVBOUf2fazcwYDAPAPcz5MPs5j51Y34wR2lSUuJitMdDnW
VqKl2aMr5sEWRzR9lC8j0GD1YLqywaxVYJcQ+wI11CQv1e7CPPWWpj/vWHk8b1L9R0b3fpGSW4D0
ZODALOu8Dm5MS27LtNanpgz5/qbSN8ayDniK1+6VKHtp9XdTF8pfluWP6cbotjm28X198hBAudF1
P/7IJLx5bW/Nr//+oSHY4Y6wT1eZc/weX8U+3VbZVJ/MsQ1v1srx09EowsSvmo9/f9KlY8T9BECO
9ixsbuf3J81ZpattkPWJbsxLLYvwEPlrGKPrtT250TwlbelV6Wyp8kopcSEooY5M25vZIyC482Qk
Gz1hSo/VbNtRHRBbDd6sgL/++/yWbGcfEkA9/pP7WQ8uNpv9wPYQRX27VTiU5ssWvDG05V9BWezx
7fy00AAibwMYsGuG/b6SBcqVEjs8XigU+V0u5ybpfSqyQq8WF5CRJ7Uy209//3wX9mQEAoIdAhzh
T7xzNqJ04MHDPxVrPwCGGrL70ppf8EkvrrzehY2Cu8/OqSLHAEe6/5J/pfJjYWPmblnVaV6MaTtF
dtvXdznBVCVozm39m61sl+UtLuC2/wHWtZ1dC0f+nwu8T2MIylwwf8IexrWXpkBx7lSabvEjM+jZ
w5TKy4+WX+PoPAS+/OjlG51aFKdL/72xqmjX0+1DfNg8t3i0RxhqxwljiHswXtAm1CyEGyPbLsfD
37/Lhc1A0cNgkhsRIZjzplIRuJMuK6ZpipTsKO3Fj1uz2tB2c7akluT3GSYZVzLOi58IkCbVJP0l
pgy/f6JQtbOZ4Wd80ph0frWitv60ts1MXe7mx3IYqwfJ+nK9md7p7697qatFhsEp5jqmYj5/NN2j
tYGnUJ3sYM0hqUkVFrHVIpua1AiO4/oR2nWd6q1VTYKRueUkiwodKx6nznj/9x9z6UxAAdih4ySH
f0iMjo1D7Rx4+JqPfodIIEXJcyHczr4BIj0uV770hTgWeXgD8d/SSYPG8vuiU2XLvFVcQED/AmgO
A3q7dnZNxOXSO5Hv0o1gFEktcRZcBPkKjUO82mF4BU+AaB28ttbmILgXr7zQpWNGMkpDGxOzvSX6
+wstKM93xujXJ9fLMJyXMigSZ8mDL0s15w7zAt18+q8fzEIFgyE+/R3GyudXwYZk0dxH6GjadW/R
CHXxaksjR41e3G4QHf/+tAtNCTJhpp80lnf/lXPpgcalDWhkxJFwCrs20W05COaDXvUZyhyVjCuH
sEtGUfTqKWrnXMRZFgEfX3vPWI8+FzFM9E5M2QHlwhLHxs6dm0PX2CMmq57Tuf/5g6Bo7zMxJOuA
e39e3aEtBtFiBsHpgT6Cx714d16lIP2EdvU4RuN25XneH3EWYDnTyV2uEVz7OdcYPJ2i79KWp6wv
nYS0o0/KcIMO6qDMfOVb/NmS2Ftfe4OUZhQ0j/3P/3WriLHz/cka6xNBZR3SXE9zduvnE8XyQpz6
iAu3/TWrh649bkFf6GSFrrHETh+UIjabTqF4MMrcvweVvtzVi4heATH1Ou6jxYTHIOZZpCaYhzmd
ypnb+Mrv3/vTv1/6NF0hYu1cLN7i/NsEW+aooANAVQRW/y6j3fZ9zsjrYne1Nz/pM8/9SeGI+s8m
IyIQooTlB1lVcn3wm7pc4hw+TXEl6fnzBMPAZH8DjKHxhiLQ74vKemorGvar2mrVR6sw/NiZo+gw
ycn6pPTy5e+LcOFxe+d+9/vkXv4z8cE+aa6noj51GfUIguzirS43AE2RT1PH3cprrJk/L1eOLlnx
rnN0AStTuoR4o/LA/hRj8X7OwWQvJgIi6+aGx0yu+jZ0g/JK/vNnnAfTHFA/M1PkMJ6Xt7ABWjhs
1XRSODrilomJcd/YwZWLdD9if24pRqYUtWQ58OfOu8++LDJzquroNIjewUsZFot426yBd4iQXcxj
OUPdS+Z8Cb5a44y6XO4tQ5DOQzetsQyN6RXeeGPvtDT/eUQn91FldS7fet2wIHhnyal7gFUyDsnc
LGvLmLnPBZAeWwzHbM2CGYPhcZne4fqOow7qqg21cJXV4/2mTdknThtE39DtNp7dzpPvJLcsqkme
nT2HQuQbxoykVSmwQ+MXspo9Qkbb1L61pBi/retSy4doW5YfnjVNJdQIb2oSp4LXkfAqeR2X1ggn
GcDY8Hk/wnkMBbbzbrrRy9dki4K1ete4Xf3RbGT1HJR2+4xzTNkfc7sePqMta2JmV2zbFtf9PKOm
r7Oq+lkbXd6eNL0hIw6jOp9j5al6/DBnzSjreHbqyj3Os8/oJEJnRH0ThUOPcF07771htuF3XH46
71CQh89Hu+h8NJKsauwfKoNR6YOELiVS7S11da+lsZr3gMYd5/tUR4URYzM5bz+IaNWYeF1tA1e3
tiZLimit36DbYHDj9b2y3tVN1mFVYmRigi2yROYrmvRRA/+2m503pdMym40nIFk2oTkwmro/hUMF
MPXVDnPtJ+CwmoV81/FemSw0/j0F/Hqs1q0bkAaknXa70HGabutwql/zzNbPDIzJVCRwhk/aVJZ5
u+CeMMWgLOcmLcfVXuJmVIHAT2WMVEI7bO4SAETiV9gox03gO5ZbrBtZv7SrmLvYl2JmaNFhOleq
zKpBhMn8S+dlqoNi1tdfx75w68QOB3LylcsuAuMGcO+AB7PsYtA8FkJiWw1Up+6bCMzV6sjXTPRR
nlgWYA/g+GIVKTg1DGNp9y6fYblab0ljxq+AiMbmkKuh6g9TLeY+7u1w0lgcZFmdhNHYImfkbcMv
zriXTsArntYhaoq4WEf/wWh0CNQuYPCIi31lJVQiVYIlga+TKcqLJ2PoA0hJA1bGceB2+r4qQ8xW
+Kv/LLqqvi89nCuMRqrvq+PL6GhXq6XSwTTDOonmLHgqxtYvY6OxpyVh+1dlzPVgOnG/ecFPa3Ky
580W4q4tl2I5wKqpFV61tVOno8k985B3nQ25pFLuXU6/usUkaB7udYH5QFwFInuyNrN4jrhC62Sd
C/GhrbLyo+l120tulFi8eUVurUlpZ+KHW8y5ERf2VBeYV8lWxMY6LrttQ4DIibLG5bNjd867SNWO
RndHVJ8X5Nw/RcLVc7J1q/9WS5ClaV6E84/WNVY71lNL/7LHOzWHwaXx3OoGVYrECmRhpnk7rTqO
2m0y+Pc6OpSh7rNk2trysdpMYfFmRdCVqR5ar0uddSjWH9D2OMpDVHh52jL/q2+NsXMfUNkyHrcs
j1LZGY2K21bPawzs0N2ScYL+m7YM92Qs/SZMZD3M7w3EU4Z0HWf70RVOzd+8BqtxtYUyWbbZyxMZ
6ea5qPr6V6UMWOERVsV8XRyfR3Zh07zr1i4PEg9juS+5qNEO7RaBnj92AhyQqcfCMEEAqvteeXY7
xxnBTKZDR/vwZsx9/7NvlvOvwQ/rz06jq+Uw+hO+bNHg5+88ZfjiCJ4cItDadFqked17WJfQsXRS
En48PDoULIZ4FoZ9dIdK4uDdMkSKJzH0b7DCwFZCZ3L+lNk2za/GJW+O26B0fhRmIfLD2nfrcFNV
a0hrh+nLV2dryjwNaZVhXg4x/9Ng5JlOZOF7X+jv9eOhNATOE/Ayt18Gc96dxraEGzKfxvqlXeam
x0jTkLe9S1GdzF1llTGzPKNKffZMFFuGat7BcSufAViAAZuGcVpi9IvHFyGybsWLpTW/+bRnv9Rg
Lbo4H+zqpfZWvzsItyY8YDvvZHFQ8KykLFD654Uaz0MIvFC/MAPy+7THFkQepgl7P8RmzPoRLd7m
CU3ucUnGJc/HhPzc+QyTmx6kWehQfcpG00fqz52ab9sOMOE4WliIbAIVkhs7UE7qWhiCpFVnj+iS
BfnyWcHSITX1FsM7CDJxRFfwttBp0PebFW+93S3cf9aij36zbcEhxEIIDE5gAF8Ap5rZseuq9YQ8
l5cdh1btjL/ALVgUe6Hjn3hVZRtJo2xLYjJr2J9pD2AhAIgJgJ5uW+cVG9roDewj6IbBCscl7mSr
m1S59frkLJN68Kp8CGKERQA3cUVWj6vdr5/ctto+tXXHXhVL4f8KM/K4Q4uCREfsqJAjKSttclPu
Fifu0mVOHCmNWqS5mg0rU0q3fnC6yT0VQuff8LAel3gucyyYELPtPg2uk1c35QTJZaLN394VKt86
xj8uEhVqsL51lcDMc1L8H7RhDwVhXpvi0PTB/EtNCMPHLcQeuslyIAyaQxu9geSQiXTVa3C07Gbo
Eifz/CZRXj7+9Jqs9uJNYep3U65jIDllIvoFibtf44ZoYsRby22ZSGCAOYoHRVfHzKDlL13400Zu
kePf4rW1u8YWsIIxsUQv6tiam+gxF/lwN5mrtyTYxMo+dp2ufMYlM//ZKnue0iyQ4UpX2/CfhGO2
nH/PcBsmTrVHgjFkEwAlLtaq4zvHrm6Gxy209YBtUGi9zwzocDcDsf+k/SWL0kVmJMeKm8imV7jq
EDh1EYRMB2duXd/P+i+22yIAJBdRfezXLaoPTQsANp4KI3xU6A1MabBk7MkWY+fhtoKt9tNpjOZd
ZTR4THjSlXMiwlBVyVxGCJmt1R61mGKsT4toC/+2tMviDUYiIxSTot/xHF4/vavsxl+PCA5u1g1R
wnwXaqNfSAqs9dBqqaK3lPDlU7SCwz30bhfIFJUSoG6rscMluG+QgmJgUquDWZj1GCthcu0Ix0fl
ucaypngwDKFadM/aWiUzZAvuR+QsOKJE+5/NNpbvkCGk+rcQ/VaJpnFm325js7xGlhbHwW+8iPMy
Lh9bf23v89UZP5qm5Bo0h4b5Q9MN+Kq2NhE26cBOzbF0TS5/o6rM+jYMwB34/ex/rcOSE2ZuvXOX
lTIceQNan3HWE5QTDJlx43KNfGpjYbf+G2q5YokDBORV6paONg9b1dp2suQdcbF3Fs9LAekAI6pR
Z7A5IlH4CAioRGcjy5HmM+Y1a9h+ufEwIEohY9UNE39YTNFjWzO3454JsIvK5miej9NI95z5WU3i
VfYi+6lsTxcw80ligVPK0ovrwWavZKuuXjW/LYtrO7c+SKnEJ8PT0XMwmFzyoiam6xKVzeOc51l/
02+j1Ih12VZPh1oZbdIPi2+w4RuDEYrftM9TZOLOWzMcuHXXPsfIdCmcjxLDIYf6w8I/GctCMI2R
7q3mxuwMF0C3B0YjZaqBDYyJmvejG24BBS5aRAIskpermAqr7mO12jleE4xqxrgFd7VnuwF+j4bv
Vd+13Wz9bePmxnspzaKMB4Dqn6wdIJJ4/TZRIfjAx2PQEfYtbggova19URUxd5L+EBWqM5NqDKeX
wbTEQx5w7JKqd+ruljrZKhMoFdwkBsVORXooXTyAEKCKqzC37vDcsuajBHY3xHU464+LN3j8atPD
Z8lZffOlUmV5N/s4/iVNoFrcGju1fOkA7Y1xbg3+HEdQxZckR894jMHfZyrJqrnKD5YmEU+ihsom
ZatayC2Dvv2RV+6E2mxUBGXMLWOYbywDIMg9xQGa2jaWZpRSky3fd0XRDnHb1PYPaOceKUjUyIMI
OiUPc9mwydxiXOcYwY/unQDS2MYoD2TfHW2Nnzcl+yVdSD4a1mmvBHq5yD6d1mqkcR7iLxZnDC1B
33Rd8WEot+iRyQ33/+av/XwzkCa5u464+DF2TvaNsaclEy/szCnxM1fxWLtY37bMkV571yPDzk3/
vTQg58YNqkVvhTIZwK6Nt3yr58hlmSx40InbqmFOVzKv7xiR9l/wYscjZyYfeTY2C9U4J0K/PFt0
uAdpuY5xRfbyTdYTr2cP60R3GR7A24x5zHxjG3XxgxJt+VWrGmeJIajZoq5UfUU1MXVzXOYuQThb
PH7wPFuIttTUGHKgxZQ54xsQDR5ero2qfzhh2/9wRcStUbszTmpdPqAXNJaG++xqarPEXYL5mYKW
QEbAAicZEp4fKiHdIlmtYsrRsgdZwvpIJEXGrV5fvMXvMFKdNmpLz96cF4iiZD5GMY0L/m5R3cNf
mtrnIivmV09LoBylpHSKAacYj2TsHuWr7ursOHXSQpNYjwufufa64uAovLdTCc5y5FZc1q+yqDLa
60FvGqgZh+VdFjUt0aav1u/GLIr71sbx66mxgAK1hvQ/Y4Aoqhs1rxFkhFZFzn1odoVKQyzQjmHW
jxWq8kIBYLHWSR3lhDxDvPSrI8izs7YBdmJrKmfp2hxruWC3l/l7wxjp5y4p+qD/if13WMXzuhXU
gPT+anyBM+NlM/C0jX2gQVVKjM7eLp1T/PL90S1TbzDq95NtFg3enV5738ooIHHvfLNL4BXYDw6E
DRptwwh6biZ7/BCuvu6TYZ4XMwESgjzebFT6ddd7moinW4v1B9I1t00ZdVZMatV/EuEaLklQokAR
G31vfKu5NL5ni9++VI7YoniuI03sx1iPitgn67LcxcJfSSsjSpD7H77gAOoVcW8sfXDDvb9+KM22
+AZMpnsK8G94wUjXwn9rsroxidBwE/Hgr4obQza6TfJNBoR/CRwYHe3OpTiuchcZxX586xQ8Ny6a
bHpdVCVrqu5tztARwJMwRhh/9RKzW+Z3NX/2vi6MyDj6KHF+zaSM3uOhVkZpZgC84iR0PTezSwM/
/ocitCuILSdc7rYcC2rtAAcLNzSn57kpPlXkvsdIhtHLvPlIJ+dRU3rEuxFXOqWy6CeaPx2GXzmo
+kPUoyJ/gy5CWCZOmBNQcUWVX8garYe5CTcdu8qzhlQF1jDctGYXfluycn1xZ3u886wSME4n/PWV
cM1eCUePB0ZSN0RJEIMitmgBvOIhHz7qYOvw0fXL4jv5UeTGGN81d5Ayxt31VYM4oB/QZadcbfSR
hs7c5mMZzSUte7Pk9vC3PogoaB15LKnMl9teTbkBKd4zrEM+1MMbcCsrXoxjiDEvB5YWVGMIvn7Z
6b6OB7upuc6cdQ7vDTWbn3Te60co3yRDmyvzB5JmyrU1rwX+JN4wyXidbBp2xWY45IUg/eo4V+00
HKRniydTjvVtY9vt+3kbBiO1oqaJ4swKlzadszxQ8RZOc4NARBgWSZ6vnA4NpYJ22WSvh9DN6+/b
ZEUvpjH2ZZJ3kcVAttsiHU/haotYhTTJE62V89Exp/alxFq15DiG80zzeVDmibpRz2Ssc18kYuxN
K8lpLOO5iMTlB4GFBPti6vK3phHVOEDXSAXdQExk2gEP0ntf5r7VpLWtN+CLNLjW2LV8BE/KYGlf
fQxihlgg1MpdH4XD56pcsvfz4mRZypDB/jnwNm+ryIZPGFh1+LQU48JvlOXORraDlwxIloyrkqIs
HjKa2rHbR+IbNp9aJLLtFDeMyMPuoKjaf9rOHObpqNqWa2WccBn2lAMttAVY/DZzJHdqR4NmuLF2
ht3duHXTI+aeMgcPiCWl8ntNgMack8ZG0DtjatBtbQ6b1+IsvzDxtmJTbvZdq1vf5Qdn/jNaLrDZ
wnqST4Zr5W/Qel58OnpL+yVY9eAmpl8sH+fSFqyXWP07o2+N4A74cWgxWNJiSbjkA/8uc/rll8KG
oEoV+Llfyl1pywgcLCPGShGBsx9r/aq8WffxOlb2A5nZqo/oIdskigU9HnRC1fLYk8a+NJGPPG3A
MP5TtJU6pyDf1UPJ/sMX1UT1x0l2JC3ZomDBQSShFqu2dnoXRS3OEC1aktbBlVigQqkKzA8MBI3+
1Ox+V3GU2f7b2sucu4CDa8fhJPTLIjz5nQzO/uXIlVlAXriTkczKQchHZUGVk7FtVn/MmsK8h0Oq
eoDVWbuk4SzUt8JBApARWiQGRBywMj6Mm+g/T/TabJJ3UakDuQCtxUBvxYDYYt79qs3OHJgBZfLH
hGGvFdf0bHHUxlKGk7ct8h2ecPkvEDrU2Hanp4+bNSyPq5vPX9kfznsfwfrvOV1OLDkH0KGxhRL+
i0Qv4o0QrbAR75vEt5WMMUz6cmUOGAUUY/FW2e0XMU/N162yzOcJP9IPPVpBz4Ycev84gx98hK8f
fCsKkamDGtaqTDs6cE26GdZyBJcGqpAk0/65gQL/OiBi9Fw3i1wSpI4oXMlU7Ve50udPUZLCQdDU
HBIdOhXCeaZVffRdPG0PlZ0BKnG5/804yschildZR33imcuyHKOeDgtpSzt+ZnBtP5VB1H5AurK9
t7oiqG5HaZp5WqEN4iYzl8kSjzk+kcx3rW2I19kVHzOj2204Arv8Mke5QdhcZtM5tG3v/WyMYKWd
ysjneSs0xh15XSiX1nZlqgMzn/lO+fOCMqUZjJ8tYecdQU04wRFTnCmM2ZdAnnk7pAZWbT4QiAhv
RdZmTF6VNf0CSkhUMXEGshKGS61xw3rt0z62+cdVBQv1wkiVc3IUdq/x2jJHjFWEuXJM6jG9dLAG
mhjaC+aPoEX9Pq6ZCjRxpwpXp/r/cHQmS24iWxh+IiKYh60ASaUaXXN5Q9jlLkimBDIhgae/n+6m
Vx22LEHmOf+oOWEOHQJsAWUy82B5pdv+pwAYwLMdGzHmpDxSq9EWOqmvZ4/1uZqw42IT4WgcrZaV
eB9IVTkEAIVbJkFP6fqm2expbsaC78N0oeTOlUmSlvU4XYxLvBsfsV7qrItK774duyRM26qx34t1
Cn+Iau1f+nJhxtANz+eM0ncCJwykz/GkrCTz2rb/cLWhrWwVkXhbZm/x3sxk/OcRKdnQH+MB0vsD
zlr9N4+uxRmv4tmTLM3cdcEpFPVw37jJzD4zdtOdI9BznInbWbp8W2Txe+bsuGEyXLtjPaChSNtQ
y3++KOo9l0UbTwcKM4CeG6tLWJ3lMr+R9FyBsnJmV6cl0vN9ojVecBGVy081muvGxoL4K9ia4WkT
TtSTdDB5huG/7u7N4LhPzbLaIh8xaIlDLNX2U3ehdyuraHsNBqf56HhKg2yPRvO0rd70R9Zj+N5D
tIOgiZB1s79WyLXIreVdpPqYRuC6NayVo8vwvHRODSS0LAG7BAepGB8G0NXJObeSbOoGECbYAlrh
A3uTVLePXuR2IWDBRG0urEAfMeXUG5O7jTC4yavJKdi5HE9chrEFfbb7MuoPVrw6djZxvr7VdNo9
xSCnjBtIcf4zhAB9zI2yPic+i0M/e1Js8ELKwZ7Itv4v0p4PvcKK7KUoDuqLBtMaskoNVxyQU4Za
ZLeVuLBcM+Z1wceB1VjDC9aI3j/aFQahf62DW5nG52nWpM4VC5NMwkBJIhcbPYcDMjTicQ9EHhcP
werba7pQWP/Sm3Edzy5169uJRpSazbbp7OHsGpa4PHC7dclbry8/egudLPDFBKTT7qYKU1smQZ1V
W7XrWzss6yJfvT1Ksr4PY30QaohMJq/VsYwlun/GsbHVEPPbiBQ7MnwRTTKZF4AIqdI6ae34X2W3
AaxgXE32Rc0OuboRt2eVqsFjPNMxvZG8TIzpJ4ih/eyqmcVhDIexy8auGzfwU6wbuef0NgugKG3S
uJINgcdRts7qPHlRsiDd5I77cLciBvzvr+3d+eB7nZ2HFMK8L9Gsk8x4kcbBHEJlkWRvzP7IzzeS
/B7CuGV6iYdbLu3uc5mMR31LO3433GDVeUGZ2xwp8+7qYziOyWO3qK7JeFmAEGo3GivWjLChrdbB
LXoQc8CAKADYh+P1enRuSiNkdF+zKHwXrb//tOPifUlNAUhWt07fH1bSWWRKQQyHERJj5yfofSab
A3CYDk9ONLj6aQvEvH8CeqzqfgcCD3OfMaY6FK0p/8PFV24nB+quu+32GFiGbpGoe5dkkLpHZyQK
IwMU9McbpMV1eVyiqZIP/jYU66E0e9TfGOD0iU3U36KU94IhGDRabJfO85XzybHFRpMMuBDEQZhp
Dg+t4A5+WO1WBE9WQvCJd7CSbdU55tH2lamqCG/stZPTo3SvArEmDjY362y5/5MCKPDPfDVvnjQP
muaVtyHuKmE7uceRV+eCohcvXXTVFpy6PfXVY1zO7KY8P1CpjiHETRT+ovk/ZeFfSKMK9S2VHK58
M24Vr991a800UcJcKbqaw5nviwzr9YHs1ZmjTdr1lLKzet59tK5EhrPtdk2KPaIGSDemIjmUYns7
/JZhMCQnoPyuTNtYwY9UQZksOdxE8l5tiYUWcNzdb2/z1fpM/Liac2maJqHSfWFEVSNMbto5Urgn
M2yjuSdg1nJOVi0g9ayJo/fIOTf+rJ412UcqiYht0HChx3Z3zL+hrMFBmmJbDcNL4vws/OHLHRDc
2Bw9QEz9FlWcQadt71ke+X6cR2njPktp/ILtgnfcvNQhXkTfuVYvzvOwDH1GXM985/Qcvf+4WGKT
wjz1zpNVjLGXVvGQWE8+A9xAWMM+Lw9JYWIoSt5/88uR82Tuwaoj/9MhECTK1ap8mBa5ueZSb7HR
97wDjk7ZMgdyOjUvROZLXPKHZVGB/e3Ac09ZLIDmbzzTtsMNsC7pAujvuUQ0fgTFucVlcZ4CPVRZ
EArKXdwZOdEB58rmvrbAQ+pADwsZ2o0NlJ6Om1z7+z5S3AUte6zKzNQjUF/JrukO7bBzciOUsG9t
Z6kBnYQ3bak7+IlmNSIg9ZIAvP3bhw2OGW260jmLa+Edy7EgCbDkvFju+mTkOYLi3tdMM/rIl/pq
nuCuEsTirPNKCLMMG7/hY84F/dVoAsI1LaRefrvNvlBhhTF6P/DA6ZCyzajWR0W7DFtEYrdl7vZL
r9PJr+cmUy7UUF6QMOdmlfbH7aOJO9eGrPTn8DVQgxNdErhVlkRyDVPP6vngZd3rt2lcCxwuEnF7
umAyXVOlh3XPRLssITP7pvV6UcUktmzdfVHnuGpc/lnhjp+msiaSwRPTB8/84VyQkn/cu9JGOdmu
54R4C3j9f2xS6oEQpHI7Q/JVH35xvY6q1sT2nV2t9A4PiWGyCAzzJoydxZhXhWU3XOpScy82lbWH
GQqQHfZbR96wpcCoo3dJLO2/+Ky3qO9qTcDdAbCy6Vkbinl/l5tNATpJ7nEBvdDD/MpkLoqjvdj+
8AYRofhhlrorbwEyUAEooTUYM/xWmLdrhRAR3ZmCyi5bZ3kHhq/K477SXgV5F4RjNsQYh+mJifX6
0M+RdR8gr4hvgBPC4WANtnBuA7CPt3kpAsBSmnMof5+UxQk2JT3QnN/4252OUB6m7eYlALFuN4DQ
OV1RHXVUhhSFC7bJC0WZZAL3jXCeQWZZMbp2IltPJz1IajcV6nflO3LPpNlFkXbhPiha36QvsrpH
v/M1dB2Trwc9VR8ir+3b8ySFsh+TBg/lsaODxr63ybvjBF+ADOA04UmYerAGUFnECEGoT1uYUJ94
GPcxmyeFtaeqW0BeB+Wv9eBRQqp+0cbd2B9UUVYVZPACW5sPdcHe66O8Dl6GUNhLNi8EDP+rdRGP
kAWcoy3zOfgN4KzNgz7aLGEnfwKyfNhdpxaZhfDVy3VgEn3uS1/NxwR9YPVC88jEOIErrj+uFkni
A62o8myM0q8dedS3NPzFU+YKvcMqovPIvMoJ+rvIq+Vwwy3XoTRcBRCJ0AqicBLesh5J9eg+wbuK
MBVjXFSHuAjmn27XoSAgoJ39m6GcCGVasIL8GwZHPRrIr0+87dRBg5vYEAFab94RqNhybwSQUPUa
lwkNDEb50Zi5Q20VZAkxEq+EIEN6oS7wjn1PdOAr2TVI1iPp9f/Vs1r3S88haHLLiBgVCEfeTV8M
0DaG1819Rn8hpZ12DfD3f7Kl4/GE47Tp0gkeO8rcPgqX4+hD02MrW615lIdorxsRHmx7WYb7kljx
hbhiIJo7NK9iOYa1HH/rCW0UGNUsQBYTuyc+g2jPghOxLMtUuTsG/XbZpw+2iW55nIKkusNVPJWn
atoW7ygBiUEJlgbeViW70yOz6b0iG9ymCQ+T0THqnnACFFSj7UeHAFdad1gtz9wLOPvkJAyHSeoo
KMM06FZ3O7vjxDY3W0rMx74Zh5NGbFWmXuvt1Z0LadbR1YRj+BwTkIUKd+ubLaO6dB5S6W7Onuky
kHMKx8CNzTUvPHhtf7bSLYjK+3UYPYLUexOD7CVN9aCRcKIkquaAf5hw9jwUjvZOW9JPX3U/lQ8L
rmW0MILP7RAI3B139qj3qhrDh43P3adJEc9s36WQH2Zt3T+EIDTPftAOv8vC6VBeLLu/P12VN/G9
4y2ArmiXFCE2gN5DCjgl94MhQfa3aIKhOng6bhUQiJWIQ6nCZD/tq9X/5whe7GO7Fro/9pMIghMv
o45zt4qW9khyBCIpLbdtOLlW2KynEEWBSpUoo+CIIUgVr8vMspxNvn+9EHptf/CHOdOdZmB1/phB
J8FJSstxM1mZvToOcaiS41Y7+/A8F4t482ufV1fQI0/fSKJAMFbf+w3dg46rJjbsRW8AhvlamuD3
VGIhOYwseHDFDC288hxM7wrMrUqLahp/jO/bXSbghh5ABBtkNaGOnogGmBA3xMFSH2HXV94kt6LR
wPakQG8kZ7snLLAMQcY7u3+r5Jq81Vs4/KAa9tt7f7MF4uUO54O7yLZLI1mBsQW2GPC0jXyyFx2M
sjoj3ZLMAAvI9escXUkLJu35V2jG7a+DFqcjbDJmZ40tOf6DoKvFnddrLvwiDJV/621aqU+DXjI6
Fo2r/NNUcb5cXAuI91TuypuzUXkLmhnXdFhQCxabGkhpvZlFpF+I5uURtaxw+N3hZftrUF7/shKS
nNO+JGSGN5IyonO9EheQVeOyqvdhL2z/qs7yljNFo1Z/KoZled710rFPTwOhMBqGPsnceIM7Kq1W
A9dVgq6AYWC9RcxhNnVGyDSbzFpG+wmLEWiZrMaJXFH2XcoMWQf/k0u8Qk5tEWT0VPLofVNPPZUH
z113FxRzWccbRH98CQwSw0H1/dYdvUo7VGXTpP3FfoFkABBt695nqQ03+LxwJ82xhNU+4A2R5CMP
rqryGRC2vm9kLd4r07RNNsrEsfMmmif5GY1FH/KjebAoXgNvdrYd7RuShTr7ry4Mwh3E+MGOpMos
f5W2dtIURjHrM0ohKhMozSmobjILR0LkNsGjzTxs/rXjDMYye9BzqbEVDuK2tyqJwmsKxbHya7Jl
EzL3SOfzhuHduCRdHyczTebMmdR4Of9t4U1Y4Xp4HYfnWY2dNvhRxf7pVHXRn0j4JfsM2Z6v84IH
FdgXpf1b3ZZ2dD+GRYlWodROma+VBkO3Eyu8bNY8ABZV0djC4UzXCZVQzCANogDBSInxHHC1tAsU
SRAw/U3fJqS6LX1crhnat6pCZjIAYy1DqfdDMcSgg46MrPet79ik+Lq+bCtWQF4DNjKYfejfbF0q
aCK0ljYiCE5o67CW/MrZPrfRdBaQ639o+AE+i8COF+a4smHQENX4uiwiWW7WanX+C1UVFvkE/v2r
3hUiI67KCmfFEIVXerKbc2zZIZaStfIz+MTgdUROE+ZYGor/yCJEm3MN0XnaQ7erT0nR2dGF43Np
MsZtz+WKGEY24mC30RCxz1fHkrExPgX88D8239fIfKsjcWoRKrd/1ERS/oGRA076IKLePUMLlBec
8dZ8g9ctaa46mH1Iw25lv3eBIMdnGYKmH9w+BuRTdeyst5ybtUmDZIjz+OodO2gYBeccENzanViM
Ktx+JV2gF5TLzYooM1AY0yOQtiNPeN/cOwhMO95AUI4cw35xoUJtuq80P/9xD2f7BfJseabiJPnt
9i6sd6W4HW3waZuHB6Gi/SOmxGoOGmKzyiCCHO/YJCvkBih8iyJsBQifRzE9R8a3TVbwZWPpnPsh
PmiEcwbhsjJuDureQPo5wkU/DkYvbhs6TSbsco4uIfLBtT4jynGsO+ExCGTJCA2c+tTTmtStXGv/
hWYD5E2PRRJmprWD+xYNWPW8SbKN6oPeOzWnqFLEfatXp3/0djNB8qmtSk6eJcQ1SV85zzY+TML5
LOGuv8ZElpiH7UH/t0pqdG5XMGD5yEhCsx7MccE83NvSPkG9Mo74oR7dJ5ApqXOLTXrgdI3rD6lM
4x+8wg2m1x38l3GqKcGGGcJX68MZR2u521oHdm7HXBI8AH+1y5E2gcB/s2S7exmyrhXoOBRefN1S
DN4NREtVphhsxaExtbb4mobkqWZBA76GGLXPCJqTLw/1d33Us89zkyTtipTR87bveUk27sBmhHou
UdJcG8x1+WMNU7I8Ix2HePWhVacnv4o3VKSAReZp9+blN4LaZkLSinLvMC70/Zx8jRgqL3VC5Z23
b0qlco2Wp32u3YVBtpBfmkGoxH8ira9tsBgW28DF1ZR43WJeY3wg+jsEFEZK7huNOUbuw/qyUxxi
P2kAIyQT7uz741mYhQuqRBH3y4023wcHCZKP3mntP2MyRe9Upun5uueNX11JvfiLW9SIx92dsq87
Yw9l+7Tu3hWxikU8nlxkt2h8PW6rdHAhe3/tAmTpbprGMblzhgh+wddL8xLgMw0fLD279YkJqHBz
t4FIuSkRsVngXFYxsdmGpVjv6gA8Kjf0s38nXLVLqqph4KhW0u6PHfc2HnnHUWD/5L891mgSu0Mo
hhn5Rc8m/LQBIMmMrK++ODBpdProD3u7HJDFTqRjBtD+KCevaQbsXQtTy7C7/PYMY8Se+nuh04iK
MaAw6c5eWvK9E101j0YyXYTxkNocuNcRFt9gJje4b4B9NJSXglcwSTcBhpk2YxdL5pdh7FNikPmE
cTLY08++1p5bXfXR85ZPlMm7qQMs/iUa05oDHlDPzeeoivx7NUl+R18R3nxPrgUS6iFxB/XagtHu
x42OkuvTmADK4cyo23QPVd8efaQqG1JMtpuaJA80UdzXXIJLGHw6A0BTyqTrdKfGUsN0a5ZGvDrT
0Kl0UfVmZfOKShdG1kOz7INfP+40cFjHOPA6L++Hshwuxhnr6taPh4VJ1VvQaPLVMH/2wmwPPaEJ
RHyNrSRdlZq4mqVT9YrRO9ku+EHq9hPHM9VnezU/j16FfGgdh+GPCaL2By4yfqWdBkh8dgvk97u7
37t20Dy2OJ+fTC/1lK8wFSg85819bhmE4byhu5/9hUsITpMIJGYjQxNf0brIn+1ZLUfTKy+5A6Z0
omyOK/Wbt2HkKgUCgBp3DK0Okin0q4uXBbPENiGH2yhs/CnXxC3zWqhmTRHGqeGcVKP301nIW/Ow
RVTBIhm7gujcsR5C+Ohm/TtjAfhYFXfEldMO1dHfx8Z+dDbO+RQaw51uPDEX+6lBsv6FSgoThLt1
8asT6XB6HBDpaSCryDHgLHEhH+d445BW8UKM3bLGwZ9KNHV0AuqALZOlEhcv2hJMDSTYt2cudY30
NCrtPAqiqcvRtCKeU3gwb3cmyw2lHQGDl44a219SK0lTo0TQ5I4F/6hNmIJBRtr+JY46Tllvkupr
6SzXPkZVzfnO3s4hy4dkSWpEG45/HC6Ut7UK1ZRWxON4uR1UXnzuBAN+jhvKH5hy+oBsqKKUEb6X
AWVZHZrue23j+WPbrHG+WJFtbhpdLv5zrPd48yGWxf7Ppt8UEUPvQgUYssS+JtT5we3OwZUhMK97
XLnDmBz3OWD/Artdq+7oWKsjsDCY+amyrP4fiR/sw5ttT7+laGt5RKqFXrleFqB92Q8yYD7v7Q8B
Y1G94sMxb2woeOrWeEuybefeRDXh2bhrJu7hjVH9b+tPhsJ5OXOQUdWHPMv2YuTPHSvmQ43m8o1Q
Aeg2f6zG7witmj7ETTLcRp6Ufh4XM2AOlYniFuiD54fE21WlceUGv1enrN83EYvooCBMqsO0IfPA
ey325eC3lUCHdSUP72K6Z9bcKRRzZaQdlOKYrpFyGM9yQVDURvqXJknj1d+7Et4CncR3NON2vokW
s+OjtvdwOkYuQvG0sFdvPHmMacWV109EukBk5KNVMX2RYC+/BS9iddE9tjXARNdtM8t4HLCzJf2J
i5mR9q7roDRQ8o9oS1AUIqDvXRaCvFWxpfIhKdcHkpNM+HfnmyRnhYnRvh0iv8MlVc/ucqxEMnt5
aLytObfR6o98XwFnRLu3GsfPUlF7x1pDfv1hZZBUdJ7AhQDSD/I32VuYvvgpPJHBjV4FR4Od/LUH
lFcHlOOteNht1Y65FcZou5hIfJ8vl/pVlOrjUszHCbOMOscWoDtU7o5qdtIOGLNC+6oyGkVkguJm
Q+IrGL8x7pXUiOUkertIWyr90ERmuI8ircosqnQZ3YXe5vz1VrKLYVYX458AltbtpERihj+NipSb
igWN/OWqFhsyajHAQID44iULrRKXF6NFHJ+VY+r6fh8d+c1yvD1znjXihJNG3FsqnIeTWUsR3CIS
T16JpxLfvZ43Qs5QOfvIgvuJ+i/Zi4qVkgjvQxctXM2oqnrBVoLsNMVsgB0J+rYEZJKsiUcS06jz
G4XH1YwQL9hPpl60/4SxyhHHwtX1HTHMu84Vo27zoNgwjv3skbuVWOPEaSms6YcSH7++IDxcPhO/
EA8+m8aaIUfU/5WhHX0OHrarhzgxkzzvk61/Re3qNV82CMT+tpeL6aj+3ErNM4qLJOujcUkYEZpI
3dRlxN3C4ee8rQ6pt2nrt5xyDPscu9yAM7mibE2KNFqn90+WmX0rw6vQPwNgix9pLdb3gIyPvW6G
TUQ6OHd/rK5nQowcugvOcEahyIOqbRif6rXKXVFfKa/4WmXZMc3eTSAKfTbayHTxtnuNnzdOZAWg
9nv0t18ryDtnwSnE9DI2e7b2uEzzNhLoCRdi2LxzaKEgOdXz7n5FM4qqzEGY3Z7sMCr+hoaPOs3F
TOIRfNwjrhGkVvOKLOaahoOWR3f9pm8CsO9jE27riOKBZ6nDENdPH1W9WC40zzWBcPICs55GsM+R
Q6GL/+Ah9n4hr3D/cqov4VVL1ZRHwMaxenEqex7Q9nNH619VYyQMDirTIq+7dTNcP4Fozo5buszZ
4cZyicy9l5kFPP4px8qfT97GqgWnVcruvnIpUcHbV8j5ya6CQWXLuC13zdL06E0RR7I6eTCB9xgv
pI0sVuyQ/5030CzpazGvZ8sB3j6AsDpnd2hDG53XirsH04aqMwKB+tug7kf/kc6JajqG1hWGUUsi
nvhA/W90xnw/hx2ejHltcyoghd4thxevWCE95n3RyHyJtMcVY+SmLnUkky5PbBRqDX47tPiElccn
zjh7OVsVAlbEEYnidAQsf0WgvjE/B6Nb3pfT3OsHk+z7jA8y2lEv2NghoC40nhc1Y7U/gekX0TMf
qge/xbpTpKawvTdKmQORDo5g3Y2qKikQ4/UcxkmFZHCzZ2znC/KBu8K1gujYY3q4bRoe+l+RTXLS
mT0dgT47FiK6cHSs4rNt1hk8tJfmJ0CIsN+wdk3ryYLm9S7I5Rk0w77xjkjdWx6kWjT3s3QM6lQ0
8q+4p1B/8ZzK9pnhM/lG8tjgG47KeUyxdLlsrASEVq/hWJV/0BlF23EgyjNgk6CbD8eWH7nHsfv/
2klSnsd7B+b+7ZphMgf0tPU9GNEkLjQ9dAt5XI36Wak4rk+AQej+R0IDeYDGnl9bMLjvRzuYh/0i
eZXLrPWFeBJlV+PQiHiV37mde7wAKAPK+wq1dHxBWC68bG6woyKWhMbNik2Pt13r1UUKghd/jIRO
NSe8g0wyc9fUw000OU11cVwhadekGAKDDhQT6ZkleOChLOC906n11fBhZMNb5ro1oZbEpVGDEPS2
1jlod9w+ItQlbT9cN9wpmzuUj1THSW7dpV1zSAC/yLvaAHEPlhe/9SX6Jv6lmynuecmQWFyXuRe7
9J353O4xk0sRxRwRYYBRKcTsG2fKUVz9iTfI8G5eI2wHETAAh69jonvThPunoKGZ/w9QPkk7r4B1
SxqasrEgLdtTx9/Dt4JTQfACD2wijRv1NKwjHwhyj+YNk3cevsC8d3wQClmC6x3mCaVVGpau35yQ
4zTx0RVx559WC7KUTK5+OtmxQF47qs0TZz8shH9cROVd9WNB/ai1KSQatyYcHvduEv0v3l8Z3hSO
ZdYbjBTAxa0/P1YRTtpUDtWCYJQvkVmc+CrXHpz5noSgNb4kw9Q/lBuG9ptkI3UE+Uuzs0OILUb9
UtQ/O07X6QZ6k/UJSCoR9lNnBfFwIGKt8Xna6r3NOl0FMpugUf+qDio/j5Qlp3SMwJAYsfbyl8IX
sP4ZtQdHJpjYmrxAHBKehgW26zwsU8TkSD3CD63qYE91RD9TZodu3Z+W2V/Mk3ZkE2Lua7f3yJDj
z18RdjGGBW+6jeVa2idbo3s9zHsJPUHkAwd7X+JXBIcauXm6BinMYW1Chw9a1PAegHMtcmXbCv8l
VVROaemulUjjaRudvCPS+mZNOD5T1JbEnAa7G07cX+uk3tRS7iE8Fe1KkqGJ0Xoq5+1NNUX8q4Ti
cRgdkPRntq+LOnUQJqF3lhW25574ZlwdbaDMISii8Q9UCLR90iceO6xfITXkyxFgFsyFzRkxudPk
rhftQDXh7AtYMEzFOfE5ZXR0JsD/mw0pDaBVj/yUEayxFWAg8rpsjIyw0rpR3G0FyY/+zbojKD8H
axf/g3PAjAUcVJe5t46rl++y2954i6ETMWNuh9jZpHPyerJoCVRY/NcR/aG8k4nZ9KUcg+WdF/za
0LfMZd4lUv7ztLf9INcVOMhGa0MTFjM8hzOKTy6NGP/TUIO324nUMN6Y6pKTtap9SteyKPZ88jz2
Jx73J4lG6gcSPcnQAF69SCDT0+e+LXvNhwuZhQ3rBtaSpRwfIalGxsMVzcsNk7uJmcunKT7IYufU
8xIiHlKsN73MKfEI0L+MnEbZWhELT/u52j6WJNAv3uior7WLtjNt1FJcRnDq24iktKuJ1WC+aSlS
Qccbkf8PplXUdyMauE+3muKe0VI6AzJsDm4e+WhcczKtChBN6laic2ysuMk2r8IalBiSN6oYscNp
QOhHpIM1xigS4rJ/oihs/CLutnoWW2N9OXMPsdNF3CZ3ZGO1Xg5QuQQpwvf4LqpXjCQ07vgIoWxK
/bwmQiDRFa45X0lQqD1E9+DqKOzulb8Of23qj00+rz5BBAQq4BmPYlmGp5X+jgREEMnRs97ChAWP
u+fAspS8K7R4At9MMYfEDBXBa4CauYaicdfXqNvHj9BvqJ3yHFn90Zx6a96CP/8dLRRfB0TG5Xoi
ld7+wyNBcihris1eFJn1kYAJ/5qYtwc+PSJT0+QqmZV6oudlQlTt7c53OO492wg8XJ/JiDTtrNyj
4UWQ/uPl4zCXT4IIqX9c5lGYWXO7uSzSjoeytm/bvz1M3YoEfYzYa3bjo7LzGiitaZHIiXaPYX4f
8KyijY2b4By5LGdphe4e8Mglg/kQTuRTpK5TwWj4a5mQUSGIM9IQNPOpKeVScM2b8DO2HYO/xeuC
xzIq2YWcOvE+lyJy3dMso/VXLdqyvQ0RrvyE0SI+lTXwLne8W/+HSPc5I/Gui1Kikar3SMp6OY9i
x68RlVFythLPNQ/4w+j5WpJ1Rk/pCm+7xCGqU4bHBTRENnSYHhq9hl+bWZEJrHOii1MDLX3rYNoT
x4H2FJvRSF1hYwyR/mm39u1uHrWZb1wseEkWNiytOA5NEt3CkqqOl3DkU1izBIjGp1k3cKBkSmSB
o+vhoS8LIi54eu23htOiPyHZouvJ8ppNPTfhXD81atu/HdwON6uDq/LKk2/YERc5lkdUecGOOSkG
sE6KMHFTf2AKuOnD0beRolhkzvmiaspTQDYDpHzgyzJbfebLE4h85fxe1Wpepb9Y6oipMbzfddlN
p5BIiC8xs1kArw7dM4LO3hxMwBfHY0BSQcqNSdqGKcL9WbZzsB0AEjbUu5NFDlvphKhZZmtj5WHb
38pzCUaZu/YKw1+LzvEZXJbxn3ZjlgSNtEAftAlXn21nL351c+dZRw8Dwbfdtl544xvX+2/eh6AD
Wgntp4KWeyT3Mp4/rxXSiEUw/jMq+H0SXHaEllS9kxry2JNdhZQZMmm+bMMS7EfM5v1TDADOrUEC
6R+DgR7QPA7UnyTsKutmBl57GfEn1Acs0eJBoyKu4YAG/8kBCucp2zy4AHeTorjHfyjweTZT8qic
tl1P+DIp4XWvjAwKmvHFcjTAlN27SZUHuh15faxJz4+JKdcy30xLlZgi+V2eOZ6YuJLOodCXx7Gl
OmiNm5bnKfofZ+fVI6eyruE/dJCgKNJtR5gZj3O8QSt4kXPm158HH+lohkaN7B3Wxba2q6uo8IU3
oCUS5WBHwoDuGDdRa+vXUkgD/M6vClG2MEOpbfBMHSf43Y9GMfbsuAwUE4FTSCcGDZcOaKBGz+rv
pA6dtzHPG+owPCQ/TOhd9UMU+oE4K6NF/YGCxKCfLTRGohPUW+uD8GcNyLtehhl2FbX1rg0rbvmm
I8hTsgp2LJI44PYoXNCQO9BPCPTTnPgl9TVRWheVvhQYpzzUjWNH74X6o6oWHwjSCOSGQtWgujVc
U9fZ0Ke3qcYdeugn2miDEUdLCF1Tb557M6YyVkThMRrBAR96HzOlR71U02ahoxBK/k1OY1koghji
LevMW2IYKo5h8Omn9xI9rq9+UTWIL4Q6OPw54ga5oNrV1g8qGcyHYLASaPhGGQERglDVH4oYOPob
yg4UwoKikV98O/HftcHsv1Hp1PiPsjBn64jmhjKcHWfQssM8aeb0WAYS/bSxVbP/cB8svyth53+Z
AI/OXoIi1380PyIMzXIgEAeqij2q4FVIbUzznewJeWguXV324d/oGYXWFVE5zBKnKZ1M0h9kETzF
Kqu3flhpVOBNEq+zUdPq4zOEOTwmw/R111IA0cPHN2fQjHVV04MobO0k86w6JpgNGi5tMVoVoGNi
/yRnywa8BtIZ740k7fIPcB66d1Pc9e/1rGi4pgG0N6Dxw/FrLZf8BP5I/4AWA7AxO8ms4ZE7zlc/
shshUpiTnvdA1gxDOwc+xRKIoODXDiSmi/C+2g6Pvj2ClTQUA7VMmnfZ0bQDTQ0OCRZLPys67Atk
DabxgaJ9/73TbBDg5Cn1h7AtgeyjhvNYgJIyzv5ECw7dpgA+mq8H0b9B1WnjCcg40i+LZoY4zEA+
/ItB3aVFMEB3vhq+CL8g1V58TMaIgxPJvHUns1BV2jChfISgE4hDzKZB+p94Jz4biY6qxBSpzrVw
Yv2Jrmyb48ZNmftt3qVgcihUG59ax+6bQ9npNQcB+I9POSHgxZSEj83z7EeVcwgQqzKOjZYvLO6A
uOasBFr8zWziar5UNFq6d/zU8UPN44Qwv1I5VFBNQ2/PM3QD8JS8XSbLZdDhzOTcfEHyie5Pmtrl
P43TW/VBC0ybpyLtYG4A4gAzIusWJGCwmCMcY93PomutjiB9EMXBuoNqkN48i9mJPlHqN41nNmKK
ZqgwO/+sVQZvGsV/WudBB9qaoqVRBWc1GVCE4f/aV2fkj9EtiK0ZKTz4jIj8s7ZwrigfUXhF2sGK
T3U/tPGlQdI2JMEK+2chenUREbDDN/OsK/bHwJfTp2w5jJQnYrLcsnDMTyoIEOQNjDJ5DGo71VHY
cZpvPU3P8ZrBsX/OeBCwU8uxhQ1oOxU8Dd3wo0Ua+ieKCfJJKplE2siyffsYSEDUDzDZVBScy2L0
UCcyHuoay8UDxBZQETORFfuVPN/4oVEQ/aqB0CRsAnNEQRP6pvXRFKlenvu6N1G64UE+NpCMPIQo
+urKn4XJoRlGyDepMEv1pMMsyi627KYfqTVQ2Z770AlOggw4+0FR1j5D8V1KOnpN3Ex6p+gugMLu
odd76kiKXRnEJZbh/EX3TKSQ8LVweR9Qh4YvkQ76J5TY1I9jI9J/FPbJ9yYbizehDKaFNuJzgxr+
lP8DUV9dGMoa5TIHEbufYaZgZkf/xRwPE+/Xo8NOnx5TmaXvlCROjOMMLjg+GBZQg28oYwSw3fAh
hp2GPDN1+5lMkXeGZvOpHcvhwxjHc/uhoF0Hb8qp2y8ZNUmgofjAfgNhMdhX4GN6BQoo56bEFNIy
DlVF4ukOaqE0P2iMq/lRDFFVPlHXKB4K4qv5WgOLEedQDRQoDUC4EOnJxvA9cYj4oQU+0Wc+AxsB
s92CgZvVuGqR08H54VDRVyooK+tlfJ1nZ4JRlqcEz6WpOuy5MJeEyVyA4yUjheMWKBqtfAvMNXmG
TFPHT0OZGkCB1AzQVRLoOWjhWAZng1pySQjZL33QChXG96igQV03tMjOPVAypn4El+X/hQJXEL8r
O6OOL1hhiPxcC2cAlGmL6hkD56o6aJHKr4ZoI8SDsIF/g9K202uqZWn4QIG0IG7DnqgHldVM6rfW
LpV/ycZzVncorPeTmUmgl1NcmwdkI7voYwX066IH49SdUzGS8c+ibwDA6n5xAVUXv9NQOkIqqijK
+TmqKh3bWag2GMCBvg2y5/8BGWgqbdQOnmn34QPynKX1pheR7xxmaxq10/8IX68loNjMm/0epywt
y8scyR2Zp+cBVeDxAgpdLfirZkAJRVxObllPuXVOO16sqePDQZxIhh11zw0hUZMAB3lN1F3JUZY/
fyHuSfNzotFTdh6C0epRMwodXAj4XUGeuScOvThOrIQ4EQmhxmoiRcm/V5qX8aIWCqOn8zpkEk4+
okfnyBT284Q4zJEKkfVD8WfyCYc4kJ422LOCaBwiYKzvqG9uCUVaOtbxtIUsbJlW3hgKW5pymdp5
jTW3lw49TGSyo/56X3RzQwPTtBCHs4W+uDroy5+/XNuAMu5EGuJ1fv2RDxh81UGYL71FxaN+QBJV
pRCy7w+qba4yAvgaeGbMg9aeJjkUyMGn6OgNfa+9A8ZgX6XQlKOkIXMh6kK5CHzNOWvM+VQOSXXA
3NQ5lkOxZ8q7tbWQ7fr/H7Jokr6YPmpLtVWbLHKfZajvAbOybS16hC7a71i0bn5O4BoYQi3C7jcK
r+ZoppasO8+kf3zVbd14NpGN29Gs3hzFkharpesA21afswef0mkgRD2BOyvVKWm4xVAb5/vfb3PT
vBhlERB/sWp6G5igsMbOKyFFezhUBGeb7tBXlLjyh7gGSEnM1++ch41PheWPiompplr4Cq+mhoG8
Q6FRdp6FHuLZKKf2uUsGH/E2aH/357eximBBQdWYwJVQq18JoHeILYEHiTsPozoBf7Y17QtQSZrn
vzuOYDeoOu43GlK068smzLnOAbGw++JGfy5mAVR0HoOdPXGrq8sohJG6tOBI3ijOItYILtxg5/nI
LV7sohKffWdUxoc5ioVHHdAXO9bstwLy+FFhKcndZSEgv97rAqsTCz2ixiNE6L6EBmmGEqfJeczN
AEnlRes/MQvU33whdoRvf/kHvL7AkYDW/s8cStrY4rzem0gH6RDBotlre8XUvASgL9JLUnFIgMtc
FF5vgTv06o54zKUrYFakKZrx0HWwEy6J6lTkVT6cYnr06LYYqTVlRygRvuHm0GkBEWTogNJptZ3g
IbMMuvAl8O5DCiU/O2MHBUI2Q/MEpGA6y09WPevlzvV5uz2ZIg+DBDEj8a5ZuQ9qTlpEUSQmL7QT
8xNCUeAY5lDdMRW6PW/LKMt+4YbGHGl13upESSQ9jYlWFTIDoTK0kAtD4Q3l3Fx/+xwwgunYjkRC
EVmm199Mhao624HFUPhlnxNJZXaBDu6c6q0JYXKBg5xuSpNC++tREJBy6tqRmAwCJjpOjYH0wUxS
B2dhz21w4wBQ2VSprZL1WHTlXg8FtjmHt2iPXkCCVBzSbEAfqhsWSSMEDEX4hMxq+NfgdMBuRapM
4c7Fsvz9q0NgM7wmLSir9AVWFxjV1DjrZDV6lEsUSogZ/dpiAKZHxeGxqtT4ZOrFngn5xvraVAAN
nMq4ZnBufj3p0i+j2GrryYuVCEsPc0jPVt0NZx3Zm9//lAy1+CRIHDwwknw9VGDGiMgn7M1Yjt+k
GDvYXfR6TV1mOyNtruSLkVabpq0UJGS6bPJagtAPYLfM59wpJqgxovcqVE7oydrm5f552BzUoZuo
Y6SjEnG8nh58OBJoG0JHA3jjb05M8E9WkrzYudDeZFon/provP59f9Ctzyd58ySLKm11rRcObS2g
qZMMXgDH5aHK4FgpEsYDJep6Z1G3hrJNIcHiOZpAkfD1/NCeJkUdytEbJKLgg6wgH0X9z24cnJ2X
aLWSGPbYgnsFjAGrqAJmfT2S3+MYZELXg1svOoQGAGxpp7OaI0kwgn7auZh/3bwvzt3NcKuLLMxL
JIqDwKRh22t/+a3U/0X2vM8uXVEP5jGrZeLGZViAqU1l+WDrVi/Pjg+Jb+cCWK3wrx9CD0XH2M5h
/60jC8S5IC6ZvUm3K26/OSEKEYaogreJkYfn+/tm9Rr9Gor4mZKrYxrEYKslxtY8RB55skj2FR1M
qDqfArSsdrbMKoj5NYrD1YL/rcarvv6QZtwu3MXadpGusrywscVJp350oa2PpDI11Z0F3Ng4OhvA
4jWyeGnXNkUEbGVb0ntxMfjtHn0qO+d6zpRnVmA8jmjCXJqpKXaWcuOroSfNy6QSE6pi/bCLxPED
m4qFq7eUrRAQXDTUFIMjaEQ76cjGeursj8VpBickKdY7NQSKlCBE7Q5R6RxNDZJvX6LvEiIFf1SC
oj3d3yWbU3sx3vLnL1KGFElWmtWx5QZmFIHWE+LZKuD5OWMVu38wFG+uTszCWq73fkmzo4socboZ
/fQDfl1waytl+FyY/s6kthaRbA45Sc3STH2dJzi6TpWUhps3FGgCorZYnevGxuBgQL8utgxxvT+z
pfiwul4oCOCOaBOWMeyqONFHmaLPZF8eFUUr9Vq/h/iVa1pxTAodty7E/tMz1y0AD5qe4rFN+ngn
vt447RQJbDYEUhncLcu5efEdW3j2GoyiwOsQZiYLw89GpWe1c9pX8dNy2rm6yIvwARGqvX6LqH5G
KRWsgFZLWz7RoOrfmKjAviFXN58Cvy2cEyvUBsCQnb10SdscHGcyImuxZDDLV385RWsO0IPF0Bx0
kFMdxynW9XNUZ9hGd81Q0gKvCgoRIzgAVJv6JvQfYJRlCE0oCEZT/+2gbI5oLlxMDIjmQwXSqruC
cgDmADAI8POsUdo5wqyq5Lf7O2Trt5PpCdZu+e+6nNMhUauXlDHdAEeXEOVYBRJpF4bvUoT2HiBh
GzR1GpD64P//4PLiEZAUHmCR3MS8vrXoOrUkVWoGYcwBZYqHioEgKYq6O5tw6xxg1smRwyWMgHP1
5FgcOjXL58jLuzCh/T6JHgLMQjf/QYtM/MD4Wvs+KtKBpBdK+ynRitTZcY/dutCwGhLUCXEEvClh
ofgKJTbCEBhCXwTroPbPkxX8AzFt3rllNp4iqaGOgNkGFR259lGiIxaocoowm0dV3TyEEUqix6hT
6vkYQqpAydt02uEcVUO3Vw7duOAkxpG/DBYFOfXqwkFvks3WN4qrk9J2b7LehvcOSATt+oI/+9DI
sKt2XqaNhSUJNLlODcPWbooHQMwE4maJ4uKI8Jneev5ZTbPPWWv3O19wa11ZTQJAVPVvkzSAoZ2i
icJ3UVAew4MK8jycU71/qAbsWA/9DLL5TD0Y3aX7h3RrhsAQFm1UeDs35SXak23X0mZ2C5po9gmf
iBxUh6nFOlzYet4xHNq4EiTUdninPBtcC6tg2+qUlKdk8t16hC93dVogv/hR9Hbr4slZF1cEm8yf
MHmCjwiUNtPvX+XSkNQiYZtqSJ6tthA0BLREbdt3CbWUz5qDmt0psJoJ0hdhxvjU2RJgjLTjovaq
eeiVL/cXe+OukMil46BNAYwztJq+Y5uFRtMx9NCYsPp/Ozox4UPB/utPsxgG61jaVoxUlJUgbtkF
BpxlzWmAONz/GVvfnNWXLDXtL3V9iIuqqoCcZBzisQkeoSHFOL6gfoU+S7ZzgLTNsST3PwEzO3vd
LynAFSazYiluXcHqeOOUeqBe0PULoVFNdLsLCy4ffh0KytaX0FSz5qsDYWc8qgJ9oEvVZ3V8tWi8
PxijonSPg6JMqMXmxZ7V6eYPXdIzi6bObZZiZEOpOnWguDbUKQP2eBL8QMCqloid1zDp73+CrcuM
TSi4U+wlt169GhkU0MSHnuyGuUlihFYDOrp2OOtegOo12qGIq1zuD7kRLfEiUvUX5J60Q1fREjFO
O4pAjTw5adkFIbviMg+mON8fRSy/fBUXEqjQWljqIWz21R4HqooWlG0QsdRtmP0L4YUeRmNoE0rS
yP6NoPtE4DxMKP2M106FaeTRSUcwwae3HXuB0NP4awU7aVE+0mswHHnfPYdDBPGx1fvSOE5zbOGN
EZnd9CBi6GUfIn+OzZ8QBBYBgKzEEgxodlDsXF7rTtESCf46NLa5aMXdHN9BamOiq1rkKU6qO54G
Lmc8KFQwxKGaJid408UqeAThOwBeu7lhhTNDNotHp5I+I+SJEcL91d76pihgcZZx0CRNWzb1i/DQ
BL+mDjoyPprllx4mXiWY83bPNHvjaBDXUKtUhYNd5zrfrZDP62vTjjxKzPGDSjj8Lmnn8mpFufb9
DyZk0FhRaUzxr9W5gGddR6BpIg/TqPE6xlhlaHaj7yzbxmu7/N0ccxR2iRBXexSV3UTNyWO9toO3
qVigfwBmNJZblCaC3kg7vQm0sLz+ydxYRBos5LvrXDCdex3QLAcQOaoARvcklfhUVHa6s4Ybj6yx
FJUNmokCS+/lz19sCpTqoBfAXvcSaG7yxBxz8RBZQocHkOQ+Mrq+HZXPCi44n9FPxyPo/jw37jYK
rkIY+MTajrq+aAIQESNM7OWiqUnLqC0eq6wCh1qrPn2LNnT/YDzeVXJAeo0UPV7PdwgbeLcSwE9m
gP2ZC4BpEhnbUzSF01d1jLud3bMxP1AOSxecorphrm+4liqNU85V4EHeKc9piGvJEEeLTk00uirU
nZ17Z+P4mcsDSj2UJNSyV4fc0ocgtf0y8KYecuHcYqGGr5m4THjX7bgtbw/FCygBK982G7m64wH8
cuDB/0OxvTLFYwUBxSuHqPbuf7XNoaABs1Uph95kEkgBaGkhyA77AUDOHDfpo18F9oOSdcPOrDaO
u0nziPquzfLd1AlmdEmHvktCb57QJXvsYfjj2EJCqJ/KakaKfQrj2P9mZO0cfr0/y19N7tVzaIJJ
dZwlFyX2XW1ODeNhYURa4NHHTaorhHm6jiNs2n+bsBWPyUjgeelmfKpOg64Cb24dYDYXJGLDFCQQ
jNujAjL4a9/oBoKBXWc9dSb/w9kEt/ocqIYMv9z/yVsfhlYNPWeLB48K4OvjlIwmKjtT77hDZWCy
pQeOSxUofSDzUY73h9qqUVNdMbBkps5oULh9PZYiF7IYkEA31QzxjF+TJBAuhnMvguII6jc8D1kz
npGghPoMnu5YtVG3Ew1vXJemjazQktXyIqyvqwbgWR2rtYMUQNn/VwBsfmjGEWCiPcvjhKngB9vI
fvpx1e/sjY3Hm4CC+oQJDJz23OoVmqFhRdGoOW7S+63rY7D4zqLrsLfGgjVc70BSDs4ZCE37pn5F
g7vTR1V3XMLtJD+UjSL90wSOLbwIeIrf0RONv7YwTb8aSJVAAYvDnFwzLIriosxhYl6tdnbC338k
KNqpmr64q7P+q3MBALuB787eauo6eYOw9vyf6QTzlc4g5O3JL7/d32obX9miiLY0IKgHAWJ6vdPC
AXVy0yxtd6jpuzjmf5YWvQ1r8w0eHV9x6P6ryCE43B9z494BHMJ9Q+fDcG6y3QbdxbxORsedA734
3vgZDoF2i9LNaFGmnct/YTjInbtu4/RydEksOLhMdh1koHOA+n9QOG7mxN+pNLWoccOkLWsg2vdn
t3yh1b4iFORak6DCaBWstq9ZGyZKqNJxO2wRoqPSClQKGsguI4BLThtCDQjfIrKnVX8jL9mgWJrV
yrv7P2JrutTeDIdPSvtsfVkh3K30UUVBQSsVkSGLpJrPjWX42hERC4zQ/2A03hGD2F/eNn4M1Ct7
ZAV9GhVduoD/gi+1EaLCovfVn0zsxVDL5fEiiMMQrw/GrPfdCF1iNIOU7wBMh8ukJcMfnEQKOgKE
jA56cA3TygYSjBilSbdDTMpbYH5PIKzDiz3Bf7dRNr7+wSISc7M3gTVp6xex1HWKaWnluxAYoaxB
ZVS7s2ja7CeuJsL5gzNIbkTGRmPktncW5YujRms6LjxixAHbEZU3hHsNIzkJRCQpsMQwxw5GYETl
+fcnShju2MCmWd31RB0dra9wUjj+dtyfVRbkOS8yXAoKWf3BUFTwaCtDe+c4rs6iAmEYpfbUdzEq
h4FEn/XYyEB1tc7eqwBvnTiUqqmQLBAuLprXG7NdfOzx3bPcpBjSdxmOdJw9RNP7ucTU6P4Kbl0x
BE60BZd2602kPVhOjo0ujcFSdtY7uIoz0FCpvpeIpCIw0Q7NG9KsBixuM3wfaM3s5ddbrwYqzoam
4WtHELd6NQIJqnbIkGwqwFmpHuyLvLvMlE1+Ilft/1eFZd+cgiHVvxItpMHODbu11A6lBoCpzP2m
XOnQw6Pt4FhAw6bsbZuZ46W0ISJR3DF2YpHNoYBBGAQjhg1a7vVXtZCviDAptd0CaedLHevzqeqj
5EFtxB5gcyN9smidI75u8M+b0peOfLlOKRBlF8een0rsco+t3ab4KcA87JN6b8NubCIWjxaU1Czz
tjkSoJHRRTNKMnFb4tvk68b8GfEGGCwRJiLfJyPh9apzYfxDElE8TKKJft7fxhuBHqAEnmRuWerP
69OJiAvAO6DZqHgY1rFuWvxjM2sP+7DxCZdG5XJOeF0JKF9/Qt0eW7wy0Z7qRtu6DJUMj2B0xiuc
XXPnXP4KTVdvP2E7qEr0T4VxG03hL4PtreO4PboGvWsMqHDksBwM7e8K0przVStTREnTrkvrn4HS
Gk/zKKNnyNh6+WWWJS0i2ZfW8DzoA8yIoa2m9IuCvHaNDBaicqD7iiADXhRmH4uSvgvCu/X8bPbN
om881Mn81OPt/pEGMKpoUArn7jojjPCvE6N9gudOIwCzDRO63hpiMkd48GHk4ZcRLKw/HW+bWlgy
fEB84lA7qfNNs4ZpfG/kI949Qo+k5uZRk37U5iYwD43mRP1JNBhYNRL68gGUZdke4ywXKoSuqP0L
hToB+jfo2Ep21YQfzMSeRpRkEhRM07avevoMskTZNHdqmK1d3KoHRaVNdtay0pgPdmnL5xj93eQr
uvW6er6/AzfOnM09+usUsAHXx3vCnzHuljNHVQsHqwHRD0XHrCRDmczrMcf9/UCJ8RagE6gxWN6r
ezMiBPUN+PPsDNV6j9ht9tCWyFf1qrNztrZ2PXcgmt0mpXSy/Ne7HmAt9JI5DLzQgOB+sbocPW8t
CewGmQ7UcXZ2/kZIz8tHfE1BBjDcOuidKsAO5M6K2wEMuvA8Bp+MaWwOcRKap1gizEbleNgZdHOO
/K1gGan+3DTSUZ2oGk016EL2Q+Px8fxn4RTm2w4jwfP9jbJ1WZpLG5IKF/9Zp0kL2X8ampq+BICV
no6QCChaGDX66rWC9jx2TVMhj1GKRp7oO2s8xqGlV+79X7E1YXBHS8tVM7Sbd98PlWwyR6qFZTgE
n00ry49yru0vKPHtwet/RWHrq4xdSu18AWrfPPGwXy29Rf7UrQkEp48djqI/6Ida5aFMIxleUnyB
pgsQ/Dx9nCMlfgpaGmgHLCrMb4ml289ZWjqtp8MyzU/WPOIwgVbc3Lt5ocj4fRSYDvKno2Fhw4mF
7mfslRL7ODStqh6MFs+pY05v5C+wG/EXQtVcuUDc1R6wBEWeaLDz/BGj5Cj5/S0FngULJaQUcXZY
7+ORmpyimUJxHTX7nCS6cy0nE+tNlPB2vuXG4wf8HuQxvWU+5w1Ip4+F4+Pv7HZJmy4q0dy9BUz6
+ztmq5JEqVmiNcZYVPpWN05RltKpM8lnjOSI4Iden9AJhOjuaCxxnGOLh3xNfB7N5NvQh9E56LSf
93/DxiXLT6CK5Cx1PjKp11eR1lHIzB2FYwpRz1VkgtRUAQH8DFBIu2hJHuyABjaOCdceBX4ee8Dq
67uvmU10U5tJcROp9wfMVNOjdJQIxS7e3vtz2/yKxMBce7/qZKvlhQmix0anK66BL5gbmeHkDk5t
7AAdt0YhsV4AXZa4LQpFeSXCcvAVtwnkdGzqGT2dFg3d+3PZ3CsLSM5E65Mu5RpPWdio0I8TBXwV
SUvPqYLAxQhIvu1NKt+GM+JQRdphHmTvmHjxGnOIJkRlvr//MzaeEkfjPue7AUUArP56u4zOgIa+
ElHWRzDcnZBVWITVYpSyrJnqzYiaHOpKO99xa9AFqwT8QPKcrFv/FZ0prCcHutxhYJ4DVfEfdK3J
38Anrtw+yKsPAqmRnQrDxqOCKDUblIvA4GiuItO6qSJzHAuAYGFUftFCrE+CFot0yIvRaVTq7HGM
bTRdRl5OLcfi9v5Cb51LsnAJoNwUt1UbNVq0yIyKc0mT8w22ZPlJc8qfvk2lkbR/3Fni201MXQNw
BxKclrxtf8UaohAC8yI3nC3xyUK/BoP2fNo5+zeZKVkpdhY0aqgs8J/lV7yoD02iwraYrobrlI39
vu7r8m3niObUpZ31jP6cdZyxuggO4Jd+O9FgaFiDZKXUFxe80uuhs87xY0NYnYuqfqeipBZWPxp/
ntFfyNE8+O3TylVASQMugE67lrbE6+GCyZbzhCytCxqDTYOtgZIeUKabg7e9NVbmSSsphB7nvEym
Q0XiIeDEI7pyIJSK4x08y8aykyDD71tOD4HSstVfLHsctwgjxXnP3HMHY1GA+zjWsxpf46qzv9lq
1clL0OgWCnihQTJxfytvDL/QDXlgCI94TVfXcIeqSD/Q4UdfuNaPBQLrxGhoXx8wUuqf0FfGZzdN
rQfRZV9/f2RBML/Q2Khor28rB1cLiiz1wAPg18fELtNHNYfVgxtoPlw1hNzwJqpwIZ1j37s/tHZz
otCSA9tIwE2LiHBltQN8G2osTJHBjWerf0hqXKZOU+6LE/JPM8r5DYI4cad/d6aup2sUNZdY1X08
FHGBoIdZH5rSCP/p/NzZudhublN+2PIc8g+QQ7gyvd4NWBrhNRgLjEoGxfxi56ZzyMvZusJBmD/V
Tqh/7mQ6fL6/HDfXGcU3rHUoKDAiFbjVHigB1wRGIzq3TEtVPetjmrqNFUZvB6dQ6guafCj73h9y
4wPYpkQxm44N0iXWetcPCQcwKHsXWSYkfUQ0nVXK4Oc/GAXskLpU83kvlnDnxdlqG+SI8Xbo3bru
jL9LIynfUl7Q/2AUcjReIfACS4/k9SiVTG30Nyla1INtXJt+LC40IPc6BVsrRsPeUkHJbsgENJMh
y6kfele2aJMhTBCeBitMr/dX7BaRxF4AlgOyjreAWH61ZGVFpcL0M4YZLJRaRRHUJyz3tHcxqn8R
7lS4dKF9mBvPM0KO76qsK+wTTDErRPc/tfeevputCXsDHAl2vAQ0dBSW6+vFFyysNiwtDQHhUEGB
9ICTEOYSbapiQWQ6BTYDI3HXv/fX4GallzEpr+HkaYF5ualHl0XYNwDAXIXw9F0n2+Y5K/1hZ9ds
zgzuKUwY3nUepNczQ7jQgMgrZ0KYAOt16XRu3EXVB9q34qpFIaY196d1c9PTD+eo0VcjSCNqWp3y
AF2nnK8+uTMy0mcHONsT2p7xxxHbgMOoBdZVaEXlBm0U/G4HcRmZXgL/5o2hlvx6qhig+R0oENVV
ECC5SPRV3suJXoKJNeHexbL8Xa+S72Us3jO+3gKKXSeHto56fIs4mAu0WZ5rfBKe2toMPw41Ruo7
K3ob9jOYZnBn8nST8xqr23qkQ4jJgJjdIVWqrzqGW4/Eo3aEq0bdO1iHNBFyUI3R/jMgVvtsI+L3
No6pCO7EELc7dmnQLl1T0LcaLZvXC4xEVdkHyBi5ohL5O8gaWHQoMcYz93fQ1jAL2dARgn/CXHk9
TJ+1hRFbbFk2mB8fgmpq7KOjwfLfCUr2Blq9DokmMqXCtc5Frlo+xjVSTdhY/DbqiubWi+n8wp2+
uFskk9TNeJpdJB6aAxpk8/tSxv/4Yu5PlSbGnUndPO3LcDo1MDg/gobvMukXwyEqQ1XRUmcXxw1s
wjOj8SIpkd+LUSDJkQ/zcCzvT3/wyV4MulpJHMY0Y8aaxbWNUbtiEpyh3jqInf13e+i0RUhi+S/3
GU3z11NDBDqQJu4iri/G6V0opurcwgx3A6gOO0Pdbg0CdoengDPHy7B+bPFjDltkq3Q3V5LwJEMQ
PLJr9qhvtxNaRlmONBVng6z+9YSWiiWYw0p3W8Q3j2JKh+OgjwiQdlTf73+h23cAwAobAwYB0NGb
VDaWIvWTSNXdaZ5VfDQT9TzNqGu1WRahDtqoX++Pd7sNYVQDn9cWzgSMJvF6ai27OzW7UFIQSPvr
kKnVD3RH0eMMygAFytQJKrQfO3WnELO1okufwAKYA2poXQYuoAhbYRZIFyBniL1W2h9TjWZ5oejq
zp7fWlFqMQucgmUFgvV6hsiAx5Wax9Kt0qTywrZLPgeVOT/NsZh+IqdFTH1/SZdD9PrNAWtG0MRr
wMsDnf71gAYCmFEZwv5EnrX+K40Sq3qYYwNCgl5mhSC8bRTjmtYIvQoq/V4uRfHP/Z+wsbxLP5co
iXCCSHf1EqH826RllFvujAj4oXOs8igTXztjxThe7w+1cQKpboP4Z8objd1pCulSBZnpzoUeXiHF
maeZtTnfH2XjI0KN4VAAUKWWvoZtQwE1sp5rlGilsmjNGdllKI3uBHEUPbt0VPbCo9W06MTysNmW
SYwJ8ocCyOuPaIECyOkwpR6VFfvJQGsQIcdwL7/bGAUKNC8LCBIAxuutktad7kxNmsLXSfJnLYjq
01zYeyTP1Rlf5iJUrFyWhgtdrJu5yCpJSqCfntSwzk27RMOcIf3bwtCxPMgJT98D+sL57x2DX6MC
iCGpo4ZMH3cV0XZtq8GyqFNvMKL8U0wT66H3Mag5DHlcOIciQYXv4GMmAETGCPR3CVZP8Z/8BljR
7M2Fw7CGXiq6nEYe1dRDW9D+YOgEXKOPumoVIKZmRnP9RlHwkDanOPuG51D5+f6u3Vp4ch3aeSTT
5JvLn79448uU1m9f1IVHm1k71tOgf/ctNHiIz3AMUET+BnIYt95vj6pDqUc+4Je+xZqzgWfg2DhT
VXgzZLP3QauKa2WOzZdGHe03cZn8jMBgfLs/5sZGZn/Rsbdoct1WbzSEttu57nPPKSr9bVUoFUbn
aureH2V1sy5bCvgBD7CgVgPiflWn6SlLjMhH5J5mO/YPXMHi5DxUQ1K6RDZ1cMpEkBeHPg5i85AU
jlGfy8WG/f39X7G6XH/9Cn4BUF7EWG5btENrI2VjpAW20n7zzZf9P1OOmrWC1vSn+yNtreov0CER
Ihf5+pUMNfw52igrvMr3W4SyA+My62Oyc4Nvzoc77tdTQWl59V6hsxfWEiMjr4lJPWlB1qiu+7hb
Ncpvwp1+LZ3F7c9xRN1MrA9EYxiYioVV5lnWKL4MegojtFM4u29MZVwiYFH0JqaFYVyeKEQa2e8e
DXTTyHcNhOEpMxprim81ySLvNXPw4qZv3wVxql+mbi4+Y35RPdl+gMFbpO68xTeXwDImoQ5VBPAs
VBdfXwLRhOaythhI9BgnZqea+/4xBdNxika1L86lVFNcz/DblDunZfVmsjuXUNLkLFCIopS8Ghi3
sDxJYkyGcawPnx3EgvFx6tN/C4o0P/W4xGrpN7frMqBcmqTcddAAVwPWSBMNoWgqD4ehBlVNbYAP
FDU7Kjc3h+LXKBBx4AByJNaVEppJhaKMbeVlxUgH2xk1+70Tm2JnMjenYhmGd/MXjfj2s2mIS0tg
87VXD+Ec4G/UzFeT7sNwCvWg/+/+ym0MBnRcA3dD6RXY2mrl0P+frCoKW88JW+WxDePuEo5+9jyp
ZbRD9rm5Q8liBdk6W3HB4q7rPs5gGEiu+41Xlk3V/pvHIfIOopvS57xcfCX7qDb6B2yQ/XcpDV+0
QDXE0O5Pd+MTAqbh+FHKo4i5RgSbdTHDeQ0az/DD7kltOwyBcGT+cn+UrUVdCGLU7kgQAR+/Pnh2
NBctF0rnhZkIL/6c/QW+JDsDk+p35rNx0pazTbzI5UaFcPXOjypSxNoItsyMZ/UKPC6IUfmW/eLK
0XfX1tH+l7TzWo5aa8P0FalKOZxK6rblAAaMCScqMBvlvBSvfh4xB4PVqlbxz9GmNlWs1opfeIOw
Dm6ynY+jemCbMGAVkpttdIV6jZi01hCB3ErTE3pZ5Zmc27lXGz06X5/HbV1rvUhoZRHBcaRBCW3b
q3rjxDgFGZg+V1pT3OlVHLduIWFg7OI7q991EOv/K7N5/FFnsA9WMZVnNcJ27vrv2PlkNgywIX4C
ynbbMBbvx4mC1ursguvhM6AVjBzsBL2GucCA9PpYOyvKR68tMLoF64P1du9YVkFWnCR9kOB/dS+R
a3wOm77AEr0zbdXrxrI5Is1fDkmJSePqJBsH+Lz9PLyMyjJP0i7IW3wmJsM84U7R+XKNn24J/8+/
/oWXZ5DhTIfInGYyoan99guXkcJULOw2iJW4D4RhVzcS33owyuWaMQrCgKv2ElyciwQH50U9HMM2
SISzvKvRR7/JIwf7SQU5gOsftB2KlUK+hqCCl4fwcAuClRo9jJ1ewmKEAuFdV2kdXn4wpOnA/6uk
25+hOOwaGEQQXdvrGol6fLbaXA4mOS5vkXX7irX6uPpWHyG0t6u0HWndNH9lEMqsOVkmKhnd2Xo8
j31o+rqkLwdTt30T1lFo+SHCtSa9xO9vRxnSGXw6QW2gEI2Uq/fCy9rYClA1tE6DUNJTRfL9OJVG
d5qU+UhLcecj/9RCV5EbduS24ZgpaEWsGWqgYktzV0p2f5usdqzX98f2fPGRay0csCi6CBRdN0e6
1FJTT7hZgjKDNdQWMjBeeRl9pHXwvSyN5uCh3fuq/xujwFQmjFDfTmq/SERDoSQHWCfItI2XLP3a
tpZ9VB3f2ffcisRBkCZ41rcvwYAf0iyVpgqwuYe0EIYUkAN0s0YwfkprlAdv3c5nAQxhAv8g7C8e
A6NCZmPGoRVhUQObZnKwBxbXCq4vlrbOzl9FNLIemmAQ6qBuws24KKKpwkzBweJTxonvnJekgjIa
xHrVPTe1hEuWLceUZMI8is+l3s0vMN9VlecWfKSLw9+gouuWKPFZ2L2VnCNHbuF4yErntYjuhSgP
x4iywGMhCK5wPPhQtaWQ/BDPiacFNyPEbXOqB2dzzBLn2+TIc/c9rtUBh0ocV1VsA8ZYuptCOes9
YSwlEJw8k3HXxBPvSFdjb4GpRNEvWFtZFyyNKUJka8lyNYhlOw0WHNndVCL9REHgaHF3zgiVdKYd
IjgY3T+RwF/XTZq2KeJx8xLIUzx8sRI8UDHsHv1e7+v/pnn4fn2V1zdms8jk8VRlCUUhu28TBrsd
+3KRGa5FsVL2kCL7HVqD/Tmq9cpT4kl9r2ZZEdSFrvnXR/4T/F0MDcCJ0BDDzQvSapFHadc0GFKB
W4+M+7rUk684xjgfB8k2AmpwNoIhcR+9X3qp+aoWfXPG+dR8bsJK/TKKoQA6sEyn679qZ6UppSIb
QcNZ47ra3MPFpFACzPSFNKAzbqNWdHczjpSf8Rg7wuntD4VWBC1CODLbJ8xBwAD5IZOVFrL2mFct
fkbU6R4ryhgHF+/uUHwXqC7SNWebsFG3bVITy4ogjhvcneNhEn4uxfFHR8rEAatxZwOvSpYAjpE9
BrW//pa/NnADBdlJOxsaV1Ut2UtEbPd5wm7lsQeVUbyq6iz9Y6TIRaXB/sFWAKQM/9mMCJI8iYDe
LoEy1tZHQDyGjy+Y7GNPhFJ1HjUHO3dbTljHA/CBuAgZPVCpTVbTDVJtNXBYgiyOVH9S0RcZarym
MLAp8NKLXmUSwH+MvP+MyZ7kIibiuWDjOHFsFUVkcAGXVvUx6m0c7zFJhEudJ/+fQ63Pz18LKKg8
VdFgz8Gi2mlyKsU8fiiyVT9FymV1Ptiau5MJvQihqrVEu40JwACYdoxRTuB0o3I/5nV+A6Aq/73a
i95GS12/yAQnB3t07zzQ2EHImZBYvij6r7Zl9dij52xgy/xuEqB2RN0mN2tKdxCD7F2wUDpsBgNB
Bhb47WymIJwrLrUp4M1Cxj0C0IGRu4KhfKaSVBD99F0Vgey2/lUV/8+W+WvkTeAqTGNOJeqia+Bq
I89i4Q+FIM1ZnkrnVp+U/tcQd7iutGZVHhSItpqWa+yAFOpaAwbTB2xn89WNUQ9YlGSs6tC2FS85
2qF4vs2008tOTyFHAKiZ/JK0aPRMTBiDWUdlxS3N0LmrU8lWXBm1ypXepkexq6hzIVx1nkLbbY2m
m9wRMbXqfT8OVX769xeAKhDBD71s/SISL+IiVOYik4Mmt/Pz6EiWXy95TvQoH+k3712VBBSUlnnt
L30L5EE3c31coGe1zXyOqri7dQCr+XI0Lw9xXM031z9t76zB9Kb9RJAPvHQTf2OYqEWRhmXV4ISO
etZ7DY3FEWegp0GrVDsoQklpYVZ14uP1gf8o6m/fehBjGLTy1BMpb0Y2I945WWQ4dUuTWvuU1PUf
rSMnaSCsxm5vEGe17HOJU3dygvoXL+e5wSAYJ7rJ+Do6tVy+NxGRUP1UTjB8Dit9tP16TvrIs5es
y86dUgBnqpoh/VysKiz+UIZ1f5bruI3ucCldPiPuIePiNBsmJnv4e+nfRZQ5tQe7UbwuYlkqP7Ex
UfLxF26e5xFcjbvYzYRvaT9Y5b0sx1p91KHb2QFUa+k8OrwmRNmbp2RKy86U1tuB81L1nlEruXQP
0Wz8rtVymp+7HgTa+fpi7I1JZ3ptTuuIom+rHLXcEFkKiQp8Jdej39TlzLbjZjhhCYiqQhcPFD3+
lzHXIjwwN0q6m05kSztInVrGnHUrZBEULB8Fd8PZkKbpE5TBgw23vlGb/YYlDU+lrBFDg+R+e+sC
UteGMMSWLSoWnYyMDhyK5GNB5+/6h+0cKUDiIG2AGSBPtU2cnTjTsOYupkA3uiZ+kHOZbn/cFbJ0
micsd90oXpaHtJvTH9cH3nnCYDugLAMfam3Krz/sr1d6GdPOlA3cD9SYrMeLzWR2TmaoawPKOoZ6
ABbZ2zPs0RWCCorvQu9LL6Z6brCaDhqx9HcYaXZYQCaSOvkIx2jqydTyo3t45+GkhYEYH6Tqtciz
2TJ2FUdCi5sFz6bWKR9FVsmta6JVgylc8cOUpEertLTJK20RHrzZ6+7Y7h4MJdbwHyLABTdxnq1S
7khPA+6UBrwD31YILMxaW0+DPNP1W7NQCx+sprS49dC0B7O9t7arjr5lEkFTu9vsXkrABcG5wq0g
yg/2NBZBlyk/UQUrDh6ErXTn+k4TSzp/aj90W7bRSaYY9VgCGwwawiT1PTpnFFWhS8Jz7NWUjojr
LEX9qFn9iL1mrJTfm64pb7Gxsl+QRNbwaYNJ8ZNT0Jh3Cc4+Ish1mzrS9c2+c5x5rsAGguqk37vF
mOHiIyynmJZAj3G3V3vRn7ROPRLs1NfbdrPu0E+QmFuF3IFUbqIWCbgt73FCEY5XP78Jh6Kv77sG
4x2o8NPg4YIHJSNNlPTe0qtlcml2L9+o41aLJ6YM818sRssb2UqwRbWsVvnVyQjDezFuaMLtFrCp
nh7SPb/Ja/Bs3BNGWZzQDMIQN3Wc1PppSp0degl1ffWe/DCfb+2uGSMfbFU2um1SWKEb1mJmkZKs
zl3EZYf8YZjn9Oekx/UHPYmi32ptFsIPRyWSsV235N5DEXdUvAKp0zu0WS3a9JI5l7dtPap3mox6
0Lfr67UFra/7CrAv+LlVaeJSkCE3liJZs3rS6D5RX4kK6vG/HlzzFzUhzHmS9U4n500Gc7xv+mnB
e5GFiT0KafNvCxvN4uAB2jlSVPQ5StTnCEq33QRbqW0zbxQ90CoZkHpkKJ/J8vUnUfL+XP/4nbuS
nJB+F2rdMBC22owozJZjVRt6kEjcLX4fika/Q5MddnAkwnD5SJsh/veEhjIKNUjEaBhye1lGS6Im
xqRrUBsLxGYJG5zkPKp9NH2dIeweddt2Xj1UfYDzUIfcQWPG3UxzcVG0oNAqM9AQpr9pQfC4paoW
XzC4HM+FXB9gPnbeg5XRQaEIpBawzPXv/3rwSB2tQZSxTlfbwqEPAWmI4qNdjE9t4xA9IyMc1NGS
3TsL7Mfb62u6cwGhCwtgAnOjP4qbbwcfi6Wr9Cg38e3LcayNkuImS6b53685HnKExOiUrpDM9Vf8
9YljoppLNpdmkPXG6EaqlftprKQHr9vOUQDDh84ApUxa+NuqeCoMJ9QJyIKpwpjJUZoUAqyQTlpF
5/D6tF30LbkHyAEBYSr4qDB7my/CqXTOEwnv9XawNF82C+NBt0VySiRjubVmNH4jvRBf9X7Q/Fiy
U3/RBu1gVnfO44o4YeUo3K5c+LezauLSGg16agUGxsxf8tQQH61GCc+VPRpf5s6JjhrDe18NRnKF
/tOu5VVdf9Ff62h3uVm3mLms0W75DMkDQ+EFnYrWMWqfXpIEEA3eYDZO8bmIktELm8Xyr0/97lcj
SMOttwI2t8clm+V5inPZCvTC0c+ZpjJKak4+BsUItmlWepTyr9O4eTxXQWj6w0SJXP0bZBhuK7kJ
rcQKcIVObXcSTnZqoHv5wsanxELeyUsyO/kI8CH3JVvuPMei3j8bKdr3lHz9cVDtm8S0m5frM7H3
w6h7wqSE0olw3iZSVqqRKrcsGZxdW/9oEeK6Rj9EB9+/cyUy0/9vlM31BHCdJ09OzEDOlOjEs/fd
doT6ZRr1HwMSPXfdKLSDg/yn67+dcmDjYPLouKJCuNnZvSURstu8snVb9JJbW1Lfnqtyqp80K1+V
0ADg4WScV938vuziDjfnOsz6RzXtS+0hk8XwTYhqvoXvHw7fklzSpSddLXVkuXMt7dwBpFaLm1ws
RV47jtnH0BzN312mDqZHfRT15lLKpxd6OJJ1M0VRZwRxbXQWsrzKeBNnQkl8DScePNmbVIx+1aZK
6MOnNMKPdjiBS0LDgbpihFlp5HejiddyBy35qIW7eyBBRhLfoklHY1p9eyCtKUL1NupMSmHV7JzT
lODtpm0sOb5VshDXd3iJjuQi0mHdKmY/q16oRlxOhhWH5kHMvXP9rq2dVZUaaX7F2pwTJ+mVSsSz
GSx0Gk6pGdmnJlVbj5f7CHe/82QyFJVxSGbohV3cAUaGETOGZcEQJfGvzBgn1y7q7lRE7fyINfh0
i3jTfEdL3zhIi/fO3IpqoHzGpUDz9e2EZwXykBB5zKBbhuVUGurg6VNy1Cvbm0p6oGSJRFnAbTf7
38yXOUsg9CG0OeU/l0gpuNlS7UsWx5+v3yF7I3GzQQqHLbFGkG+/R8wix++h4GV2QkzUs6T6gSmh
9pgI4BTXh9q7SKgV//GQIKaRN4+HVCJYUaPUEhSTpd1FhtQ8m0WhPiQk3Q/qNBrfLbM9iK12P4/s
ivoMh4Mr8O3n4cWgZWnCRFpa1FsniSCs8BJjqE8IOKYHycH+YOQFSGsTtKqbw6i3TlMY0WAESamt
N0NFOC4p6a3R17p/fS4vhyJtBW/PO7wKsmubbTgnCeqlA5eyo+bLfdPOMprQxvKpXuKjWu7ljl8z
ZA2COAVdQo3NUIZeZVyqqhEYYyV7IVpwXpF39vn6B/2h17698iF6AFCEFAHw7KJ45wxxGKt9CjUN
uQvnZqJroX4w+mqM74upKHO3kp3+ft1Xv0pJUm9RPh6QoKZE+txhPP3s6OAKvbZIG2VYdTFpm2vz
ZEmIqKVN4YedUFo/DYX9MllmVLpKrJa/F9xfPw01DqbnsDJ1KpRTGL6aOW7veCPE0We8tKviwYZz
baOaRO3RRQ1PUjx7CM1X2A6GdpO0c/ZqGZOduXYsGf+18aC9tstSvk8L3f4pnB4pV1LYAem1Qa1l
12ms7iZ26t56xo2bEle2LM3wsZvytLxHen7+sJTGmJ3DoV5+2VrWFrdhlTizP49Agjx5btTn0Zw1
MEgNKF8PZFepnKnJdbDU8nLU3Kgu09c8C+PhVM2pmH3uUv0RexwTAc8CGf87NZSKH5KCw5TbWzZS
A7mp9Ufa7zvJMo13nnBYCiRw1Djenr5EyPIsEGgKiIKXjhWE8vVTbmJeQ0hEiv441NoIjiJL1cyN
TSe3bzLVGp94spQvi1077UHEtFVjIH3nXK5pJJQiimDbdHIQw1iVQHMImeJPdqN3p5Qm/W2uUZFv
HzFfFKe+DXVclmldoYHl+DFmHn7e4lwm0VP2Z6rKz9e3vrJOw2brr/A1ZGXJJWjAbu7gpaiadkJP
PtDzuc9S17Sl8iEpU3Dy7eJEX6wFDMvtVCa67HZDkqRe4ciLdId7scjvirqY0rOe4Cl18NYp6428
/WGr5DTS82D5qJC+XT/aX+BMkUwLVkHtIXBQtk5P+Tw2zuPsyP2PRXKQLRm6zK68sO9l4TU0slSc
gDupeFELMUHEThZV8zHmyGvPzoT4QXt+fl8nyvDr+jTu3FPQDIAcgqom+thmQ4Y1N52kthrN8kL+
hGCVPHmzZs5HxTTnclIowIMsBvrLaObmGRt6yxB2DIdWHkvnWz5Esg+upX6vEaoWLmqOaeH16pg3
p6nLrchtUrzdD4ABl08prwuof0iVlA/BCr5dGMlWGzPLG+5k/vCJJbXdRi7UAUFiNPlPjTSjSg8s
8iAV2JtiHgK6OoDjUUPbDJvUBVeXWCh+LYN6To0ivSNxUA8O6c7bpiIFSikLcgZ97M0Eh0guSLj2
6gFdgAats6pzXnunjj5Aw5TT8z/vGhINQkkK0hD5t1cUUf0wlW2uBVVdGMGMZOiHRaTRQd17Z+JI
Hi1qvPReATtsPqlBCi/NrFELCCuju1B2BheqU3MgfrD+K5vjCnIDtB6kEBO5zE1joVyEFWpwloIy
CUPntzOqZubDK9BNd+44gI8lPeuDMXd24iregc8cwcFlP7xcTARbq2YKlEbrvo/yik7pYGhZQ4WE
R2plD3PVZAeLpq1fsvlSneBnlZfYk+HuUJiJk0kbgiEb2/axUBuwclYb0zsBztQ+MT2SGtgxamCZ
OUf0uE1rME5wvOIaPT3WG4pn3DR+UhSp4kdT10bvJ8j5n8dkWVmtADUerbwp0bvP4lp5jiNCHhcw
vpq4SsaF+0OLqzj7VvNU/UBaQqluMy6MDiCXmiBgm2cZHhBE19HH3B4KzAarY/v6vblnT4HLpPwD
IXjTY7ViB3puI0SQptr8KZS63E0IKBrgLEI9T9SvG39SmvHj9SOzs83W1hxoffpzSN6s5/evIlBc
NlqW49gYKBg+PEEcWzyjsvF/w870A5eVOHiG1ltlu9jUKOlFkuBSRlyn4a/xKIH1BNAAyZMpNj6M
pdK9lpUde2NsTCeMupZXgDYNGlpdebDPdo4tuSV3EBpY6+ldn4K/RjZqtavDlh5or3eWqzequDEi
44jlvPfMMgKnaL0dEMLZRNgNEutjU5u4eCd9Vt0JI5S7WzNV1MCsRzNiw1bZ6n5qSxKqxHW83Bsd
e+JTr4T0DIdeC8WvNqqr4sxFN8hPodqq4H4qrHpVeY6PNPB3th23JQwRSL+YsW1ba/k4ailafzTx
sDSiPWzWT3OehwQCQst6N2nDPKjQc3b86/tub1yuaPAEQJ5Rstlcb3WqJYO9hHMgVVZ9m/cCbZe2
mrxhyJT3PJMd9mFt8nJ90J3N/qc2TuVvTzN3GCaT1cFhXbOX2i9SOfMbe7BPU1+9hNVgH5R0d3ac
iQ8ybwWgRrrSmyPdlpmsD20yB13Xaxm3qIP5rF7nR/CMvdCcHuwabUIyQDh2c6gWo6EdWDtjgMwK
MvtjpCU/SipMSL9R2g6xUGn1QJGaeQCqkSWfZCnW1ZtBb4yHiQbl/OP6NO+sLbaVNF5sXhF4jJuf
M4WlpNu5DEtzJMBD7DqxPtTs4xuBLtR9JiWdelLyuPr3QssaKXIsViI3DIHNXbZkmZzQkoBROKTh
KQzD2M2zqLsdCAtO1z9xJ260uMB4t6jr0HHZbN/ZmclVk7rDTClWPCMyFbdpZceT00ScJ60Ob5RQ
FueEs3SO7Wp5vj78TqkQb9YViMhdSo1iC+hIF7DtiVqLYNHGJfTRQCxst+ym4imRapwdZstRUpBK
7PaTluQ6VdZUib7IsakeUed3IjxsutYIFr4gaITNvTqRZWdzDnNnyvrZN8HooFcqTX3rd1Daj3rs
O0eYGxwGA+cK/frtM0m+C3RLdHC7xgrEnoj7W9Ks3nWqMvS7Xi4Pqtd7X4efC9biDMf3bc5wjMhj
rTmpCARc+cprWs1ubqZyjr4Ndtyp/6aluWa0NGVJz1anBURPNqPR0K+73mwFbLJeeBjxOh6GlVXQ
p4p0tqZZ3E1AjD80OTXE6zvKuMxbKbesYTOfufZoN8sIvCUNqxwCEQy/jKM6EKr7itEXaEvCdaYF
BnXk3ZLb4ycnjR2o37o9f8kXWxp9MHyY+ZX42aLkuuBw4LdhLWu8cuEo+2IUHU5KSzMl7uyMreLb
CxWhUzfmZep10WrsZOOHLbvImiUGRl+h8rtwNPDlQxjNloujpPVJwS4qd5eumN6FvWL8zlBEic/G
RNcgwN1Iea6isNDdoS17gB5d/8kZrVY+IzNlpl4oDElj8WZhnwZrdAaPskIGmFfpRt+AlRiYahyO
v6vY7MMA0p6wPBO7jdJvWxGFnmImSOO6RtF3qhc1sWkcbLPLsIijDJaTchmauBfPMHJSEP1kZQ4S
RLz1T2HqpM7vZe76+CbLTNAkcdHCNUm5b5GT1FBOOlj//R9AXETZQlYuIH5NFAvsTSTeY1MX6cel
A1uDKU7XPEZEczf0jNJ3gDu69zOM0q/X997lmV41+mh5EH9wqW17cklHr23JtCWIqOd4spUlvqxP
ljsa+O7OI2HR9fEuzzQBB0EgU026g9vQ20gwz6y4QcsPnoHelaekyIyT0cr/iaEfvesjXb6Eb0da
D91fMeekqmVi1FDJRDVmJzE5PaYMQ3MueRPPahwXbOC5ubk+6GXYwaCcYhvF+h3xC5HO8NFjPg9X
RgLrRLPvhik7ck2kRcyPfxvKM47zp2bNrXVx8ZfFPArqJ2vXPC3HF2QY7OS701SZ9gNLXyAOsh6r
4w1sM0t1RdIWM866YVr5bR5Gxgk7WqfBZBgeS4ByaJ66tTmLxZfw4ctuqqpYDFdTRN24eYwRhbf0
dZ3epw5SELTisrp3+wJsrc9F0zdBV+v58ERssagezarhV62HMGPjpBEqDKFwkVwjV5TSbbLJQqct
7rhblU4RhqfkYZndRNoyD7BoZq1/kmKLKBRQdzw9AwmSPiNFWCPRnEd9dG8MSOG7TjhGv0PTyixf
r60Ok5o+ofOom3HnLiOedhhJlkl6Q92/fkdHO8lPa3VpOat5Yr7X6ZWgRKmJ8rUiSDzr+IR9sAG/
P7X8+Ht1dJTYR+BRNt2wHdvOX/Cj0n2pT9PmAUKzQeE5LZIXRSh25sVq2E58nlDfjUJZ0q/osUeJ
S2VcUGkPiQV4Hou2/m6nvd3+FHlFUXQYcie+NyIEUd4tspS+CBSaQr9purE6G7Hu3ODGoYlXRxuS
T3lfFNmNaXbTeGtH01I9yRVH5rWkJtDyvVIdeWpsdiC5xKJ+mtpOH7nf+zQ/1VPdV09pAzXNkyfD
Tn6oHeXRu85ueVrwi8o1TylaNXIdoxyc20qXwyTg8C6tt0xqDIu8FvbZzFplvhsaCoZeGUPBe4+Z
iTmCi8bEwLetqA+/mXVq3gmh6rVPcZzyPvqz6VfJaLuBkriSTc/5UquOb8N+0d6HSarXJ1gPReZZ
c5XYL2MEgPBhaUARvpia1FQ/oiyTFFe1WnGrtSpb0WlknJb1VA2jB0mE0ehOU090tdCy1u/bJdHT
26ioWvKpDiS5i3+DpPgE4WbiGnQGuvM8Kbx6ud3SA5BTQ6u/IBpqjV86Q+rQi25U9UfUaHF3X+EY
xrbsYr3xJu5fDF4aqZ+8yVrDOUdo1Xs8lLgm0U2z5HNsVXJ1rsx++DAVgHx9FqJsfUElPuk4Wgri
naINsRZMxYKHZlUUaLjUhvp9yBJUGdslpXii52L+kOmhnrt2JDs/nSULNf5oTo9Vkc0IDkJh7L0M
gMXPMGxNakNZkdb3pe1Mv5zOSnijxpplp1A1afd1bBlSYAmoCm6eJnFyXhDvXK1qLdxsyCDyDlak
pOZeN9hC8bTc1n62BjiIE50fOvwI5ziyh5NgV/iR2sqJX05SUiDw2OPkYhOylG6CWuBLNVX9vWnE
Gk1xO8w/yIYwjZOdglW/g9czzHe1o6DHbC1WGHAHZ+N7MonkMUXwqbrJR1O0XjGXHCwrnmkuTvFc
RA+yIkbtNs/l8RMuW/Er5Hcxuno+taq3GMjh+eM4RLU711Jq+KHZ9pkXdnVu3DhyvDzOrd3cM2tM
Oh1sWlkNLShMXm25VE5L6rSNDxjF7F8mWbTWL+gevXmyux7ZZN6FsCWnUHl7Z6PMvLQDEgKNiyfr
F/agpvI6qfLwMiWifFJyVflsQJOJbjBrTYJx6grFxzWv0cAtNm17wz+hBYNN5uVWrUHLZgDyeRC8
7vRjVtEcgsc1v0bmfvPa2VltJGme2EGIFmxDNBfbqLaq+g+9mc1PGQJi32vDyB/bWmsfkySyz12k
mqNrYV34PRrKKTyNIrItt2x15SAn3YkxkB5FYADSP5YY21a/ZCaqPaEgFJhh2Hhs+/o8Oc50X8rt
fC8PpfHvLz+qlhw8qt9gpNX19/z18otIlLKomYuUvPBDa03x5PKK5bchezlePeOd57kK+5d/fvvB
jyokpAa1xIu2/FJ1iwQ4Dy8JRCl8ktThIaRvd74+ymX2u7qKAD1ny4ER2bYOesDJwgkVK5Bwn89d
ksJw8hDG196VOLu+tE1c3utGPTw0EDk/Lu3SvF7/ATsRnMMgFDyQqiNp2cyuqcqpKlpmd1FN4WNI
PLp1BER2ksYjMZH1n9pEOQy1wlNom1+CDmQoqfLUq3wrxTE3lBGs5qpWXDnvHIT45iOTuN1Po3hB
8RABggvpMjXtupLw3AoUNf6hRyaSkLljfszDRb69Pok7cSIqaXQxsBxe67FrSvDXFqVFrmZcJ2Dv
opjkKB+Vd8Ywzh+vj3IZAv/R0kSmhHYLBInNpRDOptoMymQHRifJ92kaSWcdPVsmUdS3dAQqb1TZ
PdcHvZxE6OIrRn4lRqzUjLefZi52gbA6BT21iA23bJbmROZtAEoflNP/MhQ9W3YIPbztWRBp3YTy
2FLmmpP4XEWT5sa6Md8UaXjkVHy5YJScgCrRE+VsXwBv9a5OYgI7O2hiAPYrIP2RqLc5uMYvNzyj
0ApAngawHlWWt3O35IBr0lG3Am7yUD4B2oxyV4sM696upAKXhyZRjuTW9tZrNXSgWko1mlfk7Zhy
2nEa8tQJ8GhaYypOgeLxEEueKZrxINe+vL2ALZsKap006qnMbi6PrsPvXBszI+inYuJN1sMoxmI8
T4G+jsCZ/WnS7A8TRjG9O6PuFfp0/KYj0+Kt3Re1nlXCa626r/uUdtvbby4sq0LMyzaDsbEjyXP6
0HhHn9bQPXoTzjOEhPQ3lECk7RSQ47W7kjZar2vHEh/AEqiiSzvBqs9D2knVjRkOo+IPdZRm58Hu
8Vium7K1/cgx6/YJgx+1J6GYo/JTJEHheEQ1GHkW+IVmewJQoonbGVWc0QOeYAfD0uKjWqeZ9gqY
pVcPbu/LfUydA7Utrhyk1i/e4qYalhkdLCsQTZnexq0W3S9IB/vXD+blMqM8Ar2OugqkxYv5dXBK
rB2Ji7Sqx+pjP7fZt2ZwqtrVVKFobtdb8V1ZxMiDq21T3SR20Xy5/gv+yDC8fTtQzeck0Y6mFn4B
uZC7JG1DVP0CbbRK1Qd3Ypafxqxu+3u7pETqAa12Ci8nRXoeKhgnNwiIFGQvtZWIb7HsNKMvpKkq
byG0FeFJxqa9uW/S0dJOszSa3Vkp7OaIFn25PKwJjWfqkGsfeHs+8sWSajaNTtFCWU5JqhTeFClH
Dg07R37dzYg+Uffi2G+umVHqTadNHCMocX70REaTwEWJmKSvydUj3aL1LG0WQkOjj1uTsvFKK3h7
1tI60kUkQ4yQyIm93pnmr8MyWqlrg3F90glSG69HZP0h0cShrMXOfKKkbtGYkamWMKVvB9fkIdIy
E5x9Y1G2i2Yz88RsHD0OO+RlsJ1IpsGXRfABdPvbYdBE6ay26e3AoWb5CB+Pz5vrovvQqRKadOQl
s0RhTRZqQ5bOoYD9kpEVZKWkjRD95UhxAZUtPyBxAWyj8hpxSqpUqVwEFkThtvZSJvS+Wzk/2Vna
3tUCaLdXgGd7bOilA0TO+vabORBxRNDw7H5Adllt5BNkPOfVVgRqW6XVaO+cgiyf9E+VKg/9nlo7
aUvpZO5Uj84/3zWIbdCNxVCLMBGu/9tZKYYi5H+mdmD3XX7C4Ey71YDhuNdP+t5mZiuvlzlVWrjj
b0epHDk0o4nsIoGX703CyjBDKp33aTMfvV57uwlGE6Ji8h99j03xclBzXlGVIEBRO9mnBm74McF6
8D980F+jbD6Igl6KJnPGtKnJAmqnLs7RFA7PKXYHB0PtBIhEochqrDBsIo/NCoVjktdZFNtBLyvj
O1BzYeFyd7fAz5L8wWlo1kOVtw4ixJ0oBwYTx3GFuK+ay29XLFyEKmOZZcLVFOnZwFrzLI9a7NFQ
mE5t3ChP1yd0b9lo62CzQTYBPmDzlYXcToM+jlaQMZfvlm6aPcBn9kFoszeXawuOm5XQjX389quc
HMRQMiDIRgXS+VaJDtMdQJSeNi3qXd2NUpCAaD3Skd7Z/av38kq1Iyi9eDBsSnwIlOtmkE/jdE5q
CSfBOUpd1Yn/Ud6doGmVs6ERR5IL/WybTXC7g9MrZQe1qbgk58wM9VXSpOkdXZ78EUplcQDO2+m0
ApJDAhjcPi8HTd+3UzpFDZOI8nlA9Td6RF/L+gVQUvtCfcp5nsA/+uVqJ4q+g+NnamF+aNIqnM7X
d89lLAP4xyaIod4OaGL7fhHMVijCVdFdZVJa9wsrHe8XlNLRKUGj4CUmoHI86i1Z7DlqGRGkKyUe
z9d/xM6RWdVvVptPHjHYDG9nAhsGqNSAsAOhyFjsOTLeuKBApfl3ufwfzs6rt20s7eOfiAB7uSVF
yZIdJ7GTSbkhUtk7D9unf3/0xYuYIkR4d3cwg5nBHvHUp/xLwJUamVG5c3sv+3X1blOyUdH9AlCA
7NdqP+sGAqLR6Ehn25nj8wh+40M5hKBE4qm5iyNM3wonmt2ejOJ0+2M3ziu89gWVCf1Fu1r2IcyN
ypkpXhpWZ30YzKJ3ncLJds7ry+W2/kCLEIgTu+hQrR/tBCJpODu1dA6MUVbuTAlFql7JZctNBzAG
LnBu+Y8sWemHBF5051I1jt/LejL/UJXZmD/lUZoErklwGJE1GfP4WCIDnuP26iAtWym1qXiO1Heq
K4dSrBzR2rcCr1GwpfMKEToUOvNEm/0eMutDC7cSvRKRKQMEp0zqWNLJHrx+iof0oc/oM7g9uHXj
rgpD5RNMBme4U0BX09sIe+2pHdrgCzo98VPXFJl6SGOjbH1aKVF3muDBfpzRv4rcbhgU3kdyd5Dq
U61P7pAGreLiajU+myn8fS9Fgm88jJNQ3jujZNpIjuXZU19EuXkIhFl86onWYk+2KyKNLpBM2h8x
sFKvGfMGOGbdWe0h750q9zpJlKbbhUrYEZ9I8RPPTA+6H8kV4UZirOnllGPx0SixYDooIwJuyPlk
o/qhSJAcAjKuFYurtj1dCpLRv7nRqX9FCMC7mphjfwhF/h1RytRxR8rZrSfTuP4J11j71ORx/pOW
ZvBNNGHzy85idbokIpk/w61SioPNpzZIbwj7ASotRK7EkrIjBqjkfAH1Id1FMAz6fAZTUf+cS5YZ
7by9Gzf3En0DwKLxvNDAXx/pSditpgghwTePv0yjikNh0ii2r+tFvPMAbg2FjjQiGcThREmriKIu
nYGfQaCCNfH4EfmV8kORY/oah1bov/nsLpBGleIP5ICrt5YGXxKoNhFFR8fkLhXd9Dglvfb2CMJe
2BBY/SyIo3VYb5aVKMrBss96r0hfWcAaEy9HjmGqaDYpU4lP5eHtHwYOBeQPqCqZ4GW1XEkbJjT4
SNAnZDckq+/fZSrc1dujbK0UESbzRnlwqWq9HsWOBqWOwYufh1aZD2mfjwddDL+Ak6U722/jkl3w
S3AlXzi52vLs/VOB1E0pM82I77ESmFWaFGcHswr2+uHb3/P/o+ir75EgghZZARCNYmfmpahfnGgc
xV4HB/bu9tRtfRDvFWX/RewGmYPXHySK2k77yKGOpQjDbyl3/W4lK/n55lF4f3mXjIWcdlU/EaVl
Z1ITOeew7XNfE+V0VMqyePspgkMo8yiBqSOkXE1bgvxDHqShgytAbCtkaEPg3OVJM3Q7k7axPmRM
FJkWydJFjuL1pHXyHOR5u/hfV0J8SocEoICqoZ5GF70Od4KYrcHw70XZF6cZsKerFVKDnvJLR2ID
GSM4wLIHhYv1phvoSrJzQWwELw5QYM2hFUMEuY5VQ7MgclHpxWSUPySvVQr640FqJ5o7lVLVAQjo
7Z9FVE08oub88fYm2YjWUEhm6UhxFseO1YdGGgpW+UzdfRrG3JUmya4AWVc6LNtq+oSuSbizjFuf
y2mGhktLiP+uBsQdUlMSwBlnBCHSX+B+EwI23JgPtPuyRykDgwkjQ35s+wZ9vNsfu7Wq0CRokCI0
RcV/PTbqZLFYsivgvfOlM3uDUMdorHfAP3R1537cOOTQu3CfXyp6aGqtBmu5QILZKi1QeTiXN5qT
P9q5mu2Mcv1JqFLQNaGBsdRI19PZa2K2prYN8JVCOhxkQ+uKNirfj9au/8cGZ+2FSgeS1AEXeuUC
BsBUoUsdBeeiptBzIEvHJXYpG+FlNWv2Z1KKZvCwgzeHQ9vl7eiVeQBzX6/0IlRdXSc+9K2xNfdg
ttd7avlhFInhYsBZW4uAyCgMmW0RL/HJHIZH6p7pTwRG9WPZBkqFzF7b6Z46hU3sZmVtpP7tbbU5
/AKkojPBZbs+Q6NdYrghK8E5FsLIvYh2X4+8EehPVwrb8r4fZO0LuMgs9rsBZbOdC2TZSK+TA3oE
oDcQXkSd40oYvGyiocBrI0AYHNaPLjnOoZCr3i8CR3vKw3SvVbeR6/KgkFdjbb3w1NfpVtPUNZ3V
MjjLWhV7vd7BKEXtwDxNQis8oXSybygJLiCVPXxIorY7Cn2onm5P+tbGJ+ECQULBFC++5fj9ExTg
tNC3rdNI52gcNG9yRsizWVf4amEZO2fs+iQvDyglU+6Mhcq+enmstDXDciilszpiUaEn5NOWmu/5
PG/tInrU6KQtxvFXPXlr7kRVFPYyq8l0lJWsPgH8SvwxRUpKYJ1yyNJBO8QWIo63p3JrA9HfpbQG
lphYdTWVkYCYF8x6cEb31/RqU9PfhaIuPFuWivcSHYi913VDLRs3WZpa3BhgEK+6vane6pjydc55
Bh6y5G15qn5HISysn4x+NvNjkYvii9V12ue2L/TMs8zUsrwisOPSjVCX/ttD3fuolS3VnduTsXXL
gYcEVL3oWoDkXtbpn41lpPacyU0FJCMz0vzYD2n6LJuJilgr6nxfhklWqiP08eK7LDmh7iKNX3zU
YkttDoOwktmrpUpJd7bgdWUHCCrhCKfOWOpMqx/VposaSmNZ5ySWnyaRP5TIkJ9ipzUuU6hkPuHB
b2Gr8yHM6uzr7Rm5rhYyD/yHHAbBiCsRd7NQI83MqRaGivlOFOkhjRoPIFL2mJURsDfUNu9uj7hx
tkEHYWXLs2nTDdFeL0EY9qmk1bVzdoIIALgj936UKfLvSpnejm6gsktQyXOGqjEvyOuhRDXB96Jz
eo6tXPU0qREHKF/dzvJtfhBMk6XTiO7WOvBIY40glRLMGZhe6APrz8kwoBo+z4NGsvH22TOgufN/
Q6eQsPz1J6FBperBSAodmoAKwZ4WByRxDNdUg70ccNl2q6cHMDYXFu8eDcx1uVouYa3bknDOuWGI
+K7roZC5wYg1hovp1Fh6shmDRFd7O3yWm1TaO6wbNxfjE2aRE/CnNcCH2odNiMU9ItvSfLAhBviz
1tWH0uozD9Lanr73MnXr72UVzcXdjiLvOtqCf6oq05LMi9YY3pEM6ajqx3s9z62votgCSYuAnAdu
9d5MvUQfgMTkHOImG1+MUCmf81jjGpYrKxA+YkNvx7pzC9s0c5Ek2EBWDGlnt2pIFmcN2h9VbpuH
Kp+Dd1Tisj1q59ZZQF9WZjS+7eosTFIunIE9eh4reUDeFb3jhpqkJyNuvFOd3RiK7iCq3bT3F13Q
ZaL/ucrlGQSMNpnaObJA0fvzQOeDkpkh/a2iNs392+du6+WgNAvNarm4UNdYDZfWyjzMKBedQXbW
f4dcQwwM3LGcuklGjnya5rIcn7RmmFHbDxsEYnoH9vQhTdWGKmwLm9Uf5UrOdt73jV2L+yx5LAeF
Y7K+4xBAqdM8hMKf6VLzZZbDL6NRSE+3v35jEGdJ60jfEKe66pTJUaApVYDcn1KpoadQKTxLE+j+
26NcH42loAUaZ7G45X/rdzCoFaEvwEVhl9VHyRTOhGdXbAJ+mZMf8RTqO5fp9Q3HgIuGKoUUA+2L
1VlMUbq0WgW9PXh8wcfO1PPjGDvVcwk0yJ2nqP8K16jwnMRod4r+m5+6PPjU8IBmr6/xVgk6LZF7
C5D7OJ1AjVU0kzTTUyHc0onU3q6KgHo7Jq8oPfES0qZ+fVim1DHp8NfAcoN+PJVjoNw1/WC9+WkH
zLQUo1QEiYkB1++titAmNSLrDHkZnpeshQ9FM/901L58+/yhWkqhaNn1dNxXz6BuiT5VBxCZqGar
j6pwgEV3LbqzjaQcZzk2dqqU12ESnUaINOjm0TFGcff1/DVWn0QmzCsgBIifJ2bc+CNKE14vBeNF
SvTJQ7in3zkP1zccaRh5v8lrxDO87vgBzHDUua3oqTaOeYhL7EHYUJW/KMB/vn30rg84qEVMeZcO
m0OesqrCAvYRjD8Gd6MZRx/7dmjOdqUMe7ZaG1/EMDyxKK4xiWtW8KR1aFzC7bsrbV2qPElRygOU
xFEcZDXdawFsDkbdCwjtcsLXGslIJONlnefB3SSb2akVFX5MZh3cRUq9h/R+6Xu+ih2QraStT0xC
sdy4oq8pmJ3ZudlEF2mywWVGyHNYvixSZJCaSe9+TXk1jIcS5XXTlZsMLSJhdMWPYnaSwg8to0DB
fxzrL4VR5n+GgqLTUcxiKqk0ZOXPiHHhitVDHXi6IazMS+YavPOo2ZL1XgtZM9UNQ/xq3WxOdAuh
o1hkXlmUKOzmKupoh1mkYXDgMZ2+aHVQ/xmmNAFPCLBLoCAFoIObfULbeGG0etz1FnaJ6cRmK4TV
9V41BPV7Q5opceVziDt9O2v5l7kYEMmam6L/OydhcweuyFAOUeEoAhilyCB8yHP6NM42NJg3bthl
whcTHTqzVBrXORMMxLwIcEC6BGMbHmj1FOdCBeBwe5SrLQTIlhPIGSTjAiy6umbkSEKioBulcwsm
7LMuV9ohmxXxGAW86beHujqBL0O9qEUw0hVc2Y6QgTAM0BlW08a+1jfq/VzkeyCCzVF4B6gnUda/
QiPOmRAm+h4U04bMOaEiKfkF/LWdb7l63ZBrQb5k0fmEaHFV9a5mp0l62wjONBdVP7C6zFMkNf4a
OCK56M0Y73kbbKwTVW50cxfgGw/66uGhFdaaMx7Flz5dJGtb2ToFYPHcKOr3sqJrQCcfp0PoWPQV
CePXO69UJrUGlimd5yioP5NZat1hKaY9KF0y9y7Fjb4/xJnIBqiO88BRiczugmVg+JSoyfikFqP8
PBpaF+FIN0rCLUs1sX0ObvGT1nOz1/raWHJuJXRWlvuW5VjNjTKbydhBZTtbeZF8lBsRf4dcKe/I
BmlbS8AQdDtogwLPWb2QSphKWW06EKtsKaYJH4WDw5uskWJMDVy5u7Qf7dltgxiJ1gnXK+kupGnf
3alKZ//IY0eLPmpFKPUovvfGV5yAYExFSEVpd2mRNpNL/7Gz/EHm8rzvUexJPSMymuijEoypgVhM
bibIyKqdcZLiWGo9WAfpj2LU+8lrewO8IsqYBTccCoOab1iiro+RZgQlpW4ZrAU4o/kvVeAa7lsQ
qHsO0VurQKip8gd5EUrTrwMIyUgUA/cC6riJHnHZ1tNFC2oIpbdvka1VWGDVqAfhnHN1i/StOhiF
KIJzrUvFL2Fo0btKyUbdNRGwfzPmi5MAwGx5WtHidNYpkdIj8kF5PjhnSZ9CO5xV11Cz/AEkXe/f
/q6rSH0ZCioMlSpqhlddb4TURaAFdCemeNS9wUT3IU8z25/kuX9oKWydpAIrnXo0zT+3R74qzjHy
IkDH5UIB96o+3EeIVUr24JxrB4iiW02pcRfnlAXQbqw9yUaSUTUz4HW5Mfug8MudyHNr44CWIHFH
FIorZ7VxBmWWeU5b52wUQXQZInP2UAPIj7e/cmt+QTDIFG2RHoAh93p7opc590YgOWfdapC4w4+m
P2VGlH1buHx3kjT8aAar9QDlvbliwPzScVqeI7ocxIavR5ZKwFs4bQdnY5i1U9Vo8mkE5QS6uCre
WjEgfucsczLopVF7Wab6n4pBq/co/C37NbCb9KFQ5eK+qIV1bKp+L7PcWDW2KoiQRcz4ukw3LSU6
NFfCC4ri7X+1Fi6Mz7zfke/bWDXYaEteQnuZXGE1d2YJm2PUEaDTejv9G6r9cCp6GLZ+1QzO91nJ
Ne41o4hOeVoFOztm6wsXos4LXHfpFL2eTCuVbLujC3apSmGc4N9rA4oNMK4Ot3fm8g2vI2sgyNQC
SNDpSVGrfj2O081pQdsgvMyw+3xw5ndz3vtO3I13eJrs+WpvzOhCVYMmSqmD3bya0UmbYl2NwvgS
aVXtZ5nlHCsxmZjqmMlnrVbrs2rnzdcOjtDO5rzKMBceEgwVjh/XHE2/1985pqWDCGUTXzITjN+o
9Mapy7L0E4xZ7T6bm7/w44OdBPPlhl5NLmBOBLgwqaAxtb7Bp9wEZmhl2QVqQhX41JYlJITsMmxd
a7DF6HdtmSfHLk5K7S4Ylba/5CDagK31Ufglw893dCdU4n7B5FcNt9fjovIp++McojrCcLO2bDtX
69mmbqtL4UmRRlNzG6cxbK4xQ34/RpqSXZre7KpLGzVB55ZWh2l6jPrlbzuf4BJITnzuK9GoblU6
8SPY2vCrie/u1yCUh79xKGPTFdZgvdyoc9Rf4C2ybwVmBaFvIgYUPRoGfrxdauhPNGjnR4sNC1l/
ls3JQ2u5/nR7v26uI+ee/HYR8lnv19opFDFkaBZQI6fvlc9Kp7i56gyG2+ZhZZ6GCfM2b4QTrO0c
yY2niqSagfFNpUbxwg75535DryVGyjyPLoklsu6U9WkIjrENdeOpTNvmHRt++CmBl35PWCzUB7Rd
6Wvd/vzrOin7+GVPLfE4l9PqvYoVLRODFseXKUm79GNm8GyDZ6RjD5GEa8kVKKrOnoR78k8Y6uOH
Eb8i+QDHt408pbb657nXEmknI7lua/OzUDcEd4/0HxSZ1XVljkMQth1XZVm0be8zUFt5fV3BbBlp
QiqukyuxcVKUvuq8dqqNzDVaUy9cO9OVnaxya52AFCMopdHJuUKq6ALABOWA8KLCwjssbU4/qabg
McvAWAW5iT+rVBSHeIRwmNI0/nV7iZZPXR96AIv0/dB7vE5ggqkvh8bJw0uhN7VrS5PxEBBU75yD
jUgUgXGMTECpsSnXffXJJgOEaMUoIZkmsCc0URjlONTz3tW5PdTSPKW1C1p7FbyQhrZW4KQ8Eanq
+J0Y9Y9aogwHNCzqnTh0eyiK7XwWHNx1T6wKBVFMEoaXJB86nK1k/ZAX8+yKXux1hTe3LOksjltY
YC5go9cvQjNkUVFif3jOitS8R3em8KVAMz5pUtE+jnGJQphcZJ6MQuixGxWYXlqQ/Xd7r2weZxD/
C4VyYQSus90aZ7E4UghkhDJZ32hzxsTAdVO9b+UsQckEy9j8NKZ6BKY75Xp7h59GOR/KUBu+lboi
Oa5qFtqeIfXWJcsOXowpcFq6gqfKaT5b3CLhhbet/4kU+wiUPQvlz1bQtfdIasKoVQeM4G7Pxkt9
cnV0EI0iEyEex4tc114vCZ6TPR1EKb7QdUGDvsY45WcJLv1HOU7yt0IV9VM/WVnxpCZ9iXJJLQvZ
he2XoK+TNSSlTtdZTyjgJJ9nZHQzN7dm6QfegH3hFbNQPmmVM0VuXNR178raIOkeKjaKONhmNFFV
kKrm2Je6Cufb4WGth6qFjScS6xlPhMy4aHD/sJqKGnxrozlqv9O+KLL7HNPD31j+9mT+mVX5OMK9
QNWRufFQAIqArU9Z8pRMdf1bSuJy8Ep4AADk0TtBGymPEs1PizJouRmn8kdrK6XiImBfo8uWaPkH
UkOp/NraRnkPQLTVnsN5TP1cb+f2vm7H5FcdZcafOIyG3zsLcn2VvVqP1RGpwsmeUo3dORjpD7WP
LX9qrNor9HS+e/NIkO6BrMPipMG5vmPEROI0EAddJh3Qm9Hj21UMvXUo4tH4cHuo5UevNtnS11i8
MmkPWes0pWhrBJilLr70pVPedzPKCGbZlIfbo2zcZKh/kgvR90LAev0gWoBgsRwYkwslcfFFD9L4
sXCC+FjgnrMTZl5rkwKUJMgE2QKYgL9aXdBUZ9HzNcLkMkhO/aMd5Pn7BLPwPxntl2dRdcP7oany
H0rdx9VdLEcDPkuDJip/0O3g++3v3rg6eHeZWdJ6pDXWnaPIAGHc18QnYN+aR7ub0SDCmuVIx9fy
jTJRvzpGZu4s6UYSY9uUY7g1QKheCXo0TiYVdalElxqtLR8yAuQOBJAfQ9F0Hh4m4ef/4SOXRhxl
yg2uGMJcYg75yksSx9SYFrXy51ApLP4yi4NvdP/H2dWpQmk7N+TW3rWRr6QHAmjkCnHDXYi0Ez3b
S0S6G7taYc/YUUf20+3vu8aYsaPIVxZcuoFT4vodnvAl7yx1ii5NFEBRBiDYf5L1DNHuLtCRPavC
7IMEB/NXXQTjue2rDKm1FndWf8iH2us6OVGO9dzXOwu9daoWbiLa3Wz2qz5hqEKVaERE9K8q6eMg
WcNpCGznIZ3TvV7axlQvgnski8QhS3Xq9VuURb1ZlFUdXdSol79bjaoduxkW5O2Z3jguDgKz8Bi4
LPAMWx1dTKxrZ3b08FKrPDijNh9iEXiTnExekEK5EihYvP1mAs7BM0vJjxL7+qodxgLVzQ4r08LI
soNuhvLJVGjImwi57NzqG+cSbC3C83guMOI6WUNMLJHkbIgv1dRK931ii8c5TqTJy4j6u2MhlarY
OSEbFQaSwkWgeEH/0FR+vWwViF4lVDghspY172oi7+fWsqd7ZEXlSxRH4t4wW1uiw5dIwr+9mBu7
czk09LOWo3PVn+/V2bRy2aSMWGn5Sbfib30tlR/Uuv5ze6CtvYmrBNwU0OtAAVZ7c0pBGfXL8SzR
Gn4PXOiHDNxgJ43aGoSgH7QyhGCqiKuZDHBF1GYKERelxWdnREE08iNNb/ZooFtHgMdgAcCAQrva
JJKhFHHU8TGi659rytAnetfWUe+yuIHIKFde3MCt3tknW2tFrgpSjL7jNQ7bLFBiwamPm0TSgw9N
NeSereALY5bTnonzy225ijgW/julPGhYXKyrnB3GhtaGZpVdIPGOwVEVbZ28RyZf/G10A+VH6CMo
tI1dqB806o2WSw+j+1ChNgF4do6+JUmPmqQVB9WPFqjQLzkMxXORdWgu5oVR1e7gVNZeMH69/AZ9
mSWaQK4YWIb6+iBxhPR2yqfsUmk2VkQiUHy0hqudwsHWKEvfTF4qZNd9G9sRBLtWSIVsKOJDgi6K
P9Vp9eaDyTbWqNqw1BC5ry4FEY1R19VIMs5mdmTDZ6emUapz2sC2eOvRpFkDnWRpAtO0uUroGjtR
22FILpYElr7K2spvynxPQOr6zMCdogLEcVEotq+7gfnUiTzskuQid+i/umpXz52HPob1PujozLpq
NSqN3wM52YNivORgrzczHSnCgqVPBEly3Qs2SaZQlozzC/ggbQlEWtX2elU046HCFiRyE2XWnYEk
KyzbE/VY03QleZR/VJkqPhfIg/aHIRFQKnlNTZpNfZv/qvNOwUSqDtE0jMAEhA9OGUeAX4GJ/6EM
Ob430E81PUgR+nvdieKnWjHRS6lVpwFJUebaeJg7JcP2r+ts00erVANSHoXqdGK9ismLsxnldiPo
7QwGc6s3MLSVvPPsZpFmydpcj72ykvX/Zq2ELt07BldOUk4kgHrW2IgJGfzt23vl+g5iKg3idmpn
KBmu+wvA4sFTairPY9Elpwybb18tq9QrrdTZucy3NszCtYf/C1bnSiCnCqZokLQxvowInLogVs2f
etqA87X65hlOCg5tY/tmLC6PIP1Y7liqcChBr66QXnSKVqeEySBHlLt2gvAilw6WcKMqHYBz1jtn
77rwB1yFhM4kuQPTfFXRaZsOpaMiuSh2aWSHOI30X0ljBspCBkxRiuUFOlqTUww+iBfrlxrWyJTf
XtPr+GMx2yDcwTBtS3griVKpDXrijyopAq8PpvATtejsvp2G/MHs5Pqsq41AVobfvzP21n4i3aTN
wbRfI8obgFiTOjB2kWWOt+AfFw1lHVXcbK/gu3VvL05nJnkIlfj1VKdSTYqTs58CRIT90S6qu9LJ
u517+zp+RF6bYArVEypCKDu9foOySZs5t2Z6UaXcK7M8PwXU3125RtoF2MVOLK5szB+eQ0vSyidd
S2GESZZKRgmGJlSFijLAFJp3Cei3T3ZUtIG/3AbjwQhbeMd2TzXHbepUeuhzUEVNHGdeIWFdeGcO
yIZ5AUT1+0QO98RSXmB1q/uXyvLSwQICysO5mpMx5MZD14y3LMQZ4DQDfwEJQ0cAW6YOefAHBXVB
2a9FJd6Hwah3HjivvvRjUWWfZCwY/2IFnM/3phyXZ0OVu0XWutExKY4Tyzeh2CUHuY9tCIiZXJXn
jPqXdMEnJ+s92178oAKEWEY/D8w2BZuZ9O3ONt7YWwCNUASxltQTfcrXq25SyYgnwTIoqIF80nPd
cTV0pHc0GK1FxWk9kbRXMeuE6QBicjWRsxZXvOMAjRy7GadLjF684pYm/TGgeVLR3APoRHNbxLWh
fDSqUpc8LaV94bbGQmVTgeXlqHlNQ+Alllw8B+GsI+oBI310RyF3lHRbXSBs2Nulq2J7kB8dATjR
S8Iia7xwnOx35CNAGCezkmdPyGn8K+10QStyNn/mYtaejHIaNFcBIhe7chvFiZ+qo20eQiEZ7aHN
oHT5iqhN9TD0tHepsljjf2Wj5brXD1N4V5bG0Ll5rMjf6yoO/uRVYD4q5oSLgwUo9lM8ZNpPKPRI
JHaFUzn3QYF4s1tR+AyOUzr335o5yiWXSxylhSyUksHPBYTaByukOuiWwyA1Bwcr5c9EWFJ6nDEa
O09pJv+2g8IaXElvup953U+cX7CbIVooqKK7VDZi5V2i1+N/SoPz+tGGAG8QF0zaXrq7UR0jiwGi
xVdQZL96ZSczwokILfBz045IM1MrPSR6E3qhnI/vlzrho9MmJR2zrniXS504dPRQPMsS6s5t9pJZ
r3ccaKcloQLHdQ3AD1UtT4fJPiNaoum+E/ZRdaiTtm4eZ2esOVlqFIf3qeMMySnviA5QuJfS+K5N
xsZwu84ZnBMwrWA6atqABn1uIa2SooNsuAalefuBtskk/shKE3ceQkmUvXO2y2dZGG2GA+wcIRkf
NvB7RqmXy6dK2H11LLt0+JlnFvYA6J4r5Tvbnp135jyZ+qGJzOZDYkjJV7vC4BUyhp7m/Gtjyy/v
8mnypNYaEldCTeBbXM5yeswtuQMuPsUkJnOk58MTpHIOzIQwenHpJ1FehjYW2ApzwYyHzJmU97I2
YxdnOeyznctkI/AhuVigPRxzAoPlifmnadvXiOfMY+mcVRmX3FrNaweRaMs6DAp7QErb+hAR6e6M
urXpGBaBCrjlNJjW7bmgXAC7jWSfI+QJ3MQEvTGkeXmIK0E3S5SZZ+dt4HUt4aisVsM9qlvNSWun
PYjtRjzC80w6wm+B6XuFI0FjPaH1wQ+BWnYY6nR+lNSx8+lFGY+dkEdU7XPraBh7heCNx1RdtC0Q
g5QXFdLVLW6BG3C0atnsslMcgzaRvaR29OMi1Xi6HXNtlCt5qOgZUglhqa9KFWNBq1XHB+Bsp2P3
EWEdbH8TGwy222ozPWAzT+ePSdwjuW/VMp1MCGEi/iQGaf6uqYgn1IgzwnZywziQizcjzMD9E8Us
DEky6atizYjlyrBIidhSk/lpnM8XbRzynVG29vnSOeN+gyRyhfPiH+T5BMkeb8NEorkFcPYTtJRm
eT2EcxlFauHIbETxXiSobETdC7OBXrsB+vUKQQcyf7C6OpLOYZC1o6814SKamDsG2BX+kQ5Cv6vQ
hTb66edoxOMf7qLuiX1Dc7VIJwXT3kjrHN9UAqO+I9pM1UNgVf2XCaAZzTwrkY722NC/T8hJn3a2
zuavX7JZwm0g1es+DeXkQVFD+OnVzE0FjpSetpFkLSABJdcfJg0bC8if4bEqFfl+DEK1ccmLDQ8+
mP444JXitVIvvXe0UTrOtpCfw6kd7sCiSF81vR1PUSbtafpshMUI5vGikTsDQ11n/8KZrdaJgBxz
j2TnZM6j01Dp+Z9kHNNPcS4pO5O0cZQhyCxKTFRPrsuNUVrDKekYD/pU9iuDYVJ7ZS+aDyGP/h7z
YHMwCuIWPtgoMqzL0x3i/RjXmdJ5GkVyoASFSws6zXdIsRnH24u/EWjCVedqXBBa11KOJfpviMTw
XTSSR0+Z0W8uJ0PbyUq3VmvBOLOj+RzW7fULxBcSTkUFOUIG9KSq58zXKRGdQgKhQ1Sqexi7rQnk
taMKDiVto54KFaXBHiQ4j7kpDgaRlS/ho+6ipvH2Iio3+yICRjdGwYp7VdjUg8Aas3D5tHjqHmCm
ykgv25h+ZX28c79tfhVAXcp3C0/sChrQDbRZRSqd9aqP3wnJGc9ULdvvuRJZ7u1tsTfUasEwm1Gi
MUw4XoiyHC3ZprQGl/hzGMRvVranss6zYPIH3VKwDa/3hgUGcIDmG5wTLHkiV0xa42H2MtyNFpfI
7c/aeCEoi6CEsCTU9M+Wm/CfSEhqOjUBUwLfPBWh3+pz8hjlfXKwjPl7LaI/eqsMOw/zxkz+O6S9
igGGYjbS0Zids2LG0MNwtxufS7RTe4LTdg9CsPV9lAvArLygndchV71AbGT8Ps6VbRaPEg4192nd
6veF2aI+O4QDj+Bs7dTVtr5wscdYqi7U1daAVv7m3LUisPFYldOLGQlqr+WsHkNjKHe25cY9ghfm
IqxFcwud29W2nPBvVdqOkLLspe4wI8t4GLQO4zw9jj1SddO/vV+2xltEWRcMG8YB6x4w7OBA9AXq
Dqnok2PcDfPvoTW+6V2nXmKzd3by8Y2ZJDuj0kMblHB1zTePlbiQsmbBmkQRmsQGrhU5xjsnpCX3
/EY2h2KtXt7Pax7tWMbwFmEbXLh8hwetMKZHqj7mB2HDNbo9iRsALwMdNAS7UOKgpb7uBxhmhuuZ
GSzqo45yHKdc8qqx0A8juIyTpFgTicgMsRaC2mOjVd1/+ZAWnqpU0n0YUvG+/XO2vpy2rwlugb10
1YnSasYvHRVyFaqn/gQB7o6YTvJDKrU7qJSN44j+DDtnefZ4/tTX103f9MFg9XD78EKbHqq2DO+U
WJKPzRxmftMaH0apTHbAJ8sRWCXYoAJ4h2jXUz99Kfn8c8XJbZ4hbD9J56QtQt+ZivQjvYhmR694
cxL/GWX1ZZWclyb+D9K5N5OYfBxbSzdx6thFFxrw0u0V28okwefDfWW1Fjfv1RMhgmzWO+zfztA8
rB+YohvnASmKQx/AECAUdbQPNY5t910wOv8pdapbXjxrQMnq4M0sd7ILCBdLt4I04yqX1hqS90Qj
NKsmObt0ppVdnNDZM5XYnF4k7hb5Gqj764xVkhMrTPIqvLSaMV7sDBCNbUTdo+Pk/0OzjjmFEkCY
tPClV3M7gChM6hoQrT1GQDBVp7jL+vz59gpuHoRF9Y3yA4X59ROBEIHT2AHQ6AAXDneyJtxAzBSn
wQQZ3D6LW0+k0Y4V19YcvlzcwHd4ntaaOYCTlNFCIPeiT2FLbVAtMYdlNtMA0vDtz9scahGV4H7j
T+tkpOT6zNAvQz8aBp43TSlmG62cnwPk23bi9WU51scbUAci3RBIroHddNCaUq7J1RBozU5C2DKS
KyI9IqKaHHIxJN9IwIzPXTj+DyVpwIn/x9l57dqJdO36ipDI4RSYYbGCc7fdJ8h2f03OUISr/x+8
D7YXE020fNJqyZZrAlWjRniDSfIJkmVlc7wOZuOEgA5i0UTxuHYuFZJbvpUM88EAYi98UWDRLiGd
Xmdnr1dBoV8ZDZujDvAYLZBWkh8yVc0O7gBlb0NSOK5KBLhtwfp7vYw1KIxbHSTLpNZYIheJqgYU
bS9mxTWxqGqvobVo/2NAxiC1XZSp9ttuFu2lyBdj7VtNonaZBPSObzkWcNp1b8RulS/Fv3K5tN2J
9qZ6NAra22ariDJ1DZ0UUtjXP1pVl3jCkE16KIU8B4vd5j+dUtVOpjUpf3BgLaD7TPEQJbxBE6KT
1Y5yndPQqArbX2FUbmLKw6XuS3HOsrl0i6pKD7hmex/ll7Mf2m106e3NDgPZ6MStDNxMCkeB9qOC
BSZGEKfMkD6Y9gxdAUrWHxzdlQxvUp7SpNt2phwVHo2KZ3lgKZH+KavaxEOJu/05W8u3+0Fi5+Q6
v5rerEJVut3ZRboodZcCc5NKlJIYJ+jto5ZEygvedw72kkZUfDJ7vV4uQEuPCp+dY0VtSoCnE0mn
ZxuhrBR/Kxxgo8CYAN+6SiuD2UQBVz54nbvr0AOjE7biTLadC70KzbjpDFjybVaPrjBG6zxi2/7j
7e9ydYAEuyeTX23fZVygJLHogiYmSkkBw2ZErWbAoMx7wwDZ+d5zImiCWH4clft7D0hrkXzWAed2
05pRGXaZXUibtR0K8ZGBVgPdpD26lPcyHuph9MsRoLE4g5swGOKLYs0NlNU4XiVZl6TpbB+ywqqx
W88LbcyxrK1TkTpF6EJNGSe6t/HIsGTRBsvT2lKrD5LZvSdfibRgGEBr3jSzK3uKjLSCfV/o8vzS
0X2AETAdZee7T06BR7GwgkF5/tdBzsgRSKwhqzzAjlCuE53pAFu0yo9MKB5aLqngQYvoBfTN5Drx
IB7k3mn8YbSbg27L7i9ZZ+/YJgAxvKHZjcYgCQ6t/ZBLKJn4RQyEAV64kTR+ac6WeUWCaEDEUW5w
nFYpVE41Ii3tWQNqYLuZZI7pwU/auQAc0PRAV9Za9EaRxABa2c5GFj5kc5KfW1A6T1o6KecVPPgH
XxtM2qp2AYD/Rhe4WKoQcbGEfW7J8cnom/QkTc0RAWmnvkY6ET1l0gmEDbc32jSXodY1+FKYGQiq
uKmjq5CVDAhQG/r1kv68Hzb23h/IN16dSrf+hqHnUExXebU685pQ/OUWaYi6FDjIiCx/+122WjWu
MKOVXLztHNCfaNCmiiREzJLw0mldKrm62dZPolsMjUw0VjQ3M+Llr/uPuHOHkmYTFUlNUFra4iwr
xNR7DHIplfBhuLSD1Aa2NUePYWpjfYEEQTB12lFiou3gCBwIJQQGQj7l1ubmjmvo7RiJkt/XUqmf
khrxJS+J0WJh/lFSjkHkHIIBT2/NTbW4/Tm0NlZdVgNIDipmyEUvZ7rkQ0Kx5msPVSNzB1jQlde0
7Tyc7DgfP8yLI4E9aTOQokoyTKmLFUf6nfbixGS9WIrk3CN/9BX3zSzy4Pu23+Qe5sn7zhEClzlA
UNe0bm3LE4Sw6CCl3LveCVnoziJmCQJpE7csKa6Tpq5pOUtxhaj8ZGVPzVw758ZK6TwXcVc9xE7m
MP+pk8v9j74XmoHQ2/DzCc83Cqu5AYm8VBpEvFU1OQ2N1l+KJDxCEewdVkejFwK2al1q3Xq/dRaq
gvm6PHL1SU2aXw25lcGpYvoc1gYWJ5WWHfQVf6GrN7UOl+z/X3Czq9oa10SIB6ieWpVJf70rvFWg
+100ARDk/xxXnzFGygG8uWqIzpeVMCm5/2p3H5oWIFGKfiPF6+uHxlkcHRV4aYSMunk3SU57TpZI
9aRGM9zIqY4mpbchCv4OwwTyURvJwF+Txt9estR0qYjRjMG/RGAgLXSUf2AlnMwwPyqCbkPFq6XU
zaNVKQAjJ11lm22r/LEUy+g5qCl5zO60l445Ne+4OJIKWjvsr78pD7VKNzOyWy0sNt+0IcNmusk3
nVKV9xk64CEBoZzsJMyFm5td9SGL6P45UocBVW6+2fd4ZQyDKFU4opDHt4Vf1hn2MqlDHGhaEb+L
p6V8soemXh5SwK3hwQ7e+5icE+QP0Je9lcLqRDeqEk72QRZF+YsWdj1uKuH0Pq/69OC+3luKqhDF
3l/ki22rcdKjWU/bHHCr6dR+n9qYDCFVcOoy1K/vH4m9peh/YVVmwzi7obfJbVnLUQ8zNpkT6XFW
pPzfThO9b83a9Pn+Urenjx4YvQZSsFX4bts3yodCmrl2gFhTe0odt4WhjdE5C8fMp0mynO4vt5Py
sd5qv7aaoJH7rb/nt9PXdumcRCOauUgl2p9FW4butISgkaVCOYlhmEGgmdoZR4bZx+gqe6qxsfKm
TNEO2iC3twmtFpgHdEIAmOOO8vqHmPkYi1rwQ8KxT987leF4mkltimyB5enTbLhJI4H9LoVxYOix
061/vfR62fz2DhA5yg0xzFnQLLLcgdTp6t44yUaWPS82Gn1u3S6JcGk9QyAulFYLBkwF6mDIQ/nc
cTH3vL1GOwocO7cBVjRoXiB+yBG+kTSYBoZYgvo8UEtsI8qyMy+9tCTnVEyUe0VeP2qiS/1eCJuP
1saXtBrlP9j6q/oiDnnUuDc1fKcr2FWwR4KsNywvLFv5mzIMvWfibnbwHfa2Pr2e1R2btuwNpETI
UUMLCSJVVi9/I6VQyp6NGo0vdbX1qaSTcBBAdt8vCQzJKrLTeLxurgMt1tGqMKQ4CNMhP6uxQocr
mQvNHZTQ9Cst1E9GS9yqVCV+ZzT0bLEgag/6B3tPTSazYnrJX6mxX28+dOrtsotgyylNav8jt735
TsxZeUZWo3vUyeCOBMZ2F+T9YtAJPuiGymEpaRrmDnFTsdlaRiHnH2cpLR6tUYo/5GhDH6Rqe5cu
hQ5yCyg8EEE3EaaKh0yrMboNigGlCmsccRksJ4zqyiGdKW1F6Leprn28H9h2nxJ0x4r//NXmf/1a
44jMPxVoDrWOmL5Nddy7pRSnL6MRMqyNkqMu9d4tz6jmFzcGatP2llWbtpD70o4DqzFx3xuRilEK
8W02QwNN/mLBODDOvJlq2S3z+d/7D7u3k1FxQlIeZgnxfNvTM0RFm97BxjJkToW7YKQgcqkoqA1d
pN5czgW2WYHaqtYZo4DxmXaZ9rEUS2wdlOtrpNzkOgr9WNh1iIIh/rz51mZjTHE+DVGQM892cwQW
PtWjJB8kGburUGUC49Y4NFv0ls0btnObWdGcNNq/dOa+NEgS/n3wTncuJOp0nLMY89NH3O5bjb5H
M6wWOXIpLYZLm4g2YrIk/fMg1/g4z3QIAtmOra+c3DwD+4poqlsK0KVuPoD5daU4XFp3dtiMLrah
Q+QtJp7juEE0Ru8PpVi9Jassk44u9fWu3H6GtVVHEN0z/srJs52kUCjFTb1xPGmMl6d0ijv7kgyJ
Ll9TcpyK1FPtv0aFLAzfsif5UQmz+nvUD+GTWeV24ZMLVG+2H1jtz8miEHwHWHbTxhzhYeSlIQEq
k6LxPDW9do7B0v+r5pX8YSqXIyG8va1C5kJDEZ2Eldf9OgywVSxJIPIcqPDSA0MNER8a4NC+v79Z
dvhxaPOTQIFSolq8mYeh9yPFdMGioMjT3HYhycXf49DUv3SL2rATihA1Q6hJ0Xd1sJTpWZq14opm
USu8BfZr96LNVWad1GKtSaB3Tt9iywQhUNuqZF8tI7dbRIXE/BWUv/WjFWkvX5SJE++bdtogfLAU
xafKDjEUdZnp2P11RFHMOVVDhd+bAQ3VdhfMJ8bzOCHRcJ17e17cWa+qR9B9TuSOQsk+lXOtms9y
nA41bdghai8qWIl/LP6R7L8+hp8OtLaNrFNXkyKd4Ms00aeDN7mzdcl/VbwYgc3dRDJLXbJqmXsY
uvKsBaC3zZex68rr/VV27iTmhgRMohXNsW2cEk5SIQDA3KVOK/mxrcfm0SyTLsiXrHiBffjFqULl
6/01d4oIyiJCCbgQxonbCXcv6k4tKrY+Ogu1NxV68dAwA/ZhkCQHAWDn8gM6AOmYWTqSwdvQxaWf
5s0CaGhuqp+1Ywu+aTZ/wuzDeRdGTjkcJIk768HboWewXoAMvddQ+lsCPYd2BKikACIQajMEyhUy
cG5yiYZVJGnt5EG3lNMv99/n3qIMJdaUiYLzZjaIS2/ezIMIH/pEUk7LqP6w4qVzzblGmrFejiwh
dj4f/A3eJcxRAuu2S99YSQdBifnE0FYj+Xa0Rm/+tqF7VaKlB19wJ24B5qRzyz35Kzd8/UYjXasj
uVnxH1WDQoSMKR6YQe3gIt15hUh2goNFXWQFc28TYB0Sdm0yXm1lhijnRqU78ckcnRgItNMu1alu
q8j073+3nRf5CyFErUm7FmzE60fDMNboUBOUHppRb9A8XKRzVqeMByl2D97izlLMVYBCrFwIBiyb
58u7OY0RLQOw0ojqbFG+PotaiwuvyQ8Dl7rzydY0l+JlFRe76X9DATUlddHywEJ3uTyJUIGOaS6y
IVzDEK3pJpSRP9vBSv5JimIoXF0RUwZNK9f/l2Vp80zErRdfa2Eun+pMReN5imL7rM+28hdcHtv0
YqdWHYhXAxwhaey7H4pQ5X81OzIxTKnS8ZONm9aRO/nec5FkqXT2aenctFr1aaBDMElZUCdOi9j9
XPshViIHEXlvlV+9FboeWK9uj5fOTWRMETW4oS/5tR6RuHG0+agXtrcKqEZYYSSopB/rvfB7oIqU
KLE1kQcgAfunBF6W11X9kbni0SqbcDg0LDOqXR4kBlACbTLjs2o28h9s7jUcrbwDUpztfQI8HyY7
5JKgLmTJGzX6RczfqrMOOPUgTqw/+HU+CVaAIIEY7v8Tt3r92kCNTF23pFmghFHSelQT7Sk0C/uj
UMwi8rXRsM4o/141K4sPivTbI0yWT9v0V+cSu5XNEXbIC0150rNgKfUSY6dEdjVdzEEsDfNB8bL3
lKAWGWBZK9B2iwuLEZ8rqbrzQIshuV3iLu2Gc2tNduTlJQT6n6ol0CvQCy0M+mmGgHs/MO6uz5wZ
0jOZJOS11285abORSTRvua+N8lFfxuiF/qns2p0RX4t4Sl+gsclnGGXdwcq7LxlRKzD9FA03vO5e
tfoEnDgrL7KyeHjE2z8MGJ+Ra6v10b69PR2oAnH8MJhhyZs8qBzrfOhQ8g8SyNh4zM/xE8y84XL/
Zd5meDAGgCARt+D333iHpFo5MuctIUwjqVei3jcZhY8OQVe5ImyIrU3ch88mjZejodFOS3UlK6AH
gnodyeV2H7VyVA6dlhVBhQTFl7Bqp+c8T035VKAW9jPuDfGh70rLR2F/eMw0Kcq8rMyr3DVtXMX+
4NPStoNVDYbmlkwfgahO0dTI6W3Wn5u4sB5iI1Z9WMfx57e/ccASK0p0zQO3sk+gjNV+MOMiAJme
oy3syB9mKOuuk9fd59YZyrMFCvJg6LzT+UBgB+WndRCAjOA2PnSioXdbREVQiqo+z2aExoRiTO9H
Os3+YKn/zs3gXLK2R5Qx78oTPY+jWfDehuZLs9Pom6x1y+bcSmOIXoGVBS0N8svQ2JqXgus9CPe7
TwoqASgpSJTbibOk25Eih0YWTE6bf8DoVDiurE5O6uZKHa8o83F+qvooPtlmUlRuWZvjlwUHwyNw
8m3WuAJaVxt7ANf2TbQI1RG6OjZ3AZ4q2eLWmjX+qDNon0hnTtGpVLI/OcxMzwjKClDoGxpQO6Al
PJAXrBRi3HNsLtfHsWPo72VjaDbukCUi81pVtMbB8dn7tr+vvP75bwkD7W98jbo0D+xKWl70sTED
zIvbg8737ipUu7QomNOBfn69ykSDNCqakE/bOUYZQAIM0TlNosHx75/R3U8H6ASRJ8B/N6K+sTxS
bThccaGuNmdD+xclqh8Yfale6SDdfH+xnRBMNCAO0oNdS0P19VMNvTxFVqalQTaqavqZOUn2t4pj
hvouM63wghFC9SDLw3S9v+zOM0LtY6RFXIAXvG359PqsM6U20HzvBhDQYqE68MKUFliiZt2jWg7i
oPtz2/tFvBRhSBRs0Q68EXwH1inqpKXXbJYj3XV3bEa1ebKlXgIVa1fi4yKrQjs3ZZLH/3UoUvXn
Yox6/fPbHxyw7CpcSHv/5uOiqKRmLJ0ENoDoZyitlV+rrQAmV0VPsTUciULtzM14boD06FHDd7/h
CgkCIqMRlGdsbcAkKw5rXySz/tTaS39pLRPrkDhDcmlWOw+vnNbDCvcxkyLlG2mdOPjse7ttvXdB
V63gre2ti0j7oOs0doIqzuho5oMuFWejc+a/mtZOfDHo3YNTK9HbpQfBO8OXAr+wAq22vY8IFbcw
K5haRVFY+PpS5n5rn5UCuH8inkTvvNdSqzy49nYCBkkqhjRrb+B2IA1QCASDcBiVySHyLXVvvThL
dcQF20kLWQUVwFVCYVXNe32AY0ctHAolBE8NKfEgZ7TnRZlDfy7wrL2/d/eWgqi37qIVm7xt6ZcA
WiprQcTJWUb4T03f4vqU9U6ImrPAQfL+anshAooSBBsa/Cui/fWDNRIs4y6W0qCQJ5zaEtAtPQCC
q7MkPxZwVW+PutRntMcAI9Ed2OYoUbpUetKqaaB2RfPAmNv2y1HrHigRs1MaGt1B7rv3MmnCre1o
KvYbRFyJiMigSqwnxi4O4jFcTj2qOn6FvNDp/pvcXWpFZjKx36Gc5Mo0Swky6YFUkJTUS6mesqlT
/u7xYTp4i7d7HkKZuvbWUfkkym12Y9dFjpPWUxagSk9+SeV5UnvokPcfaCfNYhkdexlukJ2eERB8
k42vsgwCwx42s9llLWdOtRPZ0Po1+z3yYc3FQtLUlZRJ9029bQ9uztsLZf0NFo5fVPao7m0yyint
kRKaySgNY2DDEMWvk5Dmp5Tv7Y21Mxku8bxycf1CW2dOj7jQ67//ut5nfbQGUadlx960x+U+MlEY
tMlH1K5NXdNsHzO7a08R8z1vAPnjinqZP/RWlhyczN2PzMGkhYZ3O/vx9cnslW5AZr3g7Rdxf1qQ
Tb90pa69edf+aowzLV2BJrA9Xq8CnLRMmgwhqymWQq/ib3ljq1h+1LXSQWDbe5UKEpfMQ8lcb8Dd
K49ecvqapcK+uo6W1Z97Y6pdS14ceFOTfAZFOZ6NvjOOOFo7Aik8JnW2SlUG42dbkXWN3isSbYyg
EaX1Yar09GchDNC/6yRCXGhNYs6Rx1LyzOStbq5ObyUnLoLBN6cu+dwtMVgTxB3f3NLhZzF2AXBE
an2D84g0IUpJM8gLI7OZQW6l4ccFWcjOl9oW0PD9A723o2AVAB9HhwGC4WZHTVGdW9hFp0GIeLbm
oo9lf27svnu7BCBPxWEFELuSrLZ7KrEYvC9JlVL1D604p0g6frERBxboddjTY9UX1PaQk/MIRUIt
PKggVGXnyKI8hN4skM1bKX1LF3ndO0UaLMvSZB/Vop/QLNOiJfKVVXnw72KqBVJOpZKgLTamozr7
Gkg2zVUVxN/cxNbrGF+EtKxcKQEZ6E9GZ3fXfFm6r/2k1lAyhlqg5ziH5rku5im5yrLQQneZ9Vg7
CIC31wrKbCvngnKIvbvtbRqo3hZVmaVBK6tFUGTT5Pe2kV/7RTvaH7sBH+w4xwQlHVpgm2Crho7S
dEKkQQyY6l0ldA2lMlSqTjP6bKekSaZn2xiRc4Lg9j+7j0HkKdgmvX2XomGEJB0cPeZMm4iU9skQ
GQYCsuAM+5dpEZJnFYV1EPf2zgI5Kl50TOHJGzfNVCSJ47K3gS0UWSMeDKuVrmiG2UcNgr2vxxoI
YfLx0OPYvNFF2KJCbo7paquYfiwnptf1MDadPLIOWNm3mRwNCJBx6HwBQ79R3CJojxBTRrKcpe6f
FQTisWynZTkJRfiLZs/+/e+0u1vASjI1o89FF2fzCodsQntxdWLKF03+gRrQLE69VQr9MVesUvFb
muGNm6MumLtOmVXW+2Qo7Xdy1kNhuv9b9l4zmrxrm5OE6KbyoGcbSfaMpHsMSci39TYM4tSxzikO
dQePvbsUNTwzXs7JjWqiDooEMiiw3gqsoPCVXO6U5xGdLw/zFua+9x9s76NSV9I65YPegkRirFFk
S8ooqXqj9CYgTY9RCvbASUL9JyDMI3jv7kcFHwLTiHoHSerNHaHWKKrTcsP5JhzV3EXjMH/Uel2v
r+gcL5k3VnQPUKeKPs9lnDanOmyjazbV2lF/Zuc9I668Nv/RM9PJv14nJh1vZdTQ66JlskxeoSw4
ygC3Sq+iHJuDK2N3LYIr9QGjWBgOr9dS84FPjRdNALxZvZpO2p4cCz5dpkBCuf9Bd+IOo176TazC
CH37fqOx1WNoxGwftAIvRdHV51AOj/goe3cguQ7GonRjuAp/febfmnXaPEHbhUARmKi16i6ClNNP
fKWUfwA22S+aUlZYdYyhWj4Olai5DPEenL6jtZ46J9Ta6y+9M8vDSUe+/1q1fST7Y52OmeJqyowt
qqKjWu2lVN6ti7lJtgJ4bOukz3XuvP1oA4GhGKb2Rhdlm7nhOc6EGfXiQDI1LHkbW3HzIsqumZkb
B0d757CxFKGTawcM6rbWKESiCXVM8qBCX/xZkYbe9lroSN+SQZrOmh7OysHx3tt4UFwgDZESg/le
d8tvnynuF9Q6CrJvXCrm56HT7UsjRT2iiYNzUE7sZN+4eAA6Jf8Fk7l9uHquFgGtjymQHSXvpdJJ
H5Y2M6sLL19/hjJnBcw1G+wo4RkefMO9TU8RQx4Dyojcf33xvz0mWlJANwrWTtDxOM2AMU+9kfQH
T7j3MldlLK50wiX37etVKk0oYb9O05ymaEwXWJOBRruU/mcuenrQV9jbKuBIwbZTM92SrtDUTJG5
73N82sz0lKhx/ThJ0cdaFZVfWvZ4oA20txwwijV1hxTAjnn9aCPiQ/UInC4oq0L3O26bv6IBerOk
i+xSaMbRAGvvVdIyJgdDM4rB+iZtMZLManW9yIMFXXo/U8fQZ0uWfqlJbx8Z4RNAO4jWIRz/GwwM
9QpaKqC0AjkU4aNSi+aURsXRQHn3gRB7YGgCSOpG5RB49TDoNm2ufo4sb6I3+1LVju4u6PN+uR/h
b7uvPBBUHAjc9NxvWoWZqEBH1XkW2G2/nCXiIjOw2H4HdLa4dF2XPeRNKL+5C8qiyFmQLxMnbxC6
JQi+pokyAklDqmxEiuAuq/+9/2R7uxBSCn1JMi3GXuuT/36MCyzTVSizgQaKFwp661ZOM5+jWTS+
pJQH7/Fotc0e1Juy41pABVtUifFU58X3tMmy9z1Hz6u7OTvdf7i9HQKYjVydNg9a65vlHHWGV1FG
WTALeAYDkANPimGfRhUn4P5Su08GKBmoHgqxNykkPrwLgsZsRl2SnHOiqflV7aLeS9JEPrXxJM73
19sLv+x72OygjG9pd5q6OFZp03hxMiU/k8rXQbiqKt9fZe8FkjshbsE1fTvjqnWsfJ2hQgTOFs7J
gIZ7mulUXqNBbf/gWzFhoEJl3EKSuPlWNi3jfDQJh1GqJucqTGLNl6ZlOiH+LIqDxfa+loWkLoMd
umQ3zdYqWqw20oiFUixDUlTi0UsshJzlhXmdVXVHCJS9+AHqBmQqpEEAdOvv+e2UgTqBeVJyjc1O
UX5pi75zEdBNzkndyV/Ql1lOaiIdwVZ3FiVJ5IahEubrbbMs9mHRZmufnBfQBVWOarKb92bvzWYf
eaZUYGY8tN3X+1tmd1Vi5KoMxcW9VWmSLBWOqbWkQVdidZhQQV9yRkTnvI2tR2R6yvOyVMrb9+kq
2Mls0lDWXv2mwqmFs4g6bVl07rKXoVzij6mSZH6hTvoBWGznSFD30wyDX0Rtsf2UqhXrjgjxJZys
WLHPoZk376IM5ORDZVLaHJQWOxuVeLJiP2BFrioarzfOhJtHrsUh9XiWW/80cRNexNB0FyMZpc5l
1joeXDp7n48hBCXaKq99AzvmJS6lEFg8QouTvCTBS0TV4+iqxao4l8DjPV3GCvv+nlnP9qYhv5YD
61j3V0K0+XxqYw/CxKY9aEqlfm8p0wtlrHlOLHw5rbhJLnNUTpcJs67P9xfe+5isSXmA9N1tX0op
2yEDeEIjDmGv1MOvB+nfYoTFJEwz/INvuYLWafsTt2/aU7NKyoA6fBJoZhX3Hhr5defVWh3TDKug
VL23Sy76g3tp557gAuReR7EdtMI268NztlgzXuhw66zFdMr82caD6+AD7q2CjhgFFhkfMXzzAVOz
gRbV0/NuCqP2s3ltN9aiPIjaO9AzzhsjPwviD4XV9mHSKB9rpLMB8ikkEZ6g7vvqNLX0vuUYpl6G
akXpdmVT1q4CE8iPIt2I/SUBaCJbWn/QYdj/OSs4dSVNr1Zorw8n5ISqAMFIeqGB9YhEVXgl/hlP
ylKaf+MSXn8t0SnHO0oqrjlzN3/Imv45mlCNvL+N938JndVVzW2HMhY7U87JVSio88xovXnSkycj
lRK2tJk7QRdG/UurtPp5roz5HcrN8nPc4imPi07/dp4rIA3ZYTswf0bzaPNWsAY2l7Ki19tm8c8c
zRmqtrRzEV1VL2MqNX+w9ci6iPyE/VuccJR3QFAMk5RSSZePhtVk72KgCgdndydQaGT+Cq4Oq1je
toGN+IY5R+imB4DPxlOn2T/nLu7PpMr1wf2yEwth/BMkOEYrb3s9ar+nCiK0J6uUIeO3Vf1dj6t0
eijsLn+RYS/UbhcXJZiXBtOLwZ5M6XJ/J+2tTuMXeVe0mgCsbxKVaLHrLqddEUj0XhkAA7dJm646
K+0UX7NGNy8tvgMnlUB28B333jBtSGb6BGLu1vWX/fbcQxQp85wXtLrlbD6llmT7sRVmFzpV1UEc
2Zk/Ax4AHgEVn5C43aEouRCFuzEKsqXrA1nuW2xEisIrumj6bKHh75bYpV2sGK9IlyHr21mCFODr
JcCNQ2DejvqxjRgx7+YTzyI7wVBZzku/wLPpu8Tnyx682J0bnYjJz4R6QJt3iwbB87xCg7ENH8rU
QY1JMsSTbcWz18rt7GfMbU/xKEef7++jHcbgyoBE0xn0AGXltlnZkXlXUc6NIOMaMp2WyGIqbC5m
UZyWpsLhRYAWQ71ayyoF3vBofkyNPoaCb5ih8CarVv5WlAjbAtse/5PHOG98NcOKwWubQnrK6jDK
4VmrCNS2uF9ZF7FM0YdEmXodN6G+fgyrbJFdZDmi9Ny3XfVVbytlvlBLZbnLEL7/zrioic8Mu9q/
sKhNdD46iqn+nDuJfS0Nc078Qomq9yX0wMEfkIbMf9Iep7hDy2E5Lf2gR9epqSLlb1Xt58/4z3ZH
SImd44hiLNQUxru8zO3UNUMyEYJjEgdGHjaXAqeGsxjQwculOv1fWjOQmcMyhoyTyNf7H3Bn10BH
oIGDYh2Z53ZsGIdK05YjQy61jqsAX0nYm1M8fKDrgT6GiFoEUbMj7PzOwSR/h0ePrQho521u3eRY
5gwO7MhiiOqTs+SynyGX/XejajkqPXl9maJSeJ0F/kxM1fDt/jPvZDF0C1bTQmBMK3jidQiqLJFm
0EJJ0BAif+gSKznL+dIeKIHsrUKnBRAfeQxODZsAXxd4ZDlzto7YRBW5+PgKv8rL6aC9uL8M44i1
HQHjdJuSdQvXQwx60RiXsnCLOSq+l3F15GyxU6CgbUTAJqD9yjBfv7No1alh52P3GDvGc23jR5R0
mup2CCb41bgczbN3H4tkFv0YSDtsktfraSNOUU5JEl32Uh2kdp9/mnJxNGvZX8VhDupwF/Of16sg
7G8MEVc9/T5U/v1olg0vyvJEfXtagd8xsE7uO7LwLXrDSqGxg0RCvGjU+8gVSkW9VVkdtOVRAuT+
9v3NSnSLoFXJgFNeP1VcKWpaNGDm8hL7s7YGkR23h0KDezELlg0sYNIyUCmbVcx+GOoGBFKgR5r0
wnGy/BRxt6fFzjqULSfLJ6KUnqJMbxfZ/mVNBe9GRYnjpoW0SA5csQzYqLIwwJwrGVu6RRo+wBr8
ev9N7iQrTMhXVDCcDEaZm104xrY2tUWRBJFZi2+VUTY8WdJ9ngBKH3y0vQO2Ku1DBWaodONsnjpC
s5MeT2f8P5lDtE7Qq3numeXyVx/3f99/rt3F+Gb0g9dtv80VINzbkpbpmH0PUf/sGEnsFoNsn2vc
uU8T7+JgVrZzztbHQlyAFj5N7s1eSRZdzUetQqKmSOczicT8sMAl9e8/1c7XYhXyWXI36Hbb1DLp
83GalQkzbjVZ3k0dbjgm08CnoRuPUJw7m98EY0NmyQm7TbZMGe8gDFDigEGLowepnOWpby5De61s
yTHwFjTTS8sm/ctpFvMg5O89J9BRSBvMlKhLN/dXqVX4xuAzFExj3mZ+OBbKpzAd09qXY3U+33+p
ezUneAKQKUw5aWpuz4CUR2FpNmYZ5GgYnpRZC/1MnnI3tXrpLCw1vCaK85lCEQ9ko3QgJSuxbw/Z
wVHc2bKrGxv+D1w/jArXP/+tbkBrvgnbVBRBrlbRQ4kSjjeBVT8bhUOSJtKjHGXnC68kwjXArRij
7WOrciXpTWKVwahNcou0SBJ/lSdJ7XxLCWcyl8R812Vx4s8QEv+9/853jgsgP6AjYFUYr22vi8Ye
ucxDvQi6AogfHzg03key1R9pKO0kf4DTyPsA/mNcsuWwq8XSGxIszSAfRYQysYAay318KjtAfg2S
3l7XdsX1Dx6OjiOYH4RObwrfKK3RQ2uVMtBDuXss9LZ4aMe0OSiv9x6NmgQWLG048D7r5/1tu4BD
1etMmsuAyZDxsxOLeg0VK/vm1JUGmyZCygnt4ewIs7735daRMo0RA/DxVhcXmArwxTAu6Ypnwylr
rQTRTXU8gIvtBAAmPdAMmAgh4bDtj4U0vqEe5VUga3Ulu8B4tG9t2lUCW8ro0NRs5yTQkObk0ZtW
MF7ZBO+mJ0MTUshJCE1nuNrW2D0zbRFfO0eJS9/SgE56+OwOCvjLeaqMy/0NswcA5gdAhGJ0ScGw
rVH0UMnYNTZTnGWCnLIMeia74MTa713spBjxNUa9XAVhI3atLCr+1XCt/2uJu+lH06t2Sm+5jxRX
gmsdHtzaO1+CG5sjpADy2oFc4R+PhqDJT4vQUpUjez5bWq5fqXzkg9ewEwBJQZiA/4pKN4QwCQi/
SQ8sJ5drat9YKvGEOeKANdpqvQ7l+iAI7b52Ii1BCOjHrSO5ZOQR7GKQH4MT9i9dahrvyf0b+4zb
6myfk0mWFvwDp0z2OySfzUDLzfYTaquouFuDlMoPS5FpVzD4yFne3xJ7r51qZ20HQkvDYPv16Zbq
eKyUiR1RpUbxU0pmuO0SEh/haOhvh3nzxtcLYLURvGn+SqqdT+Qb6BNoyX9GqDtPdjuIs0bz4cvb
H4rZFjQUWpCrddXrh5pgDIWJauRBNmeVP8tJQnWFwFyhztZBPfKrxN1MYpiUr2BTivDbFBqXTWOO
k6YI+jxM/xnLdvnQj/kSumPmZA/K6OgXkw6M6eppgfaOXRmnsad98+bj4xBYGLHZFMi3WJVUKSUn
rbQiaDRl1D2YhUPmg3VbQW2z2h7JhN5uG4dmPRnEWu6tZL/Xb7jKBmHLMehyaw2bVTbnf82m+R2h
V+3NlxwrMaH8P87OY8lOZFvDT0QE3kyBbcvKSzUhZFp47xKe/n7oTlQbogid7oiedeUGMlcu8xvy
UYiwq+b4wK1eBIjPX1UctFxDDuZLXWZ7+Jv1Jccq6DChaolD7iow0iYftcGOGUygv/uJfSKfSeLS
nxp4O8uVI7M/DDIa8ztfbR2JgIPh6kTgA9e36hml3NlJnQhECWcz+4ASsAqjuWwfzUmvw9OgxYp6
fPtorK9VVqSYpScPL2AFV7bKhgLN0OPrGIc4bY9d7kuVpexE2K3Xya6AZbHgIFZpl1YS7FrG9de2
zsJzU5bKYcp7+zHGW+1IKdB9WOQ8//0oMrZHKPdP4cd/bjKVKKZQUWaq2TgpVDcNOHqz00cejcLp
Q4Oy7e+RaelF6ZvsiAhh6FZwxoudT7r1golyAJGWaQ5J4euTUdn6yDthmEMnPT8FkRPckbzstUHW
fT+GhvAi6VSZIJRvwzb4jknB+iG5VpI09acp1p2zxOX9MVTR8juq3SDL8N+j7D0A3Lj3mKQ2z/++
k0AY0mlV2UnEndcPimxf2OVqBHcgGMKLpkmKPyKWu9P72zohHE0wm/SvDPKj16v0vOS+w6Dmqtrh
7E256J/TRkUPPQx/JBlgl7cfaiuuEcxNelgAh1cIuQIVF5x5oA/ICsFNajQNV5rIvnTIju1slK0z
goujsiDklnLsZqMMuaqx/Syg3VFW+b1jADFHixSGiWVGi8pyF57nYuo/v/2EGyRtuiKQdxeOMtf+
bc3bT1I1yiUFd2jUIvBsgDaeEIF8HwJ5/W3kbdN5cOaVkxGmk+NSK+rBoZ5n+wnPLYnxThHaP9/+
TVtnZvm4CwOXrPi2Is1RQLSbaYiu7RhrP9LQLp714X8wdF2uabpQQCyBUN/WgpItwdRoGA3YRhdc
rREZFkcdpgezkfck8/8MxF5nBXxYJPAIgIyrVnhOamEkpxwCe5LGGWauqDnc1/mYT+6s1S0YjTTE
Ji20kPU6JlyhH3ETzMMfTVhGsEfU9stgVv2T3HV543dmPWgn22LL06LrZtOdo1JXXCQcNWYwAlTs
0e4c44BjTtWepF6uDlVr6xnthDr+2mnOOHlaOzAHUMQMestR4tLyZvC6misUqR12ov/G51wku+iX
okS1FkpFdJpcTwJBIUrno9Jn5kOGMPtOWbpxUlmEPYzPB7HwNgKGWqZ2aafFV8hFnY9fODMBda7v
jGGUd+7MjRgEOBdMyPIp11WTGqXVVC+YF32UFTTl5/Fp7NTowZpn9Xshi2EnMmyut8w62acbQl6D
VSCZb3FHSxkiiXFsfkWHMzsPdC+fUPC1d+7Nrc+FLgd1IbXUmiUhVc6AOkaETl0j98znFHGAod7t
rLL1vXgetIjptK2b3HU4K20J8/Iqpiy5U3qz8ktJVTyoYdVOUb9EzpvDt0iGkwAs0uHcUK/vjBI9
RlxIADhEjTH9TNGa9Hrm92fRZ71XSXZyb+EU9dwlu6ZVGw+JaiL11DKVp52vvl5Z6RSGixriZA5t
IOOIrmf6GOdJ8y1LpO7l7aC5sUsAKdFHgPHFK71VGTIbbUJaeaETyFN8xMah7LxeZ2ZcpK3UuE2h
qzsF3MZGwZiXqoq5CwS72wCaatpciLjKr3MklZ45FNpp8Zw5vP1cW+8QOgHtiaXzvHIoMiUDTuIc
59em1elwh1F8xajX9ACl7Ul1bC1FDgWMm/yCXvnNRkH3qncwGs2v6HDN33EUDAOPgZz5NYaj9+vt
x9q47hGEAXRjMC3lwr9ZayA464mBYWqpjtmDIsap8YK8VT/EgRoXrlCVErXUMtuJxdvL0kTDKk5h
xrN807+6d/3CTq4mcLSNLYre7QkrlTtEmXGIhC4ZXoNq2XWSR2fPbm/r3TKFAfUJjpws9eZ5J07J
/9OIRtGbfoy/4MdCw/k0F7L6/u1Xu7XU0nSlr76wEW8zKSk1VJHmFldBVxgoziAw71qVnh3yUQPu
8PZiW8GF+wYULtibterEiEXylJv4ccijYX5pM6Ggb6u11sXMGuOSzJV2VmAPPSRFou+RgrcelBYz
9Cxeqm6p2uuPqYOcnfSOrMKwob2UtT4f5Dquj3FshztnfSu6/L3Uzb7J+jELK6EwNbbz5Fgkdnsc
uT1+z1qM51AdBf8+agUBjavgn+bfQq54/Wya1NZVXOBC0Cvj71gfgvusjffAWtwz/Jmbu2G56Ngu
tIboxd1EaIRQYsYMgKaCKjL0jznlzVy6sOUleLm9Kh+zOW4tNwjUtPMQ0zF6L0LBn3IZYgnWK0WR
e5bSS9PJrG2z8qbQkN/hcqN9sdo8tFyYNUmDn0AuDF/Ws9Z8nua0+Z1CUUpc226cj2FqFMXZMZGb
OGl2rYSHNirK1pUQ6L5mioKru5OngexFhRh/m3Jh48BS2vJXxSwc1Q9BSb4bhjF4nw7m3B7GXC0q
31QFAu5OEg73knDa7lg7ifbVLiQx+Hrah7VXZNqc+xljGsdvjXroXUx0JQmj0Xl+FKpWmZdq7MG6
jxKQe8+B5vrTaCks3wd02ogZgZkqJ7VqWuiP00yfdkByzpviMs28LpAs4U5Gx0h+BraIJ+KUF+0j
hCOchuvMziqyi1L8yBEcROGa3hLIlCIUn0Uo0k9EKWt+ah2LuZQL1j8zfiE2KZCCaJXoW5vU8XjJ
K9055QOckYukjm14IJtXEk9LZTs7BHKWmgc5D3VcJPRQ1YhrsSZ5pZbEjzN4gczH66n9j+ghzDs1
E7F6CCWpARc1JsXwKZkocvzZ1vPieS7r9kOV1OYD8nph7s7mKJrnyayiys0ac/5qG6nzczTn6egI
PKzcPkbo5ywpZmOdCrnOUTgch+GxTws1fRjbcRhd+Keh7VNXjqT3uZGG/pwPcEdTZ9Tns4w3XuiG
MrfeAZl+K/OVqdcbrxpNnA0relPtOZUHJXfDrKp1v+mc+K6YxrbH+Dt1vqJBNtpeJwrjU+0YbeFa
gHXsB1Uax6tRKWOGsjCcX0/mohHnISqnGtkHO9dj7E3aXHE7B+YURJ9q7PwMfFR9UdLIxHuLy6J2
7SHsftU6Mn9ukElmjV0dE2evxUVevqu62fjcS0EEAMxICi/rC0QVzZQZtTuBcgufB4rJ1s1ts5Y+
F6JRTS+EXn2Vqnb+oCWI3D8X2OzOLjlbMrApnWm4iLhuPg1Ta3SuXnXal6pWZ+WI0KpZ/saSUs09
FTONvQbSxl1JXUj/j0keecdtZVylIoTxBxHD6HPtGSBu8NGpHftnTm3+oW6VX42opp3rZBXSFwIG
ElBckCQ7K6X0NrVHq4ZBgJ3OFHvtgrWrYik5TJLx4+2La9UyosOPWjMlKdqYrHVzIQva+rIxWvnV
bNXsmy2c/F2odSaYIyfpvlboc576tC05eZP4DF43qQ5v/4DVozJyoo6i/Ui6yijxJsKLRLRzNtbo
RtdO+U5EYsKhMRgp25r0+L8shXYG0G6ulFuURDIURejIEAGDEb5mXoQz9ITKOKpSsGdTtfzq2wuF
bI7RIQo2a45CHM2AHe2CeW891r8Wt66fSs+k7N8faNHG5YZcNINuu4phjLYbYH6qJ23g2DazSBzP
thPj+yIfO+9syq1LkoIX41Mgdwu4+PVdrHeVNjkFBVQKU//eibXxNDAgFidTE6SttROLiz4UyqGU
FbF3Cre2Cc7XtMWYNgNCuen4FTXgO1pEnMIW68i80xvZVVn3Ukhd9+9quIBowAWgywt0bQWnKcxY
7qKZPqqqwPlPVUKU3YlTixnJzjv9gzx9tVEW6CJXJW8U39pVXaOaklkiycpAO8mS0V8apndT47Q/
Zr2w/zMjnftKzu1UdfOmKR5Ss4nsh0mvNMnvIsnOjoHI4m9yUMiMbEcK27d32OqbLz8PuzWYCMxG
VzsMy85Jx640v0ZBU3h4qnOPtPOo+VnlfB9CSzvYtsi8ICj2CFSrVJOVqRRAly8QUmQ6X++2Uomj
Maz7nDIkEAdJK/JDVlXDyUit+V6NjWmvv7LaYcuCVHwLfZeq4TYSIj1cB3XEggWuxtdykgXHqnoP
JSXbaVL9CTS3Hx0WLYUJg0hagstb/6v8wvVmAqFrMYlU52Bw1TEEsS3U0Qh9Xesa7sWgtkuXjGVh
VdZFjaTtlDQvapqU72RMnD6qRqxP/jzBiD8PPWLZbhEbbXTWnNr6lLetOWIEUaUvwAWyb5kagF2a
BI93GNRSmQ9jrc0/CyEh9lkNAeAGBFeVDOu8plE/s+f7zk3aWQzvmohO3cFqIZUyZYNh75L2mDTV
QOl9q8PQEC7lgBV7OIwmjstVOHRuWOL+8kjYSj80yEAFrjLZ45e3N+YqwPK14A3Ss0YBD36k+voV
FkVkiqhA1j7mWQ/mHHSfjFhK/xVXt6xCF4xxJgycVSCQrQT3KznLr3LWqcS5WHpo8npP1XINAWMZ
5lPEL4qQ9XQoTpLMzMCUXmcriE9ZFowH8h3ZF3HS8/2VwIsyVX+K4i7GZc6YX6LG0p5G5tb+2291
lessP4QxIJkfJEJYUK/fqjkGMp0s5v5xqk8HzIgI9lLLbFrWhJ/aEnuS4LhzHLZiDMtxFHT8R1fU
Ok6aMy/AE3ogYfFfaOTDJZFC23KpL61joJf6C/yw5CFAlHuPcLd16NHzWZDd4A/IgF8/MFur4pBV
xdXsp/GukbMBvFmANdrg7Mn/bi6FyDEtVVZbqdskUkW5t0CXEKO2aXBKIUwVxAJEOts7ic7GZ7Rl
BqyostKUo9//+qmoIkJtQq/nOrVOeZr0tLpWqWUeFEYNXlVH5Z1sBcXOohvPR0MJdRhwk0yQbpOR
RqtNMvM5vyK13b1oOFKe4qbvejdWZ2sPWadsXA/0y5AKoh2+YXpJ44wKYmDTNJSNbjMYysVsmtwt
2wxxwniSXeD6yaFJe/v3yKjQr2Iwd6kpt+cEEs1JKmbjQhesW9QqZzeo5T01o43MmnEv3SCEmmSw
hjcX2KIcpAjBfRIbFvApBB5zgiUidUesHcqPmAG1X2fww0eRohGF2kY2nd8+zZvvaBmTcmSXidNN
jKxt4C4NpfZ1VlPzTu6NZwwqUOYcc5hSOJzs5DJbyzHXoRnM2HItbViZdTEzccqvla1In+yyRXjA
yFEerYbsMFtTJ3YWXKNsaENCb8FsEozSemjZDlXhZHkHZjUwq0dwROEh76oI3SUjTb7hTTQes7qr
LE8rnOlj0CXDBa5TuZMjbW18Wu5Q9Kmi1v6gqpCyJtcB2eRmG9/lsJ/Q7R1qt5PyeCc+b75inLOo
08jFAI+9Pth5Js+1nY751c7M7mCFsXNCLyU7O1Vo3XVzY317ewdtPRq9fR1gHIgUnvH1emokqnE0
e/iwYdS+sJIxeygv65+MYWj0nc+59XBsHw4dEyf0Vm8OTI/ZdIiFVYrWEu7aqZLOJ6VW61OJMInX
WyL6Hx6OKhtHTFqa7Nrl4f/KwjKlSK1gximh4qSc5qB4PzhCHGIsUT//+2v8e6Xlyf9aCVSJEs6k
Q9eOIbMPLCyl70XfDf/YvYbp1hejnsAaaSFEGrdnXm1xgXEUSsKprUq3BMf3kLUdrlKw3z79D0+1
YEbphsJvu00WJnivmPGCjkrkorvGFofdL23i24gNm7RT6i477SZlXiDbGlODP3pnN68wpVUm0yVK
rn0U9t5oa9NdVNnzTiqy9fYWYU1Sc2Oj8BtbM9Y74LDoVM/ap2SO0oPojPlYze1ei2frgShwKDeo
rJbZ4Os9MWQO/aSaQV0bZqgS0U6+At7ZQ7Bt5FZsBJJXrgGm3bdDEAy4zUTUuI1B2EQXVW4jV7en
9mIMZnSIbNqzcT20JxLCvVC19SrJ0KFwgANc88lzMwNVwKWGLFcSw9eQpzNdqNTLRFoe396Im6+S
Gw6UCAPbFXWhNQUmU5GZXUmvYTtPHZqag7UHbty8bcimYHxREzMfvLlO0deORGstJUfg9IekTWYa
pXL0YdLm5EhymSUu+kjdQUtnOnVj32JYbJU73JQ1apg7b2GlQF/g4ltlrEGPnifFT4aXeKeGh0QN
TEEvPdGPQ4IUAaASO4cVLEG0d8vCafpTWeYoGqcpjq1U23nuAiXoL+Tce02vrc1GzOGX0TNZg7Wb
IUyKQGUIUACXvhvNmiGGaUnPeVz+GAMhf3cQa3sZGDns3BxbG4DQQPFAnbam96qBbUqaU2VXIQ/m
g9WN8RekSvakqbayam55wDvw1TDyuPn+mFGoRVrl+dWKrfBn3ovwqyN1k6sISO5AiITriHTP3X3r
GPFIiybPAgi9DbKdjoWO3SHnZOSG/JArU165gWN1ugskS/3x9kHa+oCLAhzOIDb97luEtNm09izn
LMaPgVKrxWN1Qi8iID9uIv2EJlD0KGp59OlOtzul9hLAbwL8glWmvoTkTsdnUa7+646MqixElJN4
yEBJf18r0q9UZM5vrLgiauB+aHZGmRt75tV6N1+ziQJ1cJYReJcpQ+YWajf9cGY18d9+pZvLwIWG
R0JKs8rBCf/QGyMthb9fSg9SDV+ZIe5OJrMVmhBgWJiUQD/0lVY6X1NmbomN2RCpw3BGaIhWEnbt
pm/Gman4kmnGimsUvam6UdM1hYvLTpz5OX5j/zyORrAK+VYAvpSfHJSbm1q20obgR85Yl/mLZqS4
CNu96YE6Lf/9tsbaBAsEYjKuILejAznQGy3pEJrs+7z83JU2XauihB2YTeb/kBksHxFBy2VQsQLw
Dgz3tT6jEWejM/GhslLjKUqqwLfEYO2UbVvtoKUpSKihKcHJv0kNsAEpJLNFVc1o9R7uyaT2v/O0
Kn80cl3di0QJjkrW1pD48VA7QKEcLqpW9IqLl522s3834g87CrdekGeoUDjO62M5tU1lSwpJsmpG
4Ze+mRTPGMvmmmXhdHj7qLy9FECp10uV2BwPswNMKpqC2Cv7vvYRrcofJY3C+e2lNkI5vAGUDOnD
OAv+5vVSrYYZcLsk5FGqgFmy4CeIKIkvjujSU40y+nmK9rAT60gAcgm4IPuVAo4b/PWaQo3rLika
WukiwIEtCI2P1I3ynibwOo6yDJuRBtCSl9+WbFoUWsbs0EscBns6xGGsPbSjVPiBVJj3cdvuCQls
racibQglmE1LR/b1Y6lpXWqzQtsnjirFbSsleFDHKH1UtcEEv4Rxztufbus1wvgEqMFQdukBv16v
MIXTtTU81TYYrA+9pKSPnazUO6us9yImURhPMJLUyGhuy6hYp5Y3EUW4jqT+P9HMDY5pH4kHTU53
hOLWdy4rUYAu7G2qm9s6INWZZ00R8DkoJdXP2cE1ybM62TjZgWAogG7pxTCYvcY2hpE7x2DrXbLm
Qv2g4sGX4vW7BMcB21gDVFdiq3RphVDuY1HtIUm3dshfq6g3X0wPoiif1IIdaXTyc6hO6bGKpulo
Kv03CeDz6e0NsrUc/oqLeQEZ4QoBmfQk5rDkkTqeqs4rRslKXAwswrvY7NtTy/+zo1+29QWZi5Lx
KsDNVhNss9WUYISVeG2UWrhmZAGxQUMBqT8RfJDAbtOUHJJvGLs7e3Hsj+Xf66yJnhO4KPbPUvSv
6jvw/D0FVX4dk6kDG2KRQbkdbuCKNzAf+VjVqUIUlUGiaEF/TUUv3YPax8gKM8gv5HPmdyRW08a1
RZ7kCFUFw87+XjMLIOUyTOXEklIuFgSvN5mtpsbIsAGCH1iQ92FapsexGYKPaBgN93hGz2cgXphY
Z1iK1Lktu2g2a144tPZDVlrRzsH+s6dv3xiAHn4RRTHR+ObnGDJoqLgbYNtC6C/c3syDxktSTb+O
+Wg3bh8ZRexjfphPR2ksq9K3BQqgbqxome0Ba9Jz1w4a0/YA8+I8HSpdFD8nSdNaXjck+JFZ+Qz2
Ko5sOvyia1R55xGWU3n7BNzJ5CCEBGCjywH4O1Ou7aiMHTO/OtR+B50m0rFHYQhOqN08qAHqPk6G
UNxUjQUarM2elu3G+TIw2ESffwHIrioSTHgd/NLV4moPjfQ0ykN3VIzMODXl5Hj0hPbkHjeSWw6z
hvoihQmd9NsIyeGSijDE4KVOHPky4dPn1Yb2RRdOWXvGNM/YJFUlCATI2sNjXRv5Z3hQ4l/fOghd
Ttki0oMCxupeLQsTn3immRecZL/WjZ4/Q383l7GrcW6qJn/S5gYUmDxnCx7LuLwd1FYJC/OphSIM
JXfRiL8drvBgJlYhwrw4ElyQEtzYE7Oj4YHRgzjmKhanNE/3yNd/osernYZg9gKg5YKyoCIaNzWZ
sJ3ZTuTEuTg6soP3mmpCUmnHVE/vdEM4n5GbthF5yvrYNRu7fh76SjZdXOuTyE+R9XqilydL58CZ
mBzOQRp+KNi8j7KJLuqst/Md2YO6V3+s9ic/GlECxJbp7CK6tYTrv44HjWohslKyL0MdfUkwmDvp
VpgeW6j+Xtfq9U7WurEcebEJ4RTw+5rTgylgGyyGqRfUGsX7wGpbjwkx/t9TKP2w6+bjv24EyKiA
E2iqLcKdtxvBtkJ50PF/vZRaoTHQSoP+XhvUr1IW6M85opVnkKDdzpW6yoZw5MB3Fs9XOrc6PcvX
r1TkVT1QGzkXwEbTxdZr29Mn1AXHEXHDt59vlZKwFG06WHYMEwEa3QS3oS9FGLSCLWei4+fbqMuF
Zx0MyK+311l/NqgK0IQWMggv9FYRbjA4TfSqrEs9Zraf6Jl0sXrgPcEcx8euqpWdbbIK2uhT8dkQ
VGKmTDv1Zld26mjXudraF6MPm3dOWnbnGkDFOTSq8qoIZ3AlqywfbYHW+aTle+3zdfxApoNiBy06
+torcEutZ448d4p1yTU5eELaIfvG2LJnVaMwXhA25FJ2rDr0337L643DsshxcVmQIK2S9b7pUI2H
Y3GJLGk+peCLPeRFnSNa4snOxtn4oBA0ScJoHjH6uN04YR6iOqgNEsde/gRAW72MsWwdseMu/KES
2ee3n2xjucX8A7ke4OKc/Js0ArXCvFx00S+J2Yy5C92r/Tbaafwoyhwh/nH6ZzwU6AiYc3xExvrL
RPf1GZxaCHR0ApyLPRb2B6muZDdB8/ErsHOmO0rz++3n29gwi+DkUvoT1tg3r5fr8fujVlWcS7BU
dCNc28cp7ZUnTbJqt3GU/jLLWn98e9FVJr08I0IFTHoWtvZtqggNBXjK3DiXLted8BTidFa5Tr7A
PmZQRukFEUfpxcgK5XuZN92eU/E69rA88IxF1W0JQzffFC3WfjRNQnnDQx8nW0vPAQ+507XaWoW/
jjwr9ziHcdlZf91PdqJpfdDZzqVuav1LjYbotYzDf+47GmwWBj4GoBa4/bft1DxsRehIkGetuKAN
L7Xqoa/SvWx643y/WuXmjdmNrof0+RFVm5z2UDsVuOFAk126DnvX+sZrAyfMnuRO4OvcBuywZNvr
IYq6VjfXvtJP6kXr7WAnYG2uwqcB6q3S/77lfomockaJjJ75bD5fFJGClQ/nf/Yt5OMwrbKY40Cs
4EJ4vQWUUFHyukHsUUuKz3MXZKe8UWKvtsxxJ2ulAuVvvc7hyNMXTAbad8TFW8iAmtejKmIsk9vR
tp6ssg6/DuhXPCmzHCVur6VIDMVFrAt3LHNE1sCFqNnnYjCg1AdDb4KEjCJwvfoYnxH0wHFBpyn5
FElZ8jtVQzggHGngvguTLH2ITdTD/Cjp5Z9yGZm9C1VDfW91FiDRgrYezpLJoD9Edp5Nbq7Tf3ZT
UlpMnCX8PSxQt7HndPGgHjOlq9WPJOW57Bpo8AwH5MctEs0slxO/rHEJ9DB+ZdY1WaX5bM5pIVPz
SFZ2kEadm83pFfuXbqdyBXsh5L5JG6E/21NPbdSGszO70VjP0yNJrnFntA2KkYOw5e+lcJLfUaRZ
76D4hoE/SujNuybOJ//pTVa8zzIk504F0f8JjaSg9EfTAn8p91KqeQOuL18SqShf2qHPHW80jNz2
s6EKRhwwrehjasOs8TvodwctsMf+HPTCfKgHSXTXso+bzJfaQPuadHAwaNVrC2YnSqXD2GsidE10
GKVjqsT1fS7GNvbGVEpfYgSr4nOB7JdwrVZpnCO+2FHh2Y5Ugx+NEXuA/yKQG+tVo37C30yp/UB0
auXpWV7rl7lF1Ak9p+RLiS58jQNjBMVFiue+do22s03XTKNB8mGUWb2XlPzj2pJRPSFaLKV+HUAW
9k3SNpmPZEp0IDou4MepAQPFrGjS7qzcEs2DpOZT+64NNfm/opwVzUtrVBfcoa7n+lkN0vSUmCXu
GiE9K8kF69L8rPjOgzfOaZB4dVvAGdFtUb6bLTFarpE4dXOWVLX+jRJBFl0aluRTqJBpXCO2E+fZ
TCpVfhoGk9YMhUl7T6xFQgEkXAUay8qs75ijRCkkqSFP3gfwSssdrYp1SFmm/AsJkYi8VsQIbDBR
OiLKFy5249sQBt1nbpXhXwMXvENAV3grkTqvkTpVNEsMwXFLwxkofUwQkHqxYsPZyWJXz7KsQuwi
k2PEA7j/deDKh1QKLMlMrwOhF6RM019B82Tnt9OA1SqER1oLzNoBAjH1vEl1zLhWZOh48XXqwvFO
0drgYJhFs1NSb91dNhcxVSKp6YrXM3FvCXxd0IXpx9iHDzUzue8TvwnGPZOhraXoGNCqWUTeGJC/
fm2YGqI8Gmeowc8S/knUasBK4vRE3djusNw3liIphf5Nb2tjsiGrbTkaSS1dgqTTvKRu8mNVm+G9
1g3OHtZo+do3Vws8JdwCuI3xOr29WjrDxEcOEDieGHp/MCc5PRilkX2X8jC7H/FBbHZy/I2NweVP
jobg/DKTuklKM6jCajkUwWW2WuHnOFT4NYFpr2O5ucwyFVoU/NfiXR3o6gy7WDI0ck8/q3vHcxrc
223EQVxzVPWfxtCkZ3PKNT83w/JuqKcfHM7MD2ezOI+V2ntdUw47x2IjJadvjUId1QYghNvEkZkS
FjZzaF9as8K6IHQikP21fOgsu3zRJ9M4kcHuYWs29hOLgglfbHPXzNiAED5nALEvPV1mP0A75DjM
IbCAXrJ2AuV6O9HEXgYhJDGLePnyWf5KjKfZRlbQqNSLEoZZ70ahCOLPjQx1eiyiNv5ejsGeJsT6
6dhOTOWZFTBupbf3esmwgIsr2kG5xGK0/QbdzEOggndPinovQANovz0uLEIxxb/LQ67wIxVyzpNd
M1NK9MGuDzhGm0dVDgPT6yJEG9xJVNbvtMCM/ZhmXWK7sp5b9lErgyrxUPO3PqmM80Kf5l8c+GIM
4ZSCFRLcs6VVuqmmtrUf9diY40Rbqk8x9HqBr3JJhoc8sJ4epXY0np0Gw+FTVkzdSwZk+z8lSfPP
hjOF6smhO+9c5BA3gXuNkKV7OcNoLlRHqL/MrjHaIw4a41cLccDpXKEKZB0COoHfCsx/YnjLWTsf
Oy3LjrMyDkwDm9KwLgtrvDoqTjLZvjkgBnIn9S2pSojYju4behY7niyNPUIVuMAEh6gUQIUVssOX
HNJwiUtGXieuCnnA8GNb6lS30Z3mQ9tCeCbVsIEzIO5nKV4Z9DQXkIXXLNS/hyZySavKwJUcc1Jd
PQtT5ZvIS7MEBN9mEFVSLflhxE0ceGQB6c+QaZh+LGLH+SpVNhwWJyyyu1ZxgubUkOmUXqabbXTs
4dv/SHMlyI69Ibr3Slr1Cb4HcSncAlJa5pZar92P8zzOd1rlROGDk0r24AXgub4aY2ySx0YW8tO5
k853kTyNmW8j59J5g9zgXa73Qfmrw48WO78SiUBfiYNUgqetVfe2k6WDh8DMpLuJCLX/5izPX9Ku
0+7wVinHg5qFonUtKwnrc5K28hnTTblzeycHAzIW0i/VRPrQVhrjZRod6ZwOavajb9r6a1PgzgD3
4T3aOWUfxPo5CzTnw5RqU3JoQ/LTwxINYS6beVK40ZwM//HR64dE62flGZF/0zzY6tBn73C/wsR0
gP3Y+LUqTR+HWMA2yrNhOEnJFGsHPcg7dBmq2HlC5kmq4Z+PMTMUc+4Oua0m0aXotaD0SHmqlyyD
FO3qcWN0x9aZ5fRsmYH+Xykqp/apGiVQbRGZj5/1MwxWkRrBsZbDqvDUTu9jv2j7kC0gS6KZ3FER
7fsAGv/i/V1q9b0cUji4XdEalj/KgZa62A1COhez1J3NIZudM6MJhBsFBrBPtRTpnAZzfD+XgfPQ
lrr8YYqYbZ6rsMtiNx/M7BMzuGzia+phc6g72w5PraW1L9BaIHZV0BmH76E6j4qfO7VC5ZFORn2K
YogBedw2qTt3dRl5kWJXo29XQ34WsVI1PkFYfd8pkTE/OpJovzWl6fyw8COQ7nCDl7u7KAopL6Qw
Lu/GyIzsQ9glI3AfoWWKCxmie2pSLYPLCI1cOk0SilrwiwPnE6ZrYvyAnBSvUk3Y4ZxPgvxTSQrR
fUAMNG7fzWrRhl6fUdte+SoqkPq5+xKgVGac9GKuPlZlU8/+29ng6toj51zQRIzqgN+sskE7R6kb
hhkD/zr2BHRHxFh7/ZDFDdz8uTUPQ/nP/JllSaIJSONFpuuWXGaVzAbBMACzz8fx2MXYZFRtE/n0
J5qLNVuxP+jJtFOqr7KOZVHQhYtgJ4O92ySxqMo/otSQAkUbfO7VVH9HcbenQba68f6sstjzAtWg
vXdz4w2KFmNtHEKZEHXuMQxVPCj49fteL/cEv5as9lV6+GcpGqyL5hcKTzf3OeUOfXBklK9cK0Ps
jn2F2UmTAl1EZCFwO3yBwDaV2THV4vDr/7Bp/oysmIvT/bhZu4xp47U9ECrMsyyvrTqL/rouDpnV
Iaog4lTyuAjkl7dX3Xi5YBeZUDIuod9yC9zK8wi9jXFRwahi+z7DJNutLSl5QQB1r6G/tRQzEj4g
dkR8zJvOG9TfrhDLy51nPfWGCaVtRcsLv8eS4l8blrSBUUFF/4Cccz1y0uyg1UWGyYVaKE8xme9d
g/DCTtK9Sv5IjoDzLIfOQepzXfOBSS4W4Tb01iBqhXIyHGyDWUxcF7rrUMrv1BLrF0iDWV6kD5ik
0429qSVGOcJpvoOhHybsiE6StTuEV2cvhOm88wL/j7Pz2pXbSNv1FRFgKoZTkt29uqWlHGydENJY
Zs6ZV/8/pQ1saLGJJuQxMBiMbVVXscIX3rAzN5krs3iEtvdqyvYYKjBi8bcroqZ4arIyO7V531+a
Sq19xEkO+7Z3NT9ZPOfiIoMm2QSu/DKsBV0hrD6ZspvZJ/kSNGg7KjhVG/n7QknX9qeuZcRGsaFP
tGWzeHlXzrg+jfGiad6ypEjfCDbX02BLl+bHR+T+luMKh6zF2ZTCyNtLITTjYoxNrISV3OkwstLC
9104DB/+yygg5PnANN62ej6u0VIOyRyKnoNeBwo622+IWMZ/Ho9yv4U4GBK3JaXCaD1tLhnRQ3Tj
9UDkoYtDXBPDyEPTO/7UD3N7APvfGwp/RC5SSvrIdm2GCjP8CjKoE7ew19PnZc7F+7BYp9nrs3lK
Do7G/TeSNqnUeOgwA0DdAkxgwRpuNKF0qluZ6k9GnJwNrT2ipuxMifdHqp7xEqE7vCmKLFa2VlTx
Uxx1lW9ZVxbBrBT6FQ3S6WA33I+EM6lERNJ+RWlhW9Qfh0YMdYlinCmq9XXYLP/k9oJhe2L8sVG2
3HEwfOX7Tftq250302ntkCjNkGqHRDyWVGjhsimeHtdHsJi7hrIcislQjAORfIdH6cF0qchB87pW
6DNGQ2v/7cI4PeeobH6tKsv6zJTHa51EkG8VYGgH2fo9EUX+AACL1OpoaGPh+/KSGUdbVFXNC7T0
djNfijKxXM9oVLc+2XVYhp5Bn85+3+K2+NPpay0LepduA9aeIRIFeeagadPHlu1FmiL+mNfNj6O3
Al6HC+DeBAOxK9foBIVKM0q1W71a5oWCvHKpMPg8uNH24lPKIzpNWUTY2NAv1wFlp4Wwjg+B8y7c
3kLL31illXnTBATEi0O6AFW3HkEy9j4/gFGQJ7Jfescu7nELQG4d2Xx80sUJmQVu8qmxLgb5+KWn
K/cZzevVz6b4osVHtk33DxohHQ4jlMiAGd9d4rYx4flXE+c0iqg+45mmeBFSll5YGFnm4Z6jHlQ1
99YYNDPcLuAn1P/kavxWGsK3UA2VHn7DLET4ZYwjxccxJ/SyfiqehzpdZd2jPgjI768NZvn/ByWg
ezko5HyuyDQhxEKq/CLQB381NZJJ3hwqo+/cuEAegEfKixcO8WYPgQFuBgdm722cdYoh1HbfqmF2
9IjIP2UbkEsvDSnWKXU05Wf9bRWNeIAnHTIhGmT6B4xui3M3itJHO8vUvGourEsaT38pWnfUN9jZ
regUgbPhlQQie5dQNSApm2WJbk2mjz8ilK9Wxms1+vo6eF0PzTC3eV+Xtv0/YynV9hUSpukRMHhn
kXWYKdTGpfnsnbiFNhoN1OkywgPcWsBtxtHZVKoj3uPOKFBRJLCIC0i7iyv7tZqJdKn1pygUvHKn
ORa+ndbO0e7cHYcyIrpBrvQK2GwZEBlzb6FtB1s60bDTzaO3OYzAgzOws2UAPGJKRI3fkj2Zl1tG
czJLnwpFuepDUfr0aF1svbWVmlGjv3HqVPdjNOXfRSDH/jziITu0fjFugGJsH21dxOqYIG58S6IQ
qTqhhCeU2Z1giNb44HbZWUpKshx2xEdwdt3CTiJjnHQubyxzES5410629h1yXHowys4dRhWDn8hQ
v8jZL5dyTZpkUIYwulUOfpInrYn0nyKzXNR+5rx1zhBW6vlaReQ6B7nVzkX2/9hY9LmASG2xZ3k5
tpWjg9LoJ6plbpy1QbKsdTCXSnz945CYONjhckFXFvzQ5oqZtC7JwbEhI18n2J2SP5RgFKPkjL+R
/h+mxYMgm2rAvu7q6dmYIXUe2hFqhtGAs0oeW08LHFTaykk5HRl07i0iTRfSKTDIkN7lJvrt8pxa
4bZK0iW3rOFxt9FnCqYmFIGTKEeNnr39KJNSsHo2Eeu2RuPoWu/k+kouXIbRM+XF5aIY07+Pv9Q9
rBoHeIDMRCyAamgebSZUua2YLKK2G9lRfUqNrH2PYhTW6+1knOa0bwJ6vbiQpop1CpNJoMy5/DEQ
ht8ghRHQc0N+h9v55aLGiT2kakhkPqlFc82NRrsYE2rqTdQtB7tlb1E53VKLT+MBuNuZSuKqaYmY
apbH/ZMzp8tlzpzkgFW6u6rwkEGP0ctCvWUzIwqKdEBhENzUWtODuNLtc7UWq2dDg/cHdciDCUEx
v0KExmuXoXjfhOYfk5fkqsIGAWyPbNsdFDJZljGP1DqBSltV54QCCIDLavIAveQHq7p3KsjjuTvh
wwO83pz3GBfseuha/NznCLuwYbG9dp7bb0t3iHDYHQqWN5A5cqu76KWxjdgUcMxvkO7Tk44qWmDM
CTzoxPhj2CrqKoAsORwUD+CmbOonUlzMcHOtgGM/tB8BzthfECZBLMG1YusgOZUrtAnKJJyC4eih
o6OxeWEVTrdtlki6KHk/nlVVHbxVUrD1NlUualk7Px6f+51lZDyG+4VBuzv2qjKkka6imTPUaxEj
Pqz3rw3SsXfAtcKD3bHz5CEeI4eSwPE7gu5o1hOcBUl5pE2eBoJYL0AhwS0RTsgK/g8zSy8I3Nof
H89xJ2qBn8KLAB4G4uq2/qWKyqgRjyVy16v11Op1wv2m5m+NsVPRuE07GlOD+rbMi+nPoxYKmYi3
QliRlZrNeZiLQuGUCCQQ+mkORBTHAd6I+WkuDv2B964a9ig2iFKckexhc9V01oKSV46rOB1es/Hs
xJpPta7N57S0LNj7ht6cB6uyb7oC8Cqo5mawXjWuMXz949WWoSElRwqq989VrYgkynUFe4NwaJ9j
Jet8am/0erPwZ6bj5qviXBPMMyyzxwPvXOkMbEGMkbrnd1sZZ3pjqS2yprjQ3Weo4uZzX6fJ6fEo
OweG4jc3OhpPPB2O3OS/PfxllDe8UVRvdRoznzR1mM56tEgtjUOR090J/TbU5i7AK3S0Z9qPt36u
rcDV1jyw1eGocrRzOqQzsUlGJvWFf3EKf5sQCNe47mQynU1T8R3abvRZh75zqYk5rmZaJikMQlHS
t7WG8vPjxdy57V6MvTkfurGMrUpqezOzojwhy2XTfqJ4yu2heQlre7BF7rn0kq9PeYbijAztt4i1
qkm7pVMQlQL4GcWACKL8mvaZ85XiFS6A04CcldcB+QnUJYyYuZsbr0VUrc+oBhZHIJC9vSQlCyjN
o0GMUMrLvZSaK18fS74bTz9a/TZd1WcLLEPtmcY0fPrztYbiDsfdEICGft0fv31nCoGz4QJrQFeo
/lbSYzvHKcLKkByTINfmP0YKsdIolch3hav+rn/pomAEOnWhGp649S02zc5PbVMJ4sgSB7XHvR1M
RkrUSIJt39lr63ETTrGBm67Rgq4ALhrG7yelQjM9HoC8THZEC6NNrHAOQBplf76HiT5k0ZVr4T7m
AY+wzAI5wZuarBZQneanuiB1I/R6eJ/aaX6whXf2DIIs2LnwhnIHbZ8UbTKcJQd5fBvbsX+HapT5
bxNNzd/1qAxHN+ruWJJZSkHZuoeYOYJu0GAhpNPbYn5dhpa4akDRroOAXvl4d+4NBdeDgFzQALh7
KctQpfegca3G/Ri/WZVpPVtRMX5KlUa/PB5q51olxuXmhsdCxXwbzmXlZKlVSJ8mn0X6bgYY/ATg
4z98J8JSVk6HObXznUKazo2jyp5TE/+9dH3j9wB2nsehMw4mpO8cABp8PLekM1BitkdbQUIuDVF5
uE3OaiuAl2u7PeGJbrrnGYhN4httkQ4+XDNwVnppWz/C0kTgN20N9Vu/YsxMalIt4DWFln3qipl/
Je4nC3MUZezQ8c0j/ncvFgGdcyIQtovCQdRqQDsM//olHX03dpUkwG2IDR9VhfETP+spPasixIAg
6R2QO4+/4s6GobEiY39IULLt9vLuBM01uHMBkQEZ1eYEo2s5uQhOvo276d3jkfZWF8NI4IAoaZBI
yb//28WpOFnYtciZo7+io2wMHvPizFZ2waOhwqOtKHxjiGa8+LDAezzyzvMITJiPSl9fciA3cxzs
vg0LvcJTbEyLU8p6eE2WTZe0j3qvKNXxYKY7JwOEK+12kxfpHnNCr3vBtAkM9GCZ0amqwvUvkPXu
QTi+9+V+8cVlAX8HFqHH8QqGMbmFK/y8dNSnD8qEMBnCu0eR/95QNL/xLwJBSp6//XTUCUUUqRQU
WqsKmiRqz3BEci+DrH/wrWTct0nc6CpKFDw8Kx5zuba/75IF0r2qh7izmKkyXazeaP7SFUSsfLcK
k3Mxp8V7aKZ19B/OgcQSoAdGAHfX224mzV6j1GHcGGAgfKn57yKc3wyh3Xx4vBt3F5NXB1gSEcRd
HYG+LIBYIZKbrUQpSnOR6aM2avqLVh0F2XsbX25BatlULO4euX761f5YErR/lsK34Mp+z8Nc9YUb
La/thgLK46n9MkXafj20/QmM4FOzXTYnDS8xC2wnCkD2FIu/aDroXxuQs+9VUK1fRV3En+a8wZwn
sdt4RIk91P+twE58dCDWqL462MriE+/g0WmPTXlFi2BYPKfDL2/CALU/D6k9fh9F59S0PZsZmtMs
miJo9Uq8MtfSPDLS2+mwUDtgIugZ8V/b8iRvxWiiGJPeysEZaXQrxT81ee+Pyk7b0TdX06H+0+pz
sNIh+mxMTrcePEp7dwkyQLLsJJmj2/PQCWe228aG2b+K6qthgSyrsmg+wNLsnTpQT/S2+XJSAfrl
qYMk1I9CIjuUdikBKibdZU6Kz647N0+AhVvfxS756fFm2TsHFF0lTpwO1l2ivZJ5dqEJ+GK0lR9Q
jrTnOkvjJz3vh4OCyd4xcCSfmBCM4tM2P1gjChQEXKBjVlX55iim9t3o8ixC12ytXk9deaQ1tvfU
ucBxfgEOYQhuljN28euwhHTsjtv6LUdi8d0Er6lacUxPraf+i9EpyynP2buPF/X+QxoUsyBaAvnf
AUV1BkSVquKm7t0pP+HAPAGaduaTg7WsPw/4WTaFiA92z/10GZQ8HjokSm53AL21IYJJUzw7lbAv
n3TF/DFZmenna6RjdJSLt11YiUDH+vKgLrSDlmBkTqYUq6ZnsT0dziKMNpmwFDGrOvuLhmsuvClZ
V1iI2AqcoCTDd07bDPGB3lUm7h3hfgm7rnrT4Omkex0hrO53Yx4fXb33Aj30vaAjSCaEsQPJQv9c
10kKyWdEan8By1GCY0JGPQyENpY/MRirBOwCJX3bLX35o4hWAiKz142/M0Cjq0fnsMgPHrn7y4Tf
hL4NZF+ySipqL4+5Vs2Vkg8E02ox9E/GiLyp1cJJfLwH7w82ZQXQW8gT7Ikz2mVK67si3HLDQtxG
JXNiv84TRfcG0y2OXGX2Nh8pHIg8ihFSdevlnAatSJxB4YrO4kR5VeRC9Vw1n08kk+qlUI3lPESV
+cpE3ucgVNmdJ8kU+GSES+/Mc6CdwHwcgFqBSYEOMIKcbhueMUVDc+nxku5NUuppQ3kE3XdXb2mM
Li1gUhLrRXFxjSGAJH4ZuooZOLlS4ga3hM6XJuzqV+mKZOvBtrm/P2m9EK6g6ifxONv4OUojKzX5
grfGWDp/yZPsvR3ZsbdWU3ox9Sw+ePPsvVuMrirVbcRRpDLPy28K5GlJmkp6VI9G+pzo/VTBAa7L
HqJFi/w7toxFy8eFWeGvlQM5Nadj+d3O3M452c4wV1coGkv7AXE3GCOr4cCejadkejMaa+98HZNJ
6U/UzNLiebX1iltxAGUTkN8J5am1sjm84DycZF4XLpobxCb2d+e5cTvjVIxgXJFyDcvOo1QxGJAK
xuZ5ssa0xysqtFD90rXwVZGNUA0qZ7W+0o12Ik+Nm1LSZSrzOayHWPXBxY41pP6++pDbCaqi06wY
1Qn9pSI5tSv8CM/OW2pmEe8ijhZmPkoQkoHO2EjjT2HSSQXpBhA9llvDYszoNlnjDwHqVg8mMdt0
ONsx55AnzmL7ZbdiJauLvoXn1inlFKxq18PKmMfM8upVjHqQd6HlnPUhiTUvr9Vi5vzGZn1TUtzg
zwNi+M0TcZzxuShrdXguoHvUQTOP6juVDn/iDaE1xsHaT5rx4fER2NmEpAWod8oyAHtC7pnfEoO5
xiNFr3lTMyzNvIJei780k/km5Xf/Y0X2+OnxeDt7EBMEIUucro4cwwYcVWjV2itNkt7yatAV33Rf
Fyha5l6oRsY/Y6l2H4rRqQ9e0r0rRUqTSkE3OtXbjT8gYMHzDKZgSSMjoHaF9SIx8KWZ+v4gUtgd
SnqzcGmi67Q91D0d+SaxcjAF7lqcuaVbH1GZ8FWHQfrjldz5cojHkIQgzCBfBvkq/fblBAz9tUhG
mrcoWRje0FrpBzIt69LPTv9DNOoRil/+gS+zENRGKAdTyKSUcxdZ9vY6AoxqYDoXdik8JYwabCsV
7ouDa3lvZnDPKYRLEuedKJZqDRa9EszDVzVt/YmeczBoTe9RdhzJYJYjtbS9b0b/DS4LRW5ii829
OIcmYukOVkGGutYXPKOaoMrG7sNAA/f0+KPtDoXiF6kjvhiUhl5+tIjXdFTLOL1Z6jC+itBAv2m1
0Z2WxTL/w04kCyDJMSDDalvHiHIBSpmnM6tYluZJ6TLTa6K4PcUmlIU/n5WsdNF/tWSJYTOr3rJm
I65Ri16KGa1BZZrTJ7TSwpAkEzX3x4Pt3CBwbpHYowb0S3Xr5RImpragqiGd/Qwn843VdQYP2PLg
IUNRX3pUst9QxzgCf9ynrPQMYSIZgGfJWrf3Vp1XyKqqxEPFbCY/aEs1p8zUGsdrxYx/ON2LkH6M
BdUKmqtrfY6UwT0Mfu9JuWCy+NdRSaZrgT7ly6nbasu7w/t5g2VmU5IqG+WN4k5IrdZxk79GbMYp
PkQQllvE/UHn+9j41J8LVS2ILxJEaQ4+xc5BBRUvTaJkgZcm9svfM2uFPlpJhUr4XKH2h8Kk16aV
7om4zU5WHx7xMXYaZNIWAlo5m4zai7pZAJeXCRweIVOsp7rXL+781Ayr46V1bAeZaLIny67qsxmt
0Slb15Ri8xDeVgdD1MebcOcuxLme4idgfUmE2/wQbRRqUjg8m2meD092KJL3bmGG58ej7M6XMjLN
I9rmqCluDlZLuxPlZwxSUkfiLZzCPWNcbeLwjgxMNzrl1XZr+PvkQX4r0E+JOoA8JgX2y+NfsnNv
AcCirEYHhJ+ynS96fVVlo9Vwm5c5CpAz5DIR2erjIn5U7dqdNJAVlpcuiOz5vtxVRZeESQHN7maG
jTF6atU5Aqar3v5DjFi/hUGZfq6SQTyJeHk9oYxPqlfq1y7ujmT+d64a2SZk2tzVANe3+1u3CE7W
mlmLToFbG+fjK7pbwztrSIYLyXj7harDfHRz7wyLgAHcMp4jOJ3b8ljU91ToqKhetXLGkLBanVjz
DVRMzy10pdKHyY58UFc7yDc+/sw7I8Ofo1soa2P8WRuURm1HnTX2mXs1RW+f9bosr+5kzxfFhKKb
ovWDuUx5pMu1c5aAzErbFckMuasGGuiN2HHJoAk+DmcwMvnJGqlxPJ7azg7G7YuWDNUJao9blhUA
dYc+IcrRKdDVQGnSKGhN49xBof7zuwGXPsrQ3EUUx7bhRLSuMVBFLsQa1IU3G63+ro9S/WCUHUQN
ksDMRoIRGWiboWPBKnpMVdB4xaxs8qe+UT6kmtMRMU1RonjrUFvmswpyXjKi6gbh2birotcNhZ30
z8MaPh03lItYBJt2s2/Qlg3tUO2jW0iyeK5QLfg8ZbbwYns9khbcmbdkHYNK5gGQgYBM6n+Le4l6
czBvoLytEnPV0g3XhXdO0350erE2fqq5TX+q6zX8mEhtCL9Mu/Gt27fGP4831P4PIVrkQYJdctfX
dJoxHgdu6BsaDSFmUlXi43prJB6FshAGY6edu7hefD3Rl6BIZt3TQ9P6+fhX3G9rVgOljl+MTdSO
5OH6fTWaStQYXyvXQa3Rd+b3IBTlWIgOi+LgBO1OmI3GDcELzJbTX45VV4UZj5FQrpk0KvONqEkN
L6kMXGFz0BNPyAro/aWKVSX17HAU8bkQUXtDAxle4+Np7zwSgB2ZL4VRiH9oor78LQznZr0QEb2z
Lga2XdXWxxSdtzdFVI//SxUjwcFpNT8sebtchwqZ6xPmoKbhlWuMRtfjX3MfHL78MduF0VSS5xXG
iF6q5YdY2Ch6Tdpiv27SevLzRXMQHIJC5jrRuxpdsD+/CgiFALZyAtFPRNzo5WI0XW0MI8p3NxS9
UWAwifB/IaN/YN5A6JdntftmGavwjJafFLhT3BtroZQHt8D9RS6h5kRD0Apt6bX28mekJpsxsobo
lgm7fyqEtSj+mifdcDDOfdjJn00aL3GLtFa2377qbTdWJg02iTlD5rJTcJmiGs6rsGIPUTTl/ePP
u3fGpJ8IpWXX5FXe1CxilNJW05253YpaCbq5ni/tOg4eUiPuAe9ibyjJywM8w/TI718uYemMUelM
3CmpUBIvoqkXRM6KQF+JOMdB9L47FphMkILSv+WXGONvV4edirIoyyy69WncQQYGFCk6dQZbJo7a
bbtDSXqAQ0ZKE2VzS5UZAII5ttC7zdX4PWIy5ufCmsY3mH25fz3+WHubUOKhbYnXsSjHv1zBLlRw
X7dS2FvmOJ3MOlTOdpYXB5G5szeMZMcAJSWYoCbychijiEQVTkt4dZNhTs52Yqr98wIpPXrXC234
mrRZrvmFvdJ9Huum/57A3EkvKOqVmR9XbiV8HoglAcPnpp+KZe7SczRSK/aaflH/mVueTq8O56pD
HKhNMnxf+ty8tEQWazCuC5XLLraifxMzbWuPtwgXmthI5tSv2tweg75T4DiutkhiX6fY8m8J0Z7U
QIj5HfZEc+hRIcrnt01YsZ1V9DB7f3L1kpwxbW37KXLUxvTHOLZKntTcOKO5UTRI2w1WG4z9PLsn
cv5sxIsBLNGzqq/O51TL5uI1Nr49QtUoYp4WM8VmscMj6ym3ywJ8iF3H6dOaWcY3K8cMwAvLIQpP
2TwW68XOJ6U7aX2FYmet1rnzmnB/eYoitDo9qf3yxlAqMNHLpAxfWicvwmtstO0/pLdufFLUOnvW
m75BZWkqEM6BDtkPpx4MObpPYYI6ZIukQeV1ahd9JGFCfyKO8Jz1Oh2rN68stQXxqK6lbpYoZvWd
2n+SHjwUO+cANJBsmqqaoAK6iV3ChHawjv7NNTWn/BXvOm6+eQTkY6XaHB+c7/vuBrmwNIbhqUZ2
w5U/5rfzHbZtZURlm9xcK0pO9BNmD73wNShWtT+hMBCURY6WoB0fDXyfRYCcoQIha2kCAuXmHRj0
ajBa24lvppplX1KcF75O2pSiw647/RVXYd7ivo6sg/nuvMK4sQmKNFKPHarOy/k6RhwOTWZS5Y2r
7q3DojyhOv92Mp31Veqa/6OtqVzaeaQQXw3NwcW90zOlnEd5GWIQsAJ0QV6O7opVM4t+SG7IiJYu
+lpjfcGXibrU0MNB7FpzrG6oQ+qdhyBJ8Q2c0fBuMFySSeRaM2/WWuOSxMP09Pg+3NlyVCpko8nh
/boDUNtFVKxJq4KaqnDR5Okkf0yHOZhpih3s7r3vjqshly5ZAM/KZsMlyK/pa9rGKBElFpTSdfBz
t/ipGlHlpYPrnugZH3Xm96bHFWxqMFIkvGnzYMbpUuSTA1ER5r5+5gLRriGiZK9TRTsS/N4bCjlR
kkiyc6mZ8PILZz3wMwIstrVGu1XQ+wnGVhuxxC6Xy+OPthPhkA/TSZbypdL65eVQ4eQ6gFNMHrF0
CQ2vyt3o9TRUY0/bPe0vCdQw9eD07AxJO1L2I6UvJQXjl0NGuLTguOdEuIzV8QmPAfGJ/lN0dmNE
0TIxKwcHZmezyCYvzQsIWfelrSo1JioYSGQnrs4TPcwfyzavvoHLtvyVa9IT07L8h5sJcDIrK8lS
0Ew3N1MOHNy2ZpfcMWkGvx11662ylCTPc5f76C73/lzXf2zeyFfULGrVaFihFG9tBrWQMHRGi5hu
FhVCiRElSdsPORD2f/iEMhohRiUnBQb38hNqUVeh9LYqVwNTao+GRuwbaeUEUkfuUiW5cnq8S3di
IIriUHokkpg68Ga8MAuL1O5n5dpmbf3NdsrBdzJxtFHkn/Ky7SSZyFTe6aZRFdseOyUZ19TOHOWa
d6V+mZah9Ku1dPyuasWfHzs6hPBzLDYlKf3mhC/z4g65y1CmHlXPkwLhozDcv9K0cU54ex6pOu0d
ud+G2xJKUzDMFv1hcvfYTbw4FtplMco+EHGun0CnHZXr91YSMBqPo6D4b291xnoj7hY7nN3rYq6T
hzBddUO31PSHUekPsLp7Q0n2MWRnqYO/LU4tNTQODeHLa7dkci5V/WTWM6s4wCZ/vAt/NbI2G4Qd
IgFo9Hfv6zBdy9nK7BhPuFIvnyykxgdABel0dWjeP89qSFw3Za2bnbCxTv9pzaGdvInSM0ClYeFE
msbirE99aaDmnZM8Wx/VxF37T+j2mv3JxEdG9ZGmD5ugqFZVvMM0Tb84ZSa+pmZfTb4Am/Mqzkvr
o12t4itqqMTulrXmxhuKcnZ45pmv/qlzo0BUc3T655BcKPrhEHguHrwPnL2SGWCZP+tanAQ2GHbV
m5TQcb3aBCLvIfPfOz+6dezVEyzW6FuCWcni5WJSzavTlurkh4k6/pXp6TRcEMIRX6jH8UiRoaCS
b8SI15mKFmXeaHcL2IPFTv8tKJ3TOXr8MXZiTsoQ/CXzVx4SuS9+izlXy0qtpEbROdYz61U+ZWGw
aCitywYRyQdJswJI5GcOxffg7O7sOIquMIcg2CM1s70mOo0ASsWJFz8MUZ0n/okgjzvqPYuYPzye
5F4hTMIICHFR0mQ8+bb9Nsu+VnpwZoZyVTDve1rIbaGIKdlCfM0OVPJF8Xi8Jr+NLfOtWRrf0b5p
3j/+EffzxcwFfDrtCZOmzLbwV+CEOIgSSGLR165vAeP1w9ZePxl9th481ff3vBTvkU0+xJUhS22u
xaIwSzuyaFVPNIaeiG6Vpzxrhn8fT2hvFAdxJochdqosYgXDU5eE75g6aq+rZTKvqNjqR5gv7f7W
RW4JZR7AJ5YEyG4CnX5u0CICZwVazxnea0BcvmfjvFo+MnL56AOxpoSOMkb/lmy2/4y7wHpZEmix
yapZ3yGvJv9Lp9YFrKzGnxZsBJ4mtvPnx4vxC73x8lKjzErLCRU+gtu7+iblmlx3yim+IWDd3Spq
NYunDnHx76g40RNpBUKDOtTA10sZjeS9xfqpWLPpVKeKHYjRVs+jPVhvx9har49/2s7Go1uDNAft
GnocYrMb4mFNZnxhEFJ3uvGCw2D7JELsbUpLy4M/HwrWAJBfnXwZobKX58xRHNpgObIqvTKogZoP
eC6UTXjKjexQRm5n+wFHh4nBMwKWc9vgLwkLQMQRj0aQvr+PlFALr6LMmF1CY5i+W+gv1v5A8hp5
jQiHt8BfxtED7dN/tyhr9K/7COmL2exGE0gY1Z5gXl39Rw3EC/dlB7KMhwzrOp/jSO0p7SlVk3nN
aHSfcG9MvjptMcWeQZv3adHnNA/SKNRk6aWav7kCMG6gimF4V0ssdmBYK6LqnaKhiloUMzplWiRq
AXlKNb739GAo/+aVaL2RN+Tfeapix+sR1rdoSCxp4+t4h4RUo6vkYxOv7hF+Z2eHSEglGTbVaFpC
8u//dj0qdLyyLkZXpXCS0dfntTzpwLbfz0Z1BN2Rm21zTGQTHlcEOg5Yg2w24+Dmwghd0r+1TL9p
gxFfVkX0vlMYbaA7nfrOhQ0R4EaveknZLwf78z6HgQ9IwYF2H2I8NDBfTlQDceAMOYXh1sjUoGjd
PoCG3PiR62IsDC8EWGNzJM2zN2WDCF+6tyJ8uD0U0WQXmYI8+G1WU+fU0n+59lYnsXTDFH4ow3AB
lBIW4SWuK+oKzdACEX58LvfuUElaknEy/QZqoC8njlTOtLihHqJ63WfsOzcvrrSBQvffBecG7X8u
habBG2l8XHtQk8kT5k48iittdOXUlqb+bspS54u+luJfc6om5BTtkeL9OilHyIW95aIZAXSf2tBO
XaYxQXHZbXgtrNVpQE6AJ0OkOiEGrCleWV6fJLoNd2ed26faimL1s5Z0pnOwZDvXC1hqdipwGXDV
6iZkKBOVzChrCU8Md/En3crfmWVf/zElgwSJ7QhjQDJVtxlZn2V2h167cl3qRJ0CobjxhzlCEdSv
lqrVz+hr158e74Wd55TNb0NOgkxzXxWJcmLMrOvDq5Hh+hm0Sm1dumJc3BM4HfejQ3P/8+MRd64X
4Krsf4m+gRa12XydFgI976Lw2nIhNgTVp96gXjDnWXFQO/tVj91cL8TyKIohYyqbTZsHSGRNmCVL
r1yn2VKezdjNbY9kdFX9pJ7nH2y4FeMAsEggkOuyWK5ZqiU/Jmo3ZaCUdfsdjX6j8WDbuT9DC/1o
z1Qs7Vlkk3iHP8g8eZ3WpJq/auqM8GWhqN25HZVS3Ba9pmpmd1TQf2odei6+Hk0zMUBYRy5uBnP7
YZgSvEz1ZQ6BvWV6/VkkHUVVkqS4wEyFVPI0js0IBCEc+h+0W5BK0mfF/DRqK82ltnbLdwqd0qtL
PYuEpVdM9wNRifoK8zJNC8zRtKpnru+5f0+nCpS1M6TFGoRaDu57NJv1vUnIrfhO6WbQcItSaZ+S
rETH3ikbLQ4UvTWxV8NV8eJCR83fE/oD6NGrBa2I1nFn4eMRYPd+MujqgPt1Pbxt1L4tqJ7aNE/j
XP08wCX5OCDr1HpKrIzPSd7UEaIzXMn+OoNurArX+WgYJFQAt0f7jQEW7IujdZUDcAbR6SCp7MY8
x3RNwbmv6bwG5brOjVe0I80uzC2j1u9Zl9FbIxyZvKYMYydwYsvhPirCfAiwo0mHADaEmiPIsroQ
TOYqh3eiR4rq2Vld/g1TAl8mJFXTL483+/0Tg+cnFHcHphvyqducfWx74dD7E1eVYvKpV/Tkrxx1
5rNajChKzmI+Y09wFHftJDjSaZRdTx4Hp3j7xsQ9yYwQrXVdUBdDJclsTHSuzGoR9CQB+HuW0UY/
89bA64zqpMMn0eN2yV9BWMq6gyW4P+8vf4y8Wn8LJ5Ah4uMoNuz+rIiCEjvCU2U1+mlWDx31dlYb
jDN0bepatJi3REvbKjhYk25eNW5OH3i/ehtEFRe4V67ueeWgPPcG6mKPv/HOBMGVEsRwyciGibxi
f5sgzLw+GYrRuI5cm5fQUpsAaQO4GdOR0vzOSCTmQAX4D7Pcyr8mvYVKeYqFzAB2O2h6kX7o1Vh9
1Qwi/uvxpO7ehV+qegB1hISx8T5sJjUpST3qkXutdeXDyrLetKn75HYJGoKrER09CnvD6TTWeBCY
4V3bVyvNClhSisUpHjWnNe5Nn2BC8900NHyzWI/sN+9WUnbWZGZC3AkicivyilNILEJ1BaMX2sXn
cOxD8FUKFqd1uSpH8hN3MYwcjIIdkgi8RneFVgwCI5EjK3gVWZKETyU4IuHnpV6cGt3qBn9dGvz2
Rtw5Im7JOH/bDWt5IBa3t8DEe79YkIKHd/M9V512BLam9tX5P87OqzduJV3Xf2Ww7jmbOWzsmQuS
3RKVLQfZuiFk2WbOVUy//jz0zD5nqbuhPmswWAMYslVkscIX3kDb+jZZTKe8GEGbdsT2ZX3dcoSe
iSx+a/u8uX15bcIZA419Ms6jlMzk9K4A9nhRWrj2cNlpQ7mGBj00iMHQFEZAVXiG1FpmwYHzZG2E
mhjjH0M96ZFwJOTl1C2Sz22WTuAb2qEYoNaX4lzN6yi04zEpwNDWBSFLrf9g+yruyvWjYATbAWP8
pKPa/NMZjb+sQL6NgvQhVDGgn0Tdb/eTp8NWw2cDv9e6m5/barHBWC30+BMUkj6/v3dPvdFGEwPS
R/nhaDM1hjfFK/2MCLWTeUdMLK+zNtPD90c5tYUQOvHg22wyQ4dbiOiuqkhWWNX5VAQFXjgX1Fdb
P/aoqb4/1KkNRFIPLgTaCjfpQRxnTwOOiwDYo0Gr1cR3rNH42nJvf5Cyip9KUAkpdkdJT+gazyD4
bNomy5kM4NQGAqiH8thG4+el335ADVMrjLIWN1rAB252oJQNIIMNY04ht1bUCDPSc+994kNSSmPX
khKYm+L32zEXRM0JzXU7IqVxw7quuksD0f/o/dn9Dbk82KhkWMQpHE4ciIdtNbPXXCVXMXtLIFi1
Q9isw9TviC/yjxWCAmKXk8i6oTZ0g8A6ykbCE8+tsn9AwRQIzZpZTRfggKJYzz3GSA8yxgjFByKe
JIGqrWK585DFSe9iJ22+isYSyvUqEcYKFs9JfoymWRFjK/W6R27XGwLVwh7MjBVMtiT+FZhdDZpR
Ru3UxF9E7eQ/XFkUH3HBNtwQZZ/FvdRNfIKCqe/GZ9VZwJjM5jS9TsJszqHbTyz6TQAZ6Mcm6EDN
4O0XUafRdYoJ4zLH7fsLTU2GfT0ayr4RRb1//7McBTPUQ2jNccujasjFeDBUXS5pbyuYcC/E2gFg
EM8fzDQPIYWsF5ZekTIhI7Z7f9DjwuU2KhVLep30449QGJRwi9ZCNjFCokfZk5fXpAP0bz42mqZd
ZYSSSVDT07udx866X4eiulUoaNwLu8gje/TgkAhTt5895HjTM/ncie1gMevo1UDj5+kOjgEuLmvN
W2oBumI3r7FirR+WZO7+k3knnYCjopMQHwbPuTE4IutcL1IaNOpyBIKaIC5Ts79xIDTIKFeG5rXL
CwTF35/7E6ccoch2QZAQbOTpt2ur18u+7fMxjgAm0+rxhBeusxcHi53Xuylv1Csxl95OaMn8iFHv
X0bB8uUpPxBcssDNo/WGL+9SoKzvEVxaMmqFlwVKXlaXZS9b1Ky08qb3Krkb5KTv29LSz3QpTr09
gDz6MR4hGYTIt2+/aHZeal1GBOi6/ZdNzuHeMhqVqXdQ69OGOuy0cvBJIKdgdtSz6OgT5zuWkFxn
mygMT7Dt/D9F8bzv4sZ1GUfmxt5FLm+oH3K3zLVQyFV/mFddqckQ++5nvk4pC69wvnVWal6D6Jg0
RJNXY74UNDKf49gkSKnNLHmYYUe3Z5bJqSPIg3O+8fp/iwK9fdClLzC4Hgld66zvnmc9dwAL5At5
+GQk05lL/sSWA+sGuZ2u45bDHmw5J5lnpU9IA3RQrXRKhfXLnlX57f2Vf2LuyZ8ACADTpVhzOPd1
qpWqojRcQMVqX6K8pX1OFyH2amwqaiC6v0z/gthLP2xDdKC4exT9F4bo26lPvWgq6vhiQEg83zmV
7KszmeGx3AUDgTE1dMBbtCZ+23T+aVGtOlIccU7gUmsC14xSW2yXGoQ0nvHUUpqPXryM3wfdRByX
i0C86GVm4uDimdSenTprr3Knzca/voDePJT+dgHh6+ngdNm5mGX2yx6t+PiDjmHwrlPj9UzgdlyJ
2CYAtAI3GWgogou3Y3VG7fRNq7rRbMbyYkrBPWWQc32n8drLitMmgGhh+GyZDGfSmSKVrMvizCI+
sWM42Eyq/FtVhIvt7UO0ebcWSjsQ4XPd3pq2Ah+tb+IrVHvPufmdGmpjm9GhRIf4KMyv5dovVsXK
akyR/BrEKHdYlYsvjt18en/PnNiZLFyw+huBnBP7IDzQLCppGdi5aLAGc1fFSfO4DqlzRkvmxM5k
jA0QCXb5uDy8ujQurZ6oFymq9Yuaivxywq/pIWOqk6DwpP39/dc6cQ1sFKSN589VSEn67bcSeSWc
RK3dqBmAKfvO1GXP5ezk89dUq4BcmY2Xvqx9KR/nEopuMKKhem6DnFq1GykWRx+EANDlO3gIRJud
oasnJ0L5c3qmNxdf9JgTD747GnXux6QAqQ+Zr15pSPT9NRiB9WpxsTo5s3+O8BgkGltpift461Id
Hr/LGqN9JVUr8lLKn4l0DV+zpmKXa6gcV20pPixyVQILKaEz1/Hv+/YgKYAtwZ7d9E1QCDzYNA6W
O86UdHbkOq2z7sx5MPcdHqmur4+6Md4gctn2voEYxGXjGfGnVDjxp9xz1rtlKOJzW/hEMIxXzYZI
5hDZyI1vl0VMipWWZWxFetUPGB3xffwJ4kNoI4uy19q+3blVv768vxhP7DEkEh2UBAEGHxOkOdAB
yXeVHVXSfu7Wrr6Gi5CeqcycODJQlAbzDCcay6HDHihpZQnBm1cTGRb3lTp36IYvcvmOX53d7d5/
o5ODAdKg+wLAG6OVg3nMk81he6EenVdNVCPdcrUZxIbeMJl/PVqnAg1Ok5b21u85+GS9Wtlxac9W
RBUHdEbViv2iWsWZHXJynRK0wibnWkSk8CBqntXKmOIlt6LVnLti56p1hfJPVeaPcaflIuhWLb+R
WZMXAY6Q6Z1sgTb59TzhiFyrFYrMf32GoXtvfqN0z49a2p7TDEO5FKxUvUmvRwpLjT/BuytCdXRN
eeZqO7VCYa8ArwDwdlxapFZpzqs72JFCey8Q9JICfIDLMynRqVUD6RbALcRirtKDT2niMjTWDaPQ
xoesZ1hTUJjdsgd9I/+D6YOgzn224aKQuny7QJEybK22Zij4AIVfetMcefnshXHSa2eGOjV3LE1O
0N+g6cOoM816ZW0hiEaqo1RXI+OBdJzPWbaduEzQW9mKf/QHcGg8LBl4lEpc+OBsuazyfgistOMg
XoWY/NVekDrWgKb+IEay0Tiq1hKz7qYuQsOcKGq9vzSPL3OeZAP3bTKyRNsHczskdMzdTLMiBxDV
7VgUI8hKYScjJtFOdaMvQj+XP5wacoM/bTthqy8drBwbxGqWECJGOky1S3hLmyIMlKt9ggXY1WzI
c9Xc46VKeQBYOh/1ty3DwdVNEX2sDDdzIggEY5hXfbKnnmTt6h5E4fvTeXIoChIIx23F48PusjGr
BghJy45Kxa5gTat4tiFZuu+GXD1DEd2m6e1lzFvR8yGadohhD4UkiMBoNGOoFhlt7+zUeB73ixhf
tGw2d0XuUBJN3RjprA6DhiU/D7rb6HBH45P/bfx+2wbN/XZXqrmhpMB/nGjGmQgMRNJ/xDFLu1bH
GC/gTpsuVqNvpF/gvJT5Rp1Od8jWnMMqnJpwzjqqYUBWjtPEEapcbpmJE6mDVu11yBWBaSzlpabT
r3//256og23gQr4ud8vGUd2e5c+ZWwPCGM63HQG6RkAVATD9tczThaTFVT6VIBguFKvyPvb9bEfz
XGN3L6Fp3qylOl33rtFdyGzMHx1ZzL/efzTT0Y+/BssbARnkBBEePtzHZu7y6mA+o7hIvPGF8Ks1
P0xWqSmBoRhOtzdXGwUzB9Ey/QZWjwApvSjL4m8Ka9p+TjHwbP3a6pDrygrQgPaHtlXqob2xCtMq
Hoj4h2zXVfx6f+znJvNHp+h+gWVzm59LbYtk32kgWG+EWuf6TefR3f1kZWQEvsTY3b3SmzEBLrSo
zfotLb2hDuzBRDdOsbwFOx3bSPIXQD/dFI7GIo0LxTEq7VK4mjACr41tM0DfW8a/HGy2KhAHM2Js
AZ3sJL8dxqlHohR6+hyOaMZzHZmNfCntNC/2IPLBcKUVwnRBoqAvEtSurERIfEtPYkBed7lPc32k
cK94Q+kPfd5dySWbYj+DkzD7yPgjYIcckv7gZg0dlH7oEJ8pikWrAt3IBmJP4NEuSKN5/N5bzWgH
mZ7KNFQ7yb/sszh9QDqvk1dF1mnxZRJ3qr7DxQ7c9pB40/ClkEal26FDcdx5WadeS/a1OTjxrjUA
du9mN1uwhgBDu5ZPwDPc9mbOM62+nnJrafZ9SUrwfWqqWQ2At9tjUM+62eyyWiIQ1SD72X9Qy1Yp
0Rldl+e+s2ozhOlRfhSo0Cvf8e1u7pKmMNQQVn1tTdGwDlorfGknqnlbLnjVBJ1pzDcbNwo0xSis
747UrfhBsweq3SjcdU+W3Y1FiLww4DFNpKCwYFbrqo9SGqq/6I6oI4ZXsf4FWn/6UzOkR8Slz/NN
1UHWvLBbls8jBNzqhRaH0/lU64vURx5G+7rEujLcQ9aaNb/XcOm+oc9j3FmjvU6oRZn5D4l8afsl
TcpyuaDePN2gG9VUDytXQrrLEkvP/XwslsEXlj1fYZIzxvtpbcYvSMHoXrjoyvSoxZZ1raqF8sVb
+B+axcvCHZw5VSCXNP7WkNZZvtrHxRhOYllRRPC02vF8mTnpGkAzaV4qerlJYJqt8dBT5BivbeT3
EDRceEffqKSxBK3RYb2Vcr58dqZavIjBlXroVTmdCxW8jrwu4r4yLgolM+RlNsr6J1SrdgprzMK/
V54sOr/wrN7wW9LR/Srs7CVDNuS5cvCx9W21REIrUSbvczakqkbfq9Ckn4xy/qC0CrFgnrfZ4HsW
zTlfdnam7U2And4emUM8XxTS8HCOY3qs6eho5HhZVUcCj/LlsjCqNuYhzew2x/H1h5hcrQs1rZ0/
y2Sx0xCHHvfBRj+uHkO7nw3nw6zFlRkYWSytPd116Aq92aaC7Exq6pMxIKwXlaWdNNc9jIhYCXpb
OEtoQJsG2JdaIK3qdsMj9qZDfj0NqRcjiTFZRH7SMJRHx2wr55p6m/hcCfp8L+5SlBh6DjJOb7U+
1+wvc74UlwSrwOmzJh1A6nblPInruUiM+N7Rs6y/za3WaQIUJr1rOuUi3yWKt9y2njp/H/OVGhjE
AUwHcq0zP7RpIdSHFZkmj6MQbRhO0tJ81WiBFAF8VW++MtzBHC9oRA43M4UA2y9x0kr8Bt0XVCSB
couHLJ9BUsZjhyPiCknEjw1tBHnW5/XThFcjhAdTrhP0cmpzD7IdyjsFXff4cozbYtxJKkoJi65a
LOTfsuaxbWoN3PHCjHXW2n0cuqKZvmipjMtdwvFyv0qRO9BdFPXZbt3uHkFdYSJvOaga3O5GwGql
LLX4qFuvju8K4Tw4CKOZ8H1QJrvRWlQ2PsDgE1/XXmF/GInb3/Y2a3ufch8AFu0LN1BteDoBauDd
EtgG7lthjazh8oT9VbHsEwM423Wzahk+MMmcNU+pMgjtwoSh/jGVS+3s+baud8dlv8gAt7Pxvo2b
ZA7ABE7Tbbs4QNFQhXFEaGT9WiAVgQKgX2bLUPlmp6Zl4DTl2O3LQreTfVsTTnPFabLcGTqC+AQk
WrO3KtzNgiwZQX+NhW69SnMWml9LvUQAnizOp5DH4l2wDfOdpWweZ5Av3zVFZj8dpzceygrtGOiM
df4jG/rph1o4dh62YzI4/gSzQA0nuZgfqZTnIFO1VYUkw/p74kIeqtCTzfLN07r442jPw3Uz18uv
2bVnusblIj+P5N2cE/UshI/7Yfc06WuJaW6prP2+rLT6s2MM7bc21rKP1JJTDG+Kst2hfKlhiJGN
7rNVUDPG4LbOirBGuueX7dIXuIrVdGwiTdZNGk5jqt43rlJ0EfrO2d0q3ckOChDlsS9GfOYCBKXS
zwhvtw5JCas6yFWnaiMB/DMP6Xvby41obOspBRIUYw4hHdVHxHv+Nbl0bFDSwjjKhUx42yOAbPpW
b6EyXNpWcmOWdVv4sFpSdNoX0YfxOHCeWYWzUgoWYuCTAQ/8UNFvocspknkNlDrPXtc2Xs0dSQVe
QqYwh+cxabT2aZ7d6gu9xUmBitQgylNbKSctzkqKE8mlTSMXp4mGc8PwnqdxaV9NXGzMHUdRpX5b
xrmz9nEfa3g1pItq7kTX1ne6U/XfDNT3uOQnXdxKpde/Uk8Qa2AZg5x9YyR/8Rud33fRNktmh90w
A3vxRbm27pUDV9qAGzaMvV/0ZYYsBLJviJrbTf1hWpPZovRdlTKIBzWOCCWdrzbJXhFQYos/uTVC
toG7dEP/QAipc7+UWQtr18u9JlwUZX2tnVG1/EZishL2QBTIHR17Ma5mobt5CFd/0XazUs7qhT5a
/eWgCccKlSYf05tSd9bHfmw68wIPSdY4sKf5S1+Cpwyk0B0ZpK5XlHyRjoS76IHmAkWyMMsjXmjv
MHJbl0sL9VBy/iReP4sk5S09cLWPVZNNWmDaE9qJ82JUSgonN17tH7UYuv7p/bD3uBQK1mSrjyHz
uemzHiSv48huMNNCiyqnMqNCyeUUCrUAzGgspEB+osbJ9YAk9E0uHa07k4CdSD2QiUIgiygThNph
Eg9bXC250bTIK70tSEuyB9jAld/a+TltkhNDAV6k1otCOt2ww1yPA7kqFcFZjHD1FCbEUYETx8Pl
Itq/rPjDCyGIT1HH1KguH2awjaEmTTp1VlQPhrWL0VbfJ1OVfHj/y52oAWyCahRudapUR53dRlRS
lc1kRWCIldWHCNN+mTmTPhrx1O9tpINf3x/w1AwCbCV9gygOofogWx3Nvqmm0gOQSVy500ah30y1
g5JXWZzTFT2xKjdBd/gcWBfgYnVQT51HiILYDpocPY3W7VY0pXdxu8T1pYiV4QI1PhefIzHV3I2t
lp5z4jie2q09sa1IKgNoNxy8aVUMWZ00DYBQkZh7R83ia70EW2t6oxoiprecqemS/p7IPTFBphqI
EgqguYNtWBHmr6Or60gMpspLi8BhjHcDT+Hba2+UQd9LtQhEPY5jYFeuuvrFMAw3XWyo4LJqXAB3
SwLtFhcTzKF57tx90Qc8kPycHkfum4k6dmGvcqdyVRgNVkSd6r0sRr+iz7ZJVIWlUyQY2pq6eDKT
UZmfprrTi6A1a+vrqBYmB5WSFQCb19ZGuDkmaFNRFc9xYK9g1Ky9aImbRkRlSAbaTNkVuifiK35L
vF635nbSE9lrfZi2dGYKRHAn9z4Gd7I8Dp3jZjtlrFr3Yu7K9KFv1cV87jVjNjCy0tFJJ6DUkqCl
4IciTMoFl4Rl6ymVr0JQiy/spJ9IjmJtePS8odn0pTe3rLu80uR8CdRCR+Ajq2faLF2l2IGqiliG
ZmYgqOnmqqJdUEaei3BUEsveZ96s1SFBUC0RarG75rKbHULuRNfz9m60NYQ8YDN0+WcHnTnFd9FY
za7hLXftzmnNFtEhbMKx5jKgf3w2SeHv1xmMfZDbwpBBK/N1DRIDBXnfHsA3UPNZ1Ie5csfyFji3
9XG1vLwJUg/W6m5ME63aaV7SYPeN8DugcpoD5mU7NuvLPK/alxhlH67iqm2TG0Vzhtqnv8XdY1ZN
ha5KVmX9BTi+7kF6G3QLRZLKI07S5+0vosS407HCgeNJsTv1l1hZXbqASavsxNhnInCQjKJWIa18
COrWGz4ohltxM3CPib0iOuYgKJrF+FS3dikTv/LsSfiikGV3V8VZ1//K175+stXMJn2wzMW9zjQ3
uUFGFNtIcqlCBiB34quuL7B59WrFRYFSLZvhppr0wbpcFJvEBap29cWry86GxqFb7ANAAE/jJO2r
tp1172JYtBxydZUsV6K0+sZvMyseL6Yq19ZQ2G75VWaw/hAiHM3UL+fC+Cit1vtGmpN/nL1Ov05o
RCqBTK2qvGldULJ+39SKdwlDXt6W5gLdcipWJ79ELn+Ig6GgUbAXZU7gUAFGbkI8N2Xrs1VV9JY6
3b0rUjSNACXXaIkNXVK3gT1WzYtp4pbHFiy9VzOp0ol9s7bmjmBLpR+ZJNBT0CXQ1kCHCGOhmtiM
j1KtzeJGLZFogMe4xE9mVa0VKvxu9pUY0SkDu7TWTx5l8V/j2qnrrkvK+VOxzq28UKCbC2TJje13
5nNW7It+tB+TVWyMDdURFIJqq75rx7JraHxaxg9SgFW5XSZPfpxqlF39EYqzuivdrCug8SyOcxG7
MqPcU2FNsW/AavxUSrtdYLgAFPRHozIqTAWs5RHJu64OUmqMum9gY1BFXlv3F9lQeV4gUORuAnXx
EjUghK/q6zkDqIbulprxsaSAeLx60mj8VDHiXVa0seerit0VezI6g+wON2k+qmLtjSmVdDe0eL6W
+ijzgMbDXMEIbmlpO42YPo1Z79Li9PThU943jh4CK7DtQLPIvug8lTg3Yxr1NRkSU7+wumQO43xs
kR+ji5MGIhnUqOiNedxVfa/IoFhAN0WznuBGoI1x/kDObT9Xukz7M1fEcVcFUT+49VSqgXJxS7wt
nJYaLHOEWYxo3UootIKHUB8T71x9dvs1byvSDANgi0uP2vuRFIzm1CQlXW5GIGNl7k/WMNx7dV73
7Oep/klXvb5fhtq6KFLERX3Pzlt745DqSCca+bf3A47jKADwLGKmKpJ/hKaH7+yuGEw71EAiLI6a
Gy8mP1V0XV5R93M+UOLL0VH0pO+aVXHx/sinAgAgc78RJyc6c6LsBt0ZBiMaet39MMtZI8dYqr0p
3fpu0mLlTM/s5JtuHtDAtFARPQytzBR1w6ntjGgL9fzGE03odka2L+PmOfYq+yspUkWtsh/377/o
cUyHdDoB3QY0h2pzGIAr+Qgp0bD1yC6TFQksS4azXrhUtdTlzFDHIQ5DUb5CAA3eBnaFb1cwpY0i
z63EiIA7rGFZDcmt4DC7R5w73xcGLc/Rduzg/fc7sW02q0miVer6QPa3if9Tv2G0l6GRa65Gwuy6
yJPxq7Wo5+wLTqwWaChMHzaMuC8d9nHbMW0yBPbVaNaE3QWunKrv2OyKW7TevW43uJl1htF64rOx
WqDu8B8YokNMa2ZLBNATY42WghNUtdIMGaU620vFrc4gVo57ZJtxM0gNjziYYu/BZ8N6UR8bS2oR
3iDrbu1t/fsmLXYBp8286lFkCMjvesQHJFk+8qlnTqQTc4tMlI36BaoP4CsOhs/SonRK2jXRiArc
rh+B8BZ2HhOWrnkgJ/M/2BDgUrYw/LfgxiE+pyrohFVCXaNR79WgXYsGGchsjCxrLM+AwI7F8QAP
sDg36A0TzLH+dnH2lj3VlrTVqIobdraqOMPLJl/f+dqU9q9eiVcOwlhG3fp57il5QMo3C5iivXYn
RVdAdXTUEZvk2av/cnLJo5FVIhy4tdgPp8HsxGBLYi+kSTPrsTeM5bs2znkRTm5rvrYahZMzO/XE
8cBJDy4K4TMcTg47g10Jy892CkgZoC2iUR3mcFkNDBmtVl5t5oeBhLb6/ulwvI2obG4ksi3Ps1DK
e/sBGq+eNWtdjciKG7HTppqe0kSbwUMU8K8PxUggi6m24GR8eMKDo7SzuORG0Worprs2yfICtRh7
2RUSoYAzk3l87HHkQX0jW+dggpf29sXQVccITnH1aB3B01M7tG9XYVpnjobjTwaKDQwqHDSAVoDZ
3o6SY8rZlV2iImukZre9RYyb6ZV9Yy3QiUdVbYPFKLWX97/ZqVeD8AeGENMutGYPBkVHMnbMTFUj
DAKr68Hsiqjx5DnRuFOvxu4Eo0iFZQN2vX01FxqNbuIaGUEicu91YA402cTwUBSJ+anrPDX2lxSk
6pk44NSwHHIAdFghDpYeb4cVHD3Zmkk10oxW/aBkOYI1pZXtR5pgZqAV0BOIDvKxOzPuCTQNpBQm
lM2AOBmL5u3ALCTdHOExRZSvnY0C09OZLXt3fUJRH0xNN/VWHA6EoPs2m5EF00RVhUU9OOfsXI73
JE8COYf+/OZFf3jfKAL+iVZ1RKDLWuxjCtqRrg7WTuuGcxiiE0MhVEKVbosMjq+22hEiq7b2jNm1
d3HmirtCEyiW1Iq++6uL9veVYoPAwjyQq+Xt9EI3G5oBI5NIpy/QhUps0Q+zmko7syOPNwek281C
dgO1cNgcLFt9Tsuswtglsua8uQHrX4fLqKtnzrIT0SrBAERISG0gWA/fhlpmrVitqUb2zEUAmwZ6
zX5e8lzfu3nXjoElZP59oYJGK3moi3Ob8zec8iBLwVpnqw7qnANHawRyhikTe9GI6ihD+gNyybBX
ipqcn85j2ZLRLpPqA0nXHxGwoE0OT9R8RSPO++rZrfGqFvP0NcYWHWseeq13sqNkH8zpJic+0b18
LoxJH190TVJP6mnf+6oERhsZCBzcGyREL0XqWt9aPUu7EKN1ZQicwZHPvZWv18ZQCAXtOjgeYbtQ
sTmzWU+ERIB2twtrEzI+sr+xcrcZCsB+kYGxAbW2GXFyJaHvS6odwDOTl+8v3sNtAiXM3RoEKh99
g39tP/9TDD1Uhl67NuQ8OaY9jTM69aZStoFSpW10Ziid3/XnL/ubXws0GAAhKHUOnbdjIShWuRQl
Z86hnI7fQEHvrlScWb9bC4D0gdfP4hrFBcwKlCRLv4GenOQV3DHU9AQtbz3Ip6ZvvuZmvDh3HRDg
oAeL/DLHmMH/6K3Su1EnMaiz73apbVMomiwEDEdLK0KEK6z0fkhniy5538ommDdPrSAp7TiBXu6o
39bFW3EvRDVU7OdSRRlVb7t+DpXBLodA2dhWPv5iUKrVte+SSzmr85Ol6Cko2crmhUTlukmY5lNb
P0zTNOytWYzLnRlXFC4GpF29S3PyMuOh05Oc6zQZCzROCErbiJJellw01EPsS3A5C259LmXez+9/
gcMbiA/APaDRi8Gd9pgeiaRKqbAPZJS5rYvgA+pqF0Ycy/J6pNs+XlJl1L96TTon55jAR3cQQ29I
9I3aToQEOOztt8csRTcVxR4jw+2TInDTFheldGqSZ7UpnDFIcQxRrmyBonSkCUX7wu5E0bwqV9Dx
f3kWCNTYWiqtHKCs2xb805J3ZA4Knmp7NAzxGDZIKPi5ltuvngmCwW6rNjCdITlzeP9+wYPFTzsH
ZBwYObDdh8hZjAIo9LWNjCZwcSMpue3daxV1OETeJkTNcnOm+psucaPeVnMCcaJLOmGHSt4OYHS0
JD8nC3i49R30hLb7hH4WQRD//3Ye0jrLM9Qql8isG+8+kUoeuepkhGs3FGdOtcOri6GY7W0BkAHo
R3jeEtYoye600vKR+aUpqvKqBW538f6HPTUKejHA2tHnQv77oB5QFd4aK/qoRmspqzBdC9jGfXmO
X3JiKRvUrX578TB5RyB9C5GnyS04ojMM0DdlcRVdQHfYOZ3UQr3YrOmh1zRZd+0pnX2n1fV05tA+
3sc8ATUzqoXoY9DhffvlmmkAp2MuaiSnMr4EYZdddhBw95kTO1Fh9EvQ2Ml6JjA4ymi3j0idhR2M
2inp40GcY4wI3JUT4orYWILH0WMHW1oFTnO6l/WsRmNbdCY9Csq7mr4MSPGZancNvi4VqPzRi0md
RHHARaKTcubZjuj4v58NZQVIDdwtR9dYmXhodaRijUqt1K+bfLK35pHbfXdWXGoAsYzVjDocjZpw
2JoUYIC8tY7UsTfTAIh1UgegQJGEWtqpzny4TJV+2Quii0ARWGX6NiJffWAI8pIgTif7yTAGe/b7
FumZUOrd8GCTVM+BCmjjG57CQ4uudjfSMKGS/zKx++/nKs17P97CF78XXVX7aqJOv7CxyKh9CifP
fEvQHvBLcPUPJir231Qp2nPGVYcB3jZV8ARQjOEzHYuBmnYbZ54Y1qi3tPhOtWrnpsoTXDTMtfB+
1KDwfuFhLPu90/T2p/d36IlTkLIzNRjkACi9HsXKMMj0gf2zRoB1s2bnLLr1q0jQpvDNonLmDVwV
33e5zMtg4HCswy1oeCrFjHeDZgqq4+8/0JYrvz2VDR2FCmqzWwBEbvZ2JykQCUxPCDVqq6bJ9h1q
DiNyWPixaQbC0b5IC3pBGgivKlxMIwOtyyI6k/WeOIjRnyfg5vCiLn94NcymUifx0k9R2/Q5EAZ1
2alKEX8k8GvPHJEnTg4UP4m/KOYTHB/SOs0hjgnu1zla6cncd6KgtVx1bTAlrXpVc/KHVZGX/5rk
/3qd/zv52Tz8az6Hf/4Pf35t2qXP2GkHf/znbfYKDKb5Jf5n+2f/96+9/Uf/vB9/9kL2P/92+9IO
f+PY+PEisqY+/DdvfgUj/ftJwhfx8uYPu1pkYvkgf/bL489BluL3cDzz9jf/f3/4t5+/f8unpf35
jz9eG1mL7bclPNYf//5R9OMff2wohv/686//98/uXir+WdBglvo9Y13865f977/4+TKIf/yh2Pbf
XdI6Di8HSAkiEtxs08/fP3K1v8OMgqZlbOIZVLH4Ud30Iv3HH5r1dzTSWDhbhsviVfkRBe/tR4r5
d+in/AgbXGRXuArtP/734d58r//3/f5Wy+qhoZsz8DJvV+hv6SxoRRRoAU6wU8wD6x/8vPvFS5tq
P+xMcVN9aR7FjfU1edT26z6+oJgXrPviTsv8+aaP3Is2WsN2L++65/4R6uH4q/jU6X4VXI074Ou7
Jfw8hR9v2gBc74Xqt37qD9H/Ye88litHsi37RSiDFlOIe6nJoIgIcgILCcABOLTyr++FeFX2gpfZ
pFWP26xGWZnEhXB1zt5rF1ERp+Ea6k1YqwMT8aH8+dcj//dd/X0Xf/oB/zvY/3MXO8F6v4s3YR0L
eVdegw78QLM4aeP+fDhCiV310Lwzp2j97B7Qtcb5eX1p339w6dfHun9fGqkYVpD9VH169AEBtmUG
DvWDeVSH9VlYUfXVv66h9h3LyzKq6fwhbIuVvJEfqLD+4cpob7ku+12cdad6pcLHtedPQ31gAjxI
v7xaVu9o5OtNNRsf3OWbS4E9gHcAJpysEL7Kkw1lOlgW3XEqWp5fEs+rhQHSWl2cNb2fvP88+bL/
mrZ5nCdXOtnCu4te2Krfa2fW/WI/VOvT+3/feD1P7hfgvAIBHLr6zpH5Q4P964xAe7QY6QKXB7sR
efdlGzh9HkbJ1/PFL7W6u8Fh3jgHR1Np9xtly+o+uHRt2vNyqIb1c8uW3vVCorC24bKtNRDHzTp5
XmRvoz1/rgNpWYk99+n0X4UQ/PndzCBUhZkNmOW9ky2wvjZa62y1OBTz01bfuaD+ZfvBUebtw2f8
7Do7F7s3H9ZJ/blCRV7PA9eYZkaNc+E0H1FdTrbYf26DedClf0JXfJeKvV6WJ28UQDjT4pA648/W
kIlliLDcBUfp/MRCHmIuCTs7RarwwTf8ekPwnyvvPBWuTF96v/m/Xrzeu14261zZvc7ut+v0brwo
7tbj8uWDD+ztWNk7wRg2mdahXJ4OS2cYJLHRATml4UsXtldWqEdLxHE0ChJ1zB6DYx/JDxoHhvlm
2HBRkDVMBXRF8E6/vjkZeCmK4QpV17E6b26cs/EsPagLceOeaefG+fu3+AfU8Wq6JfiFCh5YB04M
vu2cnFI0rXQkgs3isETu0b7Qbpub/tyO1vDXmCyHOZkTFa1JGlpRH+bJR10Sa//zby8P7gE4EIbD
Uy+1R3U5NQuzOOTnCLq42fUyPccjG49n8xkCtmvv3rl32NBBnQwRUPuR+CV+aT+tO//GvfHOg/Ms
DmL90jt3Pngyf57zOz/tdDkFC6MvauDJrFmS50nG9z1QdT/6VdSiuO/DuiEmDo1gWD94Ihw+ymSz
XnsT/+crxxhJzR84AGXG/UP56yv3ZLMKlKTFoQ6zM+sQxNoBB1q0nPlJeaN91b4WlyPyPZwBoX2X
3toH81I7Rx911Tw2d/2FfbaFH5mY384qhKfs09aOlqQZfDrk26b1iC7PD1TTZX5NG7En2xeIxQfo
gLfXYQ0kbpKewC5C1U/GQKNVKearkhmymdYq3iqT4hzzXbF+sEbtf+j1S2YicqBhsPKa6LBPbmgZ
ECMuS8eFMvuHW09+NDNWokkp74Nx/WYuoVJMS4m6HobXAOTf67dJqU+TfrtpSdZpRwQliRlcYG2I
LPnRCm+++XD2S4G6ot3JfhAp0etLwRMZ0nGYtAQg8P12M95q38cH57K/LS+CxL8t72TS3aqndQ3l
i/7d/+BGTxymfLfe3prYw5/RX5vsaV5fHr9RoJkLqU7joT3vz9OLPMJVxfaJztVNHbfRz/fnsNOP
Bf+5yf/AMbCz2ckxr69nuAWOwH2cwI2COx+RXBS/f4XTd8cVLMuhnRnsvVbqK6+vgA3SlFO+FQdq
NpF/V501H9SK3twCMnVsZSiPbZ3j/ukjy0zP6rxNK5NsheSdOyoI7XFpP/jYT69CI3pvLbK3Ndjg
vmmpaqULXmarDawXikDzrssvS4ww/+W9ULXmzXMOYem0OdecFJEBd6N/tMoqMTutvRaekd6TJPlR
rM6be9mlN6xa4PzoRSMgeP1KgmoBo7M1dRIMoM4n2OtR5/cfyRP+6SqUHuBc06WkN3vyabWdmtd+
lHWypkB0435gfEfmCIPgg0FzOg+xzoMapW3o70mNvKbXtzMuQZClZl8ncm68EHqtjJRdL1Gxd53f
/5hpJ5xebW9cMVDYGMJ2ZrCebEC9ci6GKsBXhUWyuiGME9nxrTsQROEXcVe3kM4preIZHVqb79Ep
MzXEqwMHnhKYWB4rBc8MAVmv64fS0XHaAe8cZho9Vobpy1vc37hyrVu2qPTvZTXqxwwm73crb7w8
0bdMvxOu1TYxxcbajzcaDQdf99QYCrKYstDuOMqGVWM3WTROJsDzIremkcL77Dy6fY4XVPS+cUaE
JHGliGQxRwcjFu3EJTirZhM6DSmm0UJXl15NOSuWOYCY2Kz0bv0skL+5UU1I8vpgUYJFQ5BjMRwj
Ye1CfZ9gF3IXyC+Z+CHl/GlAaGnGCrH5XVVSPjwapC7jRCyWR7/c+KEtvYQ6zFebn7jOffWtmzLs
O4Nf9Uj2sbjcEz7tXHepPg5JhcvHi+bWM7CXTtVgHHmYkLwLt0pvwb4i5+XtyTYG/2S08ajN20Q3
tZ1/WllreWGgL96N204zFP3FFiSay8L9NLdCQZYWSq8PTm7MFU2wubmR/Kg2AolofgHx2KP/zzN4
S7QvuiIs+rFdDsXaI1HPScjyImMEwx0pr1hkPAO/vWqUcu5oQy1oh7dRdaFiLKKMtk1I+9BNZXux
VSiWAdhnGY6GSW8tujOuxLIbLO1LR3RZYZ4Zm6f3GJkq77eJRqWNPASBTTh506hHsxgwQ1AbxoiF
E0rbolL0GubxQkvvSjWmY5KTk1EU5+QHB5k49ug0vwlzq+HxkxBQJB421y7aTAsvq6G29Rr/gT/E
S0cFNZx8BPvxJJzGS0gtCLQ46Of1OS+V1EIBOr+PRWCxhfNFg9bLmpo1ydsSz7ypE2cSt3IZt0gU
cktDs677p6ydixYHwGSpq5kk4SHE0d8WZwQ4pn7iLPNaJbnkCwy7rmwPjtGYx62Wi4/fgtoDSW4o
1NFWy6xjNCnri0fz4TMtteqn6dfON6/RvTbGylpb0eg0nKk85p6zxSqMB8a0cs561xJGIvi3v9Xk
5faRhkznx1SA6Akxb86/+bYUrHaZYgJVTUCac12OC8k85qDjmqa96p2P0vYrvKwW0DixkocaouUT
W7x5g8HzWvTuOXCalc8bi7BWY6Yb/CdU/wyvbnTqLOraUpdnJrA2AI0TsxsOcShacY7C4rKt0g27
nTuTn7AROKGurVm2twLtph/S/63WY0b8Y35OE20nB3JC+TGIusgSvau0B50aPvUmqHoabnzPobSv
RErgnMp9K+pctGrRGIiqOhaWKNsobYjzC7FQGEUihK8/08YzTZ7L6j2ZSzE/t45oszjTbD3RwLrO
UZ1Z1VFq1XTje9CbGKy1c+XUjpgiOL7j02SZ871PA9LgObponDsAVsOxs8V4OWhtpUKEmvovc53A
di5ID25Ey2E/tuAvTFjXkb0/5OukZW5spHS1z7vc9ItIbIX4XbLt1Qk+tpc05ntj1erMYN5irNN1
nziTs5lxs2Y1oIACr1y49Y0t4kCfujZOa+gyo7k+ONLQPplQI+p4LshfSOZGc35lmiTcsCVtuD/z
g9G18DIMxYgWzLBlUo1mtcauxNcV4s83KetBkboxh6LNo0AGcg5XOZD3VFqd3E0+azuE9AylE09V
z5dO9l/ag7jpO5X4TVtnRypmmRmPgnS7aCBNR4Y9ccdaYuetmM69PAVDmbUlsFFQjFtk5UHxguOJ
0MPA1lR9k3ll/VAxokoazd2GR33ppyVCYDUymTYYZyJ/bg1mJTWsWSTgk3zLpsl2krW2K+sSqkFj
ntkdMe5R3ub+rwV5PUNNDP0UE5DpCgyo/YQixupA5syFq74EQxsYaAWCLo9IyWiv4NOaMJlrv+LK
flWR6YGXYLleaPuUSbcaLXitzDewaNTTrMWTb7XIz8qgGLh10/6a4bp2ImuZit+d0HI3YaSnaLhB
2pZ0bmcUB8LvmdoXNYGwINEVNuSGxPJXCyJfhZ2mGi1EtYcrOxca9KLUZkQiMSzcULC7/Tnt2cUR
Z5m5x8aBvTx288w3QYj4TK2ymDKWPQwkisHs4YAxN13Lw2aoWhp9eoClBKtH8+x6YrTC3DLWGZ9R
RjdLmxyzDWfctJdMKDMfRlsDRwg1vzQ6/DdFH8zPmI7XJhEoQ1gIHDFOcZt2brlnnRZfQUQz8aRL
1vxMJ5VJlrW6NS7y1fWxuqAi8c5okZoCC3Jlf2ooSD2qYGcgKg6AP0Ugp8vAJyIopIte461yLc1k
JaiX29lv6zxqzcX6qdpStUeUQXoXiXQL5tgo+jQP13oqHrtZ70SoIZLFqG4NC77sJbO/1bTNfm1e
kK5cOp88tjMZdrZg7tlAePlK+Gy3/+OFLA3k4spHWKLv25IBM5iBt5tQVyDF7canVQ+GkVQNQ/ds
lYp3HFnurD2PnqHSsB2M0jrkWGpetMYj0d1Es91GfHHi62jji8Mw3bHnsNFpvcwrnNCo68AQgnuh
oTG7uKeImNJHVH2VTRZZh/Hnj0Vc/+3O5tCF3mL3ZjRQBAXMoavxGbhGPcWahjQo5AA9fa5M4u+i
2ockEjvC6B8EC62RuLqYH9J1CvQktSGqRa5invM4I3+zi3QfHAQz2QwG4AM/hb5CuhlIrMdNHfgY
3G/6Yl79I6tvMxwm6jTfehi2KrIYUudTLyYnYmJ1vlSlXRCqPY75dTfWcBW8PlD3m5dJUAaLsRun
8+VH4SxmHznl2MtoFE5631RryvedLt5j4TpbrGcQrg4F+WXjwcYBap6plJQsNCgFtV54PPn0Mnc8
kE9y0r3fiopAngyWW5txtSDNPg7zjCemSRdrOCrmCitpFsu+CrqO/SBycqfeeRyFSnTKCk8BgBV1
tDAcfi2nkeOw3gx5fqCjmjpwYypawFamAO6DsVnvqtn2ZVTCovqRbYMa41Zb2yp2YOr87hAD8S32
6JkTXOMk3OlCzFeT4QiyUrea+utSOUxxnRWMlxUXvuRjn0m5d0VHD161gXVYsnIMEqeyxO/Ub3v3
kE8yTZpibLdDZbMZAkrFJmYztvozbp3JuCs2oUEfS7el736PXaFtT1SxrU1EbIyIiAmagKg3rfOH
Q2G1TnmvrHFeYsXmfzlqpqums65ZB/eZc07r3uRp1y7Xs9T99saqs7T8NI+TO54N+Wgux5KkJisc
unT5mheU5HFVkHwUjk1PzHgHGWqMRckIjETV0X/PF7GSnlCUXvHJ13r2jiBxdJ12g7EFoYDBVMem
leU/KOX6v3BRsjJla5NDnO7q0v48ehLOS+3Z+rPNz80gDUulX1sd570LyveFPYDZxwK5g3ZNvoBp
TLv1qkjLNXCimkX7SlFYYmNeiXom9WsuNNuNheGURs/MSgJhUrrF9n0218BKFDDsl7HP7M8W5fQW
cs1IkxkoRaddC8F8exaMSwrjTU2OAQTFYLVfARSMJkWWAqbG0d4hJ1dtuxnLOVaslt3kkinxwAqr
UbyCyZsdzVbV2S0WYms502zFnM1O36uTfnJchRKtmJcLiGfdHJaZ7OSFDW5AHr02zZiC7DSomFvT
4HH0Cbv8KjO5fdUsCgvHFBu4ulhJa/gRbKIgREroy3LmprOdRQNWzJmgEdJ2naNQmV6cd7RuEITU
ymiSAXKf8YmqFyFVWIS7IJlNjblEH3uQzZ4/Z1Xsycqw70Wtt004DymkgjAARvXLzEq5gpBlt3Mh
yd2rLnB6AvCQkiX61iao1DxinzSdh87x+pvVqVb/kwY3xwbMqRE3FrZlCVLSZ5/oPhdQNNluLXTF
w5Qt6Xg96BMTcWdNYJ36ZZ0IIV41ndguOCFmQnUg2M0osnMPlSnt7A6haL7DrtS0JJXQsVFBNFrL
RF8kKckC1HmWyKmxsoiy+MaIsoamipDv9wNPFiIBp79WplEvto34Nh5V9mIhPA1Ck/yw4V75tpJX
jj8W/oXeq9qI3Fpr7Ni1pPcg+Sf3czD5d+s0WM0RuWH/w6k9NV2gnSirT3u2/JcumwLtyCQRYFAN
+qYC81OPxvWkN7OedN4KD0ZDYrI8m8tmZ2flbDZLIuuJDJ3MTg3jfiwL+VI3ZmEAviDa0ChUW2HQ
4Nh0M+i8u9jj/eoXXokV4LD0fWbczl5f4qipezC3jO8BRTCtQdgwsdbmPKxxdOSIjX3ym3hhp7Zi
Cs2q30ZVaM1F16Y4R0NAPu0C90YrtBiMQ8sGUZ9ZfbONGsmNa/VjBTZ34OsbmzzLcHP4uXPbVMji
LgeRqxXCDTVY8iAL3MfUzpt956OnBiS0QtVTemGZlW9/bmydFbNq0/m7nbrsTZBwfU418sTionPn
J7To3vygiUbid9pIbQasNlWkYHXDD1PzcaTnclMX2GS18ohCVz007dx2kS3y7Neo20sfY5ivrJ/1
0Mzp534R9dety0m4Vqpor4NCmRDhETzSzeoXDjA2VYWf/jau4rzWZfHbHBTpcjJvnear2ejWFDt+
5snLpu61Z40tVnAOhxLPkKPaeuaIUkzupZzWjCFuTOWTLcfAj8rFXPo7CkIAahy4exdG6VXlOYQd
oYU1ZvgvHVqPL3ObjvOBk2uH0MXRuzRGKgNybkbUqnGmttcldOeF/ajrtghe9ymrvh1nl6XXhAaP
+A3PFue61Vyvqpr5JMwF6aRw1NqAexvKGVGvbIynvGaKiDT++EOpZ2wB8tIZxmvbWF35sA6jLO70
oJfmBd75cbiaNc4ogJLdLsiuWs1uvmPO8yiyjO3sJrXkJBFndauaEGW3kofGdPNPNceIMZQeZvWD
XSjhRNTEaxHNTk8CZ9ctfkclCENkOAB2Ma/xW2zGZZFxhv3Btq0MzrYO/S44lnYerzbc3ndTlftz
RNS6ywEPyI9dhtPWyx9Dn7l3rmuSOCrGFRKX15vGb8oxaMlZEcf+aPsiz0OBHkCP1RQ4zCisviMz
gSWrsN3TG6O6s9b8Gu7d3Ca5lXba2chOFPO6yzYmzLZlFrHvpTsDggPp3YY1TF1VU66jgpo1/PXP
Xp61j1sOqeoMeCBnLlLuSyfcNkcfLrxsTJdw09psCStzw57PJp78XpLrGIOrmbZd7IkMz/zeuX4Z
Rh9DWq+x3QjXcrI+L7lQz25lml8XfOMZTGthgCnSNwaYRujFciayPCsi8GOquttWaTMCIP/Es6Ns
uP02OcyoukQWRDz0rYpT2GmK4J8FhWbG4coK17Hzf4BiZPxmXZ1dm8UEO2JIpbElU2cCTt/m0rlL
e817SVWe3mMOTNNLO9dKvNv0Vo6KuGJ6VFPJyCut0vdDjjiDPPYc6S/QMa7jBYL9/K5ApViGzizV
RZ4FrRbnruQFcfbgFN3yrG2kxgNVvnVS/SOgsoatWSf1nO31MLxkcnAe7NlTD8RzKX64sfpDZAZE
sHMeXOZvrd2u3y3oDhAwKF3O4ICK4Rz+qF2RdMkgSoy06Z5aT9OfrZR3lwymg8y2Ba7Ev+xh4Q+L
bR7dQw8peL7y+2pYQhSEKAZNfzPuLE92PmLgjmVyAEXxsHSN/6nP8vp2lZT2wx6wz9dgs1C/D5Ct
4IEM+YBUHUfVXWsJSSam5WX3fed5IiblefspKxeeo1wy97qcdA4BHnY5O/Kk694UFfnWR5xJuXYY
xKQBOKgRXESB2/d3izOzuMPcpjWpVu13kdUcsfzcyrSEECnTjMH9V3lolIjoQ+HT4DhPe9gzCYnS
EB+NnLoBp6SMgs3QGu0acbwKlguGD1pN/jgzyyBtr4ioQdlXzjR4WVyCaETT2W8Q1H23ADbQyyDn
eNFlwj+abCME01SQo8/IlxdQm0YedbLJzmyF4S/C620/NKnrvUwzKqAY8Bgv13eX7jeqVCY9IZUc
49pMqUWY45j9ErM9/Aj6Dkx6PeXFb9dqNorXxlI/gRxYn7tcr28DUHntQVuc8XY15Zzv69PwC0eZ
9jxPCyyFshFbRQ3bdT41tAKenHaEhg/tAkt0b06qZaXWJqYHd3EwtVRLvl266UbmE4VYPS6MSr8o
yrSD2l+lHMfNNPV/dFhjKbIWhbp0uw6xTVC0wUVlDY6GsHXfQo1SbXbCgs3uQ1kTzhivoaDrQ/B8
2bmi+5FWGiv7kz0oyS6n0oiqrG9+DFspt4jNmMFMgbFiC0mq2gCjum5n8C43AJfeOkt8wphGYN/O
InJ9pusImF2VJmqT8tNW6HXP6G7YO/ccwIt4zhY21Wx3pjxaoM3lF0Ez1w+mR1ljEi4LPmw671Fk
9vI4TWa9hX0mnGRis2mQKg50iTNzHWjUl6v5Zw65N9Y6D+gjb/gb3gFKhOz6xINRpyZ25c6+cIlg
OZClkU9hMdM4CrMmSC0CU93li8eWLuXkK8Qtlo3gmSTD+nebLsOZaWrWlFBwHnF/6J6GK5dYXzM/
ZK47uZEVtMttw0HtUeVYhim/pVejs0knJLl1fsFVqIYD3Nf6AoCZ99PRiwr0cGFbzaUtWiYZ1Qj1
2PujfplJ37jWFr0dI02r1E8N5HsZUrkdvmZqnZ6bafGpmWli+xaU64beuvdokhS2I6445VeorCg8
w/ewcGxHIlDDNwydNoPWs9bfe3w3f01M6xM+YwvBDB2vKdKVHny3x5mBx7jr0SgzRapYtUPzYmtF
pSJjSXfxOnsWIH/d4j1YE2dbVrV2ugZWpsjzqdhMhPrsuRWba9/uqUU13XkFjI699dzXP3298z6T
shegEgBt8Fjog3wyR8ocaHjXeoi9bfUQZRdgZaMV8kMeS3vU6ZKURXozbv3ghHB2dihIJYOXIM+l
R9EopcxhKaO7t7y8/Z6xf4K12ou9eqEJ+Qua8vrkbUH/1VlWyci081+UL5nikFwDhZsD4qiEruSP
mrauDHHopWtoS5jAwphFlwSdLJ5EPkBz1RvTu7czwfG4UOnY8PEhbYsz3a+Mg+Npuy/bXTwvlP5i
tUnbwZqnUsYeIZpa2/65ZSYcPK8N6p+KKghjdfGUGZWtyFjN/VxCL+lzi6GUlsMP7MOrye+bm2uI
KgZ6RKr7GoGoKgNZYhqwLru0QLajwXjtE2EHkh1OyVquucJkzLnmfLd0BruicjQMRn9fB5+Ii6mf
lN52dsggSr+vE+3G0GcjPNHt8sATIVPUb8lMdp5tc9+UsZxNLmoTY3HChfbrYK5g+JGzNStupMjn
1NbtrbM8CzE3M2YtmxJfYhhTqpLFhO0WryQ062FDeYF7TgunjiseIpxGOUGeDsrBtOC8prML7Wjb
OYZzmxcJrch0OhvB9A6ARDmOXDP7ux9FuJunvcld3+nRCkcBFcA7P3UXZzS9HNynVdJ6frKWR4gV
56q7Ba55MdhPriGO4NwPtPuTxvZjEu0jzRmSybikTndjmKRp2TcW1UDa07GTTQdnPp8pefb2el77
10r7KKfhn1rEAY11y9hJ8GRJve7czlVFBUSjEZ2bTvek0QG7qSQkj/ebtm+vAgKCVi2oud2aZZ/o
VDp/nI1gGqtENV36dQfE39ieph3ev8qpzgHzD4mh2IyQ/ZtUVvZ385fiSAwYdQ3liMQB//ioL/18
TXWCaFU2mIlfOst/KfP5cz1O2j4qRR1N/WkfeqRuwz5LJK3VUzTYBFtXBHHh/8Ndobfkv0QSg9z6
9V1N9HtRANkikaO+M9G09sx22LbaVGnOWvSw8fvXO5Wl0scnMtCFKo9dy4C/8fp6GwEzjldCQq73
eW217Rt9cdnAc3Dg0K3dEviSfXCLp4OGSwJU5O58piEbi8TrS4rCrPKJvl6MPyI9a7Sa+vY4OLGl
y48A8m8vxXeI7hYnquO7tnsiidAGtbnuOkHhNAMZ2bvZuIe7TeO7+ujFnX70vm6SBodUhZBd/Gin
l2LycreR28WtnVOMy3vfjfvO4JD0/gv7p+vAaYBts3+QZEK9fnrghpssSAs7LhfLOiMLboya1TM/
0MW8/Sz2gFzyjpi90ROdskbabaAvjs4opvFg3TOte2zeNLM+lHlevkyVpFtiYVf94NN4e3NAKOjw
4E8wCDP9o9b6e0xXvpEuGzUq6TbtgRoNoGSnzT+YOf7pKqCF0DLrSIwC9+QRFoKlxsMgHOd+P184
hY0wcun/2/nij6BtnwLBtdBePQ35cdYyNytMZPGMZofzvD5HlejX4/ufw+ksyFV2TinIFb5wRLjW
68+hGDk6YemyYrdXKw2T1ABHuMmQarUT13rR3b1/vX94dhgdbHwbADxMzKevr+csnbNQ+SQlujKm
Q68F873XrOuv96/y9vPDfLKrAcmX2FfY/Vf89R2oBjE4FU6LWq5r3hY4wI+T0w2PqfS0O1XSgcrJ
RHU/+Prezha7cpWpwkNCzQR/8iyDSQXZXOUWcyFO/yCjOpvawMvl3P7bvfz/DUx/2ZFcvtX/u4Ep
+TF9+9n0f/uX9v/g3/4lz/nXPv3sqyAiXrC4jNF/+5cC818sIPuWi6mJuu/+f/3Hv/QvljEcFmj6
0PjjC/9f+5LzLx0zHBMa4JmdV/JfeJdOXT876knnV2Hk2PEZb4zX2tpMeWkqLQH3dJi88pHma9TX
vyWYzWoldVAep+obOpnKu/K9OeFIHI5rc95pE7xS85ibfaKv2wca8JOZgF/FRLBHsnAmY+tzqpOr
GhQ9hIAECfIW8qfgW0TLQI9uQI2WkM/2IYRu3/D8JUfGgcwJzyOQjSfBqmeeaCcBg4uZ8eQmOCoH
ygSudOqb0VVuGs552aLmsOy+DxcJqCpy9UnkIR0Y7QGAG7h2Ix1mGa5ZV91MaitQqGfESAPOcAZA
gvqgfTK6fPzSlWvaJ+RPU5OwaARxQOOE+bVd6ZiSsZCrL7kYnRdt8tbsmAbb1u7z7SIe5EDmU1Kb
jgJqi3U6Pex3gtihmgYjRFzj5DQ29J7aadDTISEkgrdZCVnOlMLN8T4dcEtHzVapQ7sas3MslJ8d
NZeUs7jSpsqmjZNPh7zOdDdsWgtLQFPJ5Vh0TueE6yTFl8ypLQv1VW4AHhZSUKucl+m5gzRCesqA
zbmFF7k36MxqAHRLPmVclDaKRumsAdWnIGV5DzJs+6j+aqUjNWkk7WbCLJwIZoX64dNHzENgh11w
UWYtbNWiZkINCVBuQNFny3Y70H5tExeRBYdgS3DKUlrVuOHse/WYZMRApKHMCWqJJk1z3FDXK+dp
Uh2m77Xx3c8rNE74mtVijGeZ3oobA0v8R5He+5ng5GOCoOBb7HkR47K0vJ7xNVrm1VpveJgKazgn
UyO4cWnNtmGjIbMjf3gFhK8JdCZVNSFXIPho/Agp8faDBuNm7C4nBjW705Pd4mBmLadx10ia3iNM
odqP+tHOWRYXypMQclttqR26fQgzw9Wj9HX4awa8+5/bfeUn3FeYv56Cg95+P9BgJGQ3icz65Bco
AoL6SZV6shSL9UjwyHBH+WCJt6nur9CiSMjnmTyQQxBEmJn8K22ho+KlNQrcKsdpOI8fiX1PF3xv
12Gb/CLyJ7EwOfu089dS7GluW2w6Acy5kVbXVDymW0pB/dP7d/6PV8F0iiaQTQXb5NdXydbMFGIq
oB1Yq7zcClklVaqs5P2rvHGBkS0I3YyXjNKffZN3ssIj7yEAOOVmaHj7d8HsO/fUMOxfho2KkH7p
DTE0X5ma7bi1syECmpd/MEuffGPO6S84uVE8frpCa2DEy2r89myks80ATVfALmncDnkPvu1QdJv8
gB54Mr7eXHff+/z1GslmbGyoAEY800G9UK2rXYjOfuly5L/h2HbtgUrS9nOTbpFHtd5sH+wbT1an
P9dHnK4bUKYMi4H++vqaREKS2RqBR2WXHVK7TqM8d6Y7Er6rCw+m6PcPXvW++rwaSrzqHQtAJ8zg
kzqlThWcK1NTuXpsBn0J+yb34kFvzae8cvXI9GiPOlUZoEXW5htlOOuvza29B3qbIBPf/ylvv20r
ABDPnpJNCbd/MoIancl5Qz0GGxhZLmPMvCe2sfz0/lVOt8x8WIxQAFc7jYGayP4B/PWCF78xLFrH
RkwbQjyOwabOZbl6j06OPwMsPj3xLK/SD8iib+8N0gGnDxPrE6qLU0vShJiZJBQ+Z7oQrLPwlBM1
F3P0/r2dbsw53OyQMkauuacs2/ug+uvemiZzNl6nHoPRyQ9rvXZHav39VW2I6vn9S739TilIgJ3d
FyLcbKe5D4qek4VfiR5rPi/XMliaz9oqydSjaZw0bSY+sL7+0615qDzxbFIQwWL/+ta0FRArkks9
boqmOzqzRtWsXEQ8wfb44FJ/LMZ/DQmmZSY9c6dS/NlYn5oEc8/tW73M3GTshlklmSFd1PoIA75b
W9rNIF7MclcbdTN5W4DIzyDpNSDhsq7drmqvBQk+Zt16t9AHnpKyRZ5wvRYQN8Js0ViT338TJ0+G
X8vOGqIE1p8dL3Vqmpmy0SbQS5gJncM1tvDPUIsW60G3iDl4/1Lmvq6+fjJca8cR7D0EJqmTD8xQ
k5pkuZnJ5E76ywLUZVe1OsNTL6egj4ZNol5VZQ4/HFAbipwy8+0LvITLFhHXSBdtQBOKWrlQwbca
bb5/sMuUCne9WvYjUbS6DP8Pe+e1HDe2Zdtf6R9ABfwGXgFkJr1EiqIovSAoiYTf8PbreyCr+hYz
ycsMnX7tE3EqFFFmJ9w2a805pl22uhksYuV5htpMaePji3jnfrFtosYFDMBdzwKHb1KWkUIA1NfY
aLPhXOm54VwsejNfiiHr7z4e6miuWR8Nsxl7+z29h67V4VCyjtussVmezQ4J3KKZy621hC0by7Rp
N5pUw3sL5MqJGW5f2jp6SgJn27pwU5xiI3Y4bNk7Kq9iYaDXSNq7tK5DJI6A1bdaEwIb7hptQCMt
KJ532aSNdNp0bRXgIg1HJE4ziYZAowkPoLR9kdjpUu565D07qwFJ7w+tm8gLbdRz63KKciF3WK1q
BBPd4ORepqXOGHx8G48mz/1ttPEd8sjwzNF+OLwe6XRjO6qcUvQm6q7dvnJRjC2nULLrDHJ812wK
atR41wyt/Z7o1eRJI3IsqslBENzJ/Moeevt3aad2tEk6J75AOlBjixqXK9mb7n3PwnRiiXhnfOBw
lobHEusqeKDDq0SGp7cliaGbMpJXTWNcVroJuKm+IQnvuejNnpaXeEDG+Ovju3s0k693l/I5hTdk
AABS3aPvoQbLmUhqVZuiMoZNtjTtuQpFwbeHOtl0uFBOPM2310mtdHU/w8FbHWtHbydSW9uNlFLf
ZPTFrtzSyL+YRSzPV/YiSWmYwjZYTZWdSVqiLxLTjk/MYkcoJBBVNkd/vg2T0wPQjONaIK4jskNE
zRXHY/hFiMJp/Jn4OJTiboevpgS/SRXC1sbcKzN8OXQlk971bOwuX8kFJFD640fw9gWndgMcZa0C
cHOOHdj0I5HHN4a54e8inqrlC/Fep2z5+8v69wVnk0czi0rMSlhQMfQeUwGEpXQtQSPqRs3ScPFo
PFq/INxpU+BQLzS3BZP750RqFmfHDkRw0GYI2XajKuMXG1X0d6B+KBtFPy2VpxR0+jxcTe1l7C5J
uzVwU+mUcEoItyawxm9tli3FWZQ5+BHoJaD5SMiBPNXd2pe6j66KhgWP0QZX7kL9PvxscFiWlUxM
rDI5kJwIKque2qOn9YX9a5mWiQwLLVd+JDS+cYAMdb/rynRaPWX4zltCNn0zkdatSeDc14+f6uFC
w/0mcAgbKwHE/DiTIOKjX6bwsOesEUjJkjogWwmTnU4J59aJNOvhD8eC8A3Hz6TJStGNht7hWH0/
1i09EBEIVuagcaIC6fRS+5NAlfSnQ3FYsFWdQzhA0TeNFTc2iRideyegnkTe6TSKDZWbYQedT5w4
DB2D72BRMxYVTIBl8CxQuhxeVk6So7pUjEVI5c3Cr2JCwvbTF5r45RLruCG6mKS5Yem3au/qFzGZ
op5bZ8Ss9Wm1xepinjgfvnmo6/adRZ2VdT01OUc7IB2bg6G1gqtXzHnbYq6koDcCt2jm4Y9v9OFQ
60T6akESZqPqMmeoJC6bzUxVwxdtzkTZLdGJCehwo8KrCuSKaYEmII+U4v7xVTlp4YY9nbiFMNzP
A1qvhxJx1t0yzc7t0EZakOXSOLHgvf1011FZcXlzcaqx/BxeYDNLwKwD0Z9zhNwlU5HIupOZnqOo
0c+iPHRwHUO4MeK53Nhkxl4xp5efYztpfg9ag0Z/cK3hbiFC7M8fMscaG40oZWL6bEdf0yKHNJNZ
J4LRmdxtVXdLMGFg2+LcUzd/+jWBqgTRqRrAYfBJHq2+YFhLcyxs4k+XUj0zota+pn+a3azE2K8f
D3W4yuwfMkOt9f51naF4dHi7F62qS75shmqxBVs5M7KKzPvEW7u+KgfzMTAC/uu0DTmlMc7RKLZi
NZVphIKOqEA4o+PN+E62KvFDxKAs3qC7/SeCJpdLhzT2E6/x0cr+9yWSM87NNJFZAVc9vMQWBzsa
mR6cl230F1TS+20EGvOTXYR4r4vY3UXk8D1Q1si3hajzc3b+yVMkxvoU+v1wl/PPL6EjDF5TUHKw
jt5tFa4gUkUpqFPP+XW7hNmv1q6nmwL56pkhiYERpV4RtKz291XbyxMijHc+aNhGfFPM+fsl//BG
ZAS9wtpXiE22lOmyUFTjASd7uE377p6dPwqarI8fP36/3r1kCxWBrrEAvVmJbRJtFWcqRDCVyNky
V6dmx+H3HAOn8pPldb5cTK14GNt52qWFPd1/PPx6R49fPEpH9krcoAhrH81h6Ciz1J1qEYRkP2+x
FPdEv2Xhdafr/e+Ph9pTej4a62hqVqtybBwAySiukVtyBLcuyrQ1sD/39SV5082ZyAQZq/ky3Fqk
pt6oJGN+l0ZpX/fZHP8Hcwh1Eb5tdUVL75lDrxaK2ZwjuAW8ayQeEzOKWZUPu3xhM/RnZJ1/3upX
Ix1PjEokZaYwkiRY1A8ptG2klmi0a9Q6OHGP1//W23v871Xph69wjnIOHVYrAq2yx0+LXUQbrC36
JzKlvcqu042DM8/PaxFCLE2M4boZxy2J3afOhe++V+uJgdokdf29tu3V3e0pVJosByIwhrkJljVi
QB87YztpiXPimt8byiDXh43cWgI+VpPEhGFpecv0ZYB42OVNZ231ejKCnPLO2ce39/DU9/eT5H1Z
Yxr2gryjN9jNK0exJzano6S9iGNA/nDVpr+EYVpsl0R0J2CI5jtPk7WHCRFJGFFVR29ONPccEPqS
p1lDW+npSvmY+acTC8B7UxC5BUwC1O4sNsSH7wwUjkKvNUZZFq29qMdFuTFianWK2qAWlBm55F1i
XBemIW+McTxFz3tv1n09/NErOxmtEM2wTvoWdfu8jR3Svu1ih0dPBYDRWT6FonT38ZN8984iUqTP
71BzPS5og1ZRQWsx740SoAAgipz4KnmK8P3uq4lJkm0vG38qvod3FoVyUZmCS0vh8+8cSUi0ikZW
CFy1H1/Pu5Mr3xQFAqrlFDePhspAl9gZ5xwipQnTxGZAHcROuuksz/pAhgmJxmRnbRfzjDDM6rG2
xPJEMx12b0U998Qb9e53AhJ5vWiu+vjrr8xGdE3L3cWUoG+QP9XXZmG4121q1EE/dv35x1f/7tN8
Nd7RiUeNZznR7OficZ77NUG5AEqwKv75KJQGyYJwEGmy4B8+zbDA52WozK1trhR3WgNMRRlj9T+4
ltejrO/Uq5mzk2Ox2hj55gka3fVRKbZttZxKtnnvm2ejTgY11TOOwUfX0mJH1SQO/SDJ6+YCe3qi
eMRcjN+HmfaZVxpJTfWOM7Mn0Blqu1wf+s3Ht/Odj2PlLAqUhsyPhAwdXijqNSMcCukE0xj1l33c
w+bF9eRjNDAfPh7qnSkG/Sl6HnKFqL8f995tFTvPpEBkIR1Tfh/yBsgANaO2LasfDUvYNi9Ddfvx
mO+8k4xprbFlHNM48x9eXjuR6p7PjBkl9ULKRqpdqBYGgv9gFCSoKh0yaNzHi58Y7GWZm9wJ+hZ9
q6OXL0Zt/APEPuBhv1YOvHv7kAzwPwQUrLGHl0JSWD/bGk8qMQog44rqZBsoceL7Inr9E/Xl7HZM
NePPPzfKF2tblyla56B3OCo7ccOOB0atqU1cU281L7P4ZCd3XV2ONkzIAKHwU5vROVkfTR0tsIi+
IKgYxSsS+6wXzbduwsHgxMWCl7Pr7tPFWHZ464ALqaO+yyp9Pm/JGbc8pa5PlaTevdUWuHOEsesc
c3SrB/xTJbJbjpuxxI8yEhNNkqxe73JsCUzdxXg9m3AaTtzrd6aDVQz5/4Zd79KrSSdOYqGwaRKB
NY/tRq+G8HlRKrEBw0AiTVSnsyeMxvVGh1gfLKTJifHfqVmhxqQ8BIWNBilf6uEPSCDadHkZOUEj
p+yBBY4ER62xsCvkTiuenMEafy+tjd8u6lTtvsTj/oQNiQiyjuDhclMtFpG9fSHoxnz8he3z6d68
IVQ2KPEAVaSXevjTOruLjQl+W8D+FeFIvzqV9C5X8Hn3Ds5DRXucenOXtl3uY28h6tjq8YP19ny/
jKb53DbhdyHy0FdS4r2wCKdbNXHST4mdEGWNNWw4USJ6b+ahRUdfgqlrlSgc/uDZykneRNAboHaB
QRaJ+FxdzUgf35f33lQX0js9X7qb2rHbo45lTccz5YmR/0C89ahMHsDecasZ0bRz5Yx1PCqVxTox
7ttlA/UuomQkVKuA3DhauaSM0lS4nCIcrYr8GHHPphFxvk07sFYfX+K6Ah0+eYYyaCwhTOKEcfzk
x7RSehfBWwA0ofjcjj3R8ilUswm5kmMUm8xQ06u+U0XxA5DgdEoxdhwtxs6fV05fiaxcKDqT9at9
9VWOFYjKwonCICPgwoQgUmfPmdKzh0JtaN6kue5CJepVUg4xzC4buxu/KGpBq7Q12irBLAbMbgMt
C7Kg2Szp6OnKmlrR2qQi+LCq02in1oP5lJDLjbVtCcNuywqp3zhzlKWeLpJm3ERCbe7Ymuu3a2Hy
qY0GBd/dkpfltpBtY3plUU+fZAe87sQO4e2LvEItqYytZNrVGXN4/S5dZl2mHLeAtI+bthTpXUOV
84/rloyy6jL4Vli0jvchVW8lZLFl1N6anq6OXNyttQzPICOmExqJ994nnathelv7sselWweZIUg0
RkKzWp2L1NC/qv1ibI2qocinAFB7wdG1GRXLONUTePdWOqvunCR6xC5HX43eZeS6WFSNOdRppTeC
M9uwriY7Q53FI8SqeifsqvIiKEigwVgKG3rVl0xq4PWwt0LXCW8tPKe3H39i75xb1uMtp4RVucUf
jnaBWHNY4/KBAtTcWgZtp1b/YiMHvacPZIJJqSDDLJmW/5ojQxmwjTuIJxeHj9An0y6q8Vz38x/X
AflNkM45Cjv62ls+fO+gQcWu7c4i4K0sb/K0C72+H5bfmlnixK6XJYeBF51S0Lw3sdmIU2lqrhzX
Y4l1o8d8hNgHyJABdxrpFq7JRvzWJkAhJ276egEHE5vF1kK3eRXYFKMKPbrAhiQ716XSGdQ4RC8c
9MpeBVrgjummv0ocPCyeEo/6j7wjiAFgZL8rpWNSC67TO30pql8ObtXf1aSrn20FwIeX49E+Mfm+
2ZKsv5EXAzkU3wqZIIcPIYwiJQZWwm8ElfO5h4rxK2zC8KnNbOiorUxidVfZ8fTS89MeZ31pdx/f
pTefzNEPONqKNaME2mJKGHd9jtw8dr8uA/Tzjwd5MyWsg3AAY2MNwR+9xuFVpp2AIcc6AxRPuaKV
d5HlhvQnxbhqrOGyM607q21O7A/effqoYDlzUVeiy3o45lgDrLFXdI0DL0GCZioipj274TRb7xIZ
KY8fX+ORMJay2XqR+JDYZXMKw5t3OKCloGAUConJQu3DIIIAG6StCwQCm2PzMg1F/ZNINwtxH/yb
uUZHaBenDu9vvq71N7BhWPUauuCFOvwNE+9ZHFmlEiSoZAEsghyFMmTd9FVfffn4et99cV4NdbT/
oscZIZjhxZFyMi9SEd+BR8rPPh7kvYdIGJ7N//cCv6NBZmEOU6SkQEExPIYbuVQLrMfaUXdh0arf
JpTuLx+P+GbDx2mWu0RC5SqXxM5weAcVEiFRYdUu1aSwvdScfL4G9pnf5lOEY3whA2srFxzU/7tR
j6aqLOxwTc2Ni9/cLbEw9/aLXq+ohBbwIebd6kqZ2/DEcvn2CbK6IApcDUIWGomjm1tny2JPsR4G
ZpqIS1OFoKYBgTr/+NLefvuMgjaFLQ50eMY5vKErE8pZ9CEMcleDLRsP6O5jk45tMhLsicgWqGiR
zbD3yjRPTrw/b09c1jo6iRcutfO30SsZDIIpLwlSnl09vWnXY5Y/yK6+t432iiwAzZd5XZ3PbSy+
iDpznziiqVubXv7FDLPz3Kyd/I8nQw5Yq7ObFgj9Y+dov1slVtLIBq5TCoUDpV+ZnU3YtB/CRutC
39RLyNHSBvMq9eVUkC3CCG738aKIS8RilkDK+kYSOmrFjEVjIOLCAEoYrao2Hwzf0m9SUakqp392
P6WorE9ppE2tx+l0wiqSjLnKh6eTthpB92u8zKptawfZODEwyqj5N1b7+BsN2M9laIDPrWj+mJu4
jeEixZkhpe/C2qGtXAL22sCXNB/jvnfj3WSUxF+7Zdt8hg0GFEMq2ngL91T91EOwTuAkFE0Ph5FY
uBUnkmdB3TqD7dE2Qy8NNRlRUoXZUvUAXxm/cVtMLxL1/ZW7ZC3MP9Gk36bOklBT6fJSZ58W84tR
zeVDgwSG6wHJ+mBlQr0OBzFJr84h43p4yPmrDBeaWbMUee5LBO+/lm7SY0zrnUJ8YlrZUAmA9U4X
Qh2IRe7CBnaoVo7VRDEc0r5b5DXG1QWYqxfDjomuFEufkbGrTf2TnLAoCux6IVeY0/S3CZF0usGI
CvjMrpwyvlVG2AuFk2bOfQaCMxs29QjQy6eW5Awgbh3lTK0jFw2G7BuNeK+laIT+VaNXxMFIcH1F
HTjIBWAWW0UVfk0igxZH4qjlvQZO1tF2pPrkBY3BkSRnacQQcknGHUnaizPX8NVQZHZg2T0IxSiP
6ZQotSqeugkHczPQ/PJTWLM5mBlYo5hoHItdN9wn0ODWxLkfNmDW+ppIpucB5PNtRUP6OR4z0cFr
KNTczxV4xYGDg2F5AMkcjVvofmF21tomCKZlUbvKmyYaQ0GlKXbiN73Dtq0m+umL1kpKOVpOMSuo
WotTq57VEIhywHTLRuBRg5CoRMCOKHIDPqr2ECR3D0RKIg01ULdykuaVmDTt4UkYVprPVFpAKgHM
CwF971FL6R67JI3BvnH2MKZ8D2aKSwvAU0UPp9wzm8jWmn/TDoDkNK9Qp3rPd9JW1NOAnLGFQrQS
oMI9DUqxiuxx3jOihkbPP7G9dG67FSGFKAGa1FKXFeVOXWqf5z1vCuxHQyi8sXKo6pAQ5u2451Np
iAkAfUMyzTyeHAwr15rU7/oKtqLSA+PK0qno+EtkN+dJo6qDB6HGbMBmAMei4Tw8GXtiFt1APIaw
siFpYYJYvlhhpH6h8an/sPbMrXTP35r7pbmXeyoXRVTwwRlwfTvQ+wQaUF/NoNIolyTPnRHOF1Cd
AXy1eRJ/Ds0V+2Vo4KyzPQysZdV3vNKKpyZQ98AwNmYpbfIIEXhNlzC6clpzulNWztiyEsesVnTx
mZ3GGBjzMMObHTr6ylgFUmYq6coblEL8Gns3Mnj/VqKZsqeboQ2EguIAEXb8gn7mQl08hobWqwZk
tFka5jOhi/DSQBLBTosgMsPS3DPVcs50hif0qUzO4yaT32u9kt9BDBkP7Z7KptYNhDaxwtqcPbdt
3jPc3D3PrSiIxvK6JJOdT6UR5lvZWezJGiPejakx3ttTpp+1Vqxg44S45lXLRZ/lyc9pRkwGqitP
H2N4RbMHob5hAras5mcxwJeLkMprfufY3SPx67Z2ZltiFuvEABAJcFT8FaKf/VVP+6zdwr2b2mAe
k2L6TtXMmIJhMq1sMyexfjsl4TCBTVQAZrqJofa/kqbOATLPKKrhiiatgMc3K915aGq2sQXol5JY
0U40u11yZ0rQ04Rl+JWCQGkzR3lGAFzcg9lUu0m9AMGg5p5N+Vyh7pypPyozA0M7myW48yFXwFA5
GqccsHyDOgeiNYHSTT2oK89OdFwUEqu8DR+vE5CU2+jBtECCe0sLadyvhh6L2TypCpCd1M7V8xJw
ZQRBGknVGdml485JiVuDvZhm/ZmW28aDrgx9uKtKuynOWzGAzlaRO7kewqGQv45RJLa9GhbJpW5P
yi6OW/VFb1ZDoTmpWX+VW8UI7CxlR+33LUj3r2TPt/IzCJ+53MFR6Qbel8jm7+IxTb1qoHEX5E42
PvbCcqQ3W0nm+hpgW+1MVtjjvhqYYIvfXZaOY0BqXSK9wm6rS62H2hvZif1Vrd3l0WQHamyYQc3F
S4ww+QaBE0dvOmKNuAExZJQbWIIy/RkCu6w9jXSRFxQJLo1Rtc+p1RrarHpQtXtwzSJWngalBRc8
KpQmghyY6BQsepz8QO833SwFcRB3vNojoR1RpZ2lWqL8akyz78+NPiyfVHolmY/TGGhTR1o7c4fb
uYtxkfQ5i0AplU5j4nVHczsi8LE2iDBRE+A16LKNNdvzt6TotAeFpPPKj5KMeUJhH/LkJNAl4Sg1
uich9wGXMzvzPrJD5bFuzYEjuzFxHlDawSASgCopgKomi78BZNUiv8yAWhXIiPSgLgftRamH7nk0
lvk7fumRDw+e/6UIgXaxQZkBcriLCfQqVtTqcmmoJG8l0QLRLhdJfm5ZrT0DyJfmZwop+Q9dxPpN
Y0mdaM25LLuvRpMm10DdjCZwy6W+afmnQo/mbGVvVBLof8bw7mI/SWVh+QBm2c7ZTjo867D0FrhV
oX2VVmr1oy+bXiHyUsu6zTB3GJBht1mXnXTb7hyeXN3tzCojC03LpY7OpEev7JsD/AZ+/2I1W4w3
5q0Zy+lLKKHf70RFlvzNsJgj2PiRMijbuN4VdBV4rz0sIGXNSoqs3eMUJOMArqYW+jbRI09ZJwGZ
GmmhtP7AfblWYFO4nijxjGM1z0tQ5ul0QXYNMQhG8WwM8QRusjaV69yI0yxYaNtYo427OeEVYrWh
hjTs4q7MLnOnqp2t6o7p95LvsfMH4PhwgJqqX4CJm8ojiRl8hFYXt0/NPE+WP3CCtzbkPDsXsjTI
DWkUFXelhnzuSUIqV42cLJGB3+sVha7v0rJR25/FJCIVgFWuJ77pFCF9i8ldHanUoGFFAwdPWPwh
KBvpWKpwgpXxslH6+AbtmMwCtRPmXQ5+kDLjUvoQlLhqInjZHpNUw1Iy6lWOI3AoOd2X4VJ2aGCV
EXDWVMl6A11munRIpQBEqiAc2IgxAkDPzD9lAUwysamLsu58O07q3yaxMy8ObDYoqZFdXLtYbSwv
agZk+Pmc2sTKdCBufY5NDZl8+tKQxzphwPbCkEKdp9VAr3ysmqRisPNlOnNp3uNvtyzZbghOJuGG
Q5Z+qmq9bwscHiQwwtCA4a9rEfFYnQr61lrpy0qAJyXGIsQ5hmi6pqwuQaO7XmjPxoUxhCmdEmK2
HdGNn63FqYMpT8IviV0qQLPFcub2kbgrFteiMJ2El7IZLM+Cl70rSQ4GBmYSgCehrcIcQLy+jLBE
sxbGbFV//fic+k79Bn8ppmb8NSpwimP7PEj0ZQw7NQxW3f5OAyx7bgK39qvKtK5JBEn9XAvTGzbY
MXmJWLdu2t6OT2ih3hZwMM9zoOd8tt7c40KxmNyxIVDGDUw9J2ZFTfs75hq243Ku//xgfjDU0TlU
Ubq6LlMqHa1U4rM409ovSgRJT3KI2OUzRomlqu9NtsffPr7T79QdMPjgpQIPQ8jW/oj6quEDPRQE
c5e5nCsauJBZVm8UUBsnjtnv3knkzJywUT86x5XVRZWZk6epG+AQK74VhnBaOHtQaKm6nXTpvD8Y
x2kqgAL2wVGRg2gtXP0kZ1BKmYgNK2mSsvO8c2fOTR/fvLfnd14Qihn/M9L691/dPJDTMepznhoN
seksFmF55swrLdISKHejavQBq8T3Hw+6/vyjb52yJuoBPKR87Pv2xqtBrX4M4yrv3WDG/BfMusiC
RL2JqystJJLj47HW1+7NWFiQaOOAAuNKDy+wkVHZtaJwg7DWzefRba0xMKwOTuzUqQHJMfI+lkb+
CKZV202lpT98PP47byelU2ttGMBnoldzOP5oh2y7derGhj6KhzrH1kgO5fB3O+7/4EWv4EVrqe//
Dy/aNs/yV/xfuz55kk+vEUbrv/YPwsjS/lqNS6SCQ8qiT7IyLf5BGFnmX4hZqF9SWkTRYVi8R/8g
jKy/aDZAvrJtFM8rrYhX6J8Idv0vpBcwvnA50HGhLqj9CcXob3LHvy8rhEG0K1Sm16R3dg600A9f
lrrTqDnIEaNPFA7Zea9AvfFn06lSzkYZp+OZEBKY1Lk15f6Y1ON3o4nNfjd2WYm1jkUe8hwHswBD
Vqn6VakWULeNKNpZ8KXNLf36bJukXVdsOmsZz8pOrwniaGbH9ZLMVkafmpL9BDOd/XPXxNGnplVK
8osdk2NmVGGJ8kO94nhlaOheg35elHME6u2L67TFw1AVSUkeS9VZZ4sIzckfGrYmGxpkobozZ4Kv
gHZDU/HbMA6nLz0KkYuxHVowabbbfO+SLu58bL32Lbkixq0dZUNxVsxl+jtT5vouI6/hu6tFA6Df
Ia4fI72DsNxOQ6rcCDlOZ6NKZg7Mg3p+LiDrk9tHtepXX+rxYwdM5A6ObjEHRQmn9YosBMXwgcQu
oV+2lvmVQt2QgUlWUvbBo1L81vTQLh7UqLOdBwpKGsUWIkDijaMNxv0gC/aTkRBU7tTF6nGQF0PO
Gdqekh6CvAJhyrF0G+h9EUXETLjIkLy5MHqeYjyQI0TlSamvszYmiK4jXqHZ9bJJXGraUX1B6GL9
G32XmvjqbKT1thGzA7MqpdPlZWGjrxLUpbwp+rXSpqVt21/g8YKU0RMuVlwkUPsiUs/6mpiIAqsM
JCYr+ySroeVx6nZREdQo09hfyJr7HbuTDs0m49R+jga0eZxVxXmS+mj+tmPZFh7H7vnBTJXoW65y
9vUyRxb1Rq9MuwcBjfkN4Kvbky5UjS35fFR+9WtT1ObzGkNSfIKaY2rbOFEQLUBNn9KvHWILM+gm
abG0FSscXu9X/y2wk+xaw1wnPfLoTGNLAlVv3wlRNZysFVs9x9m8FignyqeBTREU+qyoo/geMAGH
IS/R5nHy6orvjFQARLuNVAuTHXA0/dRLhEPssydytxD3No9oMCBP1w36p6awndsyZue7NYYlL241
pDHUg91yVM7N3Bxfmi50E6JjgP4/dc3cOXwEoSEu6Rw1kVfMlNsDYi9hZS25tMOtLIjO8Zp2qIgB
WCbYeGBRqTZqedy54OBl2Pl1W+cVeu2IXMIlKpNHuibxc03dCUmnLSrNQ8bI+bcxjLHgWRnl2WRF
8hbXvInGjV4Db1PG+x4kwlwzhUoamJtqkg5hF6hu4kABifxCyg8yBS3tVptO6ugtpvNYPgkN4JU3
mkbzBXQlaS2x0QCNMJUcliSYBbO+7uOymzY6xV4tUCKVoMmh1PuLsZlKgqsLO9pqeqUmZ5Mii92U
WhVs/Fwdbvec2SqOGsVv8s65KdQ2pDDnat193hRxEbi6kd1HSEiIotAn8S0qVPeu6nL9swpx6To1
FiImIrsvCdsAThrQ/i/h3VMCs31St0py9tra/sEMmXwjp3F6Cq3Zcc4dDgC5z0xdg3GfEoBZYRbK
T9QMhnhjE03Se5FMx8/ETqK9LKAam5SmsgzeZIOVnLKa5QJLK0ZHQxia9dN63BZnQJ8zzvWz0k4X
edhPQ+CQ2shbPzhAdUm54tS/X73+b0V/taKzlf5oSf/SN4l8Kp5fr+b7f+V/lnPjL5ZjPLIAgFmG
UW/9u5w7f9GiwZy1cjgR261WhX+WcxvsIO0y/ulVgUdX9t/lXPvrb8UYG2KEgIhY/mQ1N/YC6YPV
nMY9W066ofBGwRMebT0jXW/slH4iB581sKbSFw7SoMvKBmIagPCto+UVDkU1LP2in8ZvhS2nSysK
R91rszQNz8xUix5iJlvEaUkrFyL68kynXKEV26Io1j/qdi03qdUl23QggYUmfa5s6QcSeUjNOv2R
KkvNl5qL3tghU0oGzxREUZKsYRWXM977JxMwHoA9Oqe9ZywCln6mN4jc2zDUdaLaMqoVLsgOKmhJ
X31yZ9o9/lzhJt2kBHzStFOoYJZJG6Veqi9dHXS2oJ20IJsTfu405k+6S1MXjOUSa9vetrPqPGoF
NSpKtHntUyJaslszhNTidZE1FxvHIWLMM8rUHTlk2UQalXlMKd5x4gepjOOyVZuuINkgntxbM5rC
FwqJ0dfQGuHDGCWX4zqR8a3po/hOn/SJDCjyUDe9oRdUifZzAdIs+SmVmKn9tmGb4jldERN5Q/3a
Oa8iMT01bpp+Yz61fySJrKCRpEQS+oprk6lCrGpCiKGLO4RIEqYqbZ203GXUP5d5FN6N65RWRn1O
PyHN8vtiP+epbdLfy/1MCJrBuan38yONU/cxWSdN8jVran/RUOyqStWSM7lOsBHom8pjE9NfNEQC
FB7gZIWeX1b302ahKYNPxFGYsZP97N26ETP5tE7qzn5+r5VBPoX7WV/frwBRvq4G0cjCQDQZa0S9
Xy/q/dqR7teRulVYUwQbNtOjQ8NaM6/LDgteeTbwMAviC9d1KR1A0mN3Wtcrx6iSZ2qByWO+X8/m
OSkqf7EjhZiF/Zpn79e/MJegDtv9uriw6tRUzNf1ku+ItZO2NXIXuV9Tl45j6GXcgJmhVqil8ZPU
eiW5iJJyeikcc1LOK0WwSqfOIovbKK8qZTvYuXs779d0sNDsUU2leZzyLo8uNDNX03MbRdSXbujL
sA2owU/6V3a3Vv2zdYGwXKKJohdYjeQnSUSuZLQlth35mqVU01ndKOGXvsiiDjAjp0aqyTnZldhB
8upOsZeCzKdRkYQFqXCHxrPY0qObIaw7iICmRv/DbHMR76SWGunVqI/jNem+og9GVV0bW1FHboLe
lxrpplW0dJ9DVamIrqHlRsSK2q4aUtOeWGtsGhOZn7RpKre4MJd6B/1c6y+GyGKLoCql3XlZIU0C
ZzSLDsaQRcMVWWUKWbdK3dekTxEVQi+vqiweEZsxfqCt3mplXH9JXTWLN3VmWt25Yk3tvd1GimAb
2bm/5YiVncTjTHnKR5l9chPcv4hZeRbczNR4MkU6/Bgr4rDoqEfjjdAHKyUAIp7uq8VNCl+tywK8
figWxQPeRRxqzF6CP+t19Z2mAigJ3Wnt72E5xalfW9b8lOt5+KjCT36uURO+5JPdI57G4236Oqpc
muZdOaq72s7hXrSuiK+svGqaS8cIs99Ak4gmS9Nl/KTRv2K/Sl3UvqnNRNPpKxDc4wtlcX6SM25o
vhEJZ/Zlm+fpeYSx97Z27WzZualWqL5hJQSrF0ncEY3aNbrjK2VV3UM+JRQFp98lKclU4odBZAs9
YN2ydu2S5OamSyKRsO0XLcQBN+83tGOLG0svq+ZnXhf05ihy4nB1IwqbXozVrdjUZiYuxqxvxCaO
y0HZMLn5CVOgDVCkaX6Mxsg/SzQHWWIzRp1kM1vjdWZTD/PSNlLPgKxzaJNOGEd+P4XVj8xpB5oD
clI5GDQkuOb1nPwMiZzrAzW13MkrxzyuNxM5rgWZXrpBdjDgw3rnNA3xMOyw62+Qg8pn0sGW33JW
1E9GYbBjbNPmv9k7jy3JjSxNv8usCzzQYjEbh8O1e3iIDLXBiVTQyiAMhqefz6vYPWRUNfNw31wy
MwMBwGB2739/4RIRVpo2K38mqQOhMiNVkkGynsBodeNBFDDPayLceuOnIx0iYsZKOs465nXdgyg7
75iKqcj0rQNGT36IfAVoOoVGu5FqdplJT2p6wvsZ15yRcf6jyQ+cdvrs0PMMejN+JSXNTG/EjuBr
JoeWhsxOSY0lj21RJIs4fJtIe2NtpbLO30MhIulqoq57nuATjqSOZFhOthzj57hKCS2UohofiYox
vVWc28m4xWugenVj7m/fwxDaFYYa0q0GBemWXSzxQBu8KXdWjMnTJ8Kk9ZfJ1fg6qpoygE7TTf17
Ox91HG1U+5DUFU5IsWOkdCeTS7pn01QtNF14Jr/z+P63mPxTMQmK+j/jQ9cPQbDzh/pzMck/+a9i
0v4NNtnNqBoOAg46N6u+37Eh1/zNheoOBIGVhYt2A1jm92KShvU382YFRJzB73/43+CQZnpgSiSp
8kPhLmB85f+devITJsxZc7OoAZnChPaWRnEDOv8AmlKG+aYEEYmspHysDXPEJIqId7I9f2Wb9Z+v
BNteh0CMeOdT3WpPhWtoCNHhOil1aUfduUq8+SOiXptfoLP/6VI3Hrvp8gSxB/2EjgKajoM5cFN6
alzTss9CzXAeOhH/Qq7Ay/sjCvzPh2chwjPpH8hocG4o7R8eHnqfDvPlIMcJzMRBuKdTXdVmahxb
n/GYkyfFyx8WFzWcSpr6L9R//7ogugGaE4TvOEn++YITIVcZPEhm07Uo74LGf89lLs6wJWwCG3D+
Jl75l54kpHV8vk9soADWkSwzp/hX2/PH+4TF2hEgT6oxYLR3ZQBb/qhbFUdQRtKdRaTW4zS38qIK
5UXW0Lc7GpPyAIXeu8QeoRyOsIgkbovqJTBw2soTIQ8TE4rrAr0rtCvhnFI1in1AYbIzEtd7zKcF
n1xjZqSGqWIcLlWAS0PVtMOxnUr/4BJX/VaaThUx6ArKEHyz6UOBW8dan0RcEes7G6/xMg0ExBXe
2wRXYkva4WCvetlrd3CC/G+xHtvvNq8OFtoCEFSJYma3HQd14qgcPrym/J4WpJTRLF6m3suPmRkw
WW6LgEBYa8h5HgQ5zZljhF1lMU4VotzRfrmrYsi0F8NO/YvjdST4VdOwcd2RLLa59+bnmqJ0C1SU
3RUSw8kSit7eFsGwIxn4Q286cxd3t52/w7roWceS7ENgD/LY0sc0Kx1K4QgypL4BIuNnpkufnFFH
jlvNjv1kVVYQUjR3dLALz1oecEmBcufkekeWajeXXweYn2E8uN0phQWRh/2okzZXUdBOZV88UM/K
J3KyjL1/s0A3NSo5inHzK9NEDQNjLC77GpbHGmNq7YSMl3BBQnJXQvrjtwQPlRUwrPGkWS29mN/E
ThaqocpPbiOK3VSV8R4bdj0yly5ZxyLoiVVk9pqXIrkOZRfvDW9YCDnmf+7GSteMMK/KknGVcjZF
ltskhZEuF2bIoA/gjsMjQdadC2pUS2MF7OkdSPFO3xK0JMZq8emCl6l0QbkKoK1Ftw6Mj+oPMyGJ
k3IrN79xZFO/FVU/7iRWnnAgB+GSeyl8Ykszou86oOyITtBY21UzbfHSu4NvtPRht4zfB7aAQzUH
5KvrruxhJVjCeCCSTPwYdb0/5nHi7l2dh7vgTrDJ+gX2ol5I5JJ1R+3VmnkJDXPoXjt3SvbulFsr
KEVpRCAvVsYWYhfmSXUNepQta0tNcnfz/3we5NRcTXxEojSpixATufjFH5ac3j13XzWbpG2/Sotn
R59go3dd+Y65DUN9WLPELfs/BqOmyK8z79VoXGx93UE9ZUGVPNST4wLk2cEXAitNMHHX31L4JYdg
SOuzztc3hyo29C/Wkt7Yr218MXASYYC/QO1ISUwjuVDG37MsSe8wvc3DRXnFMUDIdE8oVv9KR+cN
9zZe1GUE/6buv2kpMojIVEGV74Za6c0GUw/maB5VC0QllWL7+SCK3uq2yWR23c6f3bm6n3Qzp80E
79a/10EpSzDWG22KgFq/3saOnwGlBVbTnFO64x3OoEH+pSANnFgAVerfe2pUb6NgU6koyQwduwK/
KaDpOTCBV8TwFX4Yq8F+J1jXHdYzSIu3ge8zDmT/FLbE1KH1+pWb+Fd9qHYeWWkO6nybjkwErU2k
eaDIV60dftkP31Mj6aCNXawdajEvcmzTPvv+Ag5eKruSh9SRcXNAajy9UMTZE9N9a/6oJgY+q87u
nS4kZH7+NmIztgDq99YzYGHgHQovHX5Wba8eyWBPraccor4T0uQzVvEqc0n3pNgSgkO4Yzsf09wy
BtgDVvlAzCF5rBmE27gQWx3O2wqpCh78/XBydObEHFeAxD1qkXEQ8WaaYjJuAw+Qv5GHBKipiyEc
MPWPn60pg/9c5flPO1VLSDYbkpIuaEvgcnfmL7a+t7K1ZtjSSx4E/QMEwEA/aqPLfsHz2GuT9iN3
PIijttZeB8CtUC9Hujymp4RHQVxh8T8WLK9m0LFPN4qdzvW2xkwJPqTBUz/2d8J1d3Fd+QS7ar6+
gUSzbRP3gF8WFOOacUoNP/DOtNXzeHtGuDpwAkV+J45QP45uqu2r1jsSR/ksZffqNKjy5lh9czrj
w5q6VT7YW0NMJ8Ntv/h6On3hHNp2yt3pLpIEAk4dup/boEYO1So2mZUkyUhMSLNdTAdgyl2eC8in
0GLgVBNN9FFmgkjG4swpuSV3+2ffGNvGsu9su11XZfvYdOV9bQU1fBl7K11ciUHS3qGkE8aM286a
rLu9Ny3Zqqh7+zLV8c/Ulk+ZGO48g0US1JCZx0vrEUTSpMGLuLk3B2SErhQkq03S9/d+yzqalp2n
d8e07LYkqQKy5em3WQ+Y2yHyDn7AmIXO7ARrbDGf6U0HonghuUH8BA/ISEmMgao6Isid+S1zvR0q
JFx25xC7qBDBIKHn+KIOw4eY+I0X45QW6g5+xUGkfbfSlEG92RL4O3SbHpGrl3t3Qy8raF/uJWlM
zn1rPDtYeT5iFB0hh9l20/wEDbuA9SSac+fHO6Aw1pFZ7ZzR2Kg2gA5bqrcYfCWEcnmQciBwAntf
E1Ysm6UGYWci2VE2mr0d4TWvk1lzVwogIjSkgKHldxADHQUsJsLGLzUUuOb2Fm65ypW4ailNq0GG
ZdiSfXI3Zt7Vmmx4TTFKgVO5jIRudna5IYn8YGdTsM7JOFl5YHaZQ2moF/XZFVqyxZVwMy7ZXl/8
o9OnH2VTfK8tvXuAIRopLyVK2CTaGqhouuWsoFN/DCr/qLrEusuRjYS+1IIdF+Dm8zryYrVuhaVv
vEETG232X1SsftjwVIE83DEcmyRlOx1hWvdyWrmD4d2bXt5ewFuYeBEts9J1cWnbaoDqq433MNuJ
am2cV7pvHlmvjoGXx5sbibVbKn3L8HZ4mATGbE3TyU2lxbtgMeWHqZFP3XmLdxiVvMZZvVPkNIY2
1LBzoTn7zteaHdqavUj6eT172rvFWb8zmIGsKtJN6aDv61kWO2EmaNntPH8jEThMNXIM06B/TemQ
QimQe4y9uVWxfKirvlgPY/Y6BG6/EXP6qlyuKLlAOPvzfT9lz40hHwD4joHsiaxkbsfihmUrTfNi
eNpZekEXpi6wWjOkj7PSL4Y17a2qvQ8sdRiz/oRr4zwzTYSFGqREwMCHPyO/XiJfr95Juj66ttg1
M0GvHZJRNTIPdkCoFAnfmdx5VvfQpfEzMP2D5ViXpBAnr0yvRTBOGyxAMfRe9FWpjwyQ1fzN1TMo
nFpkF/4+GMSul0zzOpsoEGiLtq82sOnPZNqjii3yje9nF8ikX625gnuZbaeBgXOm2IIMzX837O4h
UTjbMri4AzqOYCxswDqYxJdFiGp+baSLdnL1+mlY9K+1AaUPKfA61eZs3ZQNhmyULIfeIsdYcOOJ
HxQrNaOzd0s0KylyCgQo7m3YvJwYf56WnG+9F4K9sAG4yTLHevC64WLwh8BLo4GBBgjuTIbwqm3J
jR3a0VsF5DZovbGvG7+NdLF4q4rY9T38XDPUhPld93mJBaqRQIMGYBTat7a0dRhFo3uAqY64Ju2/
EDP6SHavhvfyhHAev4BVbzpByrhTZPeO6Jbw5t6yYpKCy1+Du+/oT9+mpIlDAsDOoyu1AxYK0cKn
zVIJXvEsfZ9Fvfb6fHlc5pKhiwXPvUAvGvZwIjatDIzNMJUvzjApfqR8U5VxrkrOG881eLYt1FrN
hEptL33DfLrPv5uT9xXrii30haMSzceNExsRrX7HNhXhD1aQ/FwOmxYnqVXnGssmT0Hthd/eaBzT
I6MUDpfW3XP/3IpbX/Ks/UGS7hFGZ8pJMxPF3FkZaC5cVTMp0uMc2NRvOQxbpyLGaSCK6BhPvb1h
FqvtF6Qo4ORGUyNeKOpts7i5Dim7zalZkw7bM4tBTgMFYhlbmKQTU3VrBH6s2zoyy67bkhXg1ADN
OTPhXp+fl1LNBzBe5xvin+KpCMSl74lyJYi2elyQRDHB0uq1TGPzVBWYGsPFd8dnHY40eBv1MfYJ
8msNIJqEZpWS8WQ1/mNm6lQACT3f7Vtk1SUA0WAszQ9jTpeThnLtGbw6IJsbRu8gLbww3Cpv1yqD
fOrDSwsin8io8JYA95CiDv0gH3zeCds6L1acbiSWOpdSmdkPOCXesEZ4wkCYWC2o8qQmhQZlNZzu
uED53AV7lMmzuYJ/r/bZaKC/zmfT3y51TdOUGJV5gpKSHwbmLqEtu25dZ8NyjX132rjSmS+iaIbH
Aen9HSSa6iyK4K1ZkB1nZC78iEvDiFdxhrE3Ixs3TArWaBMMzUmwC25t6MqnVhTuI060eaRbo3MZ
ag3IzyxnDJxEt24ZuISx7kx3WEy7z2rCyBN365EmSrX92ZWTd+wzox8ZdvTxfRvgu1wYjRZC3edz
mrrxJVOpeWQ0ZNwDDrQ5RBKrOKM8z54QwVD+xrouu7Bw4mLDivW+2YaGBwwH6MvMKvzpeaOIplya
X9GOlCe9WNAcuKo9ppWAvCycnNoiIPyIHO9EojV2+PYPhZTJ1kwmb9fZ8XB2YubhZab/GJEubRI9
GNZ2nPpPORkNd11gdI9yMbW16iXlWWXsU1IKVsXkf5+EEZN8xTnUE9hQMJaBSaC3jWIguowPgtwu
UA0vJ2ikz82uXkPfM7IDmK2GxgKlOVWTeS111q066RWOpf7Puid3oYl8h+VwhW2v1HjW7S4z5Lpj
qJivvWogWmtYKZeI5wij/VyEpYT1E82lVzYgXppx7oUT21e38I2Xwa4UGbPMOYCO7SZ5qGx1Mhyb
zRWVwF5PE5LTzawptkzyGCApzBmGJUsQwUlYPoSJRS6/PYVoaiENEObGMMru1Pom5ITMvynXJj1q
VDdGDlLhyOiqeIu9uLPBYU3uJuKpc4jFkbBUF/Iz1kgD6w2DHg8IJrdDhLPDGpzQPxGq6K+wYb12
kmrJmEmCpmubtw0H/xLmuUkKnMfrKtoJdUI5HzBgb7e0/I/QYxCGJdLfxyojkmzoonyQyTnv5zfb
X3642ZyvlIZYbbIGLZq01DqkbbzFK+XBZ2RRIJY5JEQchEHD0GlO1LCGPOVs5lmk0dSO42EoMnFu
B18SyreUx1TZ5SHLGSRqyrJe48D9NvM9bxNU3Gtbz+oNijgC8+JRRU1tPxEitPOU02/GLCeSbTAZ
x7VzQNDEELvHwWR64DgaLp0EpGzithb7oXHgFuHGwlmJSO/CLNiF4bEhvV5bey2zDcdZvgYiZeUx
EkQjabkbZXR8WMrEVKlK3XvHto8CpQlG4MuJ38cJHUTAcMiLvFs1ASYXra/vl6zxTnzKGG0IbFk1
aNDoCFP7TrTtBYusYJ+6+rBJ7Dk4dIFEwgyIlb/0TYUfUI+kaz+K8muLIG/tlkhbXMhmUe8XzXZW
UPXsPoF0plvVOpP9R6aWGvvZugmbzNc2aZygKoMUf9c14wMzWHftieR50pHSeUoWkejUO2wtfCv0
iYGV2QQ7vnfYLbPL5KULOK0nfdNUwBATkemvqqq7TTylgtQ5Eumkb12AOhVza7Lx6CqrNS3GeHSK
mejZvtAoiRjXbeDCrgggVWFlsDATvYgRyiCRwOY7PtKofehm8VO49TH12ZrlUpWXHPfvcxbEd75T
0k4Ic3qzAg1/bpXeNBGT9RMj4LhbdcZYf3EmdsGySu6Ju8lOvlazqS1WsJn0PN1B+9DfDDbmfVvo
Yj3UnXdmi89Dp8MOmTamjDgI0P34XhnOJB9HSnjOXu+dMSpNY35dgFejHj/9Ezh4dZfPUtHo5PVX
LUbKTD6AA80hcPI3Z6iLqCUedx9z81HPGDDqzMGWKyD8eD/CcjqYGMVsdDHoD0Hr5GWohNaFCSbJ
X3xSvkKmS2Q1VvX4WNeadaQXb6Nb0t0LskUZGlilnXNZB3stRnK4spccYBOlGM1RHhAa2FZ+fEGl
YYR91z2rsVj2Ki6scIKGFjqWaPE5MCsm/eWHmRmcw4ilUTh3z4ttXYyk1e/QvpGE4QVUZV5X5zey
qERCU6jAezZzrcRWxUy2cyC0AwTZ8hZTWAFCNF8KtC/WsjaauEm9MCbKjGJR00KJMHOtZstfGc7y
ynLId71YmIDK3CRgsQlgtE2UoMg0qW4mVopNodwb7xXqk501GIDOFpQAvqerO089Vl+VvxkL8Poc
UmoY+K17naBRX2xhXUSLdHS1eEpHa6i7e7iqX0go/mL4WQ/0mdLINw71n+rICKwFuwRLwheQEC2o
ntbgPncao+/ahltYLZuFLlEWJPqNNeq89s3L/V0eW1dL+e/VPH2llHIocfNp20l/wB54/m63i73J
7b6KYtuj7ej7r2mCM3LRqn2XaTR5nT7sDSGdK9+cOC9NMZwER/yuyo1+3Wal2qVdMkduaxWbJPM0
/VqYTXGAxXt2MvVidepDy7uRjk2qx3rR+wdbAnDg15kQiAhtMTIH867FxS1Z2TOClkoaknATeRxN
jORrdOcvuP3OL47V0kdZvnZuRornMrNXXsvwNPERQiO4fnQn/xkLpiP8g3JTVgUqPocTTiTuSszd
G6bb3dqM5badEKh76Y6iYQ2ge1Iki793inO0SHWcZ+rd5I2PUpDpMpNiXiwPbgvLEQR+4+RAIZne
nP1lMql9a7j4SO7gvWb30IjXAOBrwT9qHNZiPnZ7WWd7b3YuXha8BkI/5tIJW9uELJkfks7e+Uv1
NNs67rc3akE27saG/TLI7nttfJrS9hYXFYrG34GpbtIZDhBwSFBNh6TP1mWK7Dk2fgwMCIgWXSu3
v9aYr72j61kLaaxLg8N2aSFldBphOQI7LbW85F61WxAfOqkTltONiOtB6NKOouPrrYOj5RmbKp5k
COqwmbU5ZGVcScPZBE713Fb4WmbijSCCVQ8aI2+tzZIcUD1B2Go3haFvbE0Nb1PlbkSBr1PXr1ph
4g9AQOVBBe6XGDIStuRRaY+somUdFN1GFai88zTGcVALXZPzDe4VmQLxKqm+V1bbXeYq6HfSJM5U
LQe4J+2rtKxD5YgtsWp7O+VUz+J5nyQkjDdYwdqYGQPungayc2lMWauxdaoHuQcwCOcUOR+/aZE0
b20u1ggnQ86PdVW3V6ahr57GNugnHNr4rFVO/VD3AEiBDo/FI7oNBTym9AZTAYOXMYa5555mr9+m
7hSCeVwtq7XCBHZymTI3GvyNFhT1iUd5Dpz4acBNozC/WdI89Vm2mbPiakv7SLxVgcssdJW4vCof
mg3x20kO+kyzE5jTZkySUxI0DJqy6jHWu3OpQL840a3BXC9dNa1nV29XtbTukxSOzBK8q0rD9xtr
fw4P8FFtN5s5Lp6LCWF9PhWiP/d+y37hn7WxPZZ9t4aaj76w2dcxbf/INxbMDP5WrRxJJGuq+7ZM
TtaUv8t+vKqkzhghDAczX8IUKd8DwLqiDCjXTTwOketg4j5C4tG0G4ApYHM003xvFSawNoQBGL/5
lQP/vnSHs6CkXPQCAMEEWuPui2mm2A+G41SnD13WjivhTce27KN0BIgtYcxkKZkTtkFgAokfvQzq
ENjpSmjwybaqEhdE+TA56pGQwrWXm0dc86awtnoZjRYpvUPAbhprMC3Sxho3Q6bvsjSm92Rd0dtG
bm6/W37sg0iMb409PgubrVMrkRcVqMBtE7OwpBTfdQl3PRh/zum8R8q1t5tgPdfZ25R690yMvmDq
5YO8j++lNR2Xwg/2zCKebHatltkgM87zEKRf1aQO6RRs4ty9qiDfJX7Mdsmwh2TWdC3iYOMZ4kE6
gAqmDLLQyOZjZxt7p6hu3Pgv/qLdkXrXr7BfTOBi2Y9jVvdhLIbQTsqznKofeWOtbmnR7azdBW76
EcDICsFdkLLT+N1auYZbl1pzR2+ytvTi6JTpMQ7mh8LtHkaMtcPU6Q912184/96bLLBD3NS+lOSa
bytzoH7y/ChhKghhvL7zRHES5lhsY215YYK9khUBC4RalClU0GGJ9ZO/6NmjkdCHE9eLzHphKkfu
JBRoNZnj45JVT0Uu5zCNgUkKXUsU9HdB24X6Ye8FCCsNvVAnaeDjUAbLpRW4jPg93wXfR7nvVedt
k9n2LyV7yG7oPOOLus0F9QQPrNrwCfz1zCHYlzPMH3OsAXx8UeNGQDn7quWKfGXhBcsxQ0Fzhg81
hMXQl92m6bQ0MoS4lUC+u2GQzBC5K4tdMZTpY7XE+dfCMvNrqTpQnyJQ3cqSpE2SDWc+TCpzrpaX
6twM8u5dFRf6jwmrIzTfhhzZiOIsD5N4IZZHT7+WKXnVuzgjrgRPoGR8wxgCeyBbNvJqdCMStznw
Rw4rE/MEfvbXsYzNkABfcd8xPdw1hek9WlmwvCCj8O/aavIvWoD3ewhuJKIgS5Z1P9l6lAo814AO
rbdYS/V3CZK8g1EFr8op43bj4kcT5ozhyihLbg6x3lBtYi+TD6QIadFNcxPFbU9RZXKG1X2SfQSd
Z4FYLOPanYc5ZKpuUY8rdp98gCk8ztaGcQIs4CYOHpy4LJkx9/SNJcUFkmTNtDYGKAkb+yTP9mRm
Z185Lu8IacdzWcdzGNO5HyZH+h9pFXA+m6CgSTHaK98fiZy0y/mLPg6wGiHfEbDVrxsFfWo1SA4A
xBztrjfr8eCP9EQy67+jjXj3Bme4y0APIkMW3dNY2fq4spt+OgVz0ezVMhaPwgFYbWUGKAOuukYG
aIRe4xAeyChFh2jIkygThpIAqJiufyXPopFI4QO5n7W+3Lb4xsL6WryN53ftsWtEzQfE1tYlRJI2
xqUBc9/MwG4Pgb4Ux2xwthAT7hkNWQ+YFFMHd4K/rsPqWc9+XUcT1fbL3M/LvrQQj5r9UPeoqzn/
nQT7CpmpKRqAUIlDBmqacGO6dlCFz3HjaRfVpFBavekminAyHEgg7JV3ppKMzGo7OdpilpwdMr6d
JjAuVrJNxkvWWxaWB0Z+jHF2uCeH570TZrcB/+kJk3FLjKyWINQ8B5W93nCwE/8xXPTJazJWQM+w
qUDUcxidInjEmTCAJDc2/ffFwA8oTEZRbTpPjnd+q1e0ay7K/HExx+0kg4Win/KNFt+zt4vdi4Gy
ABLfCs0XGw3sZPscC4zYej8ZDnbRlmTVdQv+BS7WIdOmmud8NzIAvdGV85ja3xT2Eww/klic2VpC
JoYgAEOyBHeovzT8EZSmqBgHdZmLkakWbNhXozeqXTFlKdkxMgXRGZxzxqCOn6m5lzbGNd7RclBK
OOELeqnGXP1jIaPRaUcDKCEwFSxTP9HNmP06ppVoyth4DdzcTV8RvOIcMKOYoQt2Z93a/2NIjc7o
GEVGyQTBivEG8WjMxoZOvxD03A/bfxTI8nsXUR24WMA8K824VqhY43OYtyp9TmKLnvifXKH/Zef9
iZ0Hi+wv2Hk/xPhnZh5//Xdmnuv/hpAC6zykEjh5clL8NzPPN37D8pOMY7TfJCAZJvyy/2Lm6b/B
ySMnMAg8gmpsuGX8Yd+MQ/p//49m+L9ZDrwzuHm4p/Emg79DzfvEuvqnVSPzdjSgHj/U/5wammJt
pCUkG0Sdjl9R2zjLFjeTXwU7/7vzne7dbL6Z+ONbzy39mVImmH41KO2YNor2AZHitg2yD6KvzjbQ
J+FP01Wzmp9/eAu/prH9y4SSpHAkNhgqG5+zkGu/rWtmv9paxgrPFS3WHhJ/jE/4tHzM2Cqc5xqN
yF9f8xMn8J/XxKKat20Z/Pc5ohIta6I4LTQg8ezFCNIBzV2yrLC9L//14f2PFv3/6YmC5Lk6akpU
8J8z/4zGybzEH4Cj514+N7WOSjvRy4tM6EtUHRs7S5fDBhjsVy6G/3aPXM+0GV7h4EvZp396l8GS
W05hmx14uz8xJbEH47FqsNxfFzHuPb94ov+2Pvl2cOTVDRiWhALoN3bkH9iPTt8xWzVsESGKpn3O
ejZwgwb+r9/bf7wKV/Igs0F71D9xOQflKVjzrojGco7Pfs25rqVmG/29q2BlYWIddsuvNfFhNT5d
xapbhKMZeYxk56prMJnaxjTc+hdP7PP7uV0FURnmsljXs/F8ukoLKbuvy6SPiLakaqwM+dhgTHZo
OyPe/u0b8riMYeNLii9j8IkpWmBG4Gh4gkeK3j7EawzLu2ryfkG0/fxyuCGf0anJC3Z8cmk/3ZBQ
czn6Gf7VrQTo0KjpVlItyd9/ObBOdRjUVAgYn94e6x8WWikg2Zpt10eSqn7VVzDkqpEJzN97YmwM
7PVsgbcEMorMz0xoJ7fRTORz1HX0ecjNZ2MbD1pn/2J7uH0W/1+/R9gW9F28b9kcTN0mWPWT+y0v
QUxj0OmRp/dzhGiu35maXrwltg+a7eOOdf3rG/u3UMFbmBSBDogaWbOEJ0A0/+PzS6umHqcJyiXK
HvyhO4uOx9AKDET1/GC77UdiV8F2oZCJFJ3k0bTL7IQdkPrFnZPWe1sQf7x5HLVZL5yOKCSpgj/b
iva2t0we1sKRTEzbQ2zbTLdQ28UDWM+rtoUc1xqBtbYhepobWYiger7V7NgOxmOiaPNl8kPpCJ4O
zJzn/tzN6PZe0bzYwxW02K8OuG+moFZWJdjeRym9LGT6KB5wb8mzNeJJmdDy2IvYlblsr71RyGlT
y1ac9Gaq+tVMdhlSfbMtniy+r2qXuiTTbrMEckk4q8xP14Bo5sD8aiSJQkeURIOA85Gx7qXEXDEW
+RJNQ7zYr4nR9XOLqSZGbUSa2wVIAea9x77AfAkzb4mXG/3aFILTSep71S7qYhTAudoRJfPgnzxb
4SGYkMt3arIGcRO+nwjBekdvvvh+kCHe0fs2CmonxhwVbvgxr5XI1wXee08y8+BlyjhRp3iw9PZ7
7VeVt6It5ZN1i8zDLQj4WA+X0Wj6DbAC/oxNSZz6aphdzYwsOXovvSdgo5nmIPyIsYDOGMZIgeId
OIlXpKNuE3pCs482Jx3qdRqxfK3jhbJptB6RUJ3gHLeugg6djpWZDtYK8ACdNWKDBQ14P3sPeuUh
purn20/Ri9kXkcZ9/9QWAcaiE2/sraY+7r/lQycRJFbpmESOPifvqdEHD/BJrXc80j28CHM1TagU
i5KBti11udUL02gx+TIkFKC2lW990s4/F7vmZB7t5HXsbPGR6XoTr6tMgpzG6Ct7nCRm99XOFXTq
Lg7sFEyo906uuKEBYAvaHSY07bcCUla6yzFqWjaDK1QZNgwwcDDI8/6Q0PTQ0mLl36zihmUN/Ssl
Zlo1CHsgdTZYyXn6RXSueO5r4gK21uQmsIJF1urMkOJgy+TGtVa62eJ6GHNSOKt2nrJiPQ1ptdWK
3Hsfkqx9Rfjjvkirncvqiuds7jf3gR73y3kMjGYco8Ez623GQB+5UGoGD7wy0wYil6i7CsoiuaqD
OXh2CSOTEZZqN1c0CSR59DVILVvhuQwEC1HAGsjw/K9Ds3DwOo3JOWKykTjenV3EwCClsDNtZSvE
jqckTXJoXAK3uPit8BdxlySzRCZnJ+73xSzbp/b/sXdey61j2Zb9ItwAsGFfARqJpAwprxeEdCTB
e4+v7wFV922JOi3Guc8dVVGVWZmVIICNbdaac8xmQKFeTw3GMcvuh/lMW3bPUt/q0jIrUKZB6ABG
BwePeielhuwm6KnmODAVi6s8V7HLFY1CF1JFAY0MVQm6W7ONKERUVmTfxniW9fNBtPFlUKVaR+1F
EyUBixkRRqK3tCdp6krPUZpBkbeIrYcIjZGhiqUnNZHhthMBTIsgC/QLNU2VdzME643v0/Q2vQHp
27UDjCwrXakaGlQEi+PijSuj9i/KSFEk1wqndnIUTzH7lZpbHiJ5FQ6HkWUdRYZAotQho4ramjHz
Fc1YxGdLG8YmAkOJegrKJ2habgui8KPXiPlxEWaGqDwy3e7QCiOU7TparxtiYXIGZS+RpJVDsHwb
bavsK+pgsnahF0XwmrOUjU7WoFSB6zjo763Wpfeiou27rlpVexotLXhGWRveT0ojnpJpoEDn+QW+
htFPjWgBcmG4AWRCC4hwzgS54ixUxR7A3kIO8yRb6qMv6c4IxPYp6cX42o9lfkBtE0VULL2mxAQ4
mB2Cigk7QFl32BdFrnq3srBDdZdLHPrdApov8Q6aKf/JNXqPy9ZP+XgSvooexawOZ5EUZeODA1qC
eLeiYXfmaWBP4Kj6ZnmOJlWcdYnJNqdLg/KB7M0oQMVJgRNnuZa/V2ErUepNLAUtsa086dD1HmfX
h+1G7DAKJ5YIk6IeEva0PUglBZIpYi04t4pOWzOWTc3t7HJ4meS+VvBVUM2hitB29bYV8niwoHl9
2Bn4DKZidgE0GsJJWqA0Kl515oA3KYol8qA1ydirJag9t9diMasQ6Uo7HWvQEnNxTX8j74JrW1Gx
cHoD3hQnR6dG5FMngte2qaUZGBjSWPeqtu2XUmQr6HtBQt14jHkfKagqdeuwwpHttCJv022haPFV
TKkOmbEwcguZR9ImSy+oyg8lIHx0oWt+jmzUDBHODGEJMAOW0F7o+HoSWCd/mqErriNphnkibbBG
h6yz6gXqXRUCU46k236YxschaBv4Ix7cKydVC/HmswaN54k84hqJvLToKNmkODlGrVAqqv4yfRuF
UmC9if1JqxzgudF1l2QxcomoVfakp0PSxT8nlSsiaJp+VuwVB1y8NLBUmVQI1wOe/mGXiO2dpM61
zCWud9zVrehMEnTGfK82XUxzm253gFLRGPUzQwuKBytEf+AMlQLNqATxep/kmUov2MxpcgWjGD+o
YAl90WZtXu20DKHHmYQN3AeAqwt7YVQy3AMDMHi5rTm5HKwk4NMeK8PcKKiJCwf9bnalNNAqseuk
CTLSFgFZ2iTCuCgTYc7Kdzny3KFRum2KqBssUxB40G5T1MJh08oXlWliKC1jr75jzomFw8JuX0Yg
iWRkm53xXspqTyJZVb8bYrJhQIxJNK4RM7Y3HToY0wmSJkBgbgcDTQiMFLaDTEoiay+dHlvZRI41
am198ESI7LwcgKBOdNGfmS3I4Zw61qnMUFT05sx0zyBR5blsrJHDonqN9mCoufpngjVx1tI4zNwi
VtX7HClo6E5VKF0htUIIZ4YiQIZc1ldsA+RXjV5T6aT8s+kcqwwHuoCa/KqA87kuwqZ8Z2+n0UL2
9eYO4m+SOZCe6gvVL+pq2ViWNy1AplJtLJEcgNTxpFspVdB92TQgd21lTonb4rB5nVKrJ+VS7fnI
0K7G55jmrQi9ccPGL7YA3zYNJU72xEp7nuEt8VhtvfjAARP/mREV2g2NJYOAJviZ07Kv5JjtkyGN
CHBJqsoWRYGhySHLDSCS0dvReV0FsuJA1agCxxqQOLnwxq3rxGSGc9llGcVy0uz4NqIIjG0Nr9Ur
8Y+z3Nqr8Sr25STNshPaW0HVTxTMoyhExCrGTF5MUJDumjK1LiqNFsa6lEovWWpprVAPnzwo7FGK
yvpMYt+Ab9sYa+TjtIwNqA41gGivg3nDRrbIhqXW2ZR/m8DCjODHdZgu9BxV5BL/R6svq9ZACKJn
qIsdu6m0ko2HZCHXDerh3hdm0aioKr0SJWSsxiSF5DYmUoDVmf7UWI181Uw5PS+rj9iI4ezjA+Dp
S6+yDIOVdKU+vaOObIOmUJSU5hcmoIVsqN21mfoI9mAPs43rsjhfVTPKe1l5IVHsWTAE+QoFIbmt
ooxJauHcBFG/tzta/yAM1IWwlOpPSdOSOYPgBPS5+iixovawuVjd7ZATVmGnbyVM5dmlomlvOZ0W
4D8ljVInR7DHWmz02PoMU+pytA+opFdaIxDJjVMNSFr4lGxXcVmaB/ZzLU66MgvvOk4H5TK35jSG
PPUAT/nDSDNrirM/Vd1VIPVl/AYYXGhx6oAW3o1+yK66vKofZVENdzy19J1+aqnSXabJBFAlKF4h
SFcHROpExnlBwD44TDL7ma6Fmjv1WNX4TUdhX3L6kRsXESzF+D6MiLYEtwjQQdUG2A+eaGgcQnrI
7rpuTG9lAr0JuQDneu+lVvI24Jsw0Gn75TnwcSbhWDR6cu4jS2PaTHruI2RuulDbCpufFsTmTYER
QnFQl6Lc1snWRakVetmzUmk9djUMFfCe6MZYTq0k9it8ctG6djILc/KoHe74vkjui6Rs+AiIrNPX
sT3VL4ZIessVnN6YYmOgJKuy7KOdAITMTBkPI94Fun8vRdtbHQqvqH3C6VU9mjDPYzD86vjmD3LR
uAG5pReZEmMvEup4q0dFrzkQutV82zRSZC6zzrferLhMN0KbpprVSG2fW33MdGY139tJdZxc+aMu
bjW76K8CrJsIf82ovA7olTSuQGLFvppz6Fmg6ekHnYUBLH1X5x4ys3x4CHLbw8eXATdGdo4a3Sm6
WvxpGQmcRkLVkh1TVv2X0I+lKylPujdUgpg4mjZjQ9ulWMkWtR/py7QJ6d1nfdXfjllr3nbR/GWm
kRR8WBxXbwalTYJNTYB6wFa81zi62HgYF2OTp0imFPqNZFWM2T7S5NRD9p8PvgtBo4/ctEc3SI5B
9hpbIwpTojgQS0Z6jnAxlsdqdBSMIx3WIi8b3UAysz96jA0VOkZlsWMyGpnmYeuzDyEYaXzxTOAf
KOB8+1FIIbIbvACjtkRja9KoiVX4MV5YIDbpTTYREcjorWFlXehA17b+9AntJZD5SsV5nejNjV4g
cFvgaMkf9aQPxm1UWBp+D2wp6jLuZk531WHBcYyiySCYW5ZyV0yJsY/yaEy4j7qKF3klpKfC7Ot3
G/06m8E8bq9YUYZixUSdXgVlNT5NEMbvTLTtQHDSIfzwqrIqlt2QNX9E0/jvbTfENY9hypoFAV0h
QSBGX36MPFKU9p1hItL0DJbMStVueoVjjVtluX8G804JXMscu2dK8MFDC9eFJI/Kp8peZ3aAwc1q
DHAhFq3lldHWJobYyBa7JtOoWhhst+nAjyWgCXp6dr9pCqUY0LD7JstDqLNHsDODkkXV5FqxNFjc
xyXqwoCjWI7cim+3JXZC/YygqOY0CuqcczDFZ0hFP9C3WoiywH7febXOh/wZalF9BlyYn2EX8Wfw
BXwLQjCwW0EGyedsDJMTzl6e8zIkqYhqF3UKMRpJrEw1Y95H7aJ+Rm10YUrsRtnNERw6oYfPXkku
hxbVpXBg/IGdrVXQ9wswNcR4oO7tkmX+Ge8BYBAAYfcZ+wGn0B+LXWjX4gLCoHenRV6fidtGKT1D
vTN9OraLvu3sCjtCO1jowqeG+Jo9NQjEzHZEHuLS5K8+mHOKCeBZzHeSTLYJ+AFIfVDAan8HU2Sm
jn9GoYRzKor8GZAyBNgKkPNYlDaLzxAVLZoDVQxjDlfJ4KvwNQIN/GPg4yV0NEXiCZQjIpYlDDL+
0+5mTAnuVyDlSLDvJXmO8lDnZBd5zniJ6hTad2PMH6o8AMwf4qCyqQuSDdOBu/9QbUl9a6KMhU4d
4fpj/RlqpD81R31IJhFRM4M5kyITBQ2hq6Lqs93UiPvrRgTXjaRo7LnToEL1IIzY8TEPBms8Vtrj
0ErkK8iDmWAaz6kWu/5nEk5SjQFchhFfEhWbNsnOfTMxykclai2ZwJpMh42DZp0ZsKZ7hU9N4U05
agVwCTwlBEnmDk2VQzRntdkztSQQSwRnQs+KdmmUeTR4J3Aw1jmxAx0eIf0Tf261wazvhaWbqPgT
fKT2Cauem38y1csosDZ90dvV7RCC6ruMaN9bCx2zJlVNRCh1s/EmS29vq4BMRbIqxICpbYqpADqF
3WgtjjJ78rbFgGEW4EDaVeFCBmGmX9rJxKB0SBQxPA8XklZI91WDxXsvQL70z5CDjOTSL/qm81a9
Cp9xTUKHzZZA9lV5U5j0c0sg/DGxQ3wBgQ3Mnq7+FO6RFJADpiSNaa9aUygcLJvRtulDNcCLWCAl
rZDLdKcUUwc0DJWwBwYQ1TSaQMfoGpvKhlpT0EqcogWs5ru6TF3hD1ktNhlQtJoqHpYc9LVYkblQ
gPZvxTB7fGKpClZ2Yso5S02SvOMGrC+6zK8zhRNXjy0nUCNtWo8tfMrlgOQWoCSwfBJ7Qs3kxM0N
ZFRowjIcMdyCkY/1O+bACB6nNGljgx0hboMO3nvBBKrwvGM9fbP6jpwu2R9RV9GDyNP3tJvm+Bxq
Z5m+RbttJ1tZLSMcsjWJ6tTPap7Bn9Cs8YFmcgdAiQEdDuVusPyyv9UR2xotJTTq/tdtpskmhTI1
0XHCEASGl9tCldHGTi9pWXjDYlXH9yBfDdUlonoKFlqml9HdSPBdvvZEaZXbuNL18DCgDudJGAPh
9AJPg7UdkGHiaIPhXqcYi0BaaeTGyblKLIWq5YYAZ23nmeeUJcbJMzQAkjiPaa2orp7aqfqYwgA7
0OLJhbocamEnIW7nKoqH81GpB2VaNqgjfGuNUaiROuRgJB1RK44FBkpqyJySUI8LuW7k0kHlwQzr
DEWRVLveBGHFjlhCGBvjVQ/amohZM6UL/Z8W1f9XDXxRDagavZ3/t2rg/j17n9r35Bvv+fP/83+g
PvZ/WbIxd3LmDocK8fm/pQOm+C+hmZqg7/uflhh/6X9LBxT9vwxT5Z8DJ5pmKU6h/xYOyJCAaNYh
KpDpo1F8Vc1/EQ7M+oQvXRZdJ0YH35pKp1GHV4me83vDR84SctTz0VvcX1GGcd6eQ+c6dK585zJw
Lq/f13ebj8e3zc2Xh/SXpr72vbfz86poLb62mabU8/S0673Fc+nc73Pnltq588ifvL7v0MzMf/6+
Xj49vFxu7y93L3cfN3fbt33vnPodJ27+qPOJSWuQppibz/N7RX6tgv3v9/kZQ/9/e1g/7/OoUahS
/FD1+T5z5/F+nzq583z/eL99fUfM5Dzy72dicp3b16vD+dXz7bnvnB+c6/PD4Xx3eTjs3Mvlbn04
Xx8Om/mPlpvNcvt8c7lzNzcb9+nm0r252V7t3c3H9uZys19stx8nfr8+t/t++f3HXWjLQBImActf
XDxfPO43ZxfPV8/bx8f1+nZ78eg7y91ht1xvdsvD4epwtbqaf+Jmf7Pf3iwvNyea+/b8rH77LUfN
UFpacVGjweRZvs7Dhmf5+nr7fu07t8Tz8BgP77chzxJBM38IE9E5rN9v33m8t8M8mh/4Ox8K5/op
cD5eni4/3p5e9oGzedkzup6uPxhd+5uP+4+33MHMx6j8uKfu5Dzud7unl7ftx03g7N9OPN9P9v9v
93TUbtXiRiU6g3tarC4WZxeL+b9XjrM8X63WruM6S5c/cc4WZ4vfB+asWPr1YQr++pc+OezUObZk
oJP1OQz3bx/b1ysiZ5zXw7vvHC55Vpmze9rcv1y/XJ54k/NX9dtNz0qBL9dueg0d58hNS8ZZaTyE
8rMfX7MDnn3dTi7f/36rCKl+Xo4YHMOEX6YI6xhpr8eERRGL7i2morwI+11bizNqfdgnP0qTuCgR
P0/DSygJjvoHrXvQNBDT2kaaXsb4rkeM2t76Irz8/Vf9dd7FqaVrs8xDBjv9/SHEyZRRWwnm0Xz7
mjP7HULn9fX6ZXf98nR9+XYjO/dvpz7nT2nK8ZP/etGj4TZRwsdNzEVrmfqB/mBS94kR3483FqVq
8OLg6rdKcwJ99mOJMYSJiMFWkMexpB038kdJbelJl9MiL9nbmUpIk8JKe5/CQzf9+f25Hl/LpNNA
apspWCNVjZPJ98dadX1T5Q2YqWAyu4u6H8VLp/XqgWCr9IRW4q+XMhSN9VlWKeIfze15KELZRj21
SMqGcMHJbyJ3lFAFG+Dv736/rflnf31x823pMlKtOQtZRT/z/bbMnMYCqeJEm2MkvSJCxFtCGE9O
DMq/XWVOMjfIsGFjIR9NCl0FCkMosokYtp3WHpXNdWZO9uL3e/kxCuebQUhpapoho+4QRzdT6CGY
NTJXqDYMxirQhHjop8RnR6/TMA3TSi0IoWqiRRlbMMVQhvyJMmS4zu+/4693C4TbQgmH6d84uluz
DRBZ5DhAYCQZiwAhl9PTYnb/8SokPaNIQvGkymQU2Ec7HaIQKzj7LeeBugrXdLep4QCn/ScJ1yyt
0jTZRiwmLB1xpnL0Yfuc5vvAMMGjlLIMdykDMxDY/ok392PEcxUFdfmsRJqFT0fbJaPGOq5zLFmA
T7M3QanYbkvhYKFwyjjxcmai5fcRf3Sto6/LthPOiRbXQqHiiCA+pJZJM7g5a1vvPDLrZSKlD7nV
wL0zXX8qzhhnS6k0VsrQnilY1bGUL/VhehGGtqB+iqmzGxxEn3dD9K8TwfxThQxmkd00SKGjnyqT
wYBqiJ8qsihfNZZ4FFbA2T6CA/Kvg4krkQAvCz4d9LdHgwmRT5qIHCS0J1LU47om0ysQ5okh+111
9p/BxGDlQMC9AKacP5wv63PuYY4fSm0gc70z8VCF/SrpO/XSoMVH7RQH6u939eNdQybljCMLmPcy
QUXa0ZcYNhJyPqUaF8quutav2vvsonq03zTs6k7zUG2j+/F6ugxepo/w2t54y2rRn9iSqMf7oeOf
cHTP/VAm6MX4Cfm9uJEPyFQu8w9j7W/EvkcWdW3h176TryNcG+f1mbii2n9i8j1+6se/4GhW7AIB
a2NmnvtlBAo+O6t8baXq/SYHY/H7A59v5utqAgBMCOiqNpp2dh7H8kWJkAy5qZt+oXR0SxQUNzeV
n8mPJ67yl8tgdecjFYxUZvqjZ+oXwlMKcxoXWpCeY5LpF2OnPFqohUh/ncVLVKxjyA13lLrWA7jN
1r4zU7BKhafSGyB+GdCVXT5O/arVQ0cJtknVn6VavUilCxVemCLjyaATIqIXO8CKVb82/ZOiPA1U
Pr3iXBnH9SS/qbxAWXowgaXHRrM0MaPF4VveFM+soCsdh+uJuesv920QzY5qQ6HCbR2TV/NIo0bo
cbtpPtmvQ+xrz3l6KnT9LxdhT6UJnfkYObJ+NBdHxPk1Kv6ehTam8qqruj24kOFEeN/fL8J6DRQW
g8OxrQAoA+lLWt0vIA3QBSQGwiFKJVqeGCg/hyPVEWM2SjBa+IPv841h97pnqlEPKagWO9Spo6uN
rXVilpnnxqNBbykUONCiqEIQi/j9KhCfDCUou34xxDHZlbjibmwRNRcDZM517ofCjcdBvfj91ua3
8OOiqC54fjLfgHn0UXt+miew+fpFV1v5xkQFUwI1R++QSLAqYALFoNQDfO5eq/z7KLQUMmmQwM57
4s9J98ssrouUQJw446nqAtoZuQEEJhvqiYnzbyOEuURTZG5yPsgcPVVrDOWpkjqYsMQMR3rSbhRW
3e3vj1E5nhyZsVhkKYdxWoLeZx89R4mU1iqv036B1FdAGyMzoBxV/7rrR2sTeyM9rnhIV7WRqfwt
QlnWfV4/2UNypnW9YDj1phMl6W3Rm8tQU3Ynft7xZmX+eYZhsD9nh64q5tHY8tUWSxmr5UIRtY9z
k6zrV31QiqsqzOe5KPYOhtFlZxPnUw7Wil/v6wHjOzX8BBkREULZn99/0vxAjgaerSKyRzetEUFz
bGHB52wABgGrj/0O0sMoqPJjWF0lbX/q8/3bpQTlQ6YIipUYSr4PgUCx+9kV2C5a+ipz0m8+0EEe
BSkQBFx0y99vbN5Mfb8x5iFTsRSb8cC+/Wiy0AvLR6DWtYsutCB5eIhLmnAEFmwUmQtqJ9xNQj4L
BvVQyPScf7/4j1tVZNmaWdoG/zV/Vt9vFbBpZcFUJVc8zSbfNbWEVagyu0Rd90FSKSfu9ceo56tS
ZWhFWMcULjp/fF8+YXmO905GGR5ZVF6RLP5YCJLFPHN8xucvn5gvfkxVCsG3uirbGv8J5P1obynR
04OwRxCmF5nNkgis7iJrp/bcaOruUMPHYznrk7UX+dbq96f6Y2b+vPK8/+Hxzj6H77eZSHbbVbUd
L4zRpB0sFbuqLXwXNd8zbNyzLM/8E+/xx6zFFdmwm9jJmCHxPHy/Yijqgbq6wbRYomgvyHjHzJ4n
i9/v6+j1zWmOcKM5lGGW41+fe84vry8FL0ovbyrmrB5d7FIrTOqDkdJFQlXBOWKdB0NcnFhxjoYo
FyXHhREzXxPryPHeLtPJuLCaKgUqVdR/QghO65QVLndgfIuX32/w6DHO19JlChPWvG0n0Oro4NNx
CPFEDLSwaUJl70WFdxtOJO78+1VgxSOSwyaH7+pop+NNc4A4jNeFAM++npQgeqmECP71uTEeMPKw
u8B3wpx59GnTQ/SNfOK50Z6F95MSrPsAO6lIVm1V1if2+sfHDYoes5OSZZNRRhjonBv29cseMUEn
ZUfLGdeFsM7NQqMSgvsBKoRV6Ym2lyEM0FLPynEyroq+yp6mgtQop9TbMVomSgZERA1h4DynVVK9
gtfLoncrIwKKnKqsXwawA/sACI+qoWGEIVhvu0mtLTgpsb3/xxfEzVj0jnhHdJKU401OCctCmrDk
LMQU2W6eIN9No9w7sdP48TVhU2Qp47uU0bES1/D9kRmjXXZEXCUL2y5VIIca0Y0LmBikyNMDlZ4V
Vh/93/a/vCaFBDd7DqIgQO3HnTWShXRUz9IFJbly2UfIhjHX5ycGuCL46V/WtM/LGAq3hrOW0/1n
BfvLRBGDjCADB5xiOQA+Aw7mX/ZWBGu1K6eN0lvFTZmgSfSD0F/V7RCga60HR4GPujbL2j9Dzqw8
/Os7nffKbPo1nF3zRPL9aadWo4VpBF/NRjNxFmI/WiHoFifu/McEwvOlfMfeUcyLqjo/mC83joIj
TNOSq0SVHt5YQRBc9xHsrX+/F6aPuZihyQR6HE1TUg2gDQdDAutKBQTSSu0aGFn2Pxgr7AhUfHN8
BexWv99LHOS6lBR2wi67A7E79OpCN6E8/A/uhTuh0MSF9GPz6USgRskuMuGbVpKPHHfwEuIq0V2/
X+ZoSf4ckWSVaLwZ6j8cL7/fDOtmDW6fy6CSl/ZYEYAShRNkV+Jx19Tl4nMzhFXy+0V/LF2MBpYt
ygVs77i1oyc4hQ3RbayZC1Tb7UKJB/mMLFwJwniV3v5+qZ8DjwmEPST7He6SUf79/mJdr3XVHoIF
1VQORgoZsbtoSuJi8ft1ft4SY2E25rO51rDxHq1dQLA1uc4pxGbQNB6LnkNA6dR1qBpLW29U8f77
5X6+NpXyPb4PQTESxN7RbSGINGqWay6XA1WpmCVwT/QjmI4CmP06BsF4JvNq1/962fk71pS5FzJj
EOap+8tnHEGUFdKYgP2SyalYGgrZfWu9nClEbYU9SWHOihZ+mlYnKq9HhwGG6TxkGI3ACKg0fbav
v1wYP0aHJSyQmCl7bxvkZnoem3OQ7TCO+CTRvUtJLF2WisBmSOjHifv+uSRR4ZFn/y8lEpnF/Pt9
o+qoBrBrnmvKIfYO1Z6CORVTicihSAUF4UK1OuXEkJrf4ffFgotijDVYmTgJK/MY+HLPmPXJukN6
5hJaIS1RM0FliqLhxFV+DlyuwvNVFVhZKkPq+1XsCJsNlTr8JlU39TtiUqnPYSWUSJuMGFgnFoIf
l2PXpeJ9pIcxz2ufQaZfbspvB01v4V+5aMJleLPRfSJk7QzjU3hiZvvx+BgnpC+ZFCRpqCny0TuT
6ratqsCzXLkJyD9FCQ7IOu5PPL4fH+J8lTkii20DzbTj6pzv5yU+NVxdpFNmBxUX7XPJZuJJgQE1
e7iQySPtMW5//w5/PEWuygr3eTTlizh+inQkbeRhhALG3pBtMgP6eN0p8b4Hc7X6/VLzxPVtFPLw
+NAZf5zagJLNj/nLCzNC/qdJyzE/qWYFs1Edur3RJlI4OlEsZP+CEy1gnyZqfDjN5Flnw79u2Dl0
zNUgCsv8k0z1aIeS1FpFrwpzn+hZaqVCZMD/ATfd56Wl/etBZ77WnJY4n+P4HI4muBG0WZpbgNmD
qC02bSzlF6oWnjov/uX1mXzPmO8VNhIsTN+fKX7kLJWoI2I5l+NyKWmSnS59qrqyW86EtRNfws/L
zV84oi+VdYnOy9GGesB0MfmsjhDBjG6LqRHUXDYoV2aqpcvfR8tfLzUXa+j+U74zj2YTP8bWkJCO
45JHLo+LTi8xkpYSsMmyVaUT24ifXzj39eViR0NTCQscxs2ooULv+lWhZuTPZ2V6Yu7/2y1ReGe/
QmOez27+618+ACbhUR3VTiNE0kSJGTWVefADE+51ZenN/+D5IfhVTTYsnOw/ZWZfLkaCJ93plucX
YOzGYZTISznUpJ06GtOJ+/qxpn1iWmhe4CKn8nRc8p+8ETx4xKUUs633wSQs5NexTKRFMhKslaUn
PuO/vC2qFQA7oNGQVHcM7GjtrhJhXmsApBssK6nsn9lmmi9+H4B/vYqhITuwqd39KNDWil3kfRRr
bkgm3lUWJep52kbRvx6E52dHtZ9WPDVxjvffx8QQNGpumwnD3CQdJa7BECr9NJ4YDH95Q5ogeA+5
PF1R9gHfr8I/eqrhJ4D2bnzzjTdYLFsDrGJc1vRL1azuTjy8vwx1+ngynRlEPNTejy5IvmMl0UxA
nyFldeZi6DY1pBKl/D7bc9oT09LPpVPREErIiLPh1lPB+n57IaZsHf6DcKG42UDmAth/WdfbF35f
gOY17Kuul/0TBRmO9fNdfFvRyF+lsMCaorKRJL/w+3WbLprUKZ7tcHnZ3BaKV/ZnjQibHXIeAX+3
0AlsyNRaehJZnlzI8Pap9I+FBQZhisxVbGcApc28CQ9+hGXcwaE6IDZDN++2lW71biv89CYG0CCw
ixJliZODsMMVW9SmcLtSC24w1uaEQTZNvrUKKQGhB1sOR4JhYK1tpUG9U0u9fkqbaAIf6uModdsm
V1e+OXkoaRpN+6Pxf76ICw3+QCzMmeECLQBlu1/ga45bs+mgtOfjLYhP5bwKZoVFrvv5RgZN8W5L
NoEqqfCadVx60Q78s0/9UHi27wa1Hl0hZZmtH2WfnFVSH/tLyHXGa65RzHLallKx09RxvquLqiyx
HZUSmWmVqZKGFUX+U+nJRbvQ/Zp7quVIbEeD+PVN77UWlTCwM4VbjFH+EAekh/GMvPaWw2781EJI
SfAA089yfNIlDm1eRCOMcJZ7TLhKCNTFqif8wUY+rpRpqN98RcojR+/r+Na2EjGeZzANHippyvYo
mkgvS0NJu+1EjommTppw2xZ4s9wI4gzOsprmReLPKbgQQVJwrR6WdgdDqnQNdyyC1cIOzm2C3CJI
2YBQ6JqRPjQ0rUn4IVxX6i+m2kjLtUn4B/bSRPST0w9+HELMLfozorUgMFiBJvqlbwTh06gYwRPU
cZISqnpQ9XNpjkpetKgt3mu0Xzv2+Ty0sSbCStbLoSJKY/J3MNqbdCki03qJMIypOL59M3UhXWjC
JcvUjJ1GS5pXs+hxZ6RhrD3gHMGKP9b6BQhk47mkj25u864IeqftzPI6VttedVIbR5mD5aw++B7x
Fq6qeeXsLhkLEt8NE95iXpQT+RVjl1rLri7EuR5OAVYVTgd07vGpEhMQczFXxJY4r9sifY3VIbm2
CSN8a4PEfgArEA3uRIF36xdV+qwUWv1A3066C0nZ/uNns7UWM7UV4W/rYTyYZocnK9TYiBlhp41L
XOT4smWBjcXNgg4vsT2RylXrQrm1mrHTide2m2vynArTZYMH6BVqas1xODCSrWAAfQTgHb3F4Es1
mdSE6vG2YuHfdMzwt91oj49kw7U4m+uW7BFSanocSpqFVzswS3WpjpGerjgZ+9EqpxcLQ6ELoM5T
au5X4yTVa1sdpVlrGpsZO9UWx2mvadN9mnTl1uekHC4Jv9TeRrMj1MZUBjM+M+yuJGBjwLZSsXcj
nJkYNjzUfmUfpMCe2o1MqeyBStmkr7JOSBclRJFnCXp+c45SItvKmCfxdRqi2YeWlWir2mv883gq
QWzQeJzd2URHxSsJLVF33qvsKFZTPSUXtdnp74lhDQejzCYDS3lXqU7FI6ixhzeVvCAIKbmVSiu4
lzpNu1L7WuWjxCDlI1pJG8NtktB6npShvEwjvkdnJCfBXtIhzfVVCkBh04lhMN2ilkZ7GQqViUqY
n7l8hldVDjiLLFooFEoQO7IP4dnpnf6KL6gnOyqahnsWIcNct/UIR31Q8AWvFEnVJ0fFkJmtBiuO
rsFyWjI+P12/bRVybBaFGANwTU3VXtZTCsShw3oTu4Vq+pobA9oAZc1Hr7g94BYf/FmpyAurbMj6
I1LlDXirBa80CZqntq7r60kU/j4nMeFZpcjwQfxRyawB4IzqopImCwZOjFsuwerqhpqXvYdhCfSm
yqckuCpl1LD0m8bxJkqJzUT2HPl/QNGmHyRUWeNiYFPenSljkMEnwjrGfTfdvdq0gIJ0qCOEqw/R
rVbWxgsb+DJckYfWX6I1UD68Ic2uYHyAALfGMX/pSz5qp41r8WrD7h3OWk7UsEv6OHkmwa+XkdLY
M2CZksIiFGWebpowbP8Ij/Rl2BXS8IoyapBXNs/7Qic9wePRpYxaAzX1ykgRBiy9AQwRIawSBm9L
svt4raZhtw8iT9rTlZVeRnnqL+fz9nOfkyLlNJhd77POSlsaqWFLJwPzlQCjPlD7DfSBLog2lfQa
E3JLNiJL2z9spprbfmgZbLMR+EYG+vUnCAQrAlQv4lntRClffKMbmRojj5VEJ1CJpTmDGws7Psjc
ToZ063I+9u7xdtqZvJ2ykHV43TRxuhcyKYcYGf8XZ2e2HDd2ZdFfcfgdDsy4iHD3QwI5kBQHMTNF
Si8IUSSBi3mevr4XVOW2mFQzu/zmcpWEBHBxh3P2XrsxIDWMaRl7Sewmd7XZtM+9kQcX49g2P3CP
B/Aicl4c443Bi9FTbw8sbPYTYUcAq+pGA3vQG/HXMrXLemOwEuWeE+L8Vsba/uam5GHB1i3rfmV0
Zokh2lD6b1oiYdaOimqv+a7AVaB3SD8lDhkqq8gZNBKCiqHm6eBPFpw5kuSYzIL5xm0VoA8BYlt4
FBUzn6dHgM5BTjsD0dz80hUBR0kEsYsILH7uHFaXWKQrkgVxPs7YEkFSbGY7BLAhnBkHKDGMXNWV
vR5tTLuEosv8bn0JxGxNO1vpuj0QOhdMuBIVIA3Q881I+UECrAL4YQa8hab/ZoiKu6hFVCypl5nT
eGY/ugWTrikemiYQDIMwcmuc36CKViYaWUJ9ZJ8BO2c/QkxO5XbHMZmd54a+cO0rIdBHHkvjjp4b
D+JHOuT6Q1WNcNz7Kf5G1a2+VeB0/hiHoiQnVgtrj5oLYAYU74G2Zd2Pr6tcIemvjMtEWWFdjW4C
E94vs1onp00ACdjd6HJJM5sBzB0SOrSq39dKidkfljSWdbNQwOqk+hM8qaLzm6SOGx78KJh0UvNB
RVUMBLlNg2lrJ2B6PAswMALKNBmjFaowLRCQUvnkuduhb+UP3U1MB0Z/lSibpC+K4qvL+Uv6CutL
4ZMmZe1BP4XuarbCiD8EpZ/gEMmz37awCV4GoZLiFM9CmTdKl2WPbDtxNHFASOdt08LcQGJE246c
6kIGu5G4RD478p8aMA5dRJCcgYWV0SzqH3Fvqd2GHiOQBpYlYl6iLCYBVMpMiS97qsumT8CHC9fY
Zhp1KEw0qXVJkbThptNYja86qOGYo3Mw+lBEJaEEUNdgA5BNOLS58zhWWXhwkrEePErDdRKS4FPb
4QX9G2X+IpS6sm9b+onzRZlXc3rp5Cmq00R27C48CbAwvVLAyCnrriN5cUta1ZR8joyIPI2Y0Ao/
NFRFvYTuFOqXVmYl7bMZsckkJLpWkpRAIEtN112RdZOXwxKatgNUSvSGNADdYK1gRA79qC97sjgT
XCpfw3kug3FHE6kC+mQaweReIvbJmk+1BvLNYzoxu33K/qa7GnuCpLABs06qK4m0p17zdxvxZirC
wT0SM4S0bbB64e4AvBrmvcGWJ/AG+o/xvijDOjuKQU8mAGWOmoQPTicAnsFZEupjnJMEqPKdEJvC
4mlxZOC/tMRFY1aEseRQgFSOBOiTVkmZwTszWEc1z9ZxsELczzJCaFgMrI10WC63EFWG5ACLGih6
N5MudenIpu4JM22B3E+VdPqjBl1wvsO8bGvlRQgHAfnfgCZfEqmUO1H/IoIAJBNhgkO+qQwlIwNw
gFb2xSEmPb2tFiLimvynzpp9u7QC9ZLD8JKS1BF98q0t6X9n7Ik4toBeN8Emk2cV1l+KAb/4OuwQ
HxxEaJBMDCfeULZRTV74NfmlJYyZMewVZgNChx+bDts9u4RISzZGMNfs9GxrOZBBYOExlGPIhXl9
8qIkZZztlOsEFW5edhfNTanmPZMrBg8yAXoysOarNqCG8Oqq7pSusYUb+nc4bLW4Luys7e9LkVrG
tq0liRRj2FT9F7wUzrL8D1k6PUxa28MndJwuqG+JUKAdATAqLuBXpVHNkc+VRfusJuROXXQtrX4q
ElYELB6doIcZOL0oetnPF3qsWDprltZkE8maVZ5uZAQi7ZPbRJLMjyF2+jtNHYt61dpm99XpsTLc
GjVNgZVR12r3jJHDytfC6vuHMdaZooUzmJVvihoKRJjO7j0NMC1fG2SsFQvDyozW4AaGfNtVkUZU
ktk6nChc06rVDZinEds+iRUiWsd1UJVs6ciBc16hz2vBzdiAadz002wc8aTLwcvZ1U+bjpw1Iur0
zDH8FoSjckXBHYuFmhmEPhHMScZOU8W9fmh5ifkGjmgGLJB4WghPbmraO4ccOIOM7LZ1CEauxiL9
PDWAe4DTNW12ncSAUK/JnEA9NBHqBSFfGeZyT5+CvKBOgXF8ZfVl3B4Hs8hjm3wgzm+rFJaHtnUR
qcmLsEuY56QxGMqmHeryNbDG5lFz5hkWo1J3zgUUsDBb4d4nSqoPh/DedSOSuEPSsGqvUo0hvQqV
Kik8WS6hFB0170vazQaUnazjGEUlTdHuIGtMYFL0kTNrCU+MKScn6M/vbHZH/D/c4kXaFnyt6RQS
cBC5sc0mw9JjSarwOPVP45Tk7l2CxjB4krOWR4T9poa4akBOJLAgKGoQzqVO+afIaHTrpueHzzeK
qQ/DdVY0FqdPN61JlmJPa6ZEO6IR3ZXqyPhvhtK076LMckiKwe1uOOzt5jD7Qo6LUn6b42p8keNg
kayUB1znXqgtM1cmqYqvwWmpl46oZyYu9kBiOnZA74GehKqRhDvZuuCqbDXNvmg9w2U9dmpwZ5Y5
Z3XZ5cG6K2N8Gzyw+DXkk3LXUFmEsYnysQTyFkFL8rl1cZWqsWivyGDi+J4arnlJWiaku2S0uk+2
VVt8ClAm83VlRUQXI0PRX9tBQ9ZFgYGVoUnK6ocFzYeDWOOMd7GDko6vJwVqWdgJxMykIXxmw9+H
yk5XQuuRI24xb+duTI/whqN5nYE/zDxRVU2wMq3W/DTFYWGsi77Qm22z+J1WHEDSbtsofDwIYhxy
Fes+cV7nOt6Sm1GUW3hZ/aeiW0IYSpeEbtbmbFjN2oCvnxzCSlmNSZxcObmEOdFJNxnWUi+rtVb1
6pPRyJyI83j5zmsVehVHNMeVG7qvky+xbB14I1QR2DYE9y0peSDurEGvvbia+h/2oNnPoxPmKQCi
cb4v22yixqZq1bVTkyrhEchsPbR1TLagYyH+q8ZMm70WGuV38vPgvlayH8WWM2Ve3tSKWtrhSqqj
CkcwldOz4zSoaxe+E3F3im0l3605sz7pbgCL1R2JZFhbatzvqZBU2tqMtXqfEmZI3rw+y9EbtLL7
MitGisR3QErsDwjovgIQAiNhD2atewSzNtVKM0r1tRpziEGjRs/Cmwa1nXexolF2Veq4fOHFpc6K
ROSi97Cahd9I9VMoDJj1AKeRjOhHTcIc9IiOYfEM3TL/VkD3NTZlr0zg6uxe+TrkM+gkGIKJRgKx
1ekgj42QXUjMIbHzGuAY2qofe41HPDYmFey8KJ8cIy4yMomCaO12Y/bS6LLhDFt0j9oQdY4nOa/z
gw2FjXnEkeGIj29IVqKhGOo3RHVE7AVteVBlHUSrtjUhvuhT/xrlFHhAU5JqsnXj0HyujSWwK2Xs
3BrBiILRZmdM9VK0AK4oRnZXk2lpz4oVdyPYM6c7aAPCsjGZDPYXFeW+XdqphNtaXVZqIJKHiJCq
ISye8zZxCg6rtXzMW2pIC1gUJbESq3POLt6cCoJm3P5rIBKNOAAYKBlqIVTOosfDkerO1WzURgmm
LiQ6B+wGtTMmlpYDcOYWX0ddqwvySJWS5olMQ85nRgv4Jckye/brQWGy1UZ2tcSbhUJnnh0sipn1
NNQeBihpw8yZguexq5jP+8B0M2b1WOEoZAnjjs0Qu9lUBOO8YnPYwEkbuTKgtTDzpGDdRhQHDwXN
ohYmF4kJKHwFczm213UZyFcl63SiC0VsPY4JzGQ/yDrIr2YCBsXvCo0CcVX1dXTT94EkLocpbbiW
Ik2ZfQCkwZysS519V1KWn9grVpEXAa/RPJBq84NpwMHfOFPd9Z5k0uOQ2XZV5wOyA5JMdcl5Cbtg
IIeNOVXfkfGYGFdmDVmSwJ6i+Q5VDiSX05ckBLdmSyxm3hoNqXc010hrVOFqehGVFioylpnuSzWd
shtFiUSy1iNXfmMwppMnWHI13+ZQtAWgFncXfQWhaC0o9OdMHOwh0Kdqoe47RZmFW3i15byGuxXU
mw7yPccd1ckBTbdj2axiowJDS1mdkGeRu5QsurEuInawZOC4daarRLmCBVxhdU9HqCiama8VhZQn
33FbkMUF0NR6pwS56V6Q/w1xVhIbtM7AB6I+E2F4P0AQ3LtZRqRXV5U+fz2aRqJvGmyibp1qpMxa
k+6rvZbV61J3+8nXwXAGoHHMPvBFMtvqurcm+Zr1FXDccZyN6CLFzkc+KaeVftzXUA+7hbS8lI0a
w7kJBCcYD8mj+gJvKOWcz3bxqlwQ7FtjBjAOfZSdo98aen/fdo5x5PMgqAsilkUqW6EB5VXS7gZb
K3UMJUt6GlwKyboA5kJfGySfD1WvYwwTU2csCPVrgDtKrl1YSpg3DSRX4NngRG2lNvKnxzgnzdWa
YyrhWuFYI0E5krgIkQaUdqmWKPs6zmTI4l6oP7RALrwgKjPRxTy06biVdD/ESu/z8nbMqQKQXU5B
hBNDN4E70Hv3KiaqbL7KBjbkHodfNd+VrZWFZLUXzFWhaMQRXpPC8sd+SvozasQ2vKexEWV3NaeN
G+mw+/cdsgMJYZ6KHyVkbvjpbbUgV6v5YNGlArOeN4ZGbU2mn0A3amjKRnOx2lvRIxU9jM1JV+c7
SJiWZEHjIVNTmprbsetmss8Ali+Fiyi5qtu0gn0lbLa91uhcMnPOj5WFc241hyVWafZ4Q7+lpKrs
WtDO0aogRZTClTLU0R/av79EwrktX/J9W7+8tNffy38uf/RHUU61DKP2v//55p9u+5ca4dPL3/gP
m79tuvz5eyuL/PTPvPkrmv/++a/Dl8L/3n5/8w9rJuF2+ty91NM9zYD0j8v9+V/+f//ln8ibw1S+
/Nfff2Anb5e/LeRnvQnFWSQl/zcN5+Zl+Jv3PX15LnL5/d2f+4OIg1jkH6pw8eA4KONcKvH/AuIA
zfwHwjWk6zq9RiTF/Jt/ReksaTl4A8i0oucpNCJT/heIo+j6PxxUYHiDaCMjmkHy/vOB8wTu/mjw
8fD+z0SWt83OxQvuOrhmbPapKOUc/aSHWwhaNjTLgvusfBpi31bhM56xC73tcP55Ce6TX0zEAR3c
t51GzhQp0LQxuAcgsI7LR86Ea9P9roWHlgX0lxfw5+39Le+yuwIFVvNffz8JdPjjYvoiqzQX0RNa
j7cXC6Q7uMTcKPfDtIq86QZyOAHmWGegBmbmLt/q54I+fnd7OnYg1UY7CofhpIGrxi1VjcJU7rvX
4ltxNPcR2PVzF3nbBP/jtlzMTYtlhIge8+QiVkkFEIJscF/GREVzyM6o9plWvJnZT3z8CH9zPzgG
UUHb+PiRdJ1cKkDbyUHGZjut5p5iHsv00aYUtAQ12vKcKOetUOHnfbmqTQYLfAQNa+6JYNSpCXCj
/yz3kejXds2J/pza/HSA08lndNumsZg6+ZZORh/hRhysoinclwHpjfqNGlo+iJ/1xw/trT5MLPKl
N1c56aabFcrHKZzDfdDDyF/ZxkNwa296wYHuXFLO6SNbLoWLR6CJdFTs6ic3pDVsmcCXRPum7Gua
OdQv8dR9fDsnBsQ/7gdRAmpIQnmsd7KYkaTaPAaNuK9hwZLWxE58U+cX41NxoT9FnNYpoXBofMBz
AehzcDcfX/90uP+8R6Fym4gJLSw+b79iHXVbjrgk2vfpcTKrJd1gB7Xzx0Dg78dX+qkg/7cO4s87
/eVSJxNG08rY0YYq2hPmR5aYc69usttqo38ar7Mzts7fvrlfLnXy5qg3Wk4muRTtPrQIsxe257zY
px8vD84BlGbjs4EHw/z39sGpkEM7ih7cDWdUohKuLEkBSyw9cm23QJI/fnrvP67l/SyOBiZAYG8n
VoOG/ks5GXq4HyPAsy6Ta+uTDPHXL8J3izGF1ZA5dlGy/KIG60DbuOw15b6IkldF381WfJTDcGbI
v385zrLcUuskfghGwMlVYpGjrABZuid8gG7jEn0eOcSKnnliv70MolV2BOja3i2G6jhxVBRWtOdk
t5rmSiwnh7/m21zGNPcCDYOtBfYP2zm5l8ZNY9i7IbMqYRddehOl8q6P4u3H7+U3t0KnHyWbgRac
fcjJQoHNzp6BeRGHS9B9D/y4Zit85q3o72cClF+/XOTkVkC6l4TFchH/+vZg7KBkuw/9LSlIXrh7
ur+bvcknzc0vL80rJCbFXr+aVp//g/tkp6WqLuBA9l5vxx/BJUUUKY3cG4QOrtqkuAnzc4rH3z7L
X65x8t1GTSpdAoB5Y2a6A1C+roe/5Nf5OSZQ7P/7Lk40qVMMqylqS7kfWkKEIqvDI08Y0n/yqKg7
oAS3melOZrih6YuBNrfc50m9i/H9R/lfUrv+6zb+fYWThbYdKTdRHOYKTHCNik7rnLHpBFX2/hKn
exKno98qR7mvN/p23Njb2YezxznQly+om5x7ebz74WwH/wYGx9OgroJ74Z3Do/x2QNBJUeFpmMgC
T2ZWK6JZWquz3FOuv0Ca5YdK8denIqyz/3uJnyvjL/MqRfdCieQk9+6tEBLstrL5eDTo73dFfLwm
MYiMhSXa7GRtNavSgUdt8PE+pX63pfq+abbI9a6tm+DgrH98vdyREkZz9T69TjbUeTf1NlpPq+eP
f8dvn+UvP+NkVNLTpUmbaHIv7H2OsseW1plxf2Jw/XPM/HKJk2GZato80PyS+8kLtsHl9NIkKOW8
maSOtePZq8nP1+m63FLkTbCLEqdwG27iM5Plb+/TWsSkuD3YuZ3c59zGytK0kPvQrujzVtl3Ra+C
l48f5vKXvN0v8U4daAC4yBCDnzoh2rKL2Mfbci+LG3q9XqpcTZ1Bxyb8T4bnLxc6GTxajrQGWxdv
bZKeIcpVdvYSvx2gOsYOE/qbCVnmZFIcI7rtBivj/vopu0w32pX2ECKW2jnryie3wcv83Es9se6u
Qh8dzKpbfR520aV6tfsP1hg29IKuO84yIjDfrjFdLtkTzFm8J7b7xoizm1E7F+JoLX/H2zcHDFLD
F8pDRUb382H88r3bBZqC2EmafZj3zkuDt3KvIaEjQckwmsGzzGH82lfW/FqOQ/o4zVb7vUmM9Fia
fXxtGyAmiGSQl7UxIZepJ8XISazogx9irCpmxxmfFkbotrruglh9paQ6/ejB40tSCNLoelCJ4WPH
o6H7qQXzAikuPTHVKQjvQ4r2gyZXquSf7dxSr3Ub5DZxETOS6CYbi4qSb0kyAm4KEzmM24wNgh0t
vyEyO81WLT2V+5nIlWvRKLa2mkcxGuuxtZJiJdJ6AbAPfZCtZK0P0jeTiKg0uhVWgFw0QLaD6rB4
nATtZf4nbq1VnCkTVKqxEa8ffz3v9udgkSkFCUfl88GOcvKJZjl9QClpCelWcDMR1mRar246rYbo
hon6jMr73XyA7JvDgLZEq7IWn0q8ZykJekMOwMXI1KDtqdRnJgNz2Ze8GVM6HG2yg3VqEi5GgOUn
/DKm1NLUYf6Y8oDomPcztWn51RaD8QxiuW08gXD/XjEA5qyQt9ca0mALo2Ycxa+oc8O7zq3YUumo
dn5GcaT1sQv7JvbkaBLAAga+QqogiudA6NmdMo7la0v/+Flv5u7blOlkRAZBb0BNo4e9BG4I+obq
3OXYd2MrQdTpWrTPCoOMt0Ybw6vQ0rPPInHJlImEESFjrmRO38XI0zUleZ3cjKTMr8M6h2uZZlpi
bUfJMXjVsUE7RyD5eRh7+/Co/NmcnCybmg4VvbcPz1GqJmpJrjsoopyuVVGSxKJ1NSFrZFSQM5i2
32ynUS5FgO6sRWp2H+bhj3DAcxoRaHNmO/8zWvr052CxXA4mlgP28vTnlIXbVVWBDExNcCplWojr
OhA7BSTLuqB9dAXvO/EW1si+Lkt0lkBvjgZ8GLrAZtesm0r0N7UVjJf0KkjOLCjSu2gENq5Icspw
g7MPAgwAw1RcG+SgbVTijTbpZE2XzEiF3wzdfI0fwvWjAV0eHQhj/fHn9zN19+09OgQy09cA54iN
9dSyMrQqquJWUw/4VpZJgHSg1170IUpBel1XslDMrySxzReGhuB/Cfw0Pw/GFPe7Wm1zcm8M/ZAL
JOWdPQPpS/LoC+uKdkAobmSrKdTsyUO5WN61WcaqOLElMEjv6wvtMMVD9Zn4JvZxTtYlOAZrTdLJ
CALV69xQvJDxPD4imsFWQflDvvRETJWeLSKClJDEVOmtgsSu8miDjIQPNXP4UpJZ9kDapXsXNR0J
FjSb9ZaMHCd51HtZ/ZhGJRjIqinVLxUVzP2gQADTk64zVz25cT6KU4dW5scP+V0NlgENuIptguBJ
A1Q4mRQmx5YVoZTuoWvc0PVb3B9IeNwA8WeTdv2hm5JJ+lXUlPGKSFS0ql3VCHM7D3XS4TEJui8f
/6J3E6HuAqezsdpSOiMm+WR3RpZJGXRmnxyaLnZ3LBSWjzbPufv4Kj9hu28Hl7tABPDYUwvG3nsy
uauhJhVLZvmBFE4NgVRnfwpiWGFlqO6SjpyYjAbOFNrbQJctC2Y73g5ZkHuymYg3jgbrruEb3Hz8
q35z74vVDKs68JrlJP12kgEOHFmZMeSHfBBiQxwOIXZzNp955+93UvQrANwyk1HUYNk5OSRnSaNF
6OaKQ5rVzVVkq8GNUEJ7J5bjcjkl+7ZYojxCx1wPKWzbWZHGOkMm7HXmmKynriVp0KDhPqbYZ4ZA
zXaaqhj+nCX3ogGh2A1jtrPtwNqRrRrtepLcrlqrqjzIIY2H8ERbs8ZL4mmN9My++t3Gabk3VmyQ
JfRrmDbePkJMSVblNFVxGCricVDjKygr6Nc7NPHOTMLLHPtmCHEpHh7FNEYR3YSTObidGaYmKpyD
sNv4yg1o0zul6qJRMignp7njEQSEx0cLXJqWU33xFwfLcnkX2Bc6K2pU1sl+mCSXIpjstjywJVS8
0R6DGzWS3ZmG0AkAldMSl6GxsOxMsPXTF3v7QMtyCWZ22+qAsIRsrpZe/SqZW+I+Kjta1PTtBh2I
eh9mgc0Kr13XBtrOXjOVnZ6m0yVqVmKzxkS7TFuEZTNxza9ScZEXIJlb5exf0UNlGXAhVGwbZN/n
cAHLGz95TRAgwHsvRyEdo+rbG1jgYUou++qAyGf2NIt+P0d4Amgaa9+WNKh1pT3z0N6dpTlGc47+
47LCESevBidsxLo9V4cEBO4KoEuwE+1srAdt5BkpHdahUnLQTFLtzPD/3c3i0saM6wBIYNF8e7Mt
CgM9rOb64CZE2YigFQHZxDPxinVe+omKHrgQiIv+8lDk2VJuo+3F3Z5Ss1VyiVVib+pD3MB+mkYZ
gDWMrDPz1vtPm4MsBz+A1Qv44dRcqnWh2ZYMrkOIts53xuipbZf1aEgC/+P7ef8UMbHyDgWLECew
U1YJGuC+tCPLOOD1VDjCxAGqooaMISWzPSjl4HMUIzwzaE5QS8uXxhClBEPfWcMFdzpQ9RB+nz0U
yiGG47Q2FeuiIUFv5QaNb7ekpiGh1KLuUOvVpg0EOuPeum8Ds0TdFJ3Ze71biPgpSzkaggjjGKzA
22FUG2hpgIQoh6ilpaTFzusou3PG52Usvv0wTfp8jBk8/lCDThtHUDSyhpjc8Fg7qCVIYCVhQQ+l
TxxWtu7jINx+/Fbf7+HZ6/xsxnOuM1RajG/vSkymUFQLK3cj7W9FZWzDoCbBz4w+j8HeQunWUO/J
h47oq0TD7KNvkqQ686m8v2m0O3ygQEXgroOlfPsbKAhx5ASAfDByl/BnfZovJ7Yn1OOLCYW7o55Z
JX67wVv83pz4kB9gI3x7wSxn+WK1FAckOZNG9oCuf81RMdw1+gwMpqaZcm9OM0C3FFsf3gq9GKIN
QaXmM/Yd41wh830Pj5cA64o6KTIDxvrylf9yCu2bIC3HcQk2t6d20yBXXVfst4yVUrnKdVc7GPeq
QLnKMNRdNwbH/LLJ3IePh8L78U2/lDV7yd1A6GAvE8AvP4I4v7F3rNI92CNZ5pjeIDml2uvHFzlJ
qFk+aJrZRBVQfqMDzA7h7VWmWq0JMjGzowzKnrpBnzG6Rdzu0DghXbXSvr1QMc3AIjE7E3le5ZBZ
mRG8RS8V1R+aRNE/qSX4NxTR0Rj6whzc1IMVRq+LA/StmiJt58yePM6gHoqV1ZXUuLHhhMoqtANx
xxExfyjJ4MXzX9u16w/62PiTNSZ3MUejW33OMU626dRxDFdkf6F3Me6bNAkUTFU6Mv9YNu5XgA7G
sAIQAsiUGLMy85WkUu7NetaPhTtn1JgwrSmrJgpQ3HVB2cF5UmOr2TSxNCZiM133diItjdhH10bt
SjjqfapW6vPHj/w3o90hcIAhbTDkeegnjzwyervpq7Y8huREbCpXLdENG0qKLlDA2o3dzLOCtNg5
cXxp9RNuN+xWxwoP9Znv/P0IExSBGOH0KQXkhdOtfFVmTqmV8VEllhAzeViuUHHU56a05a95O4dy
GU5KQGYApuunuzPValQN3198HEIn3lVSFVehgzbf0WD0WWaQ7AIhmzVgueietDwHPSKM8o8f+vsp
Deot7A/AHNRG3gEjiyC1zbmw5VF1a/eaZvZ4HMZavckK92BMI8bZv3w9auZQtQTLJSdF4+1nVepC
T4p5lMcs0chOjsJ+N+vLemip4wYj2rlu3HuBBbsBVXAcY8JeZFwnswWFBmJxJe9yLLJ2NzUtaIPG
DNd8/+i2c3AC00wgouUW9mpcwO1FIAxfCXqdkEv0psQA5vsBj+YFkZ2RH3N0OdMwfL/hXH4hqwnn
uQV0dvJIyFmNyMMkHxD7iXtt1S5yKi6Pan00d20yj97Yd9Uxl2fL8r8Z53RZgWsvR3aUcyfLi1pZ
VWzMIj5SOIt2A1vdDfXNcw3/3yzdUDwFdXDOIez+TrtTdqSOZi9sxAQOxTRbbbUNXdJpY1Gw2Iad
XNTxDqnyiV1/mqwuubTC2PHzSDX8AeXGmRG/vPCTr46aCeINyv9obpyTWabSxqpW8jw5ysy9RbX+
aoviYAchutn4pin6p48H/PuNL7tRExEsQS2W/a55L1gpHVkUyXGYrfLKxv1xTwTBI4VU7cyNvT/S
In/kAE2QD/I1tgxvPy2IEFaWNXp+tGb3WxKqLUgEJ72JB8yBtdYMa8Tgw0XWag0BHNI+s+v8zX1y
bqEiAT0GQbx9MpZEJwqZ0Ok8OrOjXmY1hchStWErZNY57SEcn3fv0AVfTWEfqQqd9lM0uF3qRTy7
QX0s+USJaOml4auiMldGETfZujQVVM5FbgzfsBYbKkJpCqOrqouL7zBW4u7KCdI026KW1jO/nEvc
3npZWHtNVOHdpClzuLaNWd8YdpHSqpBDfRh0pVijbI6MNSGf6Y0teRO+Xtvqd60fzNcYvfSu18ra
vLQJwv4+JkFLzLbqcLJ2MrZLq9zBlMS3zI7AD2shv7oF7IetQ2joceBs/iT0DuoETDfzbuwm8wm2
I471iQ90ndmY70AgOMMno8zdYdloTPekt3bTqqfQcE9Gq3FIOex0eLGC6tiEKpHdfI5+tOjYLlX8
8u3K4taaVWVaIA4Mq4Sq0A+ps28KC6OO1VliE8VNBB0A9ylBxxXcsBV5iuluKnkNq6XRQf2MLd6F
03X6ZUi99VBUSvDKMTwZ6CZ0KjbRSukfZ62j5zRbyWKK7dQZ/ZwzYpTIC/4fFckM1jR1kRao3Ryp
20QrsTSHOG87T53AWazmdorY5haDs3UVmk28BZoUsZZM821NYvnXSrTkzeem1ncLM4MEVRpNk/CH
Itbp91hGZfn02yKgI1VqYrwmNHtt50H5MFtkNq8nDCdM77w3+06pCro2JYQqfZW7aoc23C2T3G+M
yA58MlxT8Oh9nT8wU7eF38EbcVYgGJV2XVARE6t2qKarIA/dJ9yuzlMAy+B6msJI5S+qC3ttKSGA
TnXIZgwLuR5gwDIteSHdDpdIn5nyyBqh485PSZLFSNobNy6byxw2RMEJmYGRf03nLt60BTVzdRwb
aJiudQlBSR5mV2u9EICwr8943L0xwiTp68N4w8enlrc2ZnJjBcnWzH1ZOEntzVkt711aentdjeLW
z+05vIxmIFxInabvMYVc28NXmYldTGQXiRIK/iNymydt02h59iKsLIjhXqjhoXah+IB0CaPPLR/e
1y4JnK9lJ6o7pZ3Sl65L00+1aQPwi0KzuBrVSnex9TfhU9U24QMtS8X2RZmrdzOi5mIFxfRoDmZC
YDH4ER/7GPUlTn/ZF6cwu6vKnqItnmni7DEgRpAIZ1Vm+MXL6UsxUVPgEWHM8OrIBL4R6rl9CW2F
ztLIvuYhbsrqvkh09VvV1AAwplnW91VdOwSYN2zScdL31rXbSiwXsZijTWnaSr6GF7KuSRs+ThA0
bnDJDMpKycO2vJXarMEDQlrGFexBfssVYd+Gcx4+5dLu+PYVWPuXaSKXFw1jKhf2Y0A3HDukpWiU
QpR5/EYXlcrBLMZyNdghUNE6BfVCQU0rKjxfCSnbIcnAz5Vw26se2+1ONAOPYcIGlDR43Qk8Vj8l
g2o/R7XIc2SjnfGgGvNwy+tg5IWU/qz1qPQNdgWchV+gQgyN76qFKzyZ2t1hxpXEuW7AL+g14G6e
Ry3Rbjvhps+h7hZYn+yy3Lth6hzUoJmfcIqY9P1gXnl4KdLtFDrhOjSNnEJxVc6vvYVZMFNu+ti9
cNVs2iVm0DzbdE98M8PcpaMGeAjNxK48BrZerAwCrq4Vcukn9ONBdZklZqtyvMOtuGqFBi0Abzbe
V11A19H7KrhjtzbswQhNXzKtmi7dfAkRV/C+sp2kSkgxK6qml1i4M4+v6gBZjBazflmQzgoSB+Ml
VrJUwsEpqopkc2HFoW/OjD3mOLk4la0+/pyLRH5Sh7jQCDG0SZSWMKwfag0rypki0ntBFAcOirTs
yBGUcgA62auaZhLrbqfVR10vydCOJ/vz0JrfM+ibNwQW4fIBlOdhjJLb2Bhav4Y44w2Zk65ZD5cA
d5yWXdUan8yhZ/pOp3RXNo67Qseu32D977clwu1t38X6eoDkddGOYXlP9SK8JLe6P7Mfeb8j+Bkc
B1zdBeNP4eDtfgSjqD1OrlUfeziDq2QqXE9GuO67zLb+h70z6Y0b6dL1X2n0ngXOw6IXTTKZmZqV
GmxrQ8iyzXme+evvQ9nfV0rKpWzjbhoXFzBQQMlWkMETESfOeYc/vrC9HepdkoWttghm0Kgfpi4M
Nko0aK41z9aJu8tvXkhZ6mm0nlCRBtlx/EKjqIZTDvn9AYrh89Bb3XVgmpWjCIJ2ovqw/KbjHBWB
V5CrJoJxAGXXjZASWHYXQJ9/qNvRsEeKnHipq+mJC+hvRiGDWhJykikqn6tMOPJjs9L7oHwIR7ZY
pEU4u3VYpx8nwO+vN5YmkgCj9sJLgSw+nrU2bgXYnFP14OtNdhagj+0U8HwxRgQWEmPS4XZDP+26
AJ71xyO/VjpX02gBmeUKTz4qIRl0PHQ96vDEp7R7SCgZxY5PMrkL1TyACiZrgysWBupLvt+miP1M
E4laOcTTgEIJXhNp3jTXjS8mKLLGaCMNGmVcMTHmZzK4Zj8ZjdF7+BUGKgoucl1s00xrry2Sj8Xm
UuwAywx19JAGOFw5ssytqpEM1gENpTTchuaoC+zaTZo48kiHxm59Kbjt9FTvT8z/+ivr2IVoAGCo
ULCDMRfHkzCJAmKCSl89JpwUTtGpyHy0wEA+nuvXS9zbuWYEghX/N/wnRAgtq71rLlqtnWS/X+yT
XbTI7dkuHOS47B/hBm3H/9vhVrGr6yUuwzrDiQ4SOg6pmoPi2Ya9nLHizRk6Kd7Hb7hcYNYvSFsB
GPZihklYHc8jiQDoHjUYHvXSum4XRw2ljL+mSfddaIoThd/334wywJux5OOx/NhKG1kV+sc+u1C1
lyi+//hdXpEBH73McsF6U0OVpYEq4sj0nVt2ZVt263ab3t1/VZ3UNm3JOYTOlqPFlb3QTlzRPkHQ
WJcEuL2hwsk1kXNOhJe0RkxBBSmw1FLGh6TKRcnxERmhzDeZEJpLBIPPpKQEUlbmcStukgKZAsBk
kxECbhJTdcOdQbtOIT7nJy6xr7r5b+bl9bnY38mFaZca75CdYh2FvlBU04OfRePnTmo7O9G4yhpC
OO+7CmkKtFT8g4EkNr0kq92jkumjHdkM11Ne6l5n1fU1PO7bQWrSi3aqWzRvUP6JEP05fPwNVzHy
+qi4vy19LgnGhLRecNwvyer08cGaDRjkSOsAx+Nq+fEoq6hnKYNlx+aLSz1sP91aRWKjIiuQ9Z3x
MJFr3yLXJDq4pXdOQtlt5+tD+XNh/xHj9TJ6wXSt+NGumavHbNePeLH/GzmubLz/THH97+x7Hb08
5/9x95wVz0ccV/7dT4qrQDvvL3qMgAzBDAC1WRwgh+9N+1//KUiGtNBf6U0tTg1wXPlQ/ya58iMV
IwGLxIj9Hwbs3yRXSf2Ljtbi6gDDVSVJ0/+E5HocLRS5qH7SM2HtMApuEauYrFu8dEiajTuZu5wb
TJKOVOrUbpI0F/c+ukgn9kll2af+Xq+8JxW1xftbVmAeos293scExaqyuejvDWtSfLReUYm0ayk0
z2aUNV1zUOULDS0JT6xUZVdYarBtcCDLXQla91ns9y21jkjDCRiNib1Cu+N7XnZfMlMLBurwkkp2
PKVPSBAmNBwlAQ1Eoxc2SpNFe8Bq8fOoUmlzpCIX3ZBGL2V7NT/TitCT/EcDmS0DDbdZ3pTIk315
Ex83P1/yLQP3OBv9+eqw0DSag5oGjWp1Hkmyn/nIY7b3CdsZChRyyCagfJ65mZzYA5avdjzJXIZM
oIpkcQv4aPVVrVZMa6XVs/vciNorlDWkvYGUk+sbrYHCXlAW590A/uPj91s1G5cXNCS4xVTuFw/f
d6hNJQyLMSc1va8rRUI9rzPctEXYT0Vz04bMmLionyWO3oYXuTG+THoznjoml91t/eY6CTK5kwmc
cb37iWIw1aqcZffcueSroMJpezRby6617KrgUuUFCio6pWAGXijOtyLgwL01EIhigk5nQq67aRNh
2OppnXxJVES1JtWI9tzy5jPd+kLvX/aacJgv0nr6Q9cbrBEQkQdmSguTzgKL8viID+ZOUVIctO5i
8ZMuB04hnMnJqdBYL/hlEKr6DEBDx3q34HuEygTA6sKdHmZbPfreZuWWXWA7xo+v0fD/z4X/XICC
/3wu2N/rrPt2dCAs/+DXgaCrf9E9XEhg0LrJ8peKwq8DgR+ZnAbwOekKgEpZfvTrQFDkv7APecUp
vjYLlrOiKdDB+6//5EcLhpHI4bNCCwZRttI4+Ejz4LUV/2b9kMPS7DO4e0FUW3pMy/p6k2ZWHZJR
JcwHj2LSPtSSbYms+4DHjEqnWcYyVztAsHX7ZLoKzGTHbrblodCw7R0rlC4hUWwBCtvV9NjPAKKb
yslHywkTC/WPZudjO2cKwlkZYN6mfFPbJ8DG9lh1O5zOPpUJIPcu93w0wBC43Ek4MuYDSPSCutoM
WDZyBBjkQdxuwzakFNW4o167MxyIEF0SQBQ2pbstmmUXyT5WrF2tD5lt6oNjoV5OWRxBADmP7zEf
/+xb/WEOQxoKAuzc9lzXtkqiINyTILTFnW+oT2zJq3X3bmJX5x6S+jA+/Kb22qo4A/VJ2fBG7eIN
tJIT27B6vAW+G2n5+ZtPWFZlEo4ln9CSbwT5Sy+duAqo719l8fddgPkGIBdg8ccDVAa6y5g0154Z
XEZi7GTm3Zx4ieSjkmMn4n0gF45VDrZZJVdleK4UmZfIuhvH17jVOfWiU14mdp2GZ42guXr/qUNV
X5QeRwInLEDQtSTo/Pu4LZzld7XVdIFCj623gW0ot4Du0SuNMdrIbcRlNlNZbBqkVzt6xDXMm1lI
cApNQIondqGdQeVz3qzn35zjKzQzLRiRCZAWpAHrGJeAZYLezDDNWQNT7772kCvliTliXmJyCqv7
1BX9LqEg02a2aiDMk/p2zqSksu/5PN7Hz/Hb7/DmMVanfCaCh5kCvkOMFrNuWTaSmugvQSgBS/Xx
UKvU5d0bry7vBUQnKwxGtgXkI4Hx2T4ZWC+eeqNXyPXx9rPM7NJYp7q15KTHM2uFdYlPKTPbyPdh
qe1j0bdTXNsFTikh/FRbF/qiQqee1WJ3mIWroug3qGnJ3O1nqsV5KdqFj0IV/ZzG/ngKluLnR4+2
Op1V7Bbh33S1R+kUhQeDJlODjcIiT0wZvam2vY4JVx8cPh729x/57xlZbciWgIRv2fORKz11Ncgv
hRw76Ft4qX/Keuv9xnE8+astKtciZCs7hppG1L/q3A6yp49f5tQIq50j7GoxsWpGGKanGmBgd2Jr
+v1kgVgFKgCdby0AsigKlbHBJttJ1+300hlER6CB6Xz5+D1+uxyA06ExAnjwHV8wMlprzBrGqVJE
+ijSd4/ifPfxGOA/fxdx4NqAzGFtB1DxeDE0WgCdIiPi6M2zw+FgNHHSReZengGRJWjsAjdGRtVG
9N2L9PNGo+G7CO0ZyuOIdF5QGj9kLbqOwFiaNYwSfEMe+vaV5ls3SLjyV00UWhO/3wmpdpGND3GC
02KaeyjoYqMQXgtp48LI2aSlthXLb0E7eCIaqZ01X7XGi1h9ExYgnVGeCaV4JiGFh5QlDX6b0quj
UoKd8TT41qgPUuHM9b7VUIlTE7earX3P/Ss3WN0Vq0bALDbKvWD2vSGL2cLLvT+OTigaro88XD0/
VoJ0pvTxDrOCXTtsy5LWSpNeyfl38SySiq9RbfzQ1P5R1+Y7FP8OrbFt5Su46rddavyIO4hTAurl
Ur2BgXmHqwhqmeF5y8Q1ISqFBZeUMLSjzsLcQEQAz3D14aZ+7U491YmG2rey1QZtiwCeDfjASYIr
GRgtIXKTtclV0sgXSfWtI4WYd8ZtW70k89bnbFxeYcg1z5dme0IICTiD/hLMTx0NqcTicHqGFnPj
w1rSp85VR8uloYfkeO3iUrRpLWsz4Qc8NPElzM3zblzsxR+GqvJQmeVCAiPApCFfYcUTX1IJ9+S2
uFjCRYi+VVHmjWK8NdTwwOdx6VPDpvLtbEKxr9AuplD+ZnYjfAIfuFSA/rBIUzWQkgtoYpcFAFcb
V5ErpR/uShxwOqPZjtWdH8INm84zuXHLKtp08uDIon6emTTfBNQr9Z2YadTeOR7QB4zxJzEKnNlk
DZxi7Y6gFrX2q5DFLq38VhWcqPo28pfgBtl1Prnm19YSNnqA0ikGNFWr7o3gHCNjGrbhPo6fFZra
0iB6zHmOZl/fXqriz4wg1Z1Y6HaYPjowFbFERgmqhEiDBmfbW7jcXDd0EMhDrKlxG9K+tvu6SLLG
tW3JV0XnDeIN/SJoZ4IDpOKAArSnKKicL/BLpf+M0iann2pjwgatInMLvEDqIPdkYL1+Z7Efy5dW
2LtVKntakV7VhvqciPFTpM7XuV5cFfNwaAbzIiOVFVV0+YIzenCo2obbtnvpVMvO8voR8CS39Ie+
IncJF3zF13b6PqihI+Lwo47xrjYwDGwnR6gbajb5hlusk3LHDm+6qEaz8ZvkA6ppOQ8laRPx+HQY
SZy26qAzD+VWQlkTmbGrERCuRMVWnhz4em6MLHsazhdlmuxquT3PKmSM5PJyDPKnkt/WyfLGLK4L
PNpqA1AHqJegvS6ShnkYNibuQrree2jR41D/mGrcHapsB6CEgNS8pHyio3Hjd8om1FWvGPAPg7/X
tvGlad4NcrHxRc0RRGPbjz56zvKmEWp7SSZxotOD9LbOtP0wICI/KfskGDdRnXupLjia6D8qar3T
YwAJRP9sAaEJYZIho1aNF9ZkXGPKSYom2lqZldhYEJZZs7eM2RambAeO0qlRuF/eMDHbOwoS215+
6odgE+d3Gj1QPk45ADLLb9Cy34d59mTWwm3U1mdj4+O6hpxnMGxH4ULQZaeKQ8ANTzGFDmwzbI3t
moLyptcGhzXWloUnMZBUlp6aDXsVwmfdqDvF7/bgolnCvad21qZvAjsprI0p3pBoukqFYZA+25GA
6G0W7wLBxQHlQsGGGnmMrZ8Y52EdfKLRsxWS9iKTf4gjllPiTWgh/NqHqO+CmAxwcApuDbm/Uqon
TQ4OdTfu+/6yNBsXi6oNivj2JOceMAbUqPe5jKJmmmwVtrshHq+wxnms4ePFUnhe6/21ZGSXc5Ls
OnqDvhZtZCHdR81dDTj041NwVd8n1+ZSu/h866KG9hAF7eNDUEDoFJpVUXtaVJzFtPj1iM0ATk1h
AiWXUw++EaARrM0n1cYbyQWWv1HN8DzpxcuRXKk2+xshfEwG48SjvTueV0+2Op6NxMxTErIafWyM
a2r/WvQnW45nW2secSrwrCbz2jZ1P56Qd6nHatRVJq6gKV5PDXYiwpg4lvrYdvFWpdv58SivZdij
bHcZBukiNmawifQSjqc9NBqcInEM8HQDH6RO32kC2XbX3nRivSkEw0VCcyMNw/WSAIBh34CzsTEk
Ou8r83PAp0gVBFgrp58Sx+jOZUwKNMhfyx09HDRbJa7ARj+oFV0ZFVV3bXIVfisQdQ0mUzvp+0F/
bA9tdN9KiH1CIINGaSvSpt8pXAl7TNT82tGwuxaLZCOpn0t/o6hkJ0Gz6WCLlyauS6G2bfTpilLo
jWrMnql8X5j1CBbdLGtOl/pH5Nw/Y/nj4n95k6I3nlrZpd/nnkXXENLmxrSG26aUn4ZscozwTg+Q
REAA38um+a4RqCD33S6f/Mdp0D+naKDOXE1Eud4iVekgTG6j8vID2xy760xcjysHpJPbAG2KOEiU
mAUdnjJSX/Gafi2Yv7/c6xXrzeWULdCvJ+q/hOUVwDwvrO9UwVvKOOZsXvTM8fzYnXVNgXb3nW+d
yIyXoD+OG0yuX4tROnALTV/C983o8NxHKH+MjtlLE3VeuQ+vIoRwW+whXkP0j+qL90XGnw+bTv+z
1tT2e3H1jAT3+lf9L+xKLX36f64+brvn7G0vavnbv+RWVfWvRbSS9gMXa8jnLOmflUeJn1DwUwEB
UHR+U3aUlL90TV0ogCR7OlUDftmvsiM/Qp0B0S/4aqCyZeQv/qDsqC5Xy7/Dhu7YwnkFh8DD0aLh
Nx+HTUBTU5SHILsewLjeo5PV7XyYrV+lvq5NhMP7/FOkG6G1o3yZ7od5AKZcjEqwseJYa+2BY3YX
yZfRRAdiU7UJVhOWJRwUcYqu48ySP0H3j+4lrfGfgmJApp/yUtlRn5IKEVoKWY6jTYn6EAhjd94K
vXBAH0hxo9EfHyQfk0UUT5TkIoQ79+LDezCTHkO1EcKaLddqb2xAGUI9GLTZPENNfmy8okW+Ay2+
6oIiMHjTPw/+/1lkfyhG/L8wvBda1z+H91VRt+H3OkcwuY6e8+f/2Dfpc/6teRvyy2/4V8jrfy3a
s9BKzaU39Xf3dQl5/tdCoPlViP93rV0W/2IThY8KZQ0kF73bv4Ne/QuZAMhOUJ6g3yyVzz8I+uOt
kphf6usiiooSgnAL/fM45iUhyYsRi5GbRKgBwwvSk5FUeDDnILKrPEe/vW4y581s/aZ0eVyAWcaE
fshxDlSRlq/0yqF7sz2XjWnkSi4NN3Pfka6LuH6RqGf7j0dZNQJfh1FUU9FoXksqeiKrOg9ErHTI
ZKm/obGLB0lMph1iTJ/OquzGwtjbYSMHl3jP7cfcvNPT8iT59N3kQkajh0YLVMHkXV9jqAqz76Z5
nuobs2j7nQojzhtKTfNEq0fMHQeUM3yQZNcPA8SPq17GZpPLkFJYKfXbGudVvZ7OoQ4kl9Ii7xL0
ZfBV0fvwxEytxSGABeAxgb2yQcsPT+K1OIQ4h2oMEC6/iZU89PQcMzAtD4TtkGcaPKuZMqY144ls
KdVVJIyhK87lFykMqbqr87cWzfGXXG6Vq1isAeD66XgZgkXaYb3QeS1StdsyMGOPul+5U8XuZtCn
4TO2MaYNXRZ8dyP1GA+I+ZMej3d/GgSE9oLJ5XRY0A9r9ec8m4SpV9T0RrMS9azKpdExZm1B5gaN
g1o/2i5qPVypfoZoTz6JXm5hC/DxQyzZ8NG5siSvuqJK7LE0g9eiEUWjDxCD4+RmQDT3PE21TzEA
840y6J3H5dCaAzxK9PqUVsX7BQCpht2DJi4fT4YteLy2W9Fqej3PgpvBoM6BPd+nFDcGTOM1lGXi
xsIKJ7wzliJ6FnCHFtD7+nlC/KN6+VpJ4lWtgiooxzb73HKCHz9CLlmLzVFuXdM/a7ZGIKgu0vsG
QkkRF3bfSLfSdKcG8XUjY3sz5bPdYDTiSZ08uwW0oPNEqULP7NPpNqnNXRhlWxlpBzr60mdc7yje
2DVGen8mzLU8NRkFzAmV9iPwvGVdv9mgklYth1GQres6soy7SRvwcZoqf/NxWKyJq+QbdFkXXXJz
AQa/kxyQxwJMvWHO11Gc7cegE7b0O9UzE0OsLkE7XGrr8Rk31q+vGIZZn2wUtIwTm/FaGnF5CoY2
abcupFV5OZ7evqyQ1Bh7FrN8nSu+eKVhBiTOY/qlR3vgpvVLFSsxJZEu5CymFheL/VdNQwUEL2DD
JHCoAH7RtMuwQQzQoRxsdRtTq+V9rlHchRqHcygaWstZotZPc1cr309M4rs9lqSRzvMCM+Mgeyfq
ExSqjm2fJV6HJPjQWoIvDUDuTWyor/y1CSPYHsHQy7hqiksjUqn2jmMPEwlvQcVTQ9wtIPRIT9qg
N5fQGH30mVDQu8xxNN6eeNbjzsCSYMI+AzCvwYFHO5t09WiqMThLIGD17TUKgtVB1rR2O1Q+XpRB
InmCEFBvwmf2PMfV+AF7VCYwk4rJjnqTrRZfssZJ1JwSeomM3zXUmgpTqhxd7NfH/KM7zf+jaR2x
/c9pnQOd8repHP/qX0g6zfgLLT2A7zrtHdA9/OgXcII97i+wLCagVEJrYeT+O5kTzL8WVQ0LHDvI
CNQ/lw//6wojyBIXIn4M8RLxx4VV/Sfp3JKu/X3UAH5a8jmyDXqlHDRE23GEwa7ROr32lUMjyKNN
oQEXgrCgDaHZVCoCwhubz9GW5pONovcDU6rRQMBC0gbhttpFsgmUYBPU6gFv2sItuCXZszGfylSW
33L0emTK5L7I8qFpvShJHL+elvdxl3WteIsr1yWOpN/B1mHDKYxnyfAtUOP8DOL8iW36eNEypasx
V0cYDZ66HGNRvEXowM7CwNguJoheKQY3ZlmfGOx4N/s52KJZBNCZOy8I5+MXLIQMbCHM69swxwzZ
Sjp1U6UJVmqI399lIiodbyL8N6n46gx6HRDZNZMkHPkX3nX1dn3XUDRsDfkWcuQB71B8RP1qnyfJ
PhCGe1CMwj6Su7NK3fndldaiwH/iAZaIXH1SOgygOGgxAiNdl1YLBZUsCzj0LUMpF50qX0UYPG0r
gVLpUMDoLDESc0Qc7bCIytu7xOvlDsd0QN6foijfC/u2oQHz8VO9++Yywnjk7vgrcSmCCHv8GQJO
SalMI+NmVmmwoP822S2VOdsojXmHnuqpGFvRIPgMDKgBvCLZgIdNDn48YI2EhY5DsX6Ta1QZJxNx
a0k4lzJMrctXbgl2lfdpPo52SGdIG/BmHwaQSOVU7mXOWlfMirugM05lB+/2E57LANEORxvyu7HW
1hDlMRkykOI3hVht+lTbq63/lMUdMp4WlDB05C66eo53UyrVJ9rov50T1HLExbgDMuxrueZNFkbf
02i6nrGNoLnIqGFaZPIPUjB6PO34yYBIFUKP3s7U+jawVIO9JfXbwkC/Rukn0Dqjf0oE4Hdx8Wp5
wT2JgtQrwfzNI+HrPmpBJfOZyjq5AVhNMTXovieoUuaNKZ+IwvXkwysiGpRlr1vIBcYqDR0i31e5
PWkH0+qerUre16Xg9UJ1P47yUzi3DyPkuzafTyamy6J/uyahE3Jn5hhboJkLlew4GocoLEu/naWD
at1FSMwkJgTHTLEDDN+veuGiajd9By08c1M6THGEflP/5eMVuG65kNDxDKhLQFHgWCX0jp+hCGpF
nQdZOsA5Ny/xGguVr6rsdfqVhnvkD+uHoePQjv+3Q9mspE+492f6+n+6Pa0fY4mIN188raMpDTjE
D8EPmob1i9TtpNCte0cwzvTcgTcfw0R9BgFoSGeq4J6YhfV5sB5+FQJtgcSeODH8kLqRtAvkXY/V
GX7WxvUg7IIHFc2q2qnnhxSO9uc8vYGoG34/8RDLbvcuHN58ilU4dHGWc7MTpUOnI6VTfenx8O6w
zunHl1y8LRdzRmtymkk9dTX57dujjMahj/YbANPjye/h1QRTlMoHjJuT0FHRrIXfivkmDdL54AeT
rSmoOBCgw2XcgHRDuKG4ytUzOg5Dem8gGwt8v1fuws7NyrNI3QOaCPRL+HwfT9FrXvVuilgvCic3
x9grWvFtmGhCVxeJIh1oVo3WFovwa2zczRHinNviv1zQwXf9ZJPfkcRXL/2PZo8bMhc+8rLUK/Nt
1V1VEiZOdo5olCt62mODYEDooBuIg6nV7eSTkqDL9X/9zJAb2WQWZN07MckyNP0MTIF8SPLtkOym
51q+CHoI6l8QAcX+GeyCsYtUHn5TxegG0PG9nYeHUdhAhKDEc2K3e/XI+uh5Vl8bRfUwL4SO55mc
OHMmnCWvzP4ySDZzRAdwA80+Ti6bYA9QM6T7VT3Eyk4CxGrCqH1C3DxObzPxXBN3aJoLNPzFT8hF
1MVGrs4MY9PX6nmlbstoq1M/+JyYt6m/02tbPGTziWW7LIiP3mS1d1li23ZCy8xG81Nr7SzDgz/u
m8/d9KgoNx+H3rsMzoKpSmOE5gXLBDHf1bSpQghCDD2LA8x1/Vbxsl2x9XeIMj0ZZ9X1x4O9qiAe
vdlqsNWbDWAwjRAJ30M3uKXCH7utN5EObMSgF4LDvW3lZ+AV1OS87x3FdwTyJ5x9o2FXTGdKfN13
V620EbFXvajASKCgdCtezMlmHOzGdAaalOCe76I7LCYrRB0+A9SQoBdfxmGEBLRgK8N9o+zm/jKM
NzFGvdOFggz2YEcvegG66iCfsht5l4b8nF+4t6SBXPnWZz7ZpopyyyQdpq1VQMtxMs2TXpTPAzpQ
MqJ5W+rjNDSj8KJKnLo6cQCtFLHJMpYZ5xDmP5yJJMjHe6CASa4Vl8y4FcDeB46MuJm77MAawGMO
nc0UX+VAwih5eKO2C1Nn/EahZjDdVrLz4nKgSACgLYpBBTwKpYMumu9TWLjNe1dlraUXc/NoFrZ6
J++ixFGSTf0dV1M5+2wVhwB4TuEhoOKb97N0LpY7HD4LFzz8x3G1KkL96y1JGbFEgre+lpRqygY0
DMSvAyTnBtUXNEmeRXbPxwXbXDqddFkFnjyeoYRTXqGz0uo2PgV0uMDciA1aeiem/VWr7V2gk+L9
64FWB6/f9lLWjKN0QFciqlBIfIzViyFxQSPGTp9eVu11H133+lkXn0v6GS2MTrDlO8jo4WzDX0sW
hpNtIEfsu3nO1QWWgD2AZr02seAtnO5r82i8lO50CG+1Z923jTuiy5/3nj64kFoL/LQPpud/1mVb
eZSQJNFt9QdHiwmu7TG7Igewrq0beoJV5g29IwuOwr+ScVoSvn38cV6JWu/mgvotNzSw9tQpjkMQ
ZB1dKmGQDsjFX2sv8TcL59evmXwOME6UPF3wOrbri/pM+17PMCPs6pp3z55JxK3PYWwXz4LkZlft
ATTGY3Zf7bUf9RUhJ2Z2/rkznZZD5yU65Bf+OQVg4ba5aPbFqdvEOnV/XUeLERp5LTSVtWGPjCJO
O1q8BJNb99T4gG7YuBGXbl1vS82Wkh2fzfje4mKBIugW9ZOPp3Gl3/8zxpdL3mLzxJ37NeTe5AhD
g1mtHobyIfyWx3bzEII73Cada4GfGmyqMungpZbHpqnFjvhZts3z5j4/8EG7fVa6OXAW8Br9ZfuA
fLI5IwGz/fgJV/TqX0+ov7aruHBxizr+0FZm1CXuENIBfPlki5Bi7jn/tdsNVlHNTftgnTgnTw64
2tzqNOsEfYmsvOYqYeuwKF3Q81Pt1pM9XwKEzMnqTklLnBx2uXi9+RJ5kvtmtsSC/zC/4PE3XHXf
zXvpNn7un63H9ET+/O4ax9YNBmVpAi6zum5BCTBufo4WPPpgeBXHfJYBGDn97ES/8Cj/3HA5Ndiq
5xPMrR42Gle3aXbEca90TjBdF0VDXom8TfE5NMAOAYomnypSeq8e6NfS9NC4Gv37ztgV8o0170p0
xeG6aPWjml+qhFvPzUu79qu7YkxOrIvfJjBv52e1veCVLnRKxFZbgTMEuvmQYyZZu0NkoyIavdCe
yk/5oP32UH875qqQmONBrQchY/p8B8mepo1geXlzR44pgOF6AAWWH+IA3xdbu/HLUwvtXeq9hARo
Qkgq1H3pSx4HIIjmXO3mTD74P8TnYDrzv1jSJv9ankvAB9vrKDuRW6/JQq9ZxJsB151oOejzxioq
+aBbG9l0Qe1pFvix+5x3x4KlZ7lH7TaXzw3yrETUPfmU8vOyd6wPkbdPsArMvrYaQD68cn8PqYNr
UZjb5OlTcv/xJvYu917SB7Yy6OpLRfM1n3qztsOgHiCr+CJocu6MtZ12Z1Pl9Zlvl6FsR9aXj4d7
X6dYjbd+r6TLjTpivGTapOauyzZtv00rd8JdTHRScN8Zxu+3KVQdLs8P/W0DdHoTJSe+8KnXXi2i
gRajj7+CeGdKZ6bp+IOTIYcRfIlymHF/vsusXnq1fLS4mE0/ZDTUyXCwr0a3aDwEAEXNDkDmq5te
v84uF3ikuQnGvfglT20luNSR4w3dxLf5E4geJiNC4dS6U0mUNCnjO+UpytgK00UcrJ50dTvSoJWY
ZcGTpp2TIndXXqDEOPfbmErhVdjsg+Ic3MdUOc1sK/U2Z0GMaLhq00ulXmEGRbIMlQX4/sIWVOvL
AYmA6ioBT925E2DoMWUfvQjnjh76thNDEFw2MnKjkDp6hWjV5KYC1rgF8oQkFsZd1p/IztZQy59v
+Op9QbGats+qQqUJYdxFMm/Y59dPpQXlJcIZYl8brqZ8UZK9xdV+vklHp9VPZO0rgMGvyX0z9Dpf
MCNLDEWGDtWNYW1j9CUDp8NiNnQaloLsyP6pId/tnMv3fDPkKmPAd2f49T3Ti0LciwhjnvWWJ+rf
DCAO4qVibaCIfLzG9d8NKoPFWnBYiPWsM7dQECNdjCfpjipcW+1VcVsBW1EoznjAiZFR59I6PQrs
nJYrR2dx4hnhVqISBxUGJ5+WU3OfpVu/W6pAwPNjwfFB68WuOtjaYfhiYS6199UX4Wn6EhCLAb+6
deG4cD9WZbs/1HSq/a2YOdalGUFxcYEhcycgUcUeKzQvrLKzUZczq20bnJk14m5cILwTs7As6qMd
nKlH8Iv+nowrJQ3N40MLldBODlpBvItgH3UIHzrBRf9Dd/LZM/xrS3XE3CUKVKcPv3bFdo5clk/9
aTwbHQoE5r1wANyUmkzAJQmeGm5Ec6c0Xmfuoi/BfXKZsS6R2ttEppv22xDkU+ONJu50CEjCdXyA
ktOpPzrhDNCOUjhD50GkiExbRkTQmZnMT6FOOf67n+9N7mhUheMTqcq75Go1A6tNtrUa1EFi4r2R
Ea3kGrGNhJ2+f67gP0nC/uP5Xsn6/Vxdb+d7tcmGgjkJuc58U2TZ1y8IStuYJAwIJT4XATuZY4a2
8B2qRCXbbb6VSZrPuGNyr3qpn2KcDdi8vianKkC/CwIU5tBhov0B//g4CMC6iVEyx9IdaEGlsfsA
KdUTs/w+WVmmGVNzZIHRrMHU5HiMvMIjJatH6Q7lplq2BQsfMLv9ln4NZDv2nXZwZ0wREa8PdsGn
E5O+PP+7IH8z9uq8UEbFCtWMseGNqY/GJ/E7zpaEoPap/wQFGG+OdsJYyA6+UO1pJCf45FNT2SET
7KNmegKH9LtD/e1ErKptATqbkAcH6a7N0F51ittMc8QG2pJzqtX0/kq0mvPVKZJbM0YnWBTcNVOO
KRTFPFajK3aOKV0YnOoIlyqeIF5O3Ylt5eTIq0MkyaZQnHxesq6QSbcxCIJ3h314ww0FbE7pViZs
Pdc4eQtcPuVHn3p1lGRJrCpgu6Q7/al7rJFVtvXn2bRhfgqPwvdQdKrKRcCXzOTjGPvtif32s66y
f63JYtNImGtNOSiSq/ZuUG3FKxJI5Xp6Vr93I4KbfOn5RDitcJ6/dhSYvK9oM5q6qx3cSo0WIqUo
0Q9x4hqZY0eYvNrfahZ6Y0+62dtdeF8Xn3OYaWr8EgV308Nc4ij6pZIkO5Nu0M2ZfXqxtAJ9xc5k
R5cnW4lqqJVQdMvNxxP1+/D/+3FXe02IS1vfMvKdTxFAdUrOmWbvS4+0H7vqhJr++1vosgCW4hYY
OKCaa+OONhXSoVRL6Q7v8AqP0qEcHVw69AVqcBGWAqwhrwzPTpY+X8Wt3oXhm4FX0VAJhVl2WsFb
kranNmcgbaMqcVO4jrojqnbXu1nvzp9ohCSy1wqOjklx4ubgV2dbVDad5DYd4FU3TPbTeC7TDG+3
aowK+YVu3PbqXRB5cb/v/w9759EcN5Ku679yY/aYABJ+cTeFsnQiVUVS0gYhqbvhfcL++vuAPece
FoqHFb0/HRMdo5juycpEms+8pr8xWwi8O/8fihK8RaDvlu6tsfMu5XLySFOarGJbGZ6kMl2zP6iG
jvF3OYC5Jt5J1p/vjMuS5NvXAjPiuHw2YwnQSLXJKOBbMKR90CcTS5u7RmvJP/K1kR5Eu26Crd3u
KhWTHdwb4CCTA2rQvLIttKA0fzGz+zS9p+gm5Bp2+jDdO8LrlLUuVnV5qPp7m6zJLl5r9XvU3jfd
Zkq/pcahzg/C2ac4TyTQVLN0VabVJo+pl8N+s7SvoX8HA/HKZC/OAQ0AnC9AAwHSx7xmcTePkRkh
2Ecg4Jb3BaGd4bTrVlJmdnbZS+0ebPkUIykdHLPsNsgOdrydUtqyT2azKvEeg0Rfevjqun9K19P/
0sZNmK0TsW6J1QjCCB4eFGVTU2jPydtu5a5MvWqbjhuUNhr70H8TtyrkRtpsgGDWTv70+fTeurhn
B2AxvcUDoJjTKDt4bEdj2LgtGaKHYE/x0/GUGxj6yTZAvifEjOuJKrItWPhNYN8aJgWprVFvKamV
zM3wHHOtiY0feG7/V6ysa7FpWSZ9B7sWc7pG2ZXwjsdNlnnD3siPtboyUq9v9tJeIWathmvzIbM9
DZM6sa6dNYLo2bS1kp9Zu5HinhJ7g/q6QHsIi55Vq6+op0U47LB8P4ZqVf4gfa3FNoVTaCFUhJWj
+Vq6V6SeL0Ojea1mYydVhSpFGfk8NMKRVANpExAaGZAdtyrUw0k+5kG5kkCCjF1heE37GFQ30xx7
DzeWvFLMnD/Gxcd69wMWsVndiV5aFfGfE++d6rmUD7bl2eK2v+bHdvlKLqa6jMRKUwcTRbCt+htJ
ajmO3zTrSdiHqkR558b190l9a0frAmPaYv/5nnxjln42zUXkpWZ6NfjznqxGj3Y0qicum2G4UWdS
xF3THcxwaw5ovNxE9U6LH4J6Z9Wem68GnsVrpbPLPHuxFIsLYKqNXPPjUDtm+a209w7diXZjHIs/
wO1VwAeaazHZ/BU/m/7iSILomW2emD4Axxz9+O4wSytYaMNnX9FHqJqnNvvGqhO6+MM1dcbLxAfU
CyRAZCsg4+FJt9xjjUiHfDKSYwYaneDbyVeGzCKEKCbcVhD3n+DwkFy2P4LKhWM9p1+NqffrxiYb
wr3C3I21/9DXWe4Z4/iXIwBRa5ryZy2tH8R8407Pxt9hsO2m3r7nxTpNTV1fCbYuoksmgZQl6PTZ
EwzHmPOTOrfqbT3SkmOdz6AKqxo2A8/W7spGvShNkI4jVQQ9ElA5CNxFSCdtLADiAFZw5Vjf8Sqa
kDHHqlUrJC2mxNc2QJXvXG414Gl0Tlua6np3ba6X19LbrwA+OktKWqqzwEsOtVMEgT/CTUZceZU0
uJZVVuzlbWMdDFREHGBTaANAsbG8rNgryh2eGUe70p7bPpqu7N75NLzbvMDsAVlD94FhhvYiajvn
K18NQyVD3w+OA4Osqyg9hkODoKYM/urr+irFZXFW5uEgjFKSmoH9gEUXw0HAN9XJLZh7p99ZGH9u
NV2GXiXFs490S1oa0V4Kvd6UefYTTVEwDGqh3Dbq9K3oeMXLzlZWhoUzepBmv2mABm1r7qsOjZFs
MHQv4mLRcCo8hJaZXol6l333+cfPXQhYcgCXkJxbbJ9xLKCEgXz4KgZaH1NF+bDWcmPr+skBgfN7
U7G1Qx4MclUpWbh2gkzZBjU9pLKCdYov08tYoBISqeIgSifY6c6tFY7KOraH2DNb1KFN/dr3FZcf
+A1mJcC1YMVrm4uIuceA2hd2oB4HS3sIM3XVV0a87jE9u51i/4Rhi/Iksimg6z7Y+zQs8w1aceou
dvoHMy7l7TBQLAReejdG2XhoddSjffM+Ate9GlU1fPSZp9e2E1GAZXYPodr28N4Q0imyePI+P8HL
245PABEa6zowxciN8Z/z7SotPK8jU22OWF5Uuzhk9RGGjggucntj1piURPE3fHrbrWiIjfwAII2N
FYZnFcRsdd4ON4rSU42is5wnjf8QR5TggsnaRjS5obJWT1LYBUHQiBREVzqrQqnxhhnIrj+fyrIX
AlQasCiifJw/157RzOdTUfvB7dysdL/GZV3cKlH/LAg1M8t+MNlIXmGVjZdG7d7EVGeF82T/gOOj
9HTNSW5SLdm0+J/f6Gm8IlEt0GbE50ToPPdvP/N/+S3/Atrw7outf8qf/+fPXEZynGUF/u+/Xn7m
7U/Zvqcpv/0b/+Ep2+q/Z7gvup8CgXUak//FbdEsC7VnWAm0sY03UdD/prZAwcdHizYbUsIzN382
WP3/1Bb+D02N7Az4Jq5boIn/CbVlEZOBm4CJwUuHoxG8G3zYFsc+7oWdlJlTHztzsF4dH35XpajG
ThnDfC8dCrJhpOt3TZOIQ1SDy6nzRPzERIsuDVZqG0VpqnsztqcvgeGWaz3Qpy/ciPaucQyqXfEk
f71b3ce/n5z3Usvn99TfP5hnGeK3zl/WMi8OcBjCazppjv7oT5SSpmnTFWhgFaJxt1oaXutqi/On
6D8DsjS8Rvhq4Vx4fv7ixmydCYH7Y0dj5sWo3C9WNo2rIVP6TTs4r0lqFDcyT2MgiRFFhJb8Nze6
FKMi21mVSnefSGix8KZR0QRff4cGUbOpZYq01+g0q8KN7a2BFvEuhjRx0EMxXgm858fyv9/ueQZw
+FzeHJDnMJLf+vbvSgnYf1ko9mfyGJsIlLhZS9wfw4529SbdjHiOqXHdHJSmPX7+qRbln7eB3+xZ
5ndc4DGwiGCUIe6yKR9o1fgjHWNFRDsRlNEtbKP2xpWwIHsbHE4R+P2+HBVlnU2IFjlO7V55Dz76
JYyPkSh0RggXb7HWuyVINaGXflq1RzM3m32cFvqdE07dXYRFz340jeYRkyxtKxu1PthmjBU7cd7K
KKjpXVmTDz4GyFJK+i5aBLNEwPl2Kg0c3NW8nGhtFy3mkulIbt32zxU7aGeP6XCq58AqGlTH0/Ax
ADPCJZ5F2M74GC0dWrVznvqkT19BrYr7FDbHi6Ok6YMauPq1QPjysKE1Dr8SIXsum4sPqGe2lqLa
KY5O1Uf3dliVv8OSdqSZR819qPeTpw+1tWv9MT/GpUWrpMvZYuOUa1vUe4atXljTlv852uWE9F8U
HvwrCzonjeebG9EGzuVcr4Koai2eR6CwlRFguHc0ogaF4BJW0SRwhIhdqghXvt0Hy0FljCPEO6xi
vbxIYGnWhS7+meLYVQZpqZNFRJZWEVIHklkaCWTqlOzU5dJUVxoSj1+F2Q/2NmrHON24ZQ2QNdQi
0WwQtkCezw4q0+JFd7XXTq/0Pz7/tfPNfb4w8y+c9TKBxaGTsLi3GrM2Jxlq+jHNpmhXd/60DQ1k
4lRY117VxeK2SqfxgBdavsbkS7vyXd4ci87Gx+7HJAyGO6mTwSwxtq2Rlm0Kx/ioa535PR2twb/B
uLkRqyI31KOEaaDTTkNpZcWzkwyrClklY23HqZ5DiW7MH5mbjvlalpp70PwSzbZBGfxndAfs37TI
05U9NOZtkmlwfa0EPbRVaDlD7jlqaP+OasughRwGTrBpAGvcM7zerka3j5tDjaVzSYu5Ql+6nxIN
XOXQIc4oYchPHpJw1LOEPxinzq1MOqWBWSFklbbJH3gTuhQIgga07wjB33OcpDnZJrrx2Ntr05+J
bg0FzRZLVOvSgHO2CgwY3Lsx7idw2WWZIh8mSxcx+h7l26Bz8At0OipLXoq4PeJ+qW4PG62bXelG
RO6T9dhqYYOCZh3fqhhU4n+MgA5tbCznk/u4iPEQbO1GT9aRjx4TJezyFFs12GS3DZK1odUo9o+1
EP6ukzVaHRWtRuVQwnc79Kqsi20lsvBL2eSO9HrRm0hzN316zbxkUW/hMXjTVebSw99ivlQWF1+Q
G00fx619tDIExrD1VGHeWxHcq9L4UZgie1Rr5jwVpnlEqSX8YwjTa+SXiwNM9kqT1aDbDrkGLNP5
5asVRZiFhbSPChz7nZhoR+RQvum4Ao/LbNGvPz+DF5cT4xH0kQTCwoTEvLic7DKmDCtC56gQt5M0
peiRFYG9xQYvuHI5fTA10mQYPQiOCBSWF0Nxx8aK2U/usS5Ce6WHZrBNFI04pRHBNhOYKf/jqc24
ffDziM2AX5h/z7sXNS+HNvAHxz0mE1XdqXrTMUj+zFUEJD4f6aOZ4Yxmv3k/qG+qPe9HqoxQQ0lE
RcoUC8aD2rvBOigVf9/xIKz72h+uoZrPqVlvO3UGpGCHRMCH0MYieczKRLUjN1eORiqKfdLU+qaL
0uSo4Yzp5RYvWiShEFXU0yASw+J1E5oVn0960cH9+0eAqOZhm8GMkJfP19eHdtnUhWIex0jh6qsU
WvqHpKpUQL2R7/hrc8gMrjLfwEXWx12i99CUtQKvzm39eZJmVK7sEiPcaz9sPqfn9/obSIECHA/h
jFo5/2G6njlJXPnu0YxaMFmufyh9Nz9o9PeOCLPbt0UXUf3XfTrdCh3vrhj7h84KrSsb8DIwJ54j
w0dkxyEZAjpx/kO4/SqriJzklMpM+e0HTfTNxFXmSxXq8o+WxRjX2igjdVXF6fBTANTMPLWNAhoe
jqto3wCeJC+hTOUq1s3gJVYiAEijrfjafdKU6rMumCAUFNum6qKqOPKpIwBnr0wNPfCishzzf3yG
2eMQ1KHFUHyEl3I+o7Yu5YChk39UQj2kzVTQ8pssbF7DvEWhtr52hi9PFscKxSiI8eiUoKa0GE9P
LTWbLP/oinqfFrAqIqyxpij7UkvaYZ/v6A++l47nILch+4YK7gVcVusbETaOcoT4mB4LlGy/CD9A
Ws23SqqaY4CybKOsEKdE87YGkKIP5AV6K3433Mz3oKRQV8SNfZcKM927sYVUSujio5f5AV25cGyc
g103E5LW1XQ7WlH1DUP1ay2Uj9aM7ca+BwiLBc/yciB0UFsUUQjzApBilv+ji6c/mk78wth48/mS
XT4frJgOD80hhiOG0s+/D8JRouobUznqeK97eab/CPsy9GwwiJ8PdJkfccHOFnBsBVTTELk4H6lv
G4l4tBucirCSP6qxmH7q5tgHq8IYesUbKxN4XR77tOsK0XXUUzXK/r0GjR0IgyLLK4X+D6IFfhBB
whwoYCtuLA63kUstyso8OKVWbe9tpegf5TiZXl/b8V6NG7mRlZoibZCXG8f1nS+kJeWVxqDBpM9v
Oh3vOTxT7Tl2IVtbLEoYx06ThuEJp93+UGL4vTGjMb7yvH0wCgVPl6SCCtFMOTwfJW/qxkqqAevo
RIbrkABsHWEUfOX0fbBt0RExSeTI5Lg0F1spqwuIcALzQtlM1SpXmqOJ4rIsqm6tteOfn2+nhdnD
/HiRe/KEUvXSZtjZPOd3wcGYW0KZdelPvNjrPFDz4K4fWqjdWE/X2q4OpflgpB32nH7qZ/HTJAQM
sLrUxse+6mt1M7lyfE5F6T52jlL8EnlpHOgAV3ZFm8lqdILlXIk8U9r1/vPfPp/f84+ObhT1JfHm
9gpj//ynIx2ruJPWx6dGbW5iC1Xbym6ei9S4Vc30t5jL2Z8PeHnI5wEp8bJo0LGXz5gZh8kUNnp8
6p0hIqhQgq2ftuqm9Ltr1KCPhqLmqM/ZK93AZfib5oji6q2WnPpydFfh4FjrfpbEG7W0vLKrPxoK
JS6XLWAhMLo0laxFjHxZw+NM/Buvp6oI6OUmyiEU2n+klf5Heo59GZEgR8ujycfiPtZnYdT3u20I
tTjRDVmcEqNqnxyrFt+CybF/WdhZfm+1Uf9D71rlPs7DAkx8ltjfwlrBWDpLEi1amW2kPHcFy57E
NeDIvg6K30lCq9QLlBhTZ5R+a4AdUDqIA6de3vnYGU1rtqQ+bfomah7zxCwMzpERg59MZf3dUkrr
V137qIv1+gBqtqslru4xBBYcT1QNcWX0uw5xOGbpXWB1w53aBDjfToEFWzcba0tf2+mkQ/ONQ1gH
0yQsL3IHMd6qAT0Cj8fTeYKUgUR8J/xcbutYhbY4d7y+K5lR2ivhh+EPtRzAk6ZxUaebyhYFHM8h
7v/S+kDn2arabaxQMV11hWs1SGyXKfgM2lcPtVIinaxZNbopU9B1kPqsRKnWUew2d3olFSwP5DA8
JFr1LBXfjzepPY63qSzVK74iC1fBt6sEJTXEOalUEzdcUAz11KjQbSxPWZBBo9HYq71XYPc3AGs2
bX+tYZCAa83oWB3gDCf55SPwqHlVWtdPRVf33Bh6Zb9OxOw4q+ZS3QpnlnPv5iY7kjT6IR+D8iUN
OtCBWG/DQwiLEjyYLh+6qm/TjXT07imyYvd3g5tC44ms7wFVG3byZ2WqUbQqslTAsw6lNmzsXsbf
okFCY/j8npgleZc3E+kka0E7ixKmOh+5d5dq7LqxNPS8PhmJcH+bueQZroFOZyutK+npF1k0I1fC
FrbIqOKjsYMFiE6CTpHf9QwtK7ZZhmk9pgJZra3UofB/KzbmoeuiRn4F5WoVbFmqx5jGw1BjSrMx
QUkMv4qnCOZaoiTUsCWegzpeGmb+IPkAq6qJLOvw+Vwvp2rO8kmgsuams7FMLktMoGycF8qTOghl
q7m5fxNq3W+p6OUmdEb71k6yawn05Y1FaRxh07fGLbzwRcJFYxSzvK4pThpV63VVopgoMsPeqHU/
Hj+f3uWTT1Y3VxF12vqMt2i61J2m6oUWVycsOUJEIEAausNwrQl6UWlmiLdypTYvIuOc7xcKyKY0
w6o64YsZrhvV+RK2Cg1xH/vtUI5f84okw+ySYfP57D5IXelLkVjw4eY69/I+HjWjjDLbbk4NYcdP
1YZBYhcqBAXbYJdOivZYJjLdWFx+68RKnAdqpe6fcRiijFFn/pUH/cOfw5HB0WPupV286LKTRI+p
JU9DqQ07I8pOogZt5ptt/2ssQ/a46oxPTqHhkWDa+m6Yxu4p8xP1RpRRfiWw/eDTo84rMBmfwYdo
YZ5/FCs26twY1ObUV51An7ZH9zXv3CsxxQd3BUrgOASj84MMlrXMtaoAcEgfdf0pimLtXg268bdM
CoJmNzXkJi6sEbC/EqA4VRjNTcZvHTfYLoXQztS2DVepmvIQWWpSUE9FhsU5VEGA9VnoR9PvNm3w
czUtRUdwN6hCaz2NornFAWbM1o7PH9Yi7ErsRrLa/I3Nj+YJqWSuh2pvfBXHtdzmFCHYaiymPlPQ
kXU+X9FWwy02iMbh5NJh24mu4dVMGr06VOG0ldRxdrneNHd8kecJqbvnDAeMXYF+yyqkK7bNgnik
ZIF13+Dn3bZAOPemD5DbS3p1uJJQLCA9dDj4rRSy0N6xYPcD7z3/rS4mvJEszeGEaOD4klZD541p
C74qSlJ3UzdALBNH3U8xVvQae+WrMg3KoYGcdVPZgftFhK78Hput3H5+ZJd33/y75rPBkQVdBeXt
/HeVXRs2ppWPpyoPA2AoUXfbig7Dp3a8Jo730VDsx9kL7i0OXXwuBPB0C8Xe8dRGleuVqll5mLRm
u1ZHc+nzWS1fkXlW9D3gVXHiLPbw+axUqSq+mVnjaX4ZkRMJm9PYAwgP4qq7z9PEudcsgprPB10m
WvOgiIirVIQAqKEXeT6o5lYtevYdg1YwwgMBdrE2ZnmfgHqUWoXXSswX1xsDsusxZuBSUQH4LbJU
hBFS2SDfeMoad9zqBCeDZwYop5SI86xF4kODmJsJ02BSD+m0564u2udSz9z7Pg/qK1v8gzXn01Lh
p6zEsi/VpdrSVThbhnqiXJl4XdQOXwtqDqu+z7RtVYthYw6YBH2+5guMzNu5AmHBpwYQwF/Lc+XU
hp4AlZpOpq8ot5OLjEtiRBVWJoHcNUgDbvRaKU5lnadbdUrUU0PrbU0tqbxte3mPHox2a9b4TbWl
Ig+KWk53RPrFurIU88rV/MH+pzFGFwK8Bfp/y3h2SuiDJHYxnWp0l1/iooV+NUXutu6a8sqp/uBm
JAQgdtbZGiBJFjuj0AYuYCPVTobdTge6FOMhHTFKNrGQXgVjp5JjYKow+Im8Er8tXzkCdVos4MhU
2txAsRYBDlASldqzO52sblRvZC3GRz9Wfn7+1S+nh4Yh95ZDfYaG0lsJ6V08PA5pRoqbqqe8xLSr
44+vuWoglmQUyVZvyuGmrrLuIQtkdyXC0eff/75IwPzecvU5WtRNxATPDzn6x5WfRbo4lZMxrqWj
GF8z04fWgjOTKFeZESW4106T+jPHpTBYyaIdesy5bK31fBVZJ3qYqopGRKcj6TqE5bNoQnOP/0xT
ewUwM8C5sfug20Wtrqd8nP4ahJl1Xqk409GxovbYFwoS0VP66NQgF7ZsA/TOEaTW/zIms7h1wZJM
NzKyEXb0myT60QZKdKgjsA2eQYvxRY5miJYtCeKX1LVnDSggK9fUWd6KJWfrhPw8LuVEnyqq36Qu
5+vkpN3cibOS57hRq9skF2q7js1iuLNRoAs2oZtW4otC1wLRGtvInjI7j1Wv8LMU8XYUQltvmLIC
U6FKB+LpSyWXXmdUP5WsRUciG3DfmKY0UlZDjh5QnHf4Y9GOz8DJSQlsYhyCWKwybAC+TrZrBxjn
SvNmdP1ArjRTwbKLek+zp5PidA9GXsXfP9+iC3IYJxxpEm2WTNBtym8XtpVIz/ZFr8vq2cZC/bYs
M5QOIfpHeItZecANVBQR+rdt9UBagwNYn8p+VbVWMXpGpSjVqtAMLfRq3ISwvZ3Sbh8MCWZGHRjt
Wegff3mDRse9Uzm0mm03Kcq1o/ThL4O+lNw4dRIDyKZ24vkoKnxJeo0aY2ZNhtxiyWVcSdYvjgVH
ETL3jMWYhZKXZGb6F2WXBE7x3HVVvQ14XaAe6kF440fo8bBLik1mOs1eDUKcoaYsqQ6fr/dFHRs5
MRd0GRPHMxt108Xra7RJ27RO1D27ZtLvkyKrNoUtk71UpYnUntkelD5pdoUjeIzTmfBcWPET+i3j
7sovma+As60/4+zfGlRAMGb41fnW79Qh0nNsQJ7HrJffba2HCjVIfLe9JHHiFKqxSf9oEKX4NqkT
iVFgJ8GX3BYCA9gxlU+Z3tmemozp3x/pf5Ga/5ohKP+zEvkW09P3KM35n/4vBXLbAaXJFeXMiqj/
sU6ysU6iG0dQbKOfRmj8Dp8p/s11hgkEbCF6QLRV3+EztX9DJiKvp4k3Y5Jog/0DJ5lFdEcoaag8
MGTTxHE84stwsnLSSJpglF9GvRpviJ6bb11oKL9oG5hfQj2fviRWNmIs6bQPCtjkQzKEg9dXIn0c
ZU/B7N2SPf69f9+jLxcH7O338Pjx2AJAxSH8jXj57tGFFhEGaq/YL4aI6R8YhVw11BdvDe7XVec6
cqUoRY6IgHA2KXc8opElRoIyya5w5s9DjLcfMos623wc0BVgOs7Plz8J3c/dVnvxc4qbYRA26wRH
wf3n810k0vMwFNqErgG0RakCQNP5MCNelL4Unf+iwDvwwPEmayej6jqFNnp0vnR2gyVvgXBPnmim
/s+hrMO175v2wYqTGOU/mraZVrW7IQtQrMun4OD0vr8n5xc72UR4gmbdcGulyoCZZmVwLYfNcyZL
XFOhNGN4mNfUbHRxzUdnCZF/m9lcUp1l9wV9h8XbbFKYzzperhclz2/LVoGxWT8UWnRX5bDx7HyP
d83KwlG2LAqvojKgj4gbtmgaDdU+DOBKqVTIdGyychvLnWIbx/Z+KLojVUFgrz5OeXC8lCuSPJef
HeSvRpbvWGDa+K/n34OGcaFT1HReQmFVe8VJ8EYvq2viJB+OMoO2iS+pnyxLrdngF5YT5c7LaLam
Z8eCendjD1fi8wvBrDfVOlI2CE2IMiDmfz6ZQK+KUKQifMWKJXpqNeSzdujiI/KZBGnzVDdGpW51
J45expqa6NoVfX0fOmptA3gjXNkQWWPEDAYlaHFAtTLeV3ec4iu/84PVAAgz96foH9rOUmstSeu0
QWXKf4nLUtm4hFYrMTbXEqOPjhr7kKY6wSId0eWJ7suauIBuwgvy3dq+K6LythJqiQKKKSFamBBK
mrjZxHHZ7EAVO94oK3F0qyT/bopoXCtwhugPh9F2LPI/ItxT9j0QncdYWsnKCjvpja2lI+vSoK04
ddMaxCrIuDbL10WC/QHOj8ONiEVxJSVeVH3e7hC6FxR/6CXPVZ/FHZJnkRAIk/kvqp/2N/XITGhR
/CJ5TnaOledeW4AKbAeEX+Mqqe9zG1xiQcvxqxIjg9mqKIaaUXLtLp9jof+OUPhZSHqR+goithmN
sUQXmEMA5zmWwWtA8nA7RMSZqaLqt46PRdBYExxxrdX3TUax7/NblefxcmSkdW2SU1K4JRdR6hPA
vzAOXjMnu8POyDraSow3nI/vQGw1/6gM9Pc8KcUgcCRAwjLe+SkzezSk9Y5T5qZAJd3CRla0B8Hj
F9nsdF1CV48q/crDcR4Kvw0KxoWw3wZNAVpkXoJ372SAg47jFq7z4oOPfQij0vZy3cg9YeTFN4w8
7M1o5K96O007s+u7Kyd2ntLi02L6QI+X8wrmZqk5GWtT0sio5P6au1q6lf4IVSq56Zhc0924EA1g
FxHnzohDhxqDsWRaAYTWzNSM3Belq9sJJ4XG2gX40P3qqjbcV3p/Z/eOvdf66heox/HJb7X9VA/m
2g3svzo1q9Zk+cWjHokf7eBPe6UyvhNX2dtJEeB1RdKh3Jor29RI/koM7K11w608jZarR4tZYGjl
17dmq79O6kjTnB4ZpGbkGrRWsW+jpog2I0iE20mD8Swma0Mt5LHCVvtQZArd2SLKfo6F6XpSNeWh
qPtgOzSlsnbruPE0Y6IPq43qlSjqvEj2tjnA6EA2pxJMmeyNpf1uczS2OehdOdgvmEy4WwqtFQx6
PwHvm003k4WKa5dl1yQhP9iRCPjR+gdCqTL4ohoUm4Fa6qXlvuiA8u+GjhazZufKfmZoHIpxNL1g
QqOYxMpGk7JvrxyID7akw1VDCEV/morU4hQCiR91mSbsk1BXV20m5GOpB090JYsrkeECO/S2vA4w
JnDnVLJ5SOaL793ygpmOLXcM3RcrmvJHp6XooNPcXDdWgyt6aPbbxK57r3dG3Us6ZDwt2Y9XSKCX
gTJIDlpODqEympT2kgQ6ZE3fK2ahvKRFZqxraRf4w2vVLqmzAQ8vvb4R1GHwGY9GcnrpbtuwCPeU
ScIrHacPLls+Ohq5POCgJJec6SjpjMEsSvtlaLR0ZxCarty4KB7i0fwqJ1XbfH63f7C3adrrQLzZ
ZaThi8cOXxWjy3PdeakjxJlLnIu2sVOod4o+Wrs0HsVD71p/fD7mRYDCtCg5EBECZAQtsNhbfdrX
k0GG/dKoobUZo/xnPSTOlUfrQjthRsfxjKAzzDedDaHOt5W0oWEmso9eC2Xutk8VBnYJNdW+t6yv
PsjDPR204QYzaN6zuol2oSaUmzJy5UNW4TnUQSi9ttXncPf8oucJhZgDcIg8lSTx/Delak4vBeDm
i9rmOZ3ksbuLZyaDlvjpXpqjugt1fdz4URVB2nb6m6bX+h1U7vHKZ/9gv0NL5BEA+0U8ASHn/JcU
hZZmAdWsV2xI0ZtNQ7nHcqj7Qtrq/6D51G2iwc53hWm4ezPMkpu8QyOWfpO8Unm5DGvm4jO0SixW
2BTL5no8oEU0+FX0aipxVaxHmWinSgtIhcHywc2YAz7YHFkQvgJyLa65dF8oUmOcR0IKYtGhCz7n
jucLYQxFFXRu1736STV5RSn0TY8noecYKLAQnfb7XvG7Vyj0SBMlEy4VvluhMJo7r7FvDHft0DU/
QNyXXxJDBMd2VBEvkml900y8hUjOZo9RA00ut0Jl1VrAkrtxqPdVKpB4z0xtF7tYOeW4Bq7jtO7W
2B9aV96vyysFeB83yhsAliOxmKJWpOFYaGr2WhX+sC7rVOycWFjronK7XTOI4UoEd3m+SawJVGcW
IUn4Rapap1NTIqL7Sg08gp09NTtdCY0rL9RlOoYQOyUFqrSAsDlOi8NkVWmeTq5evI7WiDV1Zd4I
DKaJEaZho8ejjr/60G5UkIdfMrMPdlXU/NFHQv0dJ2l0cKCAbXOniV6Akl4DMcyn5/yck6GDCOcS
J/u5iLIAGCkyE3nyKqJAB1GJ2XxRF/qTWuI+8Pllenl+qFYTJxMnMBqo0PP9W+ttOYhC5K/TmOeP
fV2Uv+CvVbDdyn4Hfjt60oRstxEGVtdu2MvbDG1hChMUzGmPY5F1PnRPOb2ZRJPOjuDiGJhcELpN
71SV1ihWQ1/8in30pogciz+k71sA+RUM+BpN+8cbfE7WoBZApdHnDsb5D6l6E6qcYeavCl7Ontb5
2crCCsPO3XLVqLBAPl/yy1oMFyBEPSIzStY0SxaPJuSnNM5FhhW6Pg2v0pxiDDBUeSv1Btdgx+6e
Kq3noGdAY0MRU1sZsmqlxpW4s4d02qs+/k1uSHach5lyEwH785K411dmGgX3qJS0KF5Y5s7MnHEd
4360csd2uNWtsn4qoXZemc9lDMAtztLRA58lC5aZfFCkqo/TQ/jaDH16amIb6XsjcNZ0BdxdJxp6
Y2bsXIu45kU6PyNUDQCC6qwjf1+yjbOCFkjop/Erj2Xy6KeafVP4HQoV5g8HNKaa15tMAewRT3QF
49y+1u26vKUAolAkdHgA59rvYvc2UsBNirP0lfdRro2xbFA6B0L3+V65vAkYBVTVG+8F10v9fGuO
GXgqq7KTV0NtkBQLh+4W9pG9A2p0zTfxw6GIXFV3lqZF0uR8qDq07AH8Y/qaFkW2amy/Wuux/hyb
6Nx/PqkPYitw/nijoWxgYgG3bKi6EY4F5phkr30APU6jNrBV2qrZ2/3/4+zMmtvG0jT9Vyr6Hh3Y
l4ieuQABUtRGSbYo2zcIZ1rGvu/49fNAmR0tgmxisqqruqois3x4cLZveRelt81YgGNct98EA1X9
sRmbpzYeUB9q+8CF5xm6Vmb1Kyn0+WoCkKZgMPNiCK6W9NUwHoRKjVJ+kVdbu5Qa3mayhLVE/fyk
YC4EFIAcmv4gEI7TT2xInjQWUp++dWYR3ndGp9MUHrJtDVHxxlJbzREG9Iyvf+2zdQWfQt/CAhOH
gjl0wdNBKzZVMtFvfIP6+N5qVbDtkHdwgbY2L9dHOk/FGApMJUEzajioMy1SMRG0cgOIbHpr4Ue7
g251LtVUyt9+md36eHTbwoT4YqAM7X3Woi7T9uqaZ/3ZSuL2x03OocSNGdj74jfIc1wKw1h+6w2g
6JnRITCHf/bKuTxbyVk6bp4n6A6Yg+qcfn9KOikDlZkIPvWtk6sQMQVJuxeHERKTBF/Qj0zvpimL
aOXcnAZiRJg0mviu0APn+jE+06eDxpLa0/636ldf0++lNnqGYoteeCAdwyz9fX0t5dPv+NdgWOEC
VzVYUH736WCjOjapVPjta4o5JOzrBmq0AKh/BzvU2DS5Ne4Ss9GdErSSa1WSevAxZnZjQ9D2PDLd
3aSjYSVGnm4Dwx43UtDVuzhtKsT0scqo2rF7kYzE2pA7RTszG81dqdXapqzrYeWtWNiiMRcTLvmM
TaAiguzfkg4TcuSEyZva41gI6W0qxILrs0ce0IhIbbMMZdcaUSdUhDJ1c58qCapkNTaBtERULTGO
jSGHrqiqhZuZUYemKG9onGbxUTSSbNeWffXIljZvk0Ez3abu4y8CAaxrlthxTComOZERCnf0MH4P
kTXsysxT3uTIQIZaRCPWRC4ZTeShzCl0GfGtikHonemjTDQFmuSGiVigvdkbji5RV7y+zGerzJeB
ajZvrTkKXvoSgT+QxtI02mNfR4Eb6Y1iFz1DXR9lEWvPC0CUx6Yln0Z1RlkCVGEnpAiAeOJx7EyZ
+cNHMYZMddou775NY9zZqBZoIMYE7cYLTaCIDSISwpCEtkz+cQ+0ON1WrY7GrmKskW/PvwGQc7qu
7AvOLTWz051uekI1pnrPj7MyDAqkQdrQ8LJWDu/HgfmfgOWvbzA7W6OpxrNHn+l0mCwCaxq2mng0
ex/jA+4wR+3aCuF7NTnQqmaukheYrqI0xYbvUv4QoVXZkwAuJtHE3J7wpd54hSnh8KbFj7QZ1tCF
p0XD+SdSPptLDFCUKGMvwbVqEHZiaArSMY40oCZcDhuY7ChIS1q30dpsuPFKLdi1gv/LrDkm13fJ
6UP11+gEUzTGaHzPvafTD1R4eSDkui8fE3OIblsDxbTQp0aZ4tO6shhnNyn1KmJWQNPURiXSntOh
vKaYqiLJlCPJRLpVW8lzCGOzjVLI/gNQrzU3w0Vj/2NupNC01BDHADC5FF5S6PoOvPQKJXpP/T6m
qrIXK6U4WDPDTKOK4EQjHoo09pW9IEzqRgYav53aOH6K42pYCQkuTZ+aAohNOOdoQS3u9kCMhZCP
oxxDqGEOBXDNHkiAbCVuVCdrjTWm84WVZcdT/p45iSQL8wn89FrKWYM1dmkoRy547464kD2UD9Kj
aojp2lUzn9bTYzarPXDPfChQU3o+HUvzWjOF/yUd2zo3DhOFYafrhWe993V3UnsDKbpCfBMNZJiU
JJFuSquSN2SpI4Wa6quM/KMT/aHs6tzsXEGTUmwTpLUH6eJv5IyB1QTuAezk9DfqSRoUk6dKx76T
1RdYPsNDX+eoMxWtvzXp9W7TKDecvJuip+tn7Pyu4+sAUoPzDlj0DJIukDH5amZJ3HWyvO1jud9W
5lTt//EoFDDEGfsOc4ni8On8NAM63RQK6tFEksaOYBbZ9ayG8c9HgQcAWIM+MqzpxSE2hiCyAj/B
5pVapavm2ddK7dbqwBe2LlQ00Lszynuuq59ORRKqXDL7UTtKaBrsfVHwb9Q2z+70CN/ef2M+M5UG
JiWF7SVfc4yBBCkTQzVZ4CF1SasyU9I1SaoLe4+a7cy3kiSalctOBalXoLfVoB5DAp3d5BvGLs0j
7bkf+/huzIsBTxg61UpliSvrBXONj7U4m7oOPpQsiCU5y/sgojRRB6j7KLWDhW62J4yeG6WN/zNJ
2PV2wKOCoL5URHdhCHmjagTzhcpVeaunofknIXH5UCS69SbhUZVtgLd7P4WsFp59RSsOTZEgsCZk
xrZRRXrqUWmE3gahrekPDBIi+H6aGP+cmjGTXB3ZSnMjxzp1Abq1xb01IZyiIJTEI9BLcWFHhVn9
hDpMCVIINfMu60zNRR8FIShTIx0dW68InGYqhsqGSzYzXzzjD6vsQEHWkwLP0teaUbkPApSilIxS
ppNobZG7klHr5V2VUELfhGYl/lSB/v0SVJgi7jAN/U0YpUKziaW8TBw/QPtuVJvwi6K2BaxTI/ee
PAU5rjzOk02jjJm4rxoVjSRaxMh4F3XvEjD24S6afErGkVTHBX5ReXQ3gyQt27NCXPP0TGru49JD
4rqkWF5tBjEzvo8929JuK9ncBijSA/4ZFWJlL+nQWagT2KVOmSvJI5BVJM6rnhCmrNWpsVtDq96a
2KQGVdIBD7bwunlONUg2P6cUdFBDe8zfZ1ATcflQ4Oh2Q0Oxi7COy7fO9MeSFl6I9HeboW8EqSGe
lfKiWbo1h72lTYEY3oAn9r50fH64SnHWHf1O0H9bLe5QoRLlhzlFwQKIF32Pwk/1C56J6dtKWuQx
ZlKdLNq17rWvchINoIc9vXlFOaKPd43UtN/MwdRuInnQJAyxK+NXHCTTvTLUJV3mwmiIzWYWqj01
WUzYHo4BXtMgcRDp18pkU6jYjqroOtGOxuj2qUob1N0GVb4ZI5JtW209JQXBXI3fulKQQXqmvnSb
+EoOrzXXUBuWI3/o7ET2yu8y+5EcWWoAi6cSjBlDqCpwwyBhfvc5mHFHwtC7sUVxUt7Moopx4Jsm
CwH/UL1vfFGMnW6MDMSg9ME8yE3hbUTJCL5Jaao09mB2+tZvsqjdUL6utX0+Tfnv6zfZaXb8Ee3w
0s8cBDw65sbB6aUpTJ3QUcYERsfb8jrkI/A2C667Zw9sfgTfPd9tMzXcXh/2QogNQQAyCsUOwO9E
eKfjJgY0gMDTvKNu9tpDGXrlG8I+2Cl0WvW7rDQPFEgbuT6NPKfo29LpEtW78VNZfTa1MHPhwAJC
KMn9OJLmbZwr4crLuPwy9BK5xSG6Aj/l9V3mGm3lyUqexc0x1jq4xz6SjGYXGaD0a1T3Y1V6IRxZ
KzhfGhR2LfcxNokq1b3TzyISl5lim3ZEu4jbROgmwjqQJ1cM3NHaGl326/o6LK/5eZJUBelRzoug
LaFGXSG34yCU3dGbyl1lktkPEf5SbS5VN0CBVlJY+bQSDBtqjjR4yuj/UfaksHg6PdjL+qh0Wnfs
p67fqvrUOAlo1kOQh90NYj/FpsYvxlWssEK4L/JuAnI8rGsVFPyKqHQaWtcbI4CSxw/HioJW40ZA
ptgNwqh+sDxjdKZ2XGMxXVgUQAtz9CLOfeYlbEGFVWkFWtgfY3nUMVdUzScJuQQOeybdyGXruUGv
rGH7LqwMNDzYCXPX1gIDffqpqLxAOSiz/miVVXkzmoJw04Hws0Gd9k7UdGtqFxfGmzGERJwz+sVY
Mg27GLKaEtTD0ff1lzCSS3qgvraJC+vWVyGlXt9386//HF6wEXDcNSlAzVk8Kd5ids0U9FSohmNd
Cbi5BAECz1a1lmFcmBPzoZhE9E7xbylJ28FN6eOhHI5ZU/abThvT26bXX3gOmjtS9LXDe3E4g7XC
Ol0C1rbY3YRrouGH8nCcoirdgDOBUwcIej8KxS8KT/nKabrwDSmSgachSqPwt0Qv5igj9h4cpGNv
qsEWiHK+zQ1fer2+UhcmxesAB4cPiT7fkjGGJZvpZak2HiFq/NSS9smSu3d/HN4N5DPc62MtAJkf
9wPQXoXraJbCOYP3+oFpDAWYkWNqjC0USSQU0ItHSDiq1d1oFMFNT8RlC2YX7rsuROsxUwbHCDJ/
Uydoi8JaDZyMGOH671pmFhTcZskjSokziwY25+lutcJEqLJRao8CkhvbwowUB2dA80bMefKvD3VW
fpjHgoI5g0AhqsJwPx2LlpwWIiPXHltCcBuotvC1DLzovi/0wlXqHKiCMoAAtTCjQ6V6vB3Uuth5
U5HsGyLx3b/zc7gXqNTTBqIHevpzEikHoKgGHfUAodwj4Jq5ADRmKXN1QE6W2lPd5QrQe5B6szKn
k7ZT6bRSVt+EbdavQKbOSt0fX2fW52XHz8HD4usUXZ76RiNQHgZffSd2MCygrSq2BQzB0WV84tUg
zXbimKDwnIbd4xB61q40sTnzxh5/JCw+jKlJdxYdXAj0sXyop8R0tUITHts6S24n1D63CdoQqJfF
g9MGSHc0Sd6vAISWud08ES52SgoWll+QJU6/a2ulXScAAj3KyYTSfm4pj7FKihUEjWibgeVtEloI
d2qkHq+v6Id23OnVqwDw5duhAQEQZyk6LXZKxQudd0eujsIhr5sQuKoJjwcD80Vk+Z26wm+o18oR
hu4Q79DW+x5GnvzcTkXxlqMp7gqEhBvVF0N8LzXBtmJJc6ueVrepIBatthY7V1Nrp60CdauXnYca
vpbakxXkr2bSmkiTKfS19LCypaBq7yQQh7ZiBJNb6Cp6idWYPAmyXO/KehxX4rrza1MFkIV0GQUd
IP5LMEkcNMBl+3A8Iq2Ad5SS9ySeobayvudXBgpb5Md0viEikUKfru9Y5WKfhvp09DXUpIWqM2zA
R9m+bFBtu76iFyaE3COICNp4cwi/uJ1QmyBjbkTx2ILj3NVTh52Vma7plF2aEKx9BAJppcGtnd+J
T4VBn6YsmXgsHQG8YFEI68meUAEzU6ldeQXOXxzw0aBvjVnhkw7a4ozHilHR/yipvnfSjYiSEVzQ
9LkYtduZbL/y8c7PIa1tCLAfWpXcK4uPZ1HZlSqvVo7onRi24I8iQkt69SBK1Pe8JhJvxlzM3xJx
WquxXJgmcDww1MAjaawvP+gkVC05fKAcrd434L2rP6VAFH+hOt06lmH0Kzf5hfUjKAFoTKeVwv1S
96tWUREuUHY+iugTOyKM411o1sgpC3r7en1DsiPYDKd3jErYBcduVq2gSrZYQkkf/GqMPOMYmP5d
XRaZ6YZV4983OcUq+CCq8XWIGhQi1Vgwv+QNqBEEz7rY3Ey9nt1asgemPB8JQttGJeglB9IU6gMm
ZrjWkGcBeb0Yfadc679WBgSNm1qVKslRVPJXFMaLgtp4in1pWZkdbmHZgH+xH+Y9Yl161keuKhBW
8Ijij2RD1FZvjT42XoA/8nbJhWXXdBqPTRMCUxz9nGovoSqQdOGmqI38xfDSpoWcEGhQVcrupegT
fNfQltZ0W6YuVTv6FMjf9FxShr0xjNK3QC1fem2IK1uTmygBMCQk3yM1jtqdCdWgsX2e0gRf8REM
fRHy2/yhFvaz4U9lB0kTOgZqZ67fis0zio+lSs1l7OQblSfsa0ug/ot2tPDUD+mEialReK/jGFsW
+bvY4c4DYOtWLHPCqSDocEsH3m/YWlWBya8A91sbaL+FxJOTNKpd5lZBlyFEfw3bZUqum1jvh+ex
FCnMaVNYzDUcP75rk0YCzpjH3xEqFP7gdqAABw0MzdAk0W+keOLelwu9r20tjyG1W3KU/gAfRC1m
rntqm3ychO8ZENCvValiKqvroZzZqI2bIIKqqX6lfNuDfAc69UUUB/+uEfxkV41+86UWzemHZAh9
tUOEVcINI1FR1aDvPuk7E6hnhAE6UmiuXkPLfM2msPQOWm9Nnk35JngUok5fM0y+cJfAnQFPQZ+W
933Zz5CoPRcwaKYjIvybxtCLmwxK8bYJFGE7cs5sGldo3IrRytE+fwCQRaRLgHI2MSOZ/OnVXIZa
ngyBYB0xg6puRjHWiRFXuRHn99VMd6XwOndEgbYtznShTp7Q5Y1wJDxrbvGIqncyYgcbUysD2OPq
WiR8fmExHvEvNM85gVsKMvW5Fxih2QnHwgS37OXYDyIh9FhDMtyu3Vdn1xVD0e6C8GTNT8E89U9v
m+RBDh0qQziGtRHcBcjFuxIVTUc0Glo7pSI4fmT5LxHmM4dGbbLffuGnjqX1ihPphbBGSztFW85Z
0Pxz0OcCLkd/dSmaQqevJUyQhWM16YhYBGX4VFfeeAsnAFU3xSu3HP3AnlRfu60QFtyY7O5Ngzzw
P87S+SHgzGa3LLwxPpziP3+XTIhDX/b9t14QYqdVJwqVuFGtjHJhoXmDSXpAAMGEWNLAqFJXYW80
+lEOAvg9ShK49SjLO73AUPX6Sl84KQiOoR2OTx1IwGXK7Gn6KOTo1x2jpFX3sp/FThEAOr8+ygJc
9bGA+lxGQbsZBWdqOKf7CS3q2OxiGD2qHHg20tZocKVpveUKHl3ZonGhZ4HsTn4v2XU+aVh3jcLT
yo+4sItmxAjaW0S79MXmN/rT4kVlFceKXwVvXtCB5a+NzLsny8EWKw3V3Ae8MD+TspcKdEXa4nWC
SIv7sSGYr7IlQBG5/nvmS+g0JJiJLtBOIOgjQbEMuzFQE30vyCE1GtUkb+BX+eUWoX8tdwLBCxW3
SNpGvK1L31oTEDwfmiYdb/ms6kfms6TG+7I5DCiOmkdBwkw4pGeFFvtkbeo4/Y4g2fuQq4J7fbZz
+fp0tggNoBANzXAWL/wQz/z88YVW1KeZnV4Oo/KeAAWemQ11eQzURADB4OF4RwvBavKNroVyvMkz
UGIrse35boe+DHYR5CsARgCTpztAz1srDBsZerCoBo7aRPWtKsA+uD7VC0Wb02EWpfxJB3gSpQxT
WgWdKt1A317KhDujlKUnQ0iTQzyY1WuKYLQr4wHokLEYdhKHwWNR6RD/2rE8jGVkrqRgC+zqfAy5
SXkaaTqj4Azp63T+be1JUxuK+JvLer7lb0seVMwLgeEFxX2iT5YbQ0lywjCtNpnfJhR0p+GHIJcD
XOQociS/91eSz0sfi7L3fM+B8sQ6cvGbqtLy0G0dZoqL0u9iKCmuN8e5QoJ+dT12tFwyqds1Zv8O
gtg6FGqvO8SJ3PkD9ogqutd2Y5n9P74Yyd8+ukC8uRaX1+mnyj1f1ukw0QbqlN6mXJo6BVS8lVPx
Ud9fHAsyxzlYITEAZLLIigPcXPQhLOARCGn0VSgn4bccysXohqWUiGDkse5EYZ73tlUmzGa8rN0p
YtQifRcokWXLam09WbR7n7FBswynLkLNlqJBxC7VG4yVatOln4vQAB8GfgvVam1xj0uBZ+gZojBv
yogY5jTRnhPG2H/kdkdJYQIgoxhC/VIjvnirjQQMwdilt5hGxHasq/U2L8ViJ+pwmLW2ijAwD7vW
HgAqrBz0S7uKmjOqH3TTULdb6vuMBqWuQB7MYzEiKCckqU49VC4fVSj1f/iD1/0Khkr9nvtJ49RS
Q+yu1QMAUNiOs1YGZF0tp45DveifQdXnM8iFC5CKthXlLuOMdDVFraBGg3VsYqiUWtZnjq8K3qbI
rWBlDy/IGn+NRRD3UalFbm4ZSISCUiLzNXnHQjTTfSxXPt3eut/Ao9Ddsm3STZSnHtaR47RD/Qtp
w8TzD+AGehjLurlTDPzuBwnTVLGDJVhnQYACp1G9lK082qhxia9daTY7zepFEBEif7JvRq5ltMLG
99PkeP1iPb++aZXh44IiJT5f2rLyXnQB2qygCt5iwBM3vRGYt/jk/Lw+yLyFT0/kDPSatWDBnQMt
XWxxFX+pQejF+C0YZJTHfXyKqHu2TiWZ41qYff4oAv6hLcI24BIAhHt6ychRmI2C78VvhRTodtmK
siNEWXVfpQigipyNG4GY6j4vqsoRlEG8NTx0OE2llTCQgq3nT6l+gGopuSZS847hR1hIKZa302iP
ffHFaZVDPwf+i69DvR94GmJ5aAYsRU0o3SZ+kU3RG2GjDuDZC5NvKY67sm31XR/PcJPyALaieNNa
nmJbtOJk31X1AEBGHVvIPWqxLYY8uO9xRfyq9YYXYNkcpS/cIwMVUG2Kj13gWc94TsUPwsA9ZCPG
CqANMdTgBV6FCHU/LnEQlVvFu48sr0w3+B2jeePXdfiT+ia+bqEfsk0aiu4S31h3rDQcNgZ/xK0Z
Z2lDut2lXyrVLBNbakap2ujN0CZUzWV4UxxeSZiNtppDJiXtd7H0M6A2SdOtMdgufU5CMO5/QKNz
IH66AWp8UROexehNy6Rga2lp5RRUpf7o4zxwGfufovBn8BygeNSgqLzMsPLT8YTZN1dShQjij647
SlmEjoky0kZVK8uVx2FYScQvBP60NOcGIMwKbqAlej0fBGMqpKhBuaOWKdyMpvUWtMb4teu7oHQN
Gv4PEPoh/qZJIgD5EUO0e7os8daMms/8Q5HBoriNqAltfToM1uJg8ydqVlMK3RuFlWqPsZv6NTd7
a1v0xa0OeeiW+EN7gjYg2rnp/1kGYLfx0Sy2YltV+0nSfFccOWrWIPXEzHm9oywaubil/SDrSVfU
g86uIQCOPA+gEcjNMF2Yd86neNkEWD4kUYMGQkr0GFLeiie7T/+OiP+RxNqheM++NNX7e/Pws/iv
+X/6Z16MVYiEzYce2P/8t4fwzyqv89/N8u86+R/V//fjL/vv+WxBe/Jf3A872uf2vRpf3mvqYf8t
ODb/nf+/f/FvU9uvY4Gp7Z85DIz5T6NYmX0WTZvp/Fck1t5/vVc/m/df//rS8G/1v/Lf//qYXfbO
HbH8c/52yNUxu+XphtWKyTmAe9bsbwU2xfhPXqZZsYU+CkeL1DLLqyb4P/8hif85Z7x0mChq8x/m
9ubfBrkSfwWP+NlPAwHCGeDyT/TXFjkdfwBRKpsWjA7cYP0jFvi0YWYUWWoVWfwg1uFGMhvXjwW7
E6keprLtW18/fa2nv278z+pqi6f4r9FQQJq15XgPllYwUzhKwhh18UMudDdVqyCxtVL0ORuB9o3E
SdUNyJnkyYuraujKEkBdqj4onihvgrRPN7SdvZVA8eyr8fJiXj/jmbkV0YI4PWapaQidZibNA6aN
hR23muqWVdru+rYI3HKidIvZqroWRi8qEVSlqLQwIGXDueO5BDU1YRYWOWSoh5pI6V7yst8FfqpO
jArPvsoQHYaS5O9h9kbOOHFUCfZN/P86vV2pQXzQrj6953/9ErafQmWNRpm1+Moo7fYCnd/qoclC
c5tPuQTEsZK+CbHh33h947tWIqtbNVQ8B1IhPbvUCHa92aE4LHbSfsAUE2NeJb4ztJnfHxKVZGNZ
IBTSfcM9M3favEcBoGzNnZSCG8OHSu3udFpML54QYG6h4nJIHGHq9yJSZs/Xt+ny0v97fvPbSsQ4
+2Cdrm9iRgRYsPAfCISrraL1bznAJpsTTB3Tb/xthJbVc5vDok89I3iEdgzAEffagwf6ypFQ63IN
JMBB5uffqMmjDoyyhqMPOk2EvFtTI17EA/xcMhayTrb9LEiytLZPsxHNB26Yh9knddcbrbEdeNao
XveWq1W0GK9/n/NDBh2PtJOriWeaxuzp59ESWEMT+tMPeINspgwL0KFxrg+xVLxmTqdjLI6Y0uj9
WGhK+FC76ePU2doWF3jHd4UN+8JGPdeV76vb3EFqZ2V2519zFpHhXqV5wj+X0VUhCro/TFr4EDZb
Ywruw4wejznejdg5X5/kRyfj9BwxFJ09rnNCKzLO0w8pN0FcxaMcPjRbfRe+RF+tQ3av37LfpW/R
fWqLu+x+OMg7Y1ts4UC+Ww/W82PxmO/lQzMCsd1ovzFq8Q7hytdfZBgfH//z71qc7xiAYYiLavig
9HcjMsNFprtC1ey8ftpGmB8GIMmjYCV2OdtVCANASsP7nHsFX99FC1mdhFL22nB4AK73G+eCnQY9
auWLn63txxhkIIDZODNL8yuprQsxU5LhQS8jWzKrjYbPZac+DfH79aX9kOw4WdrFSPLp0kZRAN66
YiTFnpz8FqS186e2qTb1YS0bOFssRiJAhWXISw6PfVEK82HMJ7rHSBG9I8XrQaLDPR1/dtNbWHdu
EoFQN1ZqgvPGXM4OCwDgpxRF4c8vomIV6yavg67xYCWUl4AbQ+NyjeABu9QaaWutXHnW18ZbxLWT
0ChWJzFe4NEISPKHbsq2vvRbb7y9bxUPcrwy4KXNSGCGFxGh0fxvp8snyp0x4L45PEh9MOx7OIQb
IzGnle14tnQWbVq24gx0pNCy1FD2k7xNeq0uH40O5+wArkFoOhaEENjxtt+iqZMHe+RyVsKXs6/5
MSyR3wd4WFzy4ydogOoQleWjYIXPohBvG4973KjdUs5/ICJo+82atfiFmYL6RTBrbucAyFsch9IQ
8LidZ1pCRaF6tKdjtq01VPDEauPJ6XOrZbe1tb9+Cs+OO1kwWBuoX+AAqT8u7tc0rKwGwN/4GKqe
A7/b9aqdEUmAoLM/r4+0BOJz/mZ+D4oKEo8s/7d4E808qdRAmZQH9UE4qLf9Y3xLpUP+6vFYBRtp
B5HaVQ27FTeKtrKcy2j0r6HnQSUU2BEKO92rQ66MslVrysMEqptn09Eo8Y4kf3WqgksQ/53h5koO
Gsl0g5ZhqNX1oTL4gvLgm+Im6p9QHNol/XhH7ymWy5W62vIcfszt02CLFdRDxPbC4mOwO1P4IXkv
19ft/M+fuXTzPzjkoHkWyyYbRaOEIiq+Ze+1bptPOuqKcJCvj7JIy9kcdMMJ2PkXGtdnvL0ZUxPK
ae4/ZghIbbOy/pEncXITjaGyvT7ShfkwymzIDeWcLt3iEc1BAqRTMIWPcI3ChwC0ktMF2BhdH2V5
rrj1Z4tNmtrynIB+FPw/ZY2+NM54xTE7BIKC6F1gKl+nrpD+CIMBlKj4t6L7/2qAuLyvGG4W4URw
j92NRNY86U/DqVUXBROSlgcK4KBYgkOfKjZVFWes5dk02267leN8YYKkqR/LRV5OhHY6YoG1UomJ
Tn1QlCS3G6nfa/6En7tv3JWdsbIHz3YH0yPOpJurIPtEfe10sDrPM3oLVX1ouI5VpR/tSEVx2tJW
fL/P9gaPDVAuDVAg/+TpPh3HiwsAmkpdH9okvwvbu1S0dtf3xdoIi9OEFF0UDx4jlAYQNPFgZvHK
zrvwrWauA9sY61wkmBZ3XZF3htz5TX0wCN4EHMzqvRCuySMsO55zgeXzKEvxhlSqJ8+KGUV9LQ6G
aE9vcb4Ratt6DtFCs5P33nPytTbz2TW+GHRO/z/tcnSuxpwKfn0AzQv7TpBcj04YSLe19+LCceLs
Iq0E/pT/t3wVa0soa3Peb/lQkJPmT6on9HYUYw2KhJTQSKXdd7+u74zl+z9/UdpgFtc1UYf80Xn7
NLnAlxJkhqbqYI4bubSNRyW6qVHe8O022NTtyi14lsDPwwGRmF2NSVFRVjj9lvrkAdvTtIoF1G6K
J3+yra1yN93FD/5u2sV75da6nX4Iv3rg7e/52/W5XjoFnwdfXB5qlUK96BhchOqp5E+IsTrXR7i0
guDjAGLMksSYUZ1OL/XyvutSRuA9cQINDRokWBVfC7k5pkdvzH7kWfiXrcb/eglfOBQQ6WmkIZ2H
qsNZ7kRBz5Q7RegPgyQ5ydQ9Abq6r6XakXJ108k9pUN1W8U/BjF29dzCEUuDV7IS0Z2ff41qPFUZ
pI5QlVrSueCPdKNRhdNBkrKNUXlOM+w1a2WzXpoqLw7UQUBjCF2eRasVTsV8+vEgybZHfwfnIcWW
/zS/DY+41/zRHavXbK3TcP7kMLNPYy52TS3FiOT0PjODhVOhh5BCn80ofGhriKZ5839O3ig1Q0Ch
vEKkyuZZ9g/LKaSiWUjTIeWi6Wy9tFPTkX8ZPzDEy1IHA9zXaU0A7fxMnI45r+un8+8hgOLH4jhh
6QFqengrmjX5548899q0Fs+bItG7x6J+OiiUipS78mGwcaXbkC/eCXvBCffYQe3G3g5zG6eoXfo7
2FlfzWzlaK5NdPEE1nXhkyQM0wGvyVt5uAG+upKafgTYZxOdSyQzIA1WxOKhmGQjbuFpT4fxVoQX
vsuPwa+u2gc5EGy73yVfzC+Pkis8i396rS08C8/RY3WMv5aO5eq2d9euhBVnpY6P/QQRFSQgkNYz
5euJKqxRaql4iI9UHSjNFe4s2PNFEWzj+1pKd/Fsmp9GWyxzXKCsjYgKo/3ufmnKXit3Vg38z1Z9
3jAb+MV4k4dbbyURWQo6EROwgz+Nu1hYJTDVVukZN/0dvmjbYKs68V5/Mu6CL+F9cDeVtvg2rBzV
83t+HhOXJZSZKYgtC7ugy4PRFxhT/K0a93F3k+4T5QuPtbIy0BKi8zE7sOJgOtlVIAwXt09bajmv
lj4ehm/NNvxpfJ3+tO7yl9i3wzvxdawcKA5ooumg4r+tKadfOjIziYuWDWUQxF9P7wZN8CwrHL3x
MMm6PQgbeVqLGi/EAyRFn4ZYLJ6hJoUBZG08iLeag2Twdvxd3Gf38q6+zfbRXt3FN6XqKo9ZtA8L
e02AZG2Ci+d67INUTqtgOiRTItjFIGzLNlnT57s4CPq5c3BM1WNpiWAm6JRmOBQcBJXj0MebulyJ
ay69vbPe9H+PsJiGkCLkUCTcO3V1nML4LhmNmzIVb67HNhfeQSpFaPEQ3VDZXCp+h2GLXsl8jbfW
I36fbf9WZS7EhOujzAu+uENnADPPIOkQePXFfp9wSM+j0ZsefV99HP1tG72i1P08TveWoLrXxzqP
fedoCeQWvUL0p5Z5lzlFoxRZmfYoRxZau8HrYO3F8M7yPBqUg101mTN1ayWHC/ckGCHAXLOmMqbq
y95COcZNFZVti3SJdFNM037Ec8Izhd+tsB+Nxk0b3U2ybNtVf3Sy6aBhQ6azJv95vpi00IDu4gIB
GvWMJKkHCiDDWBweoeKOd/JobKn9l5uwrL/WprDWtpi74qerOnsS0EiZnQnmdtjiZSyQjhH6QfYP
HqmoPTSqiwf0vkmyvZl4u4B61ehFiMwFe9N/6aoWO401kPTZIaGjAy4TuCPPIfTjReaB9zjtUF+1
HsPS5AyqBZ0TrfS3auyHKw3hi0OBkjFBxwPWWwo1KVk59CHB+qOnTZqbJChjirVn2lFex/90C5Np
f5A8DZrq6OQtjksyNGLY+uJ46KfJFukEDcF7OLyicnwvYttZSYegWWkxnJ2aecg5z58xQHTIFle2
WipyBZBgPNQlajtadjNYkhOqyhMVlM0oN/uxnnZTv2bdc/bkzlX/mcs4V7Yg6y/WD1MmIxmsvjp0
cilvRqHr7qzEm9whCDCyjcRHpDOkfaeP+fb6LXFh8zIyZQcoBrMR1RIc8f+YO4/lyJVrXb+KXgAK
eDO8KJQju1kk2/cE0W7De4+nPx+4dU6zskqFaGlyQ6GB9lZwVSZWLr/+n44XY5Bp1SA52ReRdTDg
KZMU0vLACL/T2NkGsbzrQRg11H3v24prMuZ8+0dcOT13ivtw0BuAHsTv3NTjFFoVRJqzJAPOk+nJ
Nm2cknFOp/lpylC91m2pPPZKvVaVUJfHeWaSIRNatl+B0QWNmCxTCAP6UO6StKtPtSFFoeuYUrov
rMQ5GVaRv1WYHb23nHCGuWnKNiWDwO7QzuwqOgpFC8uBFHAKGTBkfHiuIT6Bg0DfvIDTRkUcbGYW
9I5JbY6uVWbV/va1Xfje5acvJg58c3Upi5//dNAj5rBO/foUDU63Zd4q8kbJdFZehDgWJ8N1hEEh
TGOPy0KKcEN6Vc5j7lAhimOHMKlVyq1pdJ+TJFbue3uIPH2en4I8rTdDrNnb2K6rP+zRvvwCBqQZ
f6GLc+HK5igH19SXm5PZl91xrtN8Nw52unKdl0+fgujyCFgtXwqV4jnZJq5sIL9OTWPqWzYUs2+D
nzsbc5qGd0madGDXdNHB7tPhYWEhf779Na89At4hI4+YnaUpcP41a32o2o7J2NMQ6/rezCvW04pe
25c045RyiHdmzxyppEvT5rbg5Q8LLwBzvmyZIJqvLaiRLflgOSWD+ZC0dHA6R6v2ajPAqIzeb6RY
1g514vz4Q5nsToB8wmwqDtPk/Z0fNqOrpYRWoPHqvkvS22jwNyxHekr6cQj+DJcbLyXIEs43Dnkm
daWvnpwo2yS2fu/MzX1hrTX5L67xRczSaQQmCdxyIZ8o5sBWOrhFTrrhmr8Cqo2Tq7ztPt2+uAvv
K0gRtASk77aVY6KmvhoPRWFtov4uDOaV5PpCF5EC4S9b4NiWpYR6/nnIjRIfQnf1NNQ7cz5M2t1Y
8/K3SvHYrrGQXARrFC2ZkSflZOFHx/udy5LaKZVTa+REn1l8MNItIEbaSv3u4mkvMsAqpyHLBCMj
kecyFPD4mpaLO4W6M7kwd39I2tm1mSmZ9WbjKwWQdZN6zOvAu/25Lt3ruWRxvITiUKfMTiWTH7EH
0xXRgThpI80/6ix6LmQLxIfGU01p2zKZ28keeygroNzL/Z097+UXMCLNZM0C1ipGNHh3OwnGUjk5
VrqzpIUe/NPEEn2XPbWBtuLJL+P/RdpipRdwFJZyha9ZE5zCKFMpp3RUvMEy92WcbptQ9YY2/qiP
n/1U/RwW7wwWwwcpcecOgKUiXQlqrqkUARyAGrSdlBce4ddlvzxTiiQG4+tkzJLXNF+1DBLv5qfc
rIF3XNMr5jSIoDBYLGsKYducOHZc17Vy0t7FUE3WX6vovviZ+s+VfmLE57YuXTsVo7Iwk+MKF5S5
cyWOZGVqkkTRTiBkPluzfA9449u2zj7XibXyXq5YGQDefosSvuIYR2PkjKpGr0Z9Bjxk17Xj/Tiu
wWBfU80laWFImUiGOzw/UZWB3QCpIpYZMIUNW9qf/R7YglbvPmrwjFcQza3c4WVJhtyUKE/m+paV
cTE/hf+3Awalak8yuKSf00lp3b6GHlBTw2kTZFl9xBz+SuXE2lqJXmyHvNv2Yf8GiKHC9WVclR9l
3lxE1dsJtoe3ZdL8AGA02kdG03+6/cEvi3+AqzHcIeNUXsYShS8OjKiq+G3a4iX7ZXsw/1I5bbkt
WtgngxqTrBOK3vcs/Lqh3Mrb1Cr77VTNHWg1oGx0ANu5WQfkVpE66u72j7v8dgsOIG4CmCqiBlNo
+de4h6HMUqKl3mYdo43fxMAFeb0xzlvNlKA7jcuVdPBlAPbclFFNW3gO2ZFjpF3cM3BCFZ64Zd6V
fRzra2B34c8hadN30wBSukslfvg6ZppTbOY5y74UXaSZbhtLCWVh+jfvxsqOHmxJzxu3YJq0dieg
uT4kaSx9LStZyUh7LOaCpcmJvmqRMpfugJI4buCr6lMctjKjkaE63w1xazzppSo1mxpCYRtojDSM
wfNK/Pc2mCj84VGdQWU1jeYhl0rKmYoSJV+onk+xm9iS9VWP1eEpUaYEeKqyG75PjUlnt8/i7L1M
WZt53dTsPzI8kn0fhq7u3bzKgtM40M5YeRGiVaEly0AFDngh5GZfQIiO5DJomBwxqxOm2wvG7aSC
5RS2G/jsbiuMaFNEQcJjHyR5aLQKQZ0tA8DGalh6cvxx5TjLz32tIqIU4cnk1HmKPkeKITNDC7YF
KyIrPl28MQoE1O7wcSwoATEqlgoBbVHaXIn7U5rFD0EICG7kxEATw32SJVTXbl+beCBarUw68spg
JgDETUQjiHNG2Mq0709RSGVnkstm09jM+9+WcuHIKK9SYCG/Yo8Q8Bbh2nrTHHtFihjSCPtt3Qyh
27fWc1sNgBJq7tTPtCPtfAOE1B9qBXkWgoHAB6t1WX8VEgF7MMe2qDKSS910izp3rSpye3vleKLu
vUihO095g+vEfZ47GvI5hti0nCKH1Htqd7KVyC2Y4Ll9iZefirO8kiJoeBz5bOeZBWlqnAK05/if
6D2sESiJ28K0h5GypIhIIoUSa8idMQ9yaMfkia3vpbF1qorZbdtf9HE3yVzCLaIfSmfAds0hHmty
NW0c+TfDoZTWnsKl2hD70D2m/cbvol10fq9TlkIvoPvh4yilm9wxQfItvTlhREptN76h76r2iS3F
lSdx4XpYfoEuF4hstgHAc1TPpepQeky0jqJHCMgNZxeNdwaIS/ox+/Sn3xPXRvFjmQpfCrzC99Sz
ulHUXIoeU6WVdjJE8G5mqGulv4v6ChkW6c/CV0UNdxlwPD9OYKZWlLJyeGIbdnT1RFWY8hmmXb+s
pA5gCOO3dMo7zbdmImOJinJtsE5UXH7BS+ODiE+mAiYSveZDVMFzqrSnntFrcJ2yAfztrFgJKtek
CDYGyj/mmwu5PY0Oe9sZA/4WGzkrunFNiKEvYJ9ANBKQC7oxDqxmjtRwT1pg4jYTOS8/SLBU726r
hugDlhvDWQJBCKgwK/uCGIugxy5ALeYRWvmOFfUa9hSp9tjij3ZVU1UrBuziWIRYgKQR8gCIsXR1
znVEK/XYyDWlOgVmj2n+qzI+3D7QosuC30QA08oowgI3I7xkYnOzkHv2oVMrcJ2IOIYWUfjxvxMi
aPpY52gAQOuniFX9uPo0zO8qaw1O4fpV/T6J8GlgMK+BtiQCUIqvILu50Ty5t48hWj1ijLO7EnxW
VoUm8OdadQLOdTxmjavzUGO61K7fbv+QdJ5CjCBtOe+rGRaoYO2UIavqlGnvF76EYringLHybEST
KgoRTJ1Swm8QL5+//MF55mOlgyBPhr4iZu3bCCZgIYxpWUkCMKb/rjFwGK2lCGtqvJzz1WVpEfur
UPtVJzgrXSl7tIz3iv3X7c+/JkN4i6x+Z1GcIiOYmAe2v2nZR6NbqXivyVhU8NU5osKcrblHxeKM
VTOF0SzoIlfb0SufQxw4HeYmbkqHk/R2xFp96Fb6Gmj8haE8115x9SltOERZqdXJUuJDZQ2sJZwG
FSzk8vvtr3JVg/GeC80r+6HiqKfcApRl1Dx7UoutTa/GGL5ak7a1nGf/D+Fh/36Sr2QJr8WOWL/M
iyWVqZ1NZ71R+g9mFnq3D3RVBV4JEd5KLclROqiLHQMDM9UOsi1tlP8k/WM34Pe1CQ+mHRKnbl6k
qOGmBBC7kVQX0Zsu/3OVZoCS9gaFSJrlmnAeU1Jrp5FkjL9ZbnT4H8iXXQiZbt/aFdtMMYlpIhLa
BSlY8GNV18R+WTfVSXPoGJNcAyQNtZ07aHRVN/ZaunnlIyGOiJyZOIoSFy048Pzoxw+od/UFtCo3
0RI4Wna3z3RRVH1Jal9JEfVtNNKUYlB1gjZxyVweysfkKZ5cGdrk3q1+zG/DJ3Ut8bx6NDCDlkiK
joa4jZy0kSqpYcf3clLP94dfZtd7epqvlKevinlVfxDctWVTIacTQeARfxuZ9Uqlh6T7efsCrxih
sxqH4LBVXUlaQ0JG7KdQJj/VyoemBf06S1cig+tf6tVphOcEr/TQtw3mbgDYQKWd5872+LYe1M9F
GnhaYdPF6/Y0pJ8NuGdSJ77rLW3fq8GKo107seCjrCKhrDosFipuYQ5VPa1le11W9/Yqy/ZFQvqi
na/OLPgqxU4KhRWV6tSEAAN6ue+275tn65B88NONlnn0wYpsU+z8PwS4XMzw688qMlMnipQmoC9j
IePUa1Pf7aen24pzmZsJIsSItYOkhLpFdQLswPncza7yPancpGXnzHOCXWasKNDKdxNZ4gNFKSaH
UYiTNhpeMr1Vo4Tx0nzXSv+R5fr91cTRy8hIsJ4RkiK12urRXZX0OyX5ePv+Vh63swQgr8KYLOuC
unn5QlBaGt09FCVHeY1r5YrnP1MDwTr6UqPqhcY3krNhr/S1O5vBVu0GV0oeaiXY3z7SVQfz6t6W
L/jqSEpZR5Kx3FsPtPmY+MwA78u58Bz9A+xVsCj4jA2t5TRraiGYlX7+X6HMsWNWTuHwwR4/zc3K
soXY9v37QdEzW5CHln7s+dmgx83zriU8b/NilxiySynaNRlythyYcdvioZs/3b7N6xIh/COP5r+i
vhf06aosnfGfpeP5cfymzKdNnoMyadjPQGBvqnZt2OhicPzvU/6WKXiDNoicwQzJpXNd2gzaZ7CD
PVvrAS+PdkUB8IJ6VBzIOu601SXWi+/ItieTiUDl0nmitCQ4u7CwzLRRJeOhLb9oKYxIbOUC3ucx
W7/9w4sVJAmHdJzY1ocsMB9q+dGv5KPWcMCYVLWNPrSwbdBe2N2WKMLGY4vPDyc8dm0yB1PxEanv
PfWu+ajOG3pmIygqjcsgiWsdgm22oSPz0bibzGebtaH7yFvrZ1x0+F5+BgM8rNBAHAR62LkSV1I+
p/3Mz4g+Nt+Gv2qvPjbP9bvgyXout+m37ti9Kx4RTgvNW21/X/3Ar4QL/mIah9k3VYSbbwdK5uCH
KK4Wb2Ar6e8bL3sc9+mHInfHX2vwIZdavdz+Mnu70ICqTDCdHzvRMs2G6Mp8GGuv710n9KbWq6Vt
1G791jU89a25omIXdleQKPh9OZ0gLSyQWE3Ok5q/V2ao6IPeq/2PM7Qrt7XrwpOcCxPbjbKTh1XY
LPrMFhg4l7ZVeaMjrxj3NSnC50ulOffrhCMVDeTyYHHSuiuUH7ePcmHzhKMIRmBgMlnLzEVBw2yv
giHc5c5Bq8ctZIaeWdUuXH4rM3xX1ZKJcxQD0Bd6p+fKYVdzTV/MNx5S23ezdNwYiSeld+Haktf1
+/stRzABUZqq/TzbxkMUsPakPZTyXq1WEoa1syy/4ZUDHop0VprCwYYW79Os8wBxdW0WrHJjxaBd
BrYvH+r3aZZf8krS7Mta0dAve4D4QX5yfrTvctmN3qjH9Hv3Y4Bg0rUzt1uLatfuUPD18EyMck0f
/CFvtmE9uBAxQPPx4bYOrgkRrIVWKUEMnLjxoEvO1o6iXZz9amJ1e1vKvzFKv29QMBGSzBgOdCDG
Q5Nve/0klRvnm/2TzMf8JMleF+3McuUF39YOVRasf9EwwU0qYDxUxV5z7lO4WVg4AI7w9snWxAiG
Yp5KPUwDPpIRlBtwKpkC/pyPnuqsIfBehJtnOnjR65JZw4q1iQ8F+mUUuNijZTF8D2aJLG3CYvPf
HUuwE60syUVic3ut/sM39buy+k72vxlqzbst6DJRZorJJt4DtZa9oYvN7EzPrbxpRuNhZH8v7jfZ
8whGmRv9dHrPdN+l+7VNusX0nDU4FoHL/j77IDS6xXUvfWKMvKY3/OBoEMIAEszbvX2mK28KCUuf
EA8M5KKg7A6z4vBnIUEOK5+KXdrspgJQPisx1lzviigxxpEys9dDloweMjPe5NU2VuuNFv31X51H
nHOwoeuJKmZYHmS1cBPYcM2m3GTWmoavnUVwh2rMXJPWcxbLGjY6jQc5+lb0awsy1xWOQRdausui
oVjOMp05AxhdNh6Ud9nDguwPUgTZvO4ZsC+Xbl25MP0ClfOf3OFvqYKdLeZJLsBCNh6KZTTpfWt8
Ntdg+K7F3ejdbxmC3i0LULMFD8UDk2pvDDiQt/k76yH06nfpzvYar/8r/mbstU22U7/Lret8Kb4X
h//qmOKUq+4zXqFUk/EwKR35qeORmqbFh9tCrr/g/zunSMpWKJWf5D7nHKSPUwi/+Jc/+/sGT9cm
B2XkeYH3F8G0objw2yiouscmnlOPZcFf0iiv7Rle7JssxmGZOwQLjjHEi1EUm4FBJW2U/jGRcnn0
7NGXvtp23X9Oprn7oqt5FcMn3dWf4jSjHNqFekTi4Ge9l3TB+DEaFEbLp1QdvipmaYwbRjCC1C3Z
Zv2klRHESSPF6snNANjK3UxqWolt+6pdiWHF2H85BZO+qsVzYvBDBPNwOq1sA/imHkMYEN/3edW7
cV1lVDKtcJNDDL7AeK68JTFufpEJcAj+YuHVEV27lnZZUTla+4gt738pQzxsmICN3HwAdNKAu+lL
IvcfRs043taLK2ddgKgXfgWIbgDmPA8DY0dp6fbLwyOAQE9DGOW7MIsZbu7oKQBhFu7VzPr15yK5
WbQQdEYyOiG8mFJmKofZGB59G9TR0O9/STwq+J3et9r81u/S/g8dP3e7fMr/EygY4dgAiLfSrOGR
/km4HVLpvZOZg6tOrGM1jf+H6QjSOBQYpwtXkgzg0fmNKnZpxoE8Do+OH6qbZKrjZ9MfPhap5f9s
6n4Nt0QM1hZxYBwxoY08pigEI4yDUc00yIdHwwIZSJu61gsAgttkReJ7UlHZKzHoRdjLGh2jdEyq
MtVGe0gcNwsMoylDydYeU+uvSAueDTA8k1I/JDKxm696o2Hfq0P2Nq7KNzp8QreV5+KdMEVH4wsU
EWZUwH5eHO6rtMWpbUOK2bR71Kb466g3wXGSg3Yz5O1Hp9SgCi1Dy43LNRSmi1UHTn0md/kMr+QO
vjmk06hx6lj5NE76LjS0+0FS2Ukt3blo3YZx3Lrxj/GgMAY7aizj5Cs2QvQR8H8B+8AcC+RJYKiK
czJ1astSNFvmo5HItldoRu4OzbTWGrsqBaWhZKkTvr7cxKuTKnzdellTe4QNqNrnmQb5TMIOx+3v
eAHutwDr0vVjGxTcbQMuzfMLtexC64pOip7GEZZHNbPteOMPvnyCBy8v3CrLzW953LDckEYFDH1p
2kL3V1p5+T4AJfMJmshxH0/tMWiKZDcHcnU3x1L8tyv4I1T2f4u1fobPfhO7/f9HVHZezg1U9vpX
/iP8x7uia8Nfdf6Pb/nPf/y/vP1W/2ijH/94w/9szqDZ+WN/Q7Nb1j8xDvqCpALBCht/WPe/odk1
558LgtSCVoV1BLgKxfsXNLukKP9cMAPYgiN8AGF8KZX/C5td0p1/OpT+QEWG2ZgJ4f8Fqn/8OwEC
4/7f4i0Jzo7lW5Yx+EuL8bLZUxXy5ziaqPPPQQheZNi8h801ObFjYH7rZd3fpdrSXWkTeUXTX1ZI
XyVnBIcLoDeo9MtoK1APgumQxgYkWd2B9RHykqp7UIw3qfW9dt7M8fNiIPuaMdLnqo23WVEDEJ96
Svy+yt/pUeL1w5fOGNzCko9Z/b1WKwYnJRfUEtU/sld2zML+aHZPedPvej/eDHqwieI3qvO+Uuxt
3kADEjPxlsxbvRk3U5fv+1BxS5mkqtyrkGu21hoAs4gyfXFc4WFrdQUfCUxyG+ud/TZ6wCS70Ct7
0q7Y1CdmY57Sj4R+dHrcNRwbwTdcSBZc4TCyYO2PSPbNrnO1cTj59edAibdVHv3VjcZRb1aySNGK
XYgU0pPCMGHP0xBZHpvtrtruaEi7oNntjL1/KI6mm+3evXqH/9Lp13j/Fzp8rk3iWBNJ92CC0gYZ
1THapieYYnfDyoLkVREg/oMZIoPxIm7NK10/K60qEW1bP2Y7YiH6MagqmMA/ZvFKWiLmd39f4CtZ
grakRm1VPXZ7A5Bn7pY/7X31oT6M98V++Jw/BL+CO3ZOoU6/z5/CfdC6Guy87vDp9p2KMc3yK8hY
SJCAtWPpXMyf9bRh9z1OAZeQtoBp2RDfuDMo1tO2NGEeciPFZXPktlAhcLuQKWhrptSm3KoJMrVk
20fdPm/nBtj3ZZwgmXe3hV1R1IVrhnU02nMMlmsY7NfxC8ggEry+C8BbIembQE3Hp8Cx/V0yhaaX
F5p26Kam3eVzmb3VnbLxCL/sb1NVd4em0qr7Mmu6E1gL6kmK7OTXBInYn2kd5pHWIZEpxnJhhnmx
K6/jDkNSsH+R5OpGGG1qkAE8MIzgMYPeYmP7IJv4Qb2W/gjBDtAIwNFRMdMsUL4tAE7Or4W9KCdV
VFZzu9BowGwL6p0i29Hh9u0vVuCVBwAOjjMBxwZ44uIZbcEDpNPQxzBaTwfTBvp9oxZm17qxmRvv
a1kuT2MxWfd1pkyyC5qCFW2Yxl8D5RVLRMy9s8pAKRKIHlYfSfDPT6qUTq8BlqMcVLu0t4aSOmyk
DOVBjyJa4XpWwPlZfg3NOgdKxqnv4zAqd0mkTBtHav27vjOTFawVwcwsU3JsBCwVCfaNyD6Fu58L
p82DJih3rWbO8FXN1T2U1dVRr+1fWmQNh5ZNkBVnLMbxi1D8MEtfrB0B0ynSbBRaEbdSHiJ0GrN3
ZdbJu6hzkg+WGieHUNNqBuogYfP0AAg2UJ8nben1NPUEk21f6oyrJvnKPYhzOPwm8JwZRdPhIGNX
RyQB7VU5LIZqrnYh6IKbKJuSe99iJ7JKan8n+/bPZEjvnCIqGJGEk6l1qlV2jiUFfqWh4KBhFkC9
gRaWeThTREUzZr+C+68adyYqEm70IVfQirSXCze0ivA5N9np29lQhE77Za/zsx/W1Tcw4wpz5+QQ
W7vhWPnfbz8bcUWUX8V+Ckqis6fCf0zBOejB0Eh9pfY7KdKGcTdT53yOAdw95EaTPVtGG1WurIOS
DFDnNP5os8iwvdTSJsWdYRB/tAF8ZDpStaRia1Xz/AFSlGAVIUkw5IubhCWAjIkUkfUCsT5IR7K1
Bis3D9gA/82YsrSsDMzOjEwobKR+UnaJpjSubcFnZcSKdKymodg2dutsokntNrqvg+zbGo+8uGQ/
Bm230lS8UPrlF8Jww+ALQTTjGdr5208mDXobIIEOOaulqavnprJVqmbeKHWpuoMyDneF4mtg/NU9
n7fOtjF4DzCvg3xEvW1ty2t52K+Vbfk5SxMB0wsOAzng+c8paWK1kHuZBzCZmcnVwmyb+OXA21Ls
FSd7RdRSh8S4LyyCsHidi5JbmOKzNrAOzhz8kuu59QattrYZlJArkkQDixoA9QfANWAy8gKNL/hz
hb2YsTIS/0DF5wdbtvG+zZTQU7U8gbEu19+DEFR96zQmjsw2qb2E5fqNAbfsUugLN9ZQFU+338/L
Xsv5RTPmRk2P7BrMlQv66kHDiFmh4R/8to1/jqmmPzmdcZSDVNrEjDfsMfLFfRpCf5lLtfpBYdfY
HeK5BYGGRfDSl7r7BkSk0LV6eKzqoc3vkrnJ9m0Rx88V7nirML51vP2zL78ZvxqEDpI98iZWxM+/
WYr7stUm8g9db81voshhpKSr5EPKvp93W5QY+C0fDbw68KHYUYPxQxxxNpLAgfXVcA5FqXfv7ToO
4l3IQNghySrFAC+mDb4adtb8Cn1N26mxkhwKiKDyXZ3Hhr25/WvEYPjl1yzFQywxYB7YvfOT0x3n
n/eqf2i7unpXDH7ypI9G81SGo5Z4qa+HvRsZlPg2rdFLP3OeVuSWeqlvZ0pDza6d4/ZDwTa/fewH
qan2cRWO5SbUUifZ9W2vven6Ov6WGbFRHKzMgAI2qxVSwLqM5z/1asvVOrwEhRUyUnsx7W1D6uZB
wmH8NrR2WTdZS32nPcRd1W2NDJijrLTibWPN5rataUoEqtXtb9/oFVUi4aZvCe4R1Vix62E2sTXb
cAcfnNHqd7D7znu/T837TE20lY+3PG/hrRHdsbuKaaM+Ke76xnJv2uDZS4eQBr3XaX3oUWpotvE0
2t6oyyFdRqC+2oIBgduHFKLLRWsWeLylgML2HA3gc61JbXjKYng4D/kEyybrDd8KAF03WjVj5QGo
96Qsl7dZ1ZYn+EuLFbt35YqX6A3EApZVWUEWdDaqyzQBjjE4lkVgvPG7SX7M0T3gBpy19yEGjMtB
X4tafsqrDGFsw0wG7iU48mTtQyWHxrGTzZRGtFaAzeB3HmAVyYqJuHo+ege2Qv8ccGchds+0HvfR
JUAeBlCfto30yeLpP8gWIC+3v+PV4wE+TLsTDhDS0PPjwZKstnahcDyyEs/QQVmWregLq1L+nZb5
+jtDnldmYi8Ph+ljLZYuKihrmil4Yj2mqB1wpcckZQjWAjZi18hdsBvkzFnJgS7fxyKKNwgIEvoq
wqFI2lAPWoueNDH8iK5sMilYRnMKML6h5Vu7Bpwis2eyEilcOeXlxdLzpC9O3ZHyIrLPL3ac09jB
nAdHAIfzo2RHLGKo/fhQW0vkGJU+6NlzthZ0Lc/u3CDwIEDgXcJ63udFsTG2U0WZ7OBYhOVI/VpV
65awdJ4yt5qH7GhlAYUNuwzq/mirvnKXTo5UUfvLgy/FGK5VAERiNMwERdeFP51pZOyE2CjCRI85
mD7OobLNwhv0JjuENeGnGVbNRseCbJq8ZpQylYyj08TTXRKSm5mB1O19S67cvk/9pyxJ5E0bKsVh
KJvurmKV+3NmxfW2yWVY5UbNvI/ARnlMdbs70pBKjmk+jV5K1nVspyB7VEZfe9tOWnong0ICZ2tf
3Y2TnW4iu10D+rn87phDoJKWlApiC0MwTYMeFfWsys5h7BgYUB/mWnUZUsirh6hfI2O6ImsJVghq
yQPo4QpByxgXVp3VeXCMIji7qs75bCmBfK+UNBqdMn3fzOkarMVF3rjkG1CJL/QBtIVwtOd6HaVq
OwetExyD2P9ZKlpwMFs6JYuhOs1y1xw6y3cgB3cSuIU1641fTP5KrHaZ+/ATsPwkakv3UQx6QQqK
21kFEDaxi96lyvZN6qrAM6dZ3ZpDssbncWmvIBHhcoEsAFgD2KDzEzM7n2tlEIA1m0/dHZgeFQRN
av+Gad0/xErluSzdggVli9gZ0h/Bq07t1AEyncMVZpt3QeHXbmxllqfrTbpvuE3id99/Z8qD6VU6
AIa3fcGVwHQpS2G2QHIiZxMnnpdJaKmfpQi3WtibfIrsYxVoIL44Wr1B3+dDM2XS96ZPoRwv/PmU
F9KnyOwtZ8W/Xyr2MqQHkCG9Vo3i6PLvXzldO42NbAyd6JirNRWBavSUTJq/QLKmva1DTe438dSv
yFwe5rnpXGRCFAndBfwNolvy63hoZgphR1NLo62vwItIyDqs6O6lMjE1B7wTTHEm0CYiKkDn2J2U
g5p0HHIZrF+waRlUnjU3nOV2pbZ5GaIhCqUFOtpiZ1gMkgDfHPTBSuNjWjT9Xe8b71PZTO4L35cP
CmnURu/huI5LGZiYXJ9W1kYvH+kiXV+IsggraLief8JSKbrEt8v4mDcjCIR+Vewq36hcWM6Oc281
KwMQL6B74ucjGqUqgvml5ijYJb1th24ai/gIvGboDaY1Mh87BdvJD4NDnNvSA5yUzZ0c1PEOb5Us
JMnhIWxb1j07aDpaufPduIui73JXT26bFNZhag3fI6T1t/5gxPfKDBJtV8Yd/+c42Es+u7b+LNkb
n/rrN6NvnzSzaT+sPMqlP3hxMOwsfcqlMCW2CYJECZsub+Ijbc/Y7Wwz29pqNTHDkgf72KrvmeKX
74ax7Rh94l+O0SSvBIlXL3chUsUkQEsLrMr5xwSMu1NsoIqOo69U25Hqtleqo2a7RaN8ZDYrPknM
qkF9OBb6wbCk9o2aG/ZnRemnvdzb4UEtqi/dkM0AF5qR25jmsDEZ6jjYkua8kfSg9Czi67tcIdns
K4MGpCTpOYHK8E3j72aWlu8bc15jmb5mZyDtJsbH2hBuC0paZWUUh+EYQwypxzsAkfPtXE3hVkoD
zVMbn9UB1qe+3f6i10wA20pYNQeAarpd55epKzGk09RGjpXZGa5cjAVl3kHznNr4w+njxZ9QfWci
yKHKyziSkEdEQdMpMfDxR1WC2jny5eAe9O90pwJgtE8IxFeywis2FPxyHh9OF/aChYT9td12ilqn
z4KuKo1ieppeR25oVGvTR5dRPaeCYhZ7Ta8fC3MuRZoh+5OCOT76g9kfKImEmzZqhk2Tkm+3cu48
SOpQQDDX+Cvx9dXzUb+3UBlYWkW4vDaI+zJW7fjYKHb3VlGk4uNQOPXjbQW5YjoxmrgJAoDFlglh
3RR0IcUNCVMGVPq2CGT/7TT10kGypOTJ9Js1DoXr8hgTIFtZcnrB27IrntVDx332Ubw17KbYqSac
pTTGdNdu11qQ174eQQYNT0Iqul+CoU5A+g0cC2lWo2T34dAlXmvk82FMZvDnJxh9x8+BFBTb/+BS
6YLxypnHkEVUPljOzdrPjfgYlmq4j2Orgnc2BdfRn6S3ViQbT/+BPCbXF3EKFSnh6cF9rDtZHyZH
o4RER4Wr9Y0PNogLbi5DncWwBuF1xdu/kEWatNB5FaKb0PK0sOF6To7UOVnCVLr4MDaEjS1stUdJ
BnjTmZSCGqsTHgZZCleCjStGjXgc0MMF64jCm/BVYz83cb9mciw5m+t3xvgwxvXXsTPbw+2LvS4J
1dEtCl70sc5ff0jn2kmqMD0qfexvWT2tD3VEr9yysmTluV9JdjBXFNiJxRdWG9E/THE/Kg115yNg
oOH3RJur4zRV1q6a4+oYmV15DMbcfjsUs78hGGo+G32zmnEt5kwIABZ2E4ZJlwqt/vIjXwXDJUDP
ua9MMfsphr+RzQafqkn+Vsucmbpxr4BSmikHdD/YxDkbLIGpAXBu+eXByaR+f/v6GZe7+D0LUCMl
chJdilNiwViXNNZBqlk6RHGlKG5rhcVfWasrJwsI8HnPWNOkH9oy0X+mYOlXe1P3hzdjNRhfmpYZ
Oh3ehXdmPtZv27Ge2P/vRvVTLFn9nTH02sdJHxLZnco2fQTogQUdOQmn0IUskopF8qVv82eKGt2p
K+fO3tHgzH75gF+NW7UcjS9joDU2ZiT2SBxBxinnZ7VT0oe8TZutT1DxnOl6+ShpYRwz5pzBvs5W
9pSC00Ng6lW+CU1DFAxK4mpz3nq9mTPapIeBPYLdpDXU4GnPpgBep82+iwHiwcElGcOXcWMj1GjT
H4U22x+zLMLj/g97Z9Ibt7W++a9ycfc0OA+L3pCsQaPlsixL3hCW7XAmD2fyfPr+Ub7pqEr5qxD0
qhs3QIDAscTpDO953mcoZ5xIXbEUN65aJF9NRdp4wpQJTWd7MtC1Dw6t+WSoSz2Mq8a+VltN3MwN
5q+hkc3lo96xGrZtPNs7mo3c2zLHQ+4vZtJtNDfyvjdL3T2UUrGcULPK0UIa3Cufe2478bs8LrVQ
pqX2VKpV/HmY69T1ld7OHb9R+/SzYtVC2dFsw8VFDnHtF1pmXU+u+DWl2UPsKI61mYtKe2z6FLsB
faHnegvAPj03qltscjWyDR9wGO52nDnGfn3fzsdyTrvFn5J4uHLBdaqgHKjBgnQ2SaY22nT56uZj
/uwk+thvbHaaJ7N2pjgkyGZ5ghpuO5c0vM0iHMbUuRUSZYKVp5F30SqOdqG0rUFUOb5Xt7KvO8/3
SuzoUZukbbSrrNr9kdblzOcragg+ij1EN95st5/x46e30kJ70DazEknXT4fKYatTSPUJldSTn0sz
pWU6RLWbb/LeGWVQJGP1pTTEjPTN8vq9mdT1AbmpfSETC4Qps9UbxAniQIopIHc0NDQcnHEcP4mK
4Nmg7Ugf9Qs5aPdqxGqyb4shuyYqW72z+eimn0czogJbUfLZR+2tJjuRqvF+sBtjCaJyGdxQ6+yb
erHnH2REkpjSm040+jHRBk1Y62pRMoBL9WciI4j75EZA0tWHWDzqkxif4y4ngECoTpP5XasikbfS
+peHzOCzYcnhu1RTbWYwz0Zo9ovgTuIp+5j18WIF3WJZz1Y/tWoQzY2KKA8+z8QwTKD+zVb7eWhy
RN9uRA0aVINlf++6BJeohSXoO/mxGKLj/us96rmT7VLAR8M33FSUQZyuv6fIiiGQkIPMC3WqtWcL
sDTfRdPs3tFcinW/ymszC3KONKHXJ+ZDCjf5smoWRApFqg1RoMTViBReN6tv3gS26uMfaA3gu0uc
bgy9MC4Tto+aDm+DrVjb5Ia1MdmVH52lTNAAeIKZZKa0qIJBTVqyo6phWTZFkg6GPy1o3v00s4u7
EpvTO6JHlso3ZicOWQbaH3U3l18VI8Mjs/b0DBtjOJ1+FY3dhTfNxoPMq/HnBAQMjyuNxzjArjjC
aDbXMAaTkaJAKEuK4amdMG1CaWZ03+LMqFpfn8i02mqeGv2YsqF/mJbCJmoVMNT0Y6PAlIj7Tsow
gWxKVmhqLs2FhyfNQ1cl5W0xNZjCuA1W1n5c9tYhU6XBoVt46zm3aue7xJzEfdqJiQ86MHTxWC/1
X0krrZ9qxOHHlyJe7lqspxV4BBmZVugHLIZ6KtI7FvAY1wPLkCNjbYm/T8BtMmDojfRBxj6/HgkO
fh6jKnl2Fm3SfXWEY+JHrYoK0cild1g6xCVhV9NAuuJ0ZNwXg4OjwTLFIOST3anahpk3k2G7DHlA
s774VKqobSyRXfUy/apKyxy2IofFw4FmwKSUWFahhkKZmrCEdTqFESy3yS/GWbQhY6FO7kRiqttS
a5xqX+tyjC87JXGckI6V8mmQhp1t0ky2hy4dkoPnjt7zxMu8j8vuurS8rxwdsyy0BzabALWICxW2
Gq4x35DLJmMAP4lhFKnPmuU9qkWsSM62+oIaoioJHHLzQU83Q56m9xm2g094pScP/PrWgQHl8Z1k
vkSXMh49nEgVJgtCSrf+ozYjffCxSS2/lPAhvwwdkUI8VDHbvrbMigg9RaliklmpRfyksxZcpqVh
HdxlqHfFLPTroslNxvasWKWPC4mCxn/y2thvrChiMCV5kTIm+tVqmebI1Cd5vlnaSmBu4FBfybIb
HX9ukh7jc0hLSBa9KU64PXLP+q7WnsYx7nbEixB6Zmui1II6VqYrBrNB894QzhhWwyTIJq772UG/
Wfe3/eBBEF4qu34qGzKSBAUiAjd8WgkwTQCcUWbnOPRNIoYEqjej9qgklnvjCun9x2v3H/Hs/19j
0OMp/qpeC7/33//1q+rTfrn9Xv76X//e//re/vzXRVes3Pn135sfYV19L/78s+41gf7ld/2HQW98
WJ1QIWvSkSOtbwW5fzPoHf0Drqw0NGj0AgprLpX9nwx6S/9AYcxpw6EGXcVA/NSfDHrL+ECHD2Nv
jrDUrS4shxPS/Hsk+vX4cFQDr7jBmmVF2Q+X0Tk5TdmwsqKxLMl/tYZy65WZTTRx9NRUixV6Q2Rs
B2v5MtXDl1cv7+73BV7znl8UuUfXhSqooRygmQ/TBhbT8WHD66Urai/CVAy57p1QO6+mbIzqr9Tr
5feiSpRDrYl6MzqwXS56c17GgHYYRd1o55ukqsd6YwrtKqMEigOVPvpVmlSFtm0LtX7EljZOQocQ
31/GMJiCaTZnN8uQjn8kFAP3i0yaP5Rs2JmFnIkP0oZ1wcmHG1to8Y+qLb+0piaGgAVCcX2Jvdzj
olS4K3vpDt+hyi9soxz8UZ965rTaZLOfKKhdnCLNfr+pfzSX/v/UrGirH/j/LFq5Stv0+XufHk2s
9Ud+TyzU6SoTAfUYcwohyittChjZB7AydAnA1aBza8fhPzPL/IDyhJ98Pen+nFjIVoDW1rlIuBsN
VJzl/8HEeule/TXCuYTNoX21bnrhzFCrHY9wK83p+MX9eMfBS9/ENQ7g+bj8HIt0+tk05KAQ7WGF
tY1RR66aXZhpJMhOA0xsnUDKzatX9zfz7UTLu94NLlkYOqHiZd7xn8d3o81pUSaRzO+mQki/VYxL
TS2Lh9kitI/trt2XWlVhc6GVW+HJfiMSDRcHzdvjM/PNyCa8kDq3DJvS7e5no2h3Y2s2F5y1VE6b
0Xxdjd7jnGIr/f59a8dA8u/7Bs5aaTgA9STSH9/3nEX94IxKdkeaAN1nlenXo73ROjVkyc0/1e0Y
X7jS7S97ffTuKleLt5GeF7tJWNPV0MXtj6EcuwdRRLfWfFlq2q/37/CF6nD8nbEIZelkuV7pj6ct
NVo9pjnn3GGpFerBLMX4RxpVZpC0trWhFWldkc+GqlBtaI0MnRI20sm3tpb4kByKMOlwADVLc/pU
xXV361Sy3uVeSqGsTGQJqiUBculY7Gs3Vj82/RBfe7O60I5dCc2zF52Dm45BCOpCGrFsBzQl6FhS
gK1w2CtQJB3ofOSKIODQsKfSH9XWMP1lwCDfdcsojNNkngIrkYeO6C0SXXr1ueHk+zHtNNET8bVQ
sPVxsXMKkYUxou5bq8/JGo3qoQ0aKZQfZaa4UVCyzgeod3fKbFV3kry6X9XSUfAnnB7vhfXZGD2f
M7h73TRpv5PSpHhp+lbDrV8aeUDQbn01LwZcBlcYxVf831zqLWW8NTKpf5XZbN5T2NlVUBtoTH2E
kNW3iN5qqOn9L75Xo/lFDw6Gbt31bmEV6hXnoVQ8mv08baJ4jIZLzkPtmfFyjHTT4oG7C22GcwXT
n/73ybKg5lbTxV1af5YaxOaKw822d4V5jq938hnfXOYEzDMNzihuTXwVpb3YKZlMdoVsPbCLOo58
9Bo3QksgQ5KbxwmsfKgitbr3jOG+XJTH92fIC+P91QxxAPpolqyUVTQh6tsUEmeaMYaxxUGWkNgG
w55v8YBwQtut3WtowjitOV67m2ZORtY4aX8sXq1cg3YUV3lLnGoFyerSbDwi1zj7+BU0kzAloRcf
1r4ioawxfs5IU3e6Oe3LeGKutHZ3pZW5trfNHn2M4daWX7VyX6AI/Jqo43wTz4v42LrgM06S1XtL
dOqdV0zagX8RDTRZ88ABxz0DsZ4QAfj6dPlogkJbgqhKI+Kk3JoX24BAOUcHYeg+3NObjPfQZQUO
H/DHJ/vSFmMQ99k2nerPDUqW9z/FiU/Uen2+A4kAIJ6r+vg0wU7oaW/3Zm4eImk2l1akOLzd6dIu
CIxooqUAwY7Sz6lSjZsptV0iHmbTt2B6hfw5qZlaXlzn+TKdaTK/mRTrbdGUIUKe5j1N9ZNFp7d0
qNSzQc23fLV7Xbu10sS8eP/h163iaBiuF8EJYhXwvNTixxdZEhJvUk5yB3ASY2frkz/bdXsxtP2Z
yXfc9llfskUeLwItqDQr0XCtuV8toTqhh50JIfsgszIOlLpOOr/Bqy3sYE89lLU+n9klj4v49YIs
1OiBeDwkHxBXjy/YJs04FJrRH2Kz26gjGfWdFvSl/XNEdNrC/YabUZ655t8MZXB7Wq2USjDjaBkc
XxR6Q07LaxSH2QNfkO3nZEH40A67cu6eHZBL6TmbgWhQNUv+0PXyDFz+9plxpQS+h8NJAfgm6jW1
S7MDcpkPk5LEITlKy6cc4BGQsJ8+dr3+zC3plxDXxnNz+GSwkqABXwDxhYY8gMFqnazgZjV0AFxG
+xFdjbxVRRqUilZfTo5uZT6N+dIvulRuRFTXW5mX0VdQ7nFrLXmzbwZ3+M52VN9lUaOfeSMndpKY
nMDY4iTFWOA0SRvhhEyQjykzm4r4o93L5dPgjtZl2Ux6UJZd9FlOnW/POA/3UW5sC+FdOd2MunWe
foIag104VbofKFq2CTafrEfOFJYq4whfJbYHIc5RGE96QNwuMg4qUe4W2wl4byfTRNExX1CIUYbs
NKIbqXxlHK4168YzllDH1TXu9e2kKH5UyDOf8GTswDbjNG4SUAV9FRHWaUsviqsqQ/6wfFyqnkbs
Yu91WqZ+MWFdLArN2tb0ofYexkv/aAV6uS4yObrrHD3h5548sVbQ4jaTRH40pjQNu67uyGUmIAPT
mn77/qVO6mailskGh7+ITJF2EoPheHbCdtN6J7XzOyJLlVtnUq4rqSCHhewe1NHgJ4s5P71/yVOB
F0cMD+RjFXSwvaymQcfXLME50iVq5YHYcOkbZe2CTHaSsDqj1fZOIcsNgG15YTSDQzi5/SNSAYdr
p9IuVdlq/jwpI9bbmbtTVHIr/Pdv76VT+tf6vxKYPCp0fPY0qBRr7/H49qw5ySr2r+WAu9aXWkNG
Hw9tikJq8VBSYG+rx0vqq0DWj3gLTNdRnHa36TAg7iHe4IqzParK2czCdCKz3rWXIrChK7R+UnXJ
kzl2+cUapedmKdqI1Ba3pZ7JmzY3G7+fzcfBlat2bJgvMbjNzq3Gx4vS74eD1weTEhMXBtrJopR2
DrBpPMoD8L8deEY6XBlgyBshZzIWm8RUtkWpdZeZ+zzgJW/CYg48j2BVBtEXfYk6I0hKOfx4/50f
TzTuaj3/IjlnGOoGw2Idpa92QhhGYz5Ei3bI+tz4ablDtUdI4gSkqFWbJFXmJxcyxFaL1HOVzpv3
wZXXbdFFKgZn+3QtVJ3ZrK2q1g5pRJYsmHsczIunndnpj0uK9flwBAI0W+XmlPKnzxf1sT1pjdse
WOLGXWtYXwlUckLMKpQzo/d4Pv++0voysWReJQWnzk5wLFbSTt0eLFj3j1atobqpvCtdo5E7zSD2
iQcs9f7XO6kW14si7FuJ0JSM1O6nKmO3EfPIbjAcoALVW1tJ9Du7IZJSr5X+c8bis0kIHH8YiCHc
qN3YB25CkBsRdiUUpTne0z7OYNY63bmVZj2EHk3llxtb5zD0dzI2T6aynObK6EQ0HBCxUICkuvaN
dtVwFUWGvKgXEV1FOXlK7GkwRFRRXbK1ZEAHWOFXgBUJp7BtYVrxzpKZfll0/XMdu7/MSsmDvlrO
2U2/eBye3u7KpyLlC7NFRuTxNNArhJOKIdpDq0/WVjbTXPq1rcY7pxm3bisgzcuh3JlOa27hsc6H
cXRz+li6TL7ZuDMF/M7uQtNkck3oe3zLKat/tpq+3Fmrpr6MRf1Lr9LyEvUBVkVNnF55ApBgNHs8
q4TlXSe6W23MIRW3ba1+U/O8eWBhgIaEmYtza5AJiqZyam+TKfIOYy/cbZLhXzBoVoezptnQFavs
IB3K5ExRflK0vIwxlgf2q3VtZoidbBrxrBhl7iTNwVGze2+pUZgtjXk51W67V2rRf4yLRNmP03Bn
1VJ+jUg5fYoWPOgQtm5ZeMk3AAH2dQtR9+Lly+2imMll1VvewRXzP2R0rTOCXQTRCQd4COunFMNs
qMpBJoo4FIvZ772lELQYdZKu5sIKe2nJzftT8O2053p0wHlBVPfI0Y5HTtYXFnTOiD64rquPyLF8
KON50KYeUMzS2xeehQzi/Wu+XdQ4irFW0ySEkIcB5fE1S8cFsGnj5lDPdF5bPdXDpDeXgCl9jv96
fFJ6+fgwwvFWxTOAQfAG3VPG0cb1qzm4pVvjbpPFtzUN7iBN8uqyGKJz8q+31yO40yCiVANPpAl4
sks6pZ0k1CH1Af9x5X4SkMXiKFn8RSWNWFMycYar/Wb/W0m9kAc8k6MSWpL1Vb/a/zqS3Nt0TEE+
ptbeSwTaJLkn49ZOO9sXNgEMmSC8sFXH4UypeSoQYvMDacBXHoL4euo93Zqw4bJFZvOoqadMT3OT
zs9CE/Khr6xbvbGMHdCtiiWEqt8qTWqRoSCsiwIX543QlMFXKr0OXdqxj7mOlctsd4ZvKtNM4N7O
5teG8/xN0dh4Irdr95VpKEFjYgWJ31/8dcDVsahwtWE+p1uj6SvoBOMy7YupH65qWV//wxG7Pusa
k71WG4S5n6yvoo3IgRwZRnFSIM1vonRbsoRS5BbL/v1LvZmQJ5c6KeFRRFYy0lgAXKHOgVJ0jxBS
cDWbvK990jzqS6+dKe1ewI+j3YOTEl0vAFlODg6T5ngQmaOW1TaiqgNDVb2cCfUdgqLw6ke7blZv
x9QIDCepEHTrd00rx5Alor7FzCEJ2rZMNkPpshcqrlQvMHzYKKUodorSt1svk+lWTIZ9qLsUursx
V/5iodyTSv9rPVps7FGpVX9upaixxZPZVePKsJnd+rIvq3MPenIg5MHWNF92gNXLQ/8bGENZVnnM
kB8UiTaT1fCafvwSjNB6tlWpzKE3m5+T0eihnpBH5Jvzw/sf983ysN6ASYeI22A3evH+ejVdi2kE
n8/b/ACPKQGJVmzzVzmZ05aCvf+yTOW5SOETEOX3I7tEjdGUoVnEcfj426oVTSCI8sXBSBv70h2j
rcFp11oJwtWktftYqc3bamzjUJjYcqSNKX0rmc9BY28rPZ58bSkDk4LSYnV9fB+EwznAJXFxaLMl
3Q2el+xy06kzWEiR9IfuF2ExiA3i2d3AxInCFEC1EyOfKcqtT2PUut+T7NzneLMRgRizVq8NK1AW
6L4nN9XpFcwoqzpoOIF8RQ5ZhHKy042VK9oZUvFJf+zlQ4DIczhcNX8uq/XxtXCBAM/izHAQnZ77
tZtgX77QafFjq4uNzZiW8eVgmNVWwzkmbGpF36INGC5RlUGe0kQWWPA3QROqLN9pGhwaeHLwEDsd
JA5B/IWzFnzBkKPNiCKvTs5s2m/OO3QZoe6u+7WN9PdUYWZqSoTPO5ij6ZLkVc1VugXrdM+sRae2
GOsUfaGzrx4cLEmnMlhWA8vVp7E+jEr8Kx2d/ZS6X+uVU2elFvQ6S+n9OkmjTwZqPl+JBm0HqXn5
kgP0BIWK6Oz9Gft3Ewj/TEL0kGFA0D6FPqEbkqDqVfWB9rxDqHnhbfJFzy5TYd8TUCtvquUj0ZHK
FY4x93o5Dfvx3GFkBTpfrc8AOQxTGzhn3WjXtN3joRMruKkrfT190sAONkMvh9DM1T9KCz+E0una
XQyLfWtU47ApgbPKcjyDnp+chrgBGGkGPnHg+jTwVivG11WGkcU5HT21PYh+tAMhp2JTd9lDlanf
404oAT65ZpjZDfCsoZ2z4z0ZeL8vvuptMENEC3cK+qhFb2W2LbpDPKc/dWUxrwHEy/v3P7P15h2v
te/6jnlImNGn+hfbakcpJns4AK+6O8Oc4q2kM+3zOXBZXLDJppKy6ytNj+ttn8JCNNNp2ihJEt3b
QuaHvHbldzur89vKzeadoeXR4+KJ+Cnu1HRHSnOy1ZN52FZ47m7dvre2yaDLbVp28EABbfb9xIGk
rOKP5AuCnQ5jdzUnTr5ztORxtItyB4XR26hL0t7a+dJxzpyUzZIt3pWUc32TzE3hO7GT3Y8zMfVq
pxfbRIdlGzWj6SdJ/a1ptvVyNS5ptxsds7mOt++/Q/2kdGHeoq1BFsKnAhlhtzkeJuWo5Z0xG/LQ
eOkPY3GnQPcU9bIovdQi9k7q67kem9ss1addFC/iW5x0T/kAZtwWefos6rK/GUUrPrlJj0AgSbqt
IpLaHzPXvhIVlFqrrKePVrJ4gTdaFVTxiBjVoV70G2PETLhr42IvG3ku4vrNGHQR9dhU9hwiAZpO
R4dRKk45uYl64OyAd282K5+gaUd3//wF0mbBTgv/UvDVU6cjO1Unb45a7TAUc1jP6SZenA1Ub0T3
7dbV+s+Ja++J9N2lLHv5VPljVd1p5a6KH+LuY1XhfmssN+6k+YNXbeJ+X7T9fZ5OvjulweIMPpPN
F8b0YLHjn1ko/+brg8xqpGN6GsvVG4feCR4ojlu9exicmqDDOieo160p7U19hpJo9ClfeeliOhi1
hSyAVqHfxll9YzadCaESdGdcEISJbJJBM06XMnF/QK0UO2uwvMuGlvanUaXJ4Cpq8ZOo1mTLLgTT
F4FBaMUWrU5dn/Z15hVn9u6XftrRAkzPg94H9lMALDqA/vHA1jJzKpJEUw5zbizbCDYk7eH4rpDj
fCflKG5aJfEeOpuUKWMaHH9ysP+fGmjoNWTSODXJQVfVpcHJQY8NnyUlo4M02yE07CJ8fxCd1DRM
Qhwz2KjXTg3g4Qsc8qrEdFC/wtMd9ENN/gZgcw37Xsg0yBVdOXNU+dtLgRly+sO9nLlx/FpiRAVF
DM/joJdZxPmrKXYehIhNzvA6vP9Up/Xj78fiueCT8s8b7dBs9doke2EcIF8M+9yMtbBcCNhKDPWK
86+ftHV6UeBNsls076H3Fn0PEZtUuTSWoa4xO9Ss/mfV/Ms9oY92QWbhibEuHD+/WXs08GRrHNJk
+oNaWlT6brSjT4UxOWe+6snB4fel2IT5oABDtLWOL4XSBYYtPITDrJVfFE9F/FKldmgrKiE4dTye
k0+t1ejxiGcFgjgJl8Chv3PaL4/NmhEvK+9AukH9bCukD2o4v4RVao4FUU+59jhjlNeFcCL3MnKV
n641utJHbCJzDMsymNtIuE3oXF8V1YkuZJqKCw0AlNZbnS1nZujbnQfsg84SneK1UX2Kf07jXIIp
yuyzNBIMjKQ+/TDIcd/DEzJouOnDRVul55KvT0tDPgq7HIwxMFeqenrFxx9lFKP0tLFsPneDbl9k
Ne0nbMjFFqeF5WPbwwSphtn4zrIswhyx6UeJemFjwn77/bn+S+H8N1yxVwvFG9I03bFfR/TN9a//
Sd+EpMkCCA1l/U5g+Izx38Rohf3pA5jZeuZTkcRjMPR/+JuK5n7wXkjTOG+zlbF8/cWM1rwPqzMC
7fm1CKZJ4vwTAufJkXBlNHBnrNJUFhwvAGGPx4+0CicuPEV8URVR5v6YqG2ymQ3jskBIIvxIOs1t
D9VP90t9QWw0jDbSt1bXdtDr5OQv6Zw1GIDK+HpqvXhEaldOPxfO1fhrZuJLojZTyyYsuhvYR8mz
lGX+G3/878j7NwSHd0fe96Edjobe+vd/Dz2qN8YQvAOgJsjBfOA/R97L/6GwA9nHX4kzFWPyT0q+
+oFdDfMSj5+AtUATmfXkT+ow/xNrbfw4Ka4xpKcS+Ufc4ZOhx6jD2ZObsCA2Q0kGETseemxqiKVI
Qbxz8CIO9SRbo02e8W9e9sLF2CTXicqxVl23G0dh/qtVmntFBZjonSWsYP74nTI7DxoOGkk6X6RY
hgRqRPbbMP5g+X1+ebX/HWWMMnby/5mifvtr+te3X99XTcjxWOOn/lzmHJtFCXCC6oAVCX7bX4PN
+kDuBxgXbBQMDVdi8Z+DTfc+UEkBC0BjX8URK0/wz7GGNoRqFwoFcLcL3AMe/H9BU+fkhKrdW0kD
LMa0eU+Gmq4i3ByrrH8igMDdWnG8fJ3AKrHnADlQ4OI92l0P1msXxXgDgc45QDFPvk/QSwmm9fLh
6dUbvPtdxLxWhvDUr0ob9oPVV25tOqOFdnQaNcdDP5VJpJFIbz5p5ehewZMhCYSYRPKrdetM1bY+
2l9VFJciexbQD7tmGl1cj83pNW4CbLSopTNn30S0c0tkWa6POYbvDqRWzZu5rdFDnjPy+Ntrricw
LmzDTDgpymlLLtXscs3O7/x6h2QxyDZIH7fvv8WT4uc/z/bqOicVqeWMtExjUnVwfw2rbXwZb5qL
76qvhOcMK184q29e46tLmcevsaHDVxgpl3J8hYeyA+gvvhqmwY8m3E++4dubc19urRuOPh1wOXQe
TIBZKgElTxt5BRAovlKZ/ozTv9qhznd1fNNaE0lcZev2zlFbEYcOum0MpwRhno1d19AEcQbx4Png
xRHYM1YngTBqYlFbvRJRMFot5riVI4wy8DoVU9GY6CN9G3VT0QRZ4mDZkSh5/tFwyN71JT3qZ7ef
4goofJ4tDvdaWSELj5XGb4VlPxGFRtfPUcfK72cP3cWMp/8OciBd+oEJ1PgFWgW5UxZK1E0xO9oP
UXcFEIzR9T+7OrU5nhbSaDezm0X5KpDK7sWs1lEwrAFGfsf6cg+pWBP+MFW4A9CLyl3cCe1S+MZk
pd4uhRLhBaWIRA5ENpR0PNkNPN/1ui4PtZ5UniujgbsPYUvLrjuP1m/QKyZozog+lOzBKhaWX9qp
pAfUAeUgvuWRKW7K+kqWkd4FwIMtjq9DXx4WLIzO+cStA+j1AONjryukybmKJRFK/vEA8xKSA6yy
lc+JJvtdq1XyehwWZff+lDldeMhGQlHPYXkNtFm9Po6vshhOnws1Up+Fg5aaao+eJcf1wGubzn//
Um9m58u1WONW+R4Cv9P8zRLOeZt2hfaswhpVuZgwUJONGlqgplOLYtPbTfk5nZP03u696BdailYH
NXLzb7gAaubm/fv5m0fnXLaSUyi62VxO9oAOHwSW5IVHr2J7C1dl2kZaL/bt4sgzR9fj9Y+JyqJu
8xnxKF35E29MRtwoi3VYFE+sjgXt504JhszNg2VJY7zTSb1xbCjnsVp7112kll/+yZOul18vTOEH
YAgV9jSYUS7t0GlaaTyRKUzelgd7r54B5q3cSs4swcej9uVShBNQQcDYQux42r1yJ9CyjELzqUH2
fjflEgXN2Jzr81MIvJobv6+yDlm2r5WZYp5sl/SmdJQQwn6qmyQLUsdub/Soj9DIpAskIFP5+v4L
PEV6VoETCy/dQl4fu+app1GXt6CWsum+YXuvPMWKqMoAwZD1uWwBy3o7E/tqju+jop/v1C6et0pr
AH1T+difpN3bvhVNzeNs9uqZkXU8iHkT4GmrpfBKSCeE4mXOvULWtAXyk6jy7ps12CyyGqNoQKN0
IcU5VuObL8uVOAGsaM/q13LK6mjLbLFqMTff8HAoiWDR81AqmI68/6bh0p9+W2bIC3RFrQeb0TyZ
lrCwihIw1viOfVT+XGr0unaKBTHLT/t2rK7BepD2R1hxuD6q1DjHODyr9ACBt/CQFiVGsyvtBjF6
rTllux0np37WG0UxfAzgCU+sLQ0fpQHjUaoEnIaeaWFoeTiJrBl9nhLKZtEuSP/cqo1vzEhJLqbO
pEyKNfamHRVr9lPGTTRgJxA3mEo6MH13yULHb7OMff8tSjN8TF2LPXiD3z70akn0w4OIiqzZpV5C
d8Bulei2RXOcr/7mubuVOBN49yU9kBu9Kczax9a9I8Cnsqcs92dDmQQgzaD9zDCSERRupTNeEMtL
at9Sz/3Hqc4E7rftZIndpC6WuvUGQMcQY1DjYTaF+6VOYv5yNuhFHSCJx3ghtkWxHz2+Ykgto817
y4nTLFgwgjFvamw8PLxrYlvbJ7XuyJvBjeCHGxX19F0iZJzvC61U7W2UWuNHJv1YEFqFefW+Mdvk
ci5T+p7GJLNkl3ZGabHadBDHXC0p1MAQahuFsyomayfiDotXT4/pFNQ6/jB3XpUO+G9kTdTuHLwl
oJwYMxI4GZsA+CXfZQnRDk7xJnHc+I9uxfV9kA3qG7PR2o2XqLHHkmprFDAqagA8Y1yVtExF70HJ
rXwusDxhrc0jM36Qduwe8rwssT+qdDf2rSE2Mj9mVb2XVjyhXcHSJ6ic1kKt6K3JErUHm7ierAKn
2sgxv46yq63Q6LwsXDJJ/oqKMUsTOjM98bBoh2ZrNGNbfNIwwzCCyo4cZJ2Jl42hdIqKVojhlcMu
s8vkYWi85iv6r/hHvnixcdkYWXM1zWYebfICn4vNOEzKz3FejV4aA1+QjZrW3hd4DMkfc5kl2SZq
DN6SN3cGw/mlVSUzI3kQuJ5ovjUPseM7mMffKY6JV8IAc3wLw1HpNwNsjB2OR/LBNnvoJlo/1GxP
2gy/W6h6uh16I42CxXRSLK4T2+62+djN40XBrX6aok6/nEHlRxIOa3o7CmlCAt+XSbsTFbkVG8Oi
3Ozs1ja3Ro2fzX2RgAJ8o2h10585NaZ72xdx8jEeKuWL1XUa1YG65NN1petZdq163dxfpdYEH4sg
oozldfHUq1hpMexxZn3Ot6XnTONG9hHMhP/N2Zk0t80D6/oPHVZxHrakJM+x4zhOrA1LzsAZnEAS
5K+/D/PdqhPJLqtyNl6lAgEEGo3ud0DjcnpK3FLPtwFI9Ltq0v2vQdwHL42WkyhCGSm+113ALi0s
dI8QVYu1R7wsatJEqZf32WwYPchY4X/Ojcn5hehj8NvKpfGtr2K4747TJSYqQpgAsaw4pl4mExWM
TaEF+eNSlE4ZdoB5Pxv8l/hhJUJtB1HDI7VgaJLWArRotw7e9HUYTHZz7yRdfweAGAvUxmsH8vCy
bH96VTY529x3SmodQzCHVj+6W6LZ+NnqBjQL/LgCAhB35mcHTc3nsa0GmP5WrQACJ+OjhpDUPpWT
w1TSIM5Cz63TLyMfC2Uq3Dg5kegubRynMBYYr95452u1GUOPnjR0VMaCpRrozCEAM9r9j3HC3CtE
1ER3kdJyvNemmAVI0BYAajiiEF2GwOr73543TptWokWyQU6qvGtdwNPU6W16aXhJPcQInfR03VAi
iGjNiId0SFcX89zjS6Bo0H+26jnFUsQqMoTHnRK9GqGNyc/ZKfOagCi8ALLxwBMlkYneso9L66F1
iGuotWr69wSiVobECI1JrSrcgae0bpdIMKlq/uQlrTFcGrlnxCFC9WD2qjgxLx2gUPNtAJWLx4Bp
5NOmKLxguiZkmdZGeHTdt+BRShXFbd40W9RTBiiWqna/uTSDnHBKYu2+Jd3KthVSCU2kFeWCSF8m
ypeiMO2vCKClS9RrtJZ3bWlg0tRmInjBpRhBsQBqlwK3EIwIxtL2p0uZ+EEb2UoDbFcnVX3fAsMd
or5XyRShmA05OGsTWYbIaqXjBsa4VJvEiOn50cPvRegtjWdE9pDDeC1Uqk8bczGma4ipjdhOjZl/
neHB1lthedrP0qjJoVBnrWTkDpWJ5WEyDewjUARyY5vS6Fg/N8PusXaHPkqXoKpDuNqVE43uMFhb
3Cn0W6uR7YsS2jKHvjNXV9Mwo4AbW11n7srUa/wrq65GgmaQpzLUlcGmFhRbcHdvcHrZKdNzG4zS
VkiPAqOVh7nmBnHkjrP7aGtF8qMSisdl3KTyxsyb7FEUKnta21ENfc24u6V81DhYRQ5rtrtU0G1y
klAV2l3fojeUFjR8EeqKPw+j099bgObpUfeG95uy0KJHGnbpe7PQeoQ4ADEdxsSWy26qZvUld5Lx
q6/GRqPj280DurVtcu9ltvtTkEaAf0rQNNx0bWV8LlLIPv0SL78rrJ12vgZJaFu6bdugjrVSE81E
8mZOUl896dWUGBdD0vK8dfoAZlo/zU2/RZuunK6SVpsvF3P093Od8+q19WJ6KrM207fMwtEjogj1
gA7O2IM9NfaPhOp+DLVV8Kqey6l/zXHGu5eihvCqjRky7lM9xq+qhQ8cJQ56XJHtCfR1xNxCZwex
8FPzSvkTN6oyDXmpFr95K8w3SZnbW1l/Fnapl1Hdxr7Y9Tz2vvWT1nG/Ll7uXEjTU1B7R60AnlK7
3p1TAU3ZOn6StmFOZLodfMr/oYZGHLoA0mfOVuG4r7VATS3M/MG7LHo3bkF920i/iUwl+8IW2dcp
BYy4qby5f+wBBqHnH+u0vbkx0z1eLcVLTqeXHVm41YFkKf9RjSbOMDz9FZpicsgfkDVqm20LErzY
1QttC5Z/DL4ZuS4frEoptHo9O7dRl7NWY9J+ul3M7Dlw2vq+FkmGKhYCNeFUy6XbeXXnoTcYW/a+
LUUxRm1SB/T/9Wl4nAWmRRtF1hmj2qeBijDiVQ8h4ZykoWEoFexUSzsusvI8u0M6K6jCyjamatsq
qAwENcJUZmSxG6LBUH4Ck9q313bfmvOW3oqipqWaXG7ZtUpepppuXlZzPkTsxPhuIX8HzJA38osJ
cwXNBeUQBTN7Qp80FeFiOPl+rMeBS9qolI1y1ajgSJau+mZzTlEQM6nDczaJwGY+57e47+hfikUa
/iZxc9iVjVNmMmxVgjq0q2TSXufAXHZx1y+QJ2VZxfdmXVSHRgcBGHJiUHdOg9JHwmuJWQIoF616
LdHdosJTTabCSiMYMoFRg2FV49YcvNwiY9Aaov84BN9gUNUPvh3IuwL2j4xsf+xLbGG10dwnSY+X
NOhy91bYwouGUm/TXazMaXqCS9+YKx0ZiTRoa+U98tBEVmo9+eUaV0pS4gYPdwcsm7iIMdB8ysd2
rV1BB6gvBrMlfOgoFfZR2XTORG+Bpv9O12bvVcxz+SAHC9YeHIn6CltJJOQs3dA/u4vq1bXejf7X
OHYkFt+wv5rNsNCsxlrcQoxvmzR5E+ebxhva/jNCwwXWmY1tJztNq6mYFVW9AlOmJv6RFbhMI9hj
W/fVYhcyQrIy7y9NifB52RWmvALPYnphYusUqUTbCFrj9mwu21nr0nSTLi4oZ1PO/QNFwFHfebFe
3HT9bHyv6ir4oTeEA5rptV5tO1BiXTjo5CBR0sNpRK+isoydBwW4CfusGO+S1OFaiPsMII3pLtl9
G3jY9MaLmHZKYKcAI7prZqQOKDyEwKO0eyn1Re3atbfJTeKPP/0cwToSAB5g1OakNlzSoEfqNShd
HjZNX7QhAEi+QzOjyGd0Q3qIE725cnjDubt2bPNHPxmWMiyWjHApeb88tOO4CjGOs5XBLp29X4GM
7QZQvsi/8fKL70ljVtFLs+kucS2mxzR0iY0ghukRhxNLfw3qZL6cG8DQUNrMraN4CIcQD91HNoX/
itTl7ZKlG1082opdFoIB87/yii2RV5y6cbrhMh4OpjCHMnTmeLz3O60fQjdO8f4sEe94NglpCDCD
IM6yyB41VBvjdEqSDeymFTFlZN3t2FRZsrXGdWLKLfv0uhoG896P8TG8mR1nzCKUxscXjcImWLoV
DcoyOOl1orlsMgJQ/RMdPoJ/02TonWvjlNVhQ8MDZJJKAqBtqTMiCREYryaSIaTPvGGd0B4G5zrL
0vkbGwFRkgLtNftiNGvxJAzqdJs0zSsVpbnFqiZFj5dK0NZADVv8Z2zUZm/6ICkRkZNd9XnJ9PIL
r9Jqr9uT7oWxW2rfhC44hzIpumce5+kzXCexd+BQvE56OT2PsbTQSOd1fIslU1M/jDDZE5bSxdiR
OrY53MMyXJ7scaxeZw7OhL+t67yM4MjkLohTt+PzSwQAYz9I+tdE9eLHHHsB7kOmGes3umZaUyTR
Q5qiOsiL7/yI7huytu6XXDXq0UlmApHnFuNtYWk1Wbo3BzJsUpf2iBfP9ecKNCFfpUr9bmN2RuZe
pV6WXlRo1fG2kXOBbuSE4WZgL/OPekT/P+H4b+LSym8GqvrkBgI6wZATTULhZzxmZmkBNpv7xfna
NQN166xOgp00cE5CHc9LAxwBTE9smrRCIDapZx11kGJKeOOnVv+9pxhGP2VKavvOzVLXuJCFmcpb
20+8Zot0JjXGSQXqG5qqg/YV3c1KoADeeOWmn3HCu0lNF2pvyw/1tv7QjY+e6hqy/sqd+quxskbz
W7KkuAWgtpq4oedPwsWVSyD5I0bL3uV6DfA61WBeR3PaLzhJA/2frpzYjqluUsYO6VfUX22fnttD
wqJdOolouqtgPV7R3PgoJC7d4N1oGc4A27TrxDW1psG41EU98RGSbCx2aeuKAUKGihsyJb/xIh7N
XH6WmcMvrM3cyXbGYit5nYD3zLdTa1mClEbp4jpp7aDYL3hldFFe2ci8aW7SZVeZ36rhCl3bqr0J
MEMpvlCAEKiDzg79BxZkNSlBtWXaldr6xeMFs/Wozc30QUpo3pEKWs2IlF6NT41pWN95H6kubJ2l
fE6p15Hk6ZJcP2544gQ5iU80VtRiNwUsz7tSoW7M/9m31YWXqtLYBMlMe6Yk61szi7r+UqQy/zay
rfJocL2cRlPhFByFJqv7S5QPeGfH3URiZbSD3V5wN85fhWPQ6sAScPyc06IVIVCO9ptR2qiwxyWb
4gb21vq+tIrKuTHLuLEQ9xXOd9/uxBRNo1M/VeWMoQidE1Rv/+eP/TCSjdYLRcb6VxNkcxlmemb9
/Lj496bECJtpVetagQhrwXwt+/5VzAQy3M5ymYOXrHSn7Wrrta1L48wgb2rHfwahIg4EB22tP2D/
vwYpSpcCDbXrFzUAFRt9C5Nzp0MRx0RhOR9ydabNsNai/7ePQ4WW8ciQsZcD/Wi6p7Vq5WVSAnWN
X5agX8Ka/JzHXabfgd4Tu3g0n1M/m3eaWs5R/99O1ISWsLoLcD9Zrr2Wjv+aKFIPdubKAjlbT4qL
VaPgRiPHiLpqiTdOMcjP//j1uOtgfAPkoUEJHPCkcOu0hjEAEsqRz0W3WxW+F+lF355ZzrcF779H
ga13PCuvdqY5sSxqGpVW35g1952byi6y4aeeUQV7sx0BKrBDSEfQtGO7rJXqvxZQQ8pX671E7GWN
KldFO/R+dsTw9PGyvZ2QZ4NXpTWDkQ+tuJPPRP1Hxti7ib2+wtBTHok8D9PXgTJs9PFI783n75FO
jpdSLVhiXYi95ifyyqJot7GC5vfHg7zZdSu6A8QQ3S7ARChrHC9aO6HTkI2T2JdTUuw6hHnvk8Rs
X+a2tz5N/qJdfTzeO8vnoaXPvgMCTZ10nfRfH6mURtNMdiX3eRmYlCSqn0upVYig8+b6eKQTbcP/
ei0kqKtmEyZEbIvjoRQPCYTF+35famO8RcHWvKTiK+5JgY1LrY2ny7Zc0jvIdONz2XWgR+TU3C1G
b/5yxiQ5szv/AO+PAgs4GGqOtH4IMZy3E1CFghs34CE27VNb5EaE3TapdJDm7kXJlWWHMPILcxub
rXeZIbDeb9y+b4Jdztd/gMxkf3dj2ZoRysAIxU1joIZtwEM0ppIezFhl5XYXFa6ADT2XQ3LZtFZ1
p3ki+VlCPbj3nalZNgtGEV81S9R+CPbdrKPZWuzPI0HpXitiYzmzg9/E0nXKRG0ALAa7yzyZMrLT
QxBPHi2WJs0il1pWNJBp7GTeLpvUd9LvVqvkgcbKOd2eN2dnvTWwl16/Pmj701gQV0XNGK7/klWZ
cVvnyvjGUMXu4y32zmamy4Z8w+p0D9ju5PB4dQvoPzWGPYjhdk/O1d6NOGnu7NbpN/88FKIMAAp1
2EJQ+0+itWcZlV8ssdyXDlLqOK66UeWJb3mLedXHI71p6IEuWLeoYcHRMw395Ng0GjwIA0uW/YRr
9aK5/pZsTG0LY/rl5ll+WQzZmZP6ZhkBy2I7B3GKQ4pRxQmoIRsme6l9S+4TyVPGKY0v5Ho6TI+0
//Lx3N4biSPor5MDRfEHsfNX9Bl9UxNlm4x7f6DMEWfFtBtm24h804vPfLC34YdZrcmRR3JEw/dU
/sNDtmmIG3/Y2zFiSnDv4gejd1RUViacjmVMt02rrRmwfFE8tr5r5TBcalnqbPRMuc8fT/yUEwns
k6IiuGN0loAkw788DoZzWTW6ljXjPue5E46B516qMRh39PFoXirDf4zzOQ4Do3MfvbHRtzw+neeu
qnSqAMFFbvb6y8c/6b1vseJkLHQTyXn0k5sATamJ2rU17odBz27tqtC36eC015RZz22wP4HmKPaC
sEdn12ZHA0ZEGuN49gDqp3EyB9QAPBeldNrNI1YBApUK0ELefA9mlmeAP5jq2Q8GXrBW6QQXOHLR
li5lNX3SvE4tYW/OlLc97JzRQfd68dtO/5TVeNleU2HiydWxUK/II4pnA1Ww5zJP9aePl21dljdT
AYpOKgVNB5DD8VRMNcZLmVlqPy1CXOAqUW46PxZnbqtTmax1v6yYHx0408r7Po0CJf1CY67EvMeU
rdtqred+Wpql2bVWUz2mcPeitpJemOLb8MnLs+5hGWxWbFZyO/d+svNkNdwAcsMQrqnU5cdrsG7W
0zVAnYwc2aS5ADH9eA0MsytktuTzXhlYPgCpqLZpm7y0KKc+pON0zkftvSVHnQlyt42fEy+E4+EC
Cuxrc3veU0WnCxerfNskqjkTd9+ZFPAYyi7cmPAfT1e8s2SsZ2az7DVXXwuBUCzrGYndWl+0O6Tf
/g+zIjuCDQUrF/mpP4jJv2KhOWjAHoJ63k+url1rZk0H2TeL7cef6p21A8COkJzJqUPT+SQFqJok
q7Skm/ftvPBxylF7reraPJNo/MGaH+8IhLQDsKqgBBjrlBmvHHPy2yA39jHKwNdD66gn3y1iCo02
zY2KWtKF7IYKOWuXXnhvx/uaWl6IYEh5mzmipQZDXjJTwrnDpsSKcGwGHRQYN0NBEw6FKHFmC79d
F5JgLwA7jAIeN8TJLetWTiNidI32TZGgb9FWWJ4M9j/6cnGKGYW/6IWDIoZ3fbxzO823BgRcjH0u
gvgiH/VqM3cw2gI5WWcm9Hb7ApojytrrNcORXMP9X9sp1y2sJMzG2fsOdecZtd1o9Dr3LrBbdU2X
2Np8vLHepCnsWYbSXQ4MoeCUUz8b6QDIRg/2q8vchVc4cMpMSN7IUS8ojphDNl+gp918/3jYdy5S
aDa8Jih4cJmgoHo8T9MpKbB2UtsDEjIviQpS+9S0ropvanb3J20sEgx7imb4jHdAD9PUSZ3vsVnh
B7TAgdv3Nj3ayIgDqoIf/7S3W2r9ZWv5AOdpnlYnHzud3AAzGifeI/hWfuFop18rLyvOjPLOuqMM
yRMbSQRKxH/Snr++cwznNtZkru0LdHa3Oh62GzcxWlpVaYfLtZtlF9YkkjMH/J1R2Vp8Sa5vYIqn
uFejtdDDbGkq8ILRrhI0aH4VRW6+5KVML4xBONsiKIszij1vtzSgSBf5Td4uiJ+t5Jy/t3Q/t0tQ
Bkt16Eh+r4JcgWUuO+rGfY2HoD4Pz//8AYOVBAi5B7A/H/J4vNbU9DFvlTiwx0gRudfuMoBmZ672
t9sk4IJZwZEeApNwbo9HoQnWmp10m4PrLD+DHFF/va/OXWanyR3vezhxJoeTsh16CCeD0EsxG9A9
zqGJvTsCk3uDORw+x07tXPzbomFDR9wB/bPqsKADtk73r/0oLN52DXnqoZJ+ewNhzo5UksRn1Cv+
8HD/vmDWYdh9PPQIc9TNTsKbZ2hApQb2wpJNFTjBKTCnq8Yc8+y29TTndnaT/I6KeTCGU2mhKt/4
ADo2gTM6XahRlwaJj1TsIgxLC3niCAsQSBpcqMDImwuR6b0MEYOgv4hX6/g5WPzgudM1BPj1qitN
nuu6OEeKON3ff+bEvua0QLp/C/Aei3rg+czSTcZWm8p6i0JVey0X+56O+Tnnz9N9dzLaH/3Bvz4U
QMEgFgGjDdIoN5ZcfSW8uDgTKN5svPU7rdcQOYdNqDjZeOQa0qhsrzq0eaGhQGVhnBK03Q7ZpF8f
b7y3I5F5rvjwleNEtfgks8GWOVmWuU0PCdKM4aS5POganuULZIPNPw+Fwin0K2OVZOdzHe/xSrTg
NEuVHYSuzJuynuir4MtxTXR3z4T3N89WEkE4DDBXuMlX5eGTBZxyXt2jsIuDkFoNQ8SWmxpMP5BX
ic+WY2caTx90xUJ7FvGv0RJqY3XWdItNYz0iy2EXZxKLt/vm+AedTF5LerdAOLY4gDehSYUV/GWC
Edq/b0+6iGusohSKToe33kB/bc8OPZixa6zikHWJvumCSn/wral+/fhLrtnBcRhxcS5eL+g1eeDt
ezJKnQGdmmR90EeU2ZxSH26piqgbIPFos1UWb0wrSLfL3CzbAXmvMzX/tyee9JgiAIESxQXoEsfD
ezbIUeBq9YGOkHdbm7V3lVeuEw1ZXtOaT8mePp7vOx/vaMCTbCk2U8TYpF8fZIF2KP6C7QWS32fV
ztdNebKs1FQhHDIn4pl7sqyOq8B6x3VzSIsm/V5rcQxaC9dDZ0aCtikBB6WGvfrMpfVwkbiaG+Uo
qKC9GlDzXIj5VNScYPvx3N9ZbIR3uZ3+Y0eeSrDnPRCkwYy7A5Kpzm2JneazD0gNOF1p3A0ycc6E
vnfGW10JbFiJbC7jjb4DVnpZzrPxADZvuUf3Z3poW0+FiS/0u8bOgt3H8zslAKNYAS8Z9UaS/VVy
xjsJFVbT1p4FOPIQex165HlVOWaIAykgHYnt+w+tmPznYNG1n7JQI23ypb3ESaaEgjfF1adOsVM3
LXfmFfaPOcJx7hTomxaelo4eT4FvHfQjb9c1YqrR0fO932jGZ/qZZXtni8IWoSDI6YdledomsJWj
lYbs+0NQDga4DL+/qY04PrNYb0fhbQr0azV7opHpnJRthmyixZEu8uBUvdomWqZf1m0r/nkujIKC
xar+T4HIPzluKIC70gZhdnCXvowMvyg2IG+tfz3UMIQR0SK5g2CzKhAcR5GecJ9l2DkeKp56Oz1b
4i0wzuzM8XkTKi1OMvcdAXN95a2c5L8D8sov6HQEow+0b7R+m6Y2zAoLOX5sb2R3l1tKvwI4tuqI
0Z+FZRiUZzLlNweKXwAuEXbUmh+xwY9/QbXMvHMsfTzIVLNv5nGaAeUiFGRWCpjBirf++EAdP3K4
c+kPYb+HOAt18LWudTyeIYahL9x2gbXUfAN6WDehOywqzEvHunRQgUaNfK7PkbNOFC3/G5aYQRkW
RuHbahoADTk0jrHs5WzVj5VXSwu6xQhWtFjFy6PF87Jrz0s0UKdWOupXLiRsMrhclOfaNsc51Z+f
4qAcDjkbw4PVIeJ4BcwMuJOwqYHhvIfhzigWnFMphDUqGP6JifVnKObKMx42KzqapwdSAh8tRefC
Z4DXcVHDvwCfksaXgB7PPcxPAuWfsXgdsJt5TaJ86JykMFasVWWnSn0fNFniRc4yF1jKxuA7ScvH
bDuZSfc05qCvNuR6gQP4dUysaC7KFqPRJbY3NZirSzBtsCispNGtG02K9l44Qaw9BEmRXIOm0Z40
g1Z0KNhdTz6KWF8/3p7HB/K/WRBXYOGj4EeKeBJc5sztMHTX2Z6u0XuQCqRxbxu9jFo1zY+LmvRb
mBztK465492ce+LMG+ydzbECFtb6KNGHftvx5sjmXsPRcFn2o+H2m14DdJWRLMFH6Ooz0frdobjc
DAqXfLbT3H5UQkpNtvrezmBrD762XAVxCQKqh6/w8aquh/p/U5f/VvXPeQdtslKcTlYVT9/ZEsjH
7yvAjpsM7M+vPi7MqNf9ToQFRQ3ZasF1qqf5P5U3/v/I8IhXDyACrHkSYOsm98YamsNelW33I+fm
2PKv7bUKml4tZZ+f68i/t6pUNdBIJElj0JMPCC4xdcpF48jB+sPxvPCve5RJN6ljdGdO93HoXue2
0na51H2kGmj7nAyVjZjXj1lr7e2KkBoVdpbvrKBtv0M6h8yD4lT67ePveEKX/m9IlDMorJDhe2gY
Hm9PmI8yHrNF3/t5N3q70bebdgsDKH2cgn7aC9WA9c2KrPg82lZzS8wVt56T5FHL/3jmJnm7qUyu
Kwxr6OLwhDu9oUEYjuR7a90XtmBGLSInMVtmKH+mX2RQA/PyKesUcEPRmD8+XojjTOfPOqzlMu7O
VSXjDQxn0eolcaVl7RMfTbFyiUtMEEHJfjzK271kY3ZHP4athHbDqbgY4hsLCo5JsDc1JEN1FaD/
3o0H5OaLM1vp7UgwddmzRG/SebqIx9/VVP0kiXX5gS6vsUHHr9o5nTZsfC2Tlx9P6oS3vK4dKa9u
oNoPYGXleh6PldKVb4dAFocmCcRLoWipASDEmDMBAIuJZH1nwMTaQiy1n7XJtQn7EoP2SgB1hGwR
eQNw2Exrz2VC76yBDU4ITzJY3Gtj8Ph3LVrbIOjtlYfJxws76LMBVcI+uTAzuqIfr8Hb7cPpYQjO
Lyg84s3xUMBtVeo4SXUQeKxf6Iuot3VqG1cfj/I21XJgiK+i97gHItx8clhl3CNuIPrmMKrSuu2o
8dDX1SdYIk4GHF55L8Ac5JlQ/87U4GQDAeb+tFE/OcnvGmmWCi5KQ948mpG0bXE1i/zfc6hVFWyV
MOD88/dkal6qa0rNecsboIwxKWgBFGgoQYsizs8kyH8arceXFxJV7uo0ppMkE/uOP5YLkGvoloGK
te4lUH8C6f7wEy29seJC3bPTW5rtriMhEhkOAgolIJws9GcgYhFaqO4lz2C3gH5Q4mBMic6i3d4s
sCDJfuGMCK80wsla+idTpV2x03PXuHYy3cojV5tQbDRgVFjhoDx2JYVg/bcA9u+HCqOLr4qSQxO2
xB64S+t7KJSeBbEAOOz3Oq6Gl6px+I3AIYaoQ4PrCeDn+HMYCmq1VpELLNZN2g5XQBa110WvGjus
msbe6Toi/hHlhBHmLBprP7paZ5oZGKAqBPk8LQhJSvOm92BR0zWI85/e2JrQRISlHqZJUDur465W
G783IAri5YJGsMo7R7uRcGX0qKoLPYW+oiOblcOw1SKzkOaPhNrco0xS9bt2IPzSe4mhfCuvbA/O
4kOp76TuvwprKGE/4wt55wpfGWEli4qauCdzsRnLHB6mWKwKoplaHDcyAezDBAMVIreVvyp8QEPz
n0fVVeeqmCelRUBL3IokcGjfYm+49iaPd0tTAJ0ViRQ/0UsPh+R3Vfk7eKKL/yRqJEwEtW5xVeev
RfZowG/5+MS/ia2no5+85gzRoGXlDeLn5IR3M7zWH/UX+05+dz87cdQYUTZcNN5GXnw87GnSfDrq
yZkXuHsntsaopUUPZHF+wJ+71rQOvwIYuc7WRdx16Mcz4e30/j8d9SSpLFzQ9bGcmCssEM9jfZ8B
3pYsu4RHGttnYvZptnU83BuQLyRMXS9iJukqc1OWVTTrvzWvgLCVbj9ezneeUgROXFG4bPlL+/x4
D5XKHAktoju4cAnTsAGtc4Og7i+k75uHJljp2jh2XWbGAJ7H7DW2s908dbYzYFrUpZvWkMVuHpz6
yiaHuFr61N/2grpVokt1TREB2ilin1doSthnEol3wj8tCR2NV4diJa+L45+ewqdUZjZ3BzF1DY/6
Dji7W58z0X7nqqYwB5AcmTQAMqd6HGPZTu6s+vLQDhB452AKNvMywnlIZufMx3hvKLIwC6MvKlpA
L44nlNjWBPPeIisIFu+ychN3Y5QyuELFaj5zet+5r5F/w3uHxdPXO/R4qNiCCDk6ZXXA3gvWLu0x
MpCkEzejtrRp2Mk4eJSNmh8/3m7vzfDPi31V2aQqcTpsmSNp5cXiMOBgtEHjtqZPFlvRkvnpmYT2
9AyR+tH5RWEPFDZa/aczNCyRB8oNxKG2LETYF0hjaZoWl5M9aKE1dfnu46m9U/ZBl9SgZA4ACDUa
++Qkac1QTnZZ0oqgS7xtWzoqRT7h+GiOFF7R2/2mlUW67Ugsr+mcZFsbJMOZwHEaHXlaI2MFfBZT
Al6Fp5hoa5hVTC2Uz5rDx5J0Re8sR8af8CrN7pFdjXcVPxE7n7nYtrN1zpL2za6i9MMK8MRnAwNo
WD//Xz0f28sTlFEqg26M0X9nE//CIbrewVDKrxoggZfB1J+zAXo7ZfIl9OBoWfNGoyJ8PKZAEDkn
lzJxPVjq6xbKdBs2uNzzHq77h6Kc0Ajoh+rOa7t+6y/9OczymyjEnMk/WXhGXxF+x+NPbplClLDM
gx13cjM7trrNF+fcS+aPvNDfmSHvJKCmNEbZzDAlTk/ORKOFTKByDlTzeyNMREaGB/E3uKmbpERF
vp+1cmMDs/xu91D3kD5JEIjRKfHUUVoX8hOWcu6LDDRkGeqqg4NVWXNtwpManTHspkl/RE/Fvxlq
a7gbRRxvJQSaPjJLiLU1HfeVIxX/9uai/hGLhQ6I21f5xmC3WVHfznm6QYLIuIRs3rghgFCIPok1
Li+aOZkprPkYRrtq0+WHhRIPkOvSXNrIRVDuqx930D9iMygvUT/zr4x57PULwx0R6REkdUmo98E8
hnpcG06I58jYgjmDT7+VdurcWlkyTiFI2+a+rivTDjsh9E/a4PDrVa6s68Sxqx+qyGxU7Ni4USVS
+LtLXbUyhEI07jGMHy4Cz0YSMlYIRZ8LDW/SBxMGFGF2VXblqvXM4z2iEojTrVL2YenieEaqaayi
oqhtl2TecK/IZgHAGlOdPcR9EYxXEGIh0LYaD4VIdmmVbebEzD5bmuY9NyZ1/HBSnv04T9n4yWBN
hmuBZvGZAApKnZ91tOdsmDkUjx1M63X6dScXLGIIxlQ0EHot2OIQmYd8fOlE0QWhV/j5JheU2OD2
rqINptUGXTTEhv6ULnl9sHNV+iFN2TreuF4S2xelbPpbmfTyFd9B7UswaE53rYSJ+oVhDZ0TZkGn
bqSm5BKJWs+8i3EYkWcpYz//Ac/dxZGoRYMsFCtfcpST+eqWEIXDDhmROFxiT8U7VU4FIKpphNGO
Vg+SfrUpoLkFSCzhwbgseRYZZd/8QK9Iw+K11qondxrVfAGM3ja2UxC7c+RpjZOz6eIi+ILSm0DY
vfQRcYtTWX5Bn045UdZN9T3P9uQuh0gwhEZfLy9BrOYb08+qOEqbPrkbCokGSzDjDhHqXbF89rKh
0DZJ0WiXw+TWaou8TH6X6IOKN2mAcynqD0imbIxiCDD6GowvmezLYpvJ2X8tk3q5q6BamjuEwLQ+
HOnTHERn6/fKkfMLNW6EE0bdIeIV8+j9sosBSh8BOP4sisofwQ/WRXAjyzrZ1z0SVGFuLmgbIS7C
O61IJ6RbrC4PXVt2j05dNUGk910N5rMcnB/FtLQxi187zRbarIb8UpblT23Z1vpdJVGG2OSBqfKL
JqiCZTO1+LBuyriatOdZA5q+SXUjaTd5K9V8V7YLLP4FNM9BNXUzf/p/7J1Jc9touqX/SsfdIxvz
sOgNAIIzJVKDLW0QkmVjnmf8+n7gzK4r0W4rcn+joqIiK9MJ8iO+6X3PeY5FvFN8xnbtx8966WsC
CsSqI6kPBoTQXBTRT01oDXFQxJtu7kkoJXRp0tPjEIooa1D3CvrGQGogOEUdFA8xdsbGLkkgIgQn
SMQG5QWVLbvI0m6N6AOKCHdKIpHxT5ffDb1tv5j9zB+RCDIZkBzJzb2vQHjSy6RWvNn3mwM5PqGI
8ziWuV7SiN9REJASuwk6H1Tm1HPCyCrZik+TP6oA+ctGGtZFm1SwuLq42wxKU7bOkNTEDvqCGWaO
2AlTss9MMf1OqUo/TGpMmnjoyxronkHSj1Ri62+q0qiVQ1NJ3wOOi/FPjj7Xu7GEpALuCHgYCqdo
BFkkkjzfTZ05rhflMP8PoqBwBTadgFQ6v7m469R4ElaU+uQDSeAkBGVCBQFY7dAQb+E9kaY39kK+
BSddJodeD63oph4UAwcJRbGt1DXFDk9uXkVOLMzpN6J2jJPpmzqDrQxCiYVKCWpbKjPjyPdUZk+Y
ctYrv9erE9RV4UfXluj6p4hoVFseMx+iRBr7x0EFsLIbCykgQXaOrY0UckZyeOnTxhFbpZDdhBwP
2RuHMcpPaqmnkdNIfpN5UtHDe6CTDT8hLszM2FZh2CkbpI1A1nwxwFI8D8whXCINMImCD24X5lh+
M2BToG+V6R57Mj/0V7K/cgJtg7QHaCdHwaUX22yJCBGkJ6QJvkZe5JhMqyT0/W0LNsWwgeWk33qp
wuIhk/ItEoFRs2wNJCiuZIvP4ZYW0axaxOeD4yYlkR0aVfhNaSLyGJcaRIXqv9TPQQKpbQdhtdjT
kIKIUJsJjjbQI1ywhVQgqiRVZ2NZKOX0wfCp29gNEK77mW32R9UldWtTLwgQ8EP7sSCzTdGz35iw
2/BGWyUu/nkk+bqTgi+kwCJNkXuz0VmfWkl2FD+lhpSnrXrsRAiodl3PkepWlLvKBXkWahR1FF30
9G6ij9oC0o1sOF7cHnz4YgHFDnm+RyRm4WTwq/ZxUovyh9nkyjNrOTSuQgnUL0k8Va8lGbYpMRlR
zMgSYlisp7o0Xvhx59IpW2Nk0yvC5F4oIylzOV90pNmbUf+mpokhuSFfklN8K0krJarB6apRSOSr
FkZGaFNsSnubrUWK3LwfKNNLACScOU4LcdUCr5xso7NS2LoZKgV3HkxlXQTcyZyqFv0HudCbnP6b
ED/ga9ceJr2tCupcTSSvWmBMT1RuA9OVRyu5Ic+XgdCsSjrUitAeYNLJd3Ge6y+GD8bdBp3SHUw9
bwNHKoTolYVDzZzGgqJgKwpVqLXhz+pJyAbYDv40gbHiJEmBrjVLYI3o5C2qYPCSKI75hbEhelye
XNUXY/Y8RQwFOGF6a9pkQapekpbc0vOCRdaeykx8UqPUekRWkIX4BKtO4wAWG5tWCTV2h1KSf4Rx
o6dOLSbRtyIa2wyCQpzu1TadOwhQhQjTZSwG2QXNNT7VTR8OnKOLKvaKnDQD8BeQtUB3dFDL8iRS
zhztQKWVlh58nYUo7XYJigqYGkUVyPZUW6lql7PQlytWGqpFHHGYWE0+w1oTlbB7rnIh+1ZFwhxs
gJ6JayIJgVViw592Sp9Fug1JERuynKXto6YG7XMJl+XWGqSw2nRqpwZsP4Z8r+ZmeUFeV97mWYhY
m9eXE2HKtdvLfbkQbYAFyY1uCt/0SmlzOlkZK+owCh1hfmnU82vHoymtRskiezIoJGvc0s2YgVUA
bN5zMiHdRSfe9Q0QYQZbjNJ7sPY7OSc2MS5V5YHVW43hkhF44nA207l8tkp+a9D3UMAoTLO6bqaE
ptmQdgPLhR4p3/OkTeWbNFD8Y9SKA80ldQT/R0qZ/sCqzi4zNrEKLrFNpMtkEt6FBjbWHqh8iMY+
Ms2c/EGILGS8y6zGdzlL7eAAXRmmp4Fzf2cr42R0666BguTREGg6enb0ldfjrLLlDxP8kAEoZ7vm
wMFsKmC1TDuyQkX/WaWKOW+TUCqL11wkYNYRifPqvM4M9JfaFOLJ1sc5vChqJcNlGhot3XTcAL/Q
vQdaPeKSEHbEloaPYWoZVGwtw7LFcOp1VzXH4tmKpBR4GyC2YQW6Q8aFVZj8iZCLkEPPMc7OozSF
wyn161L7we/XiU+JjxIOeGgkiruKZSZYtVYtp4eQRQPwdysrl6yqh2wjaHFW75R0DANvKJNWfyTf
vDsAwNfvI0ntFA8BifQD1MVUu3oWtInb8io2bjbgUfOaTukSd0wLtaQR2VUzLkel2yN0Iyk1bjlq
9KzKzyBmys4VqUhFLi7QtsAwUagU1SyheuqlWR5RzIr9eJSldDZuJ7VPxnUxy/XoGpE5BI7JBBZd
Op5jzMIlT52jtMnwvYsnQ3DQHxbPmeQL5XbKag4RtY7816ZfqGBzUbPsm9LqE3vFVCWJp05pEhxg
jUTHOKci7ko+Nzm4B3CmPKOnNu/4XYH3jIK4eIvYe+CkbhrNY9+GQ7XlGgOkiG+cvZWlaJzKqRcE
TwA6MNlN3RqD0+dSJDsaC9GtppEFtwbQ1xurJmh1xZ6SuvnOTVm8h0nUvrBEC4VXiJhyLHXIAvRp
urxNJIFs6T7tlS+CL8wNQ85lwqujTjwQ19eyYkxh4pNFXBuNzb+xOY9iXHHnyCqhXIPwIXCvrsTR
GyVubK5CGEtjj34i+vsykcpDhsYH/sIQpC3kglmWV1KcZkdi7yhyipUuv45hxe7dG6CXHL+vpFXQ
CDghCjDvnhrMomq3XR/lT5zA4pU5NoWDFRFwdalhAoIDBc7MsYKKPU2eJvbcuJ4Dp+lRf9qhnDRu
UGVFjdrGUiqnhxfHtUJPgoR44ozkL1Okdr/GJDnUa2IBxbWRQjE6lAWLThLVknhIZkm+zayu0hyV
SLbM7pYuObcdUdDdtOni51ETx6+iRAoNtNoRDXhRN1btFo1gjODmBMrwWm+IBrSsuTt0On9hFxFd
SSaVOnxLGln9YZmzdZm0QYq3qaCD/RPCOOY2l/lfxaqbb7JYUCN7aEXtpQe3qS4xrGbhsdwSC17H
mdSeCGLW6pNcjvM3za+KeldPA7x4EmOhfIMC5j7OhvNjUGq9X/XEL4pOmy2sQtmc1Ls0H2OFb4UN
YDU00wQuX5sIvZWhHFsHE3bY7PZdNQzuMAzZKe1wWANeHtj4JCRsoxPlcRFtdCMPvwoc2F8NP5hb
B4CpCAUBZBezXhFoNMdyFn6H+5sp9+1ICwqvWjMcUV5P/ca36IytKYWOPyoodhxM81F7hfNmlW4B
ulxzSz2wQOkv9LDYTpFL36fg3UKnKGlwsmqRk8HYcuPky0b1C3nmpOYJsRzltLCS8c2CYg+ZLCYI
YtUJnXrDhZG8bFpfmsq+oxr3UBRM/DCyHABPojraOjSvARsVeHWAAQt+fIJ1aghbGNsZPEmwm9Ku
lghcc1Olp+CuCGH3EA0LjVLVMwMru59knhKjW1j6enTq8JDi3Qu0qHY0FRTQRpD6XFnJA+1+3O8Z
OEpYgdFtU9bLGNSa9DiOEf03NsTuZQyH6YQGYbiJ4mzytyow7IoDVymcYLkEk6MqRf+Ee6ynYTeS
fikmUwZYDk0/4qZRUb71YdT4O2ueUe9ORqNvqsyovpNUBpBRxvor2N2shplrDVlxD1Sy3ocKhSm7
0OGf2WmV1negiDtc1W07Ucokc63ZpFrcaDdgTAwopkORcRdHk7Lp5ZGDL4oAdY95EcKrrxDX4GT1
BJ9S7cT4OM2S+jLWhkFGUyKxdYLcClVHDrlF2saoNYRY6n37NM8FLIvCMDKukmFk7kdwKP5eVlTq
Hh0nKrKyQ725X+JGHmYo/wdLKYdw1RREU7habBg3fqjqpzgq57esEVrV4d9V/QjTRH8bKo7NtsV4
PQNpbCD7Rob8ghU5kXlkOMa2X6TKV8p4wV3SQ7Tidh7Jvd1z8G+A6lnlbQUzF0dgIbC4lLgaDJYe
sPCrVlRH8T5jOqkQm2FrUtDofNaRkg2Z80CTH3Rk8QAaiZVo1opet1/rMY5+/Lku/kvt60OTkhb1
x9rXIHSDL/d9/jYK/Q3lX3pZiqObhEgXkJ5aT7bu//zA64LsdfPsqthW5uDIG9Jr3sqEHjj9ujy6
/fMTrrsY10+4KjlreRkIQDjzN2oi9uJfE74N4yfP+KX2tgwbahyksghXUAdeDVtUajRopPwt3zZr
1TXWwvbfJWz80z5+94irgRrnRmvNUc7f0JGv6uwtlD4TqP0svn+oIF59i6uRwkIoQffhW3BnYYUk
Na2x08fKrVfzzjoHt7MTrv/821y3A37+Nu++1PJ2vGtBaLhlG8jz+Vtodms1Wlcd9aK1WuTrNNjk
whdcW5/0XH77vr174lXTQ66npjYSnqhjI/JrL2g+a9Zdt7Kuv9Py9999J+p+rOVUnd5EQfRUQd3q
sIl9f5c0n+hPfulhXT/pquJLrHsfGd2Uv+Gm2KIIdSajZjdK3a4+gpF2RKnx4vx7LX2GMbqKc/3n
ZUShBdlmURBrV+87Rda5pJGXvxl3CDl22WO0K8gasJO1esdlOnHjI0j2u+kw2Z/FJv32lXn36Kt5
QEF90iPZzN9666UbHzi7B0PtmsqbGJyENFyryvOf39Hfrh/vHng1KxA2EzhdG/lbxoyz2kdM/Y4I
9PrPT/n9j/nuMVdTgWRBGJNAtVhCJO9yewsM2gVp9Mljfvv6v3vK1euPRyNUOsocb5lBrgGnkSj6
pH3y2x3k3ROuXn95UgUk9AxXCcm1XXGplxY+hTOSpvWZv+q3y+67Z11NAEFNiFWSeFZhOoanPRvP
gHyzT4ZM+uUpZF/SyOM9lyzCxfSrX6aai0CV51F6k/VxuEX0BT611wMM7fHsTuGira3a4EgjSSFm
KU8dzlTJawyv3u1GFc163GSjnVm66taF0DsS+jiUoaX5yQe9cukyKy1gU5q6dJNpbWKj/rjyKHJX
Lgw7/xXFKB1rrgVj4hiEW4UOpcgocttKMX9ky3XPLrsY5AUeBNI7eqUxztJoKaBVtTnfW5M/vyY4
A+iJDwpx3Shq2nJHh94gNMS0KHl2QhjY2dI+tnt5NvH+KrBqfRmb2yfzYplev2xKiypggVktFo2P
X8qo6ERmy/ZtxhsY41ph6y/NU/BgnSnqbcPiREbKZzvhL7/4h1PQL7CyLM7aSFI4BWVmzBHzefZv
JgaupEcafJaT9qky62p9QYcOLClDPpS9RKdol5zNrX6Lds/gRnwg+CyA5fw9+2Tv+O2i9k6MdvVO
+1LfaLT3OedNd7P1pSwdgGp//uV+u1C/e8TV2zgVTZzRA2SnRVlnC9JZ4D0U2tuk7p9Uqrx592KF
334+839iLv8L/fW74f8lxveWhMvuQ8Dl8s//E6aqqH8hh8VzgNJEQvLBFPo7xldSpL/YwMmGAfUA
MkOX/5Nvaf7FJYysJog/JkqGRYvdFF0b/p//kv9CObygDeABLMAybHb/Itzy43aB6erngdlY+DUY
g5FufZzevVz5EHEMgiyirEVfTgEpBCRgjxIQ6L6cwBkr00qNlGz1bnxu/15B/v8hlsuD0WWAzNQw
DPI1rx8sEm5jAbYgfyEkb5tcYN1RBDnfSGQOOn9+1MdN959HcaUFp/G35PrqO6ZVOEF4rA8FwHAn
aXvdGzX9M8fgT4TAf6+UPx8jU6RfHIMLlO8aKRYF9DbF9Gcbg36zWJuh14gazadJ73dtJA6elqQS
rZF6NFetHFfUqXUu8mxa1vCCloOOutroujvLVb0mg9YnWUMqyiVsxpBvStI2F2i7Hr2VVnLifes6
ojCm6UHqp+ZL0lfDWx+FwhN0biDYM06uJYGwP/XUFANqCuF0iTNZflC7oXpqA8nYo+Z91ZpYPKMB
IeyjJ+6HQBaxIi4Dg9qzNUtIY/71b8FeAh6BYoIOhfPqyCBLTSZLg9geksFAFEkJwvW7MfvkF182
paufQmH28HrxXxUA58dfXI9FNWgGszloc0jIjat0p7AaSq7t/me6YuM3b5dCPiz7I7AysL3M+/f3
DUAMwJNLOt50EL1qEsnOzNzKV7x4ctLuWxB7payRPdA4ZRI5k1Z7Xd/S1CDooMXHUd/K3Usixlu6
YN8DQV2Fg7nOrBuF8sYgn8j3cBKA8eGguFr2aGqZ21UZQSW9MygHqb7to53YOmVzodVlh4tn7Evc
76gcpLlDe8gJDXEVgPaMldqhJO8JlOTieS2FJW/fl8a/iYvpnKAvsHykWFSv4vOkf/dpSc4x2bIX
FiUvlXY+IpxSOhGn4Qy6p5jBSu6hP9O+U9Ibs5Q3eXep49r989vyk2f0yw+JHQO5DU44nN4fB5eM
h7wvGqk5FGFE5EmUezp+ci9O8u9Rgs5zgmF9IPw5Jc0pKNZh24f3UpKcInTungZI38VVqe+LOhvs
zBcp7XVfEUF6vfq9l5aEmlid3azP63NM++jWj4uSkI15T7+WhMlQURypGSlAD9JbWmrtNjG0fm8V
vXHUF+lcLgB7qgn0uFMSvdySLDPwK+XTmrDUcPvnsbjCCP5cXxCug5DBCSMzHmwJ7180lBRiGXd6
e9AaU3Fpm0Yea9G0g4xHEZN4tx/WwCk/NKgdxJDYvwZNLhP7NooYai3d6X29siMpllyN4jSQMVWx
JbFHka+RBQK/oNiMfsO/uUuylaomn/2YV1esv78AzDzk2LCm2cGujpJCF2pha0jtIZsG1aEdVDlN
QHZFW1J0awDFr1MThcdggjoqpe6LEcvTJ8fZZTJev0+8Tkh4ASot3q2PYzjkai8mctIdBJOMC/pN
8V4gDGFN/p7+yRr020exrSJ1pIclXm8HuRpWVTN33QEADMJBdZJWBKmJT2HXh59Mkyte4t8jy+Hc
wMSJ6tH4uUa9q3mIUms2uOGbA7aN9pSZmYkhJVPOA8qvPYNBgzycuaMNdXIIJZFQG7luPE0opo2B
ZuFm6grdk9u4OdUAQj+Rxkm/rsYwkBcfPZpZDY/3legzMIp5aEypOgS1L6+aUB9sTRcJ9Iib0nSg
cHauEQC7t1rlq19FiqsMsb/R8mHw6Mjpaz0d5o0gpIOdzr14CrTpM4Lfr6cgxM9s2tw7FlPftV5U
9YNQxwlbHkhHxISe18UqJPcPzVKdrw2aa9u4mfWDtPTA/zyrf9k9cEkSCYKylyMDSANOgO8ndRWI
UmeEeb6nyW2u0IuWbkB24r/ddVUOeBwo+Q9dTsSJH59S9lbZV2Os7jORLq1IUJONQ/qz0tAvvzPY
I9hvC4xYXZbrq8mlByIar6mf99kkrZWyrikmorDgIFu5AqkLP0fuf+4a3DX4ff73/zvU/3LXOL7U
TfiSpv8LFdpL/tZ8vHbwR/+5dhjSXxZIEQ5AoAb+vlz8c+3Qxb8sQMTLC0FHE9n/f64dkvoXIlrg
B6zPJBRilvrPvUP9S4M9Bi2XQgfqVgox/+be8fFdYYphr8Sju9BClqLOdRTtIGVpNohRdqlHkcZv
JdmzaN71Az3xcESr8G6AfnPZ+Di//34axCOAXIB1dBwFH99/PQ6GMRVgxxoRkvbsLM/BzUBsZ6G0
x0IJyTlUjWjzr5/Jyq9DthBxeEI8+vjMLPZDyjFjciFv5maMLHbXdlyXTbQS+8JYR3Kyjyzpk+Xk
N8OK/HipPuH04WJ1NQV7vbeQsabpRZ61edO35rYdQTsJ5j6N9M/MPmwtfIf/3k4ZV9mE063zwGVc
2eY+fkfO+TlmblG/WDda75mkmkaumbyJoy2Re9PEbxEN/jz/2gV3UnwTdyezvVHyjZbYte+IsEyQ
tUov1mzHvtuFb2bwZhYPY/Ul7G7Fftv2PxR1a8arrnXb0Evje7W50cN9imhOW0W9Y4ToNNZm8zQT
O08GO7Y2R77v6m0TuuoBhWy4IqB3Ku7V/i7MT2l4MxtPurCeycQ11752UQy3lM+iejFRki7S+UqW
7aEkX0tYJ6FLtly0HuWNEISuQEKFcjH9rbI2dkpJzH1mF8aN9Ti/6KGbaa3DfhE9oXB4Jcg0EW5x
25EtcIx0ZHqI/4pbHF+Omn03xafJvNNMGHE+kZnc4cqzXL0iBnRpgtql/L0HoglZP7fsoPMaZdtT
YKOcaSvVV38++7nbhISMwZci93asNUeYvhqUOSXkIdG+Hnc66u8lSRKArFjuCLVvbvPIQTqmo/cN
iIuzPN6FoHTrZE+kjDE8dYKjq2sC9qJia3y2xV2d+/5+S34CwBeEIafrq/2/ioMatZKlX4Yow8Sg
4wBUybVyJ1HFPOX7pH43kXLIhwpGllDdF63a/9t5wWTgCAYSAGoUdtqryTgZbZskk65eWvOlndrQ
aYdmdvRyQCMHF/6T89gvs3CZeiyQTHtcY4CHP04LjeRgJEOwzNPOevDDMrQNHSNJ3seHsQ4/M3b/
sriZLMv4uXki8/4XVJE/GL3QKWN6P3LupVVduWprPBglmtsh2+tW9DDV6O3+vLpdVeX5UXkqKBSI
X7jkofdcXXsniKiimhjJfT1pT62xCTPS64hQw0BkJhUCooZub6iPqyYZNmTA8C6X4X2U9Wd9yE27
6Uxlizm4WGGpcTG2XP78+YxljD8sTZTPsI9AM4KSuBjtP/4GkazRgpMD6y4vj2j5+LUNxWnNjSa7
Fre6yFbFzZRsJG/cisOKSDL0PmG5Er4jOZ5Q3CF2R49512IjdWIvO9Z7aVdtoR6uiSrtapeWinVE
KliHDv8g1g7+nESKbW9LDrGSlGAQ5Xm4BlRc4LbwJhyaXQGO3NZPRI3dhTt5Xz+nu8AL1/6qWsmG
kws25iEpdv2L9vTn0fi5EP86GpAdOJppSNivNkCgPaaG3A2HxgMcKeUbVy/UvmgKyEBDxoFTaV88
oP6Sb9M9AzHSMRXdsoa+DwvNrh8xMwiVU92Vx2Effy9e+R5GaVNK+PPn/EkJ/tPnvCoPAT8cKG2E
1h0WuIM62YPphNvaK/bFRtjkLKM/JMb2a3KaPf/cf5Vu8sO061YExvmnRF77oeMfw621CXxHvijA
7hyKMlGxsTrCoVyhcolcpjE2JwdyO03al6ELC3XAa4W5qXHYwXrTTqjB2MbG2Pvb4VY6j5dJQNVs
l5RdKnekqoaRt1unuq3MN9ATZ81r/KNV3E7+i1g8te0lrxyS6dSv6cm3C0/dlOv4XB6LGzlxijvg
YevPTt4/j9bX40aRGMEINU5AzFf7fkJvKsOjat5Fj+JOupG28018aE7ZibTpjfBFfWzs7EwqXY3o
O7ERTWkt2QNOb3kEksX4LJ6zcUXFyCycZtzWw21dr1PBySWnbhz+XFpDTlwZkcddOaxW4AnMAc86
AeZcnR2EXB1CcHUlhU5ziPda4uagxQl/WwnhriqZdF76XN0Ju25rfsGz8kU69qfME27ZeBTwDOcY
sRHibBaPu060NfVu8XVpLvOhKjaKCpbWE+L1MLtWv8LiI6JTDO34+Oe37yet99dR5NQC/wub9DXD
eoo542Scee78I9Lix26nbMMH7PlueqhCMC8rAXhC4YWNoxOeQwbrUd92XrrP90gnXOtcbMeV7AFp
IOnyC6Xz9Fhs/vwRsTdfrWtULygpcGGkZ0CL8brJWKrFWM24yM6puY6yNbI2AnnM2tOZj5BJWf/3
SenbjbXKgm0Q7MpomxpnnXS3fCtaO33YN+WTaj2Y7a5pVkZw1CZHVNzJ3+D2qr6Vphf0dlvs2h/T
Tei7sAKUc97atUgGuq2+LUmbL8Ft+UPWV13xEExfzfpGGlf8fQqM6WTHoTMNjtmtUJQuajSJWCc3
ku/mwm0qdxp2RXyimVCnaOXXaehFwaY1cs42oSMx7SzlJi12vfhgIBef4tOcHMtqHcbLIsvpL4oN
e85Pi0K3MyxXzh905WRZLhOz777z4at2TcGTuM/G7l6xfir6XdLtY9krIB8Ja316nTgr6vkmR0fb
6fiyDGWVkDFbaxbCd74iH0YtsO9TtBli6DbgOxgDzeEVzcPEFuN505qBrbk6/fQhlMhtP2TjxQhv
++7YmBHspccIhWJOzxnPhjX8y6MMpvqlvcxUV8CfgDn6uLH5mdzo8xyKlxznGVr8eIsLT1lVgH+d
uTI+2TmujzL0MkBlmLTE4VsvSJePTxOzWNWLKKkvFGjempqjmwL6HFEw9pGw/LRU9LEcYtI+56qq
gSFcrofw9Ze//66QRZdEb3ANB3exjuGhk0hqogT8jVbCcs7fhbEqOpGxzfteOSDccwm2dNU5qDdW
aezqQvmX3I7lAwHZp5fChyLHQLoG7gt4YCMxHMWLZPpfyE7UPA6O1Fj1QwDqxA4Df90qbKpCdsZ2
eYoq46zphN7ngXg2JjX9lxdZPg7HGg3QOGhXLuNXJ0vWpjHIRHm++PWwVjGfhCr6AL2qvKVZ484Z
QcwM8WdO+Y+1zGUU6DMaHB+AqkMqvXbKj5HSGmbRiZcuQgOAyEF0eonG+Fjy5v15hbs+zVIg5JDC
KQVtEwN/XaEVglTF8Zx1l7ZqBVA1OInoSdLHCblZPpPlp7uJpHp/fihH5etlFV0JOUm85IzqghP6
+OKNtVwq5JjKlyTZoWbJ4m2ovlmp4iTFaU4d8p8762QEL3nW2wrOmhiPiyKeTPGoIXUuiyetulfb
i18+5uLtOO7z8W4qH6fmlXhrKhp3YXoY2tdIxzN04LSc5Ptk3pjTJq+Q1m4QWEvoThV8zUqDnSVz
vmbQYLLeibdGtUmwDakghCTzZq5X0bzBhDKWGGSZ9bd5d9T0DSYmEZthpQqnat6o0zERfhTcOWZZ
cxqZiFvBM9h6yXELLp11MYrHyuAmtDH4IOaNEHiy8o3AYW1aFeOpCdxB37DH9cY5FbeWtq8zV8p/
WKiG6wZm9I1p8KWxm6Vr8vvsPt2x8s/CyhK+mPGDPJ/k8MIN21iExGTWMIrCTla/+90aD6tUnHLl
HFX3Kddbvd3F0jocMGdO25ixEthoa9cQDhHdsTIzV+QLuYp2nNDRfwsLwTHzF0liTLXnhlg3XF8l
GXaSEza43M/5xGVnU0dOoW1LE530lvuzbtz33X24GMSg8dXKHZrD0XzsLE9Cz61sqFFEPhfnZa1u
yhXZu4P2CX3ll12bYxn1eRVlENVX5tPH16uK8iEwiLi9hFGQcmHX6aaVZmvnBcbOCXc11t3S+Len
aQ1mHHNWJdBB5bHXZ4VwDkj7yEXlMutveW9n9RL9tVp4UWaxT6ofjXASE9jGbKbBWSEKV9n5+Vry
j2r12GIVFdxmfBJMLzWwUh/l7BTJ+OG0s8lVQDtP5N0EjopTjXoCh8Z6Bw0XWXWt76b4tlEXKBYj
O+2qwustt9/JxiG3M+WBU9186/tYqc9W361In1+am4HX4y7ywYU5jbmblzBvcYcJd2y+B5hM8OTB
2n3z9TVWBf6Ode6T42nGDTHchPHXYoJ1kBKmG2W21B3IFSyNwjbqRwOiAfTn+iZVPHDUefSJkufv
qNL3p8ZllCFpoECmk0LF7+rOYjYVWoZckS+RsqPDy2mhP6Rb7dZfpc7wo8fqcJxhRnxVDVeizzYh
YrLjSbd7/yzOmHgrm+alAiPrWIaHVH1d/iJAAhxljzSlst4lmnsuMUrZxehYnNjvplMx72LjGObH
G8yiElJTUupRpm1V9mZ4RGPfrhLla2cyBAX/Q19jm0mlhzfCSrGQvUzx0aLmQ1g0ftLoLoxW8rgR
XstbqTkagisFe1Cjuf7oTw991+PxrWx5egnUs1L2XJSO6rwW9JtSsXGk2qKUYSZgQahvpunFpOOF
c7A1LkLUcY8+9PBjMWRfRIGaXeEI8BdM2a7wC2p2P7u1vg4VOwvuG61Y+d2rRA81FhJbqzEJTMuQ
TdwHu2SDLV2rjzKX65g7fGQjAayS0dYNd3qUDp18rJS1PNi6eFKjS/0yuIF0O6ROOcP7EI6pjg2z
utH8kx8PbtSvtfpNYW0Lj3IHsantyWTXDnl922iPUuBvkoDreHlTtasXLQkdrXstRu3QtdEWBadt
jnBTxld6qZnxXYRHUWXE3c8h9up1Xjf2XHlG+00iWT7zWdc9xYDdE+78ej3N8kqvWTMTtLnqfVbu
/Gk7Jm7ZUdfrutsA41imv5bpm6bcy3bdu8K41hJ635yZN/EEN4S9gGO+R4zmAz/mOn9+lF+F0iNH
N/MBxLnxRXjoRFd6Q3tgcnmpPGVYWZjgk1U9HpMQcKLdn9vTOHMF9npmuctGk67D7RR7vrGGJ4H1
f1Uluyl1y4c22VNW9fB8zCvYDPgdlWAruoSurwdHC7BB4wY7Rt0qNDx9Y7mAYyonfEoCu3gO9pZX
nJIX4RZOUibZ/WVcddthg9CkuemopepbWCnhJXwGTzoS7rCp7qKYTweYrMJ6tS338Rd4EL4znfGH
qF/yT+58V83J5Whj/OxOKiBHYBEtDY/3J86Cs3yWWLl8ievYXPURoIex6rH8sHHRLYzcTrJW/5e9
81huHNvW9KucuHNkwJuI7h4ABOgkiiJlc4JIo4T3Hk/fH1R57klR1VLX/FapVJkyBAhgr73Mb2IR
gbsRkQUX9ZgVRkf7VKexE1X6AXXIezhkV42YfLJnvMuF6R8CuWTmD0iK2S6TnT/PjLFxFgmAY05x
mHZOoMnFChv16J9mlDoZLlWEsciaoZh6sTMpbeRXZjyJJ2z06D5r3YMYikdV7Cny52+tOB+H2Pok
ZiIIxrm/iZn0Kmlagsfi8MTO5ft/5PkghARkjibplOENPjuiscrEDY2oaCYSeFW+ov89Kq4ubXL5
EAvrkOd0fkiJsXThy635AmP9O+EHdictiy7dG9IpiAtnBP4EBXzsD5FGzNhP4UunH+fhRcqejGYv
pt/77ljF6F8/4Eg/mx6j8T52QIIYMxIyMJRWSbzqNIecU6ILbxuVxzMQh14+OfWEjoRbkEnFu6je
5sZqBDXVOWgrsGKGiMhrM3kI051JW9kDlLGR9zQ0NiQit41LMenQL1zRulpL3uRUbu81bnAwb/GD
++XfJ7/Kp8LFl2bPHIWfY2rkVa7u9s/JY/Zdeq720lb+Ot0K/F87DqhrAiESGaPYQ7HiIw82s+Ql
86kXNlO+VYyrcbjN16ayKbPvffJjyq7xbxF7IEDXYnzTDluhyeEFstOUm147x8h9F0/ZKq+uWOCz
7EXVTkr2Fk2cYJtGm1zxrGQNNoMNO0fwBbmhgAUt3lXPSWlnzxNt7sIx6HdKRDZCoJ1ilP4cff84
V6fQff/wgH5hYL90QN5XI1MLkNFMu/kUSiul2oz6Jo6vkI6WRs+3XJJKvq7qKznaMoKzkZfgwVa/
WhBpVLcv73Lje1cc6MWb88KSoMuoSus+QvHBDWcPMZGA8i22g9JpTumz8LTo4hwah+SaDkFq6+fW
dwcokpkr3/jn6QlhgGTyQHNrt+pT/yD9Ck/5A1I7ym1wVW44oV11HXoJL2Dhc73C6rO48m86z3A5
x23+UH7THtCA95IcKQYnORPuf2m1DdKKrrKkryJp1ZV2xAluwhtjk5a2iDztCo2DbVlDBr3Tb3Sv
3IVfc0BfsPfdZtv+ohPIxinZzbN2jT6Fdq1ca67lCG62Ttb6qvGCK6yaV1ApvNqlghG+xTRoWFCx
o3yl1yKe/Sv/Thzod9D1EX/K2wDTMRvtUzO2q+tiNxyUTb/RfzZEa7fw5O/yY7yfIi5CTuvzrgJv
9cSayksXlD4yQ8O00+ihSu6cb0RmVv3P0rid+u2knIGxr7Xxygq9GPUSWOwq4Gs7zG3jJD7nj8m1
/txBL+SWXGf3sCj5MEqXDwRLdGGjF/CaHam1G90JE6cqkBNxh2FjNejz7c3+uhhEunVPzbQb6GES
37/3G2ONxH8707V3h3AN5qS/BQMn3Q8/tZf+WsYOy7RrXslEwdSZE5cOktBvah2NFdgHXpmsG20t
t4ckvRZNz1ioBU6ROLlqhy+haueVrcfoaa3MaSV2nq/tfAsGMJI0niZ5voJ6jGcWu3C4TWixBhu9
+6VG5FNnhRFxjwX3ulHhKTtKczNQmsBPbFd8sTMQylkXxaodCHU2uK/Ed2hsM0QcmFowvmMS+UkV
cQGQZ4fUF88QmW4Tcnko4F/kt6pWZ6bhZ/Mp64zONgZWuB+NGPb0zDvCxNi1yUmqr3S5OyKXDEJR
Xgn842SiRotXST7Zsd91pDgdtg1FZ5LIfO1ylFcrNUobXSidpCcrtyZX1EDPlwVjjdH8ZJ9i1Pcu
1ACcITOwMBtBhPGyG4HIrdLDkJ9P4yrbVLvuMF4ND4ApPcsdjiyNqLJnJNLCXTfelYlTw5ynRXwv
H9W7CYmLI13yuD/GiYO5gilQj1AJe5GFlIcjw2hHl+nHfA8U1NG+ZZmjaDbCwzjUpAWq6V7Ds32U
DTdrb8DrD71rwEdtV13sjgV6Nx7zGvEY/1oW+s303PUbJb4L1MPUuwrh+Tgdy738XG+CbXbVQiEM
1tHaOiVrwW3301FdJWt6q4/83A3h/SH/NlyVB9kbiEvKAWhgFR8MHkl/1cSuhpBDvZsijEqv5/Y4
JtfQe7t4pR7H2KHjqyJVlbk+fjq9K8BlYctB7MPg3jjDUbhfYuO1eOT00dIiDb8Xj8zXxCfll0CM
TPf0iY3A9iEPr5jDUBARY/SjctJX+qpwJBsxsivyW0+FkyWv8LH7Vae2aNnCff7dip2ygU1tJ/cD
6860qxcu9BJqNvNOfwpP0OKiu+KOUkjYlbeLftBLny+7pvXTOg6CgwG3ALIMeZXvCONljJKgrst2
96tw8+vqJnqibbIzD93O2uin+CVgfx529VV6p/2YdvJ18t1SaBzbxpGmMP8Xxl18ryiMlSFOU0Lb
rbTXlGWpAiBL+9vG35vNAV1UwUuKXdpvpvFq7G+79ojiXqB6EfhgfSUghCR5kUnQITygnbu2mrWl
rIRuM0frKPQGw6GLoZaO/pWGtY6gVLzKGkeLeVrs5NHK7QVZAG/fndpj2V3L8mbqPHk6yep10jih
jhyUI+RXQnedtviD+06iXVvRQxns/MY2PoEA/s2aZVIBCElZbCYAgL5N98wO3yAfrboTNLvyBlMA
pFMzaUToalRdvOSmfxwjAGJLEOnpfYCquxxOx4U+xcMgJCefhrLTRiYRs652hZj8nEz8tz7OSF5d
Mt5mswvuGwChJUk4uJkXLXlUxpS+C83kFDd+uZqn7Lsm591RMZLamdofYOB8LM/cIGwLF3LXCqp6
Dj47Z0vV2a7aDPUxdisd8bt1C4bfQVi49ayg+fHxiV7eBq483aCluy7qmooj+dvbUI0w+ds4i07l
bBWMdjoeU11vVxQ7zoxD+fbjw13QVFHr53hI/jGTXGAQxmsV8EeWnyBuN5dNGp3MaB72aTVdjbFv
ekkTNhAf5x+VTkU1xXDlJnNm0BKahkdrOHcKNa33fU3NyPvBwTJW/Y2OGCdtvdK4KiE1fnymr9Dj
P+8gmDfwE6Ao2FW4NtrFlWkQdvOTWpnP8teO40kL/zq9E27UtXb21zBs3eKWeWl4DnbFi/JIqGco
Gn1NEwcfZ/KVGix2fES9NSMBy4kmrtQd8DVVIk+IPIywSEm0xRYusKWI/f/cqQe131inLN4H0j5H
fKTak+VVqRMjnjQxcPLQButnVzN7O0y3Uut1NUmEx+jTGsivV1V2ncs0b28F/zSQ7sduVLn0BEhE
pj1/xOkz+o6p5i10ATQlepAHiMOAVlBokTgR6RK5HPvRY0v0A2NlOEiuhfGqJgnUnHL45BK/gl4u
LzG8D8Y6/EO3/SIGQBVdDCNT8TyX9VXeZZiDoRvhpCEbJXJcMmp0+jfEcuBGJmRXmYi9j/8rtpJi
y1Dk+MkNv9jXkYVVNPZ1lIdxaflLzPOPJ5NSONRZsvlZliOJKU56o6pDv/ajHxI+q3Z+P/XFJh5Q
+vj4uJd94NfjQrRaXE8xe3wtbf44bo5/vaU3UX7uLcFDbx8djTGe7UhHWEKOZJpZevPJQOXdouet
gvolc6OTAIX2oo0gqNjLSUqVnXF46t3a2E+wYCjyyObj7DN937852LKQ0PECa4w910U3AW0NDS0G
jesaV0/43JBgK+ZLIXX3Uxp9lpleJme8PE0EoA2kg8u2ctG6USpFpLkdDGd/Tmi55Q25tszI5uNb
9rpZvH1wNZxssDTkOQEW+wpv++OexSrqHzi392fzmqYbrVd7vAtRAUNBf2b5k/Q5JkVvtDHTo4aU
kbiQZDUArfl9F22LfB+HJ8GCv7UvNTf2cfvSELHxUs2Vs1XZut24GpB7rO/KZpUGK6lBIWplqZsG
ba0IEgu+DK5BoWjtA9WFKVHPG8t3LY0R9Ur6RTnJ1HokVYItBp/8LruTHozREXUE/5zyQO7F99OH
BEVgLCdDV6qcgOyzd7rWKRgZpodCcdtoM2aH2PCG1yIe3pApOD3Qm8qrFDcw1vG+zTaiv06GdX+d
rz+zgbuc+nErF7wcLGPCg/mOLKGKAvpz+JGexWR2LL2/YcZnz5Y8On1bPyGYfxPSzv/4xr7DJaIW
jLE2o2buLw/ra/L/x43NjXDIU5gIZ2aSMWXguJoQpHEVTQPb1TfqCqFfWkI9UoFCG7hVUX42Xn7/
trFhxaQIDXILzPzrtvTHGYjBHISDNubnVFAf0ihDd0wNfSeu8sptY1lexcWvzsAc9eN3/n6VEoJl
A3IK6uP4Bytv84CmQ3Ys6sv6POl1s2vNtQAWD311J5MC4ZP+4t9cZZMcAD6AjmHSYg//9mBCK3b+
UBccbDDPlShtmjyNGQn8CodjIeQLNblLUbdlhJSWxSeJ4N8cHeQpHgGkH6Rm+Le/PTpiSHKYY3tw
FnLRYmaBPlYeXCudVq20KLqeroYqjhkCBg9M5p7+6WW2LLCHirxwXqhXL44tq1EZYGRYn5us2VeN
TF0jWsSLTrdHq/k0Tr3b0jgabTEkqBdU/2Uj2xrEGoif1pyBVrQbGllDu0VqLrA7WX9QUFt1IKUt
8tEI/Xz8Pt9hQYGA8y65xTRyQaUo8tuLHPJuUIFmApZlEyC3Gllr8NB5d+5aYZ/XCqtYZiQ9toYA
EVIxHRCiJqTirY574EYqU9FrZ9EzBlU/N8zZPzm95Tq/CeCQjyCzsdsz2FfeeYLFZSosCq7iaapa
0wnG6VfYV4gVF2WDmBXTfZIBA+g6o0wL1g91NUV0FT62EdpRqKGrXmt2hZvppHulcpK1tEMBCMRb
GX9yqu8WJnBVRCT0xTQNc9tX8Ncf8QDHyUEfc708WyX47blhYmKVleT4cvIjrECUfXxl3m2gxACE
NVgd4KJJzS7igNV0jZRDzzpPxqgAKQe3kvpd+ska1JbM7u31h/tOao0rHc4g3Iq3j8eg1UrRIFF3
rgCrRShxyM+KNJ6acN6GVVRc6SpotWCaGQKrVbnXUdO2LSFVrjF8vEGR2DpC3E48fwbeMxrarteT
4VBqkbJP0Gyx9flJNVH4yOtYv7FCdKu7uZO8Wf6BuS9Fhf/dQj92y2nQLaUpjA/Wwao0ut25pTpp
PYE2EElUWlXYCYlfnKwsX8VKyw2YkR8tDbG5Ra1j5bdmfzsbbor2/glYwaS1xdGo2unQRp+kp+8r
JxmfGfYFCDyUsah3vL1kTYTISNek8XlusxgJfEbCvVgVKyypCgRFaflFcevv8Is6EszvUBYY7Fa0
XsRWvE5k31VGtX/Ead2Za/oAtWzVHnxp9ZPUSL7sxEMsAoYkA6chDzMp7t+eZiXjMW2ZeXTW8KNd
K0Ov3EhtIbhB3yJK2fI4dX4BmqBEzQ/xTWjG3aapQh5otS2cmkbAMcixwkqz3WxFV5nRQ7FVu3WU
Ns2VKgT71pfkzccP/bs9l0cQJgCyCsAx8Pa9KNaVLq+FUBv6BdFlrRUeiitmazjwAF03IaTbqTl2
q39+TALkkm9g/EaQfHudBlkDoYs850mO2x+YW75kYfqY+sk2M302QeZeiHN4Hx9TuvCEpPwGuceu
yzeWRikR5e1RkRSuZR0BxFMeYcQMY/lsWAj+jQ85OotoBAbSk5Zdw0Nqq12mg9kBm4k/GhLpGIE5
Q1W5URSgXfxTnFBfh5MRmc1KoVJrEGVGjtkOZqAY8nejBf77XR8L+FT7moYf3B+5v+nlhIbYBiPP
KTvJ4wG5Zkq7jT8d23SFkk2eUGtSCD00KaKf5X0mfR8qt2F812lb1fKs8Bew3zSkM6ivfTrqmXqv
FxvzMddXQ/6kKPsBog0WY73THDXT7SYmYQB+GJPqrt45Ftqc3fhLKE8J3fGsWuUj/G1U4m+M+t6n
f6c/qqnqmslNwAnXp4meWeGhLlWPdGIPU7maTFt4Juoy8Iq0rW94EBlZTlmFcyXkCrZzgJBr1PE/
vnPvdwG0iFhWMrxQ0JeXIEjUT1EY1mUipIIcKvL4Cv2jQwCsthj65JNH8y+Jj7fhmcOxEix2A5RF
LsmvkZZl4qJxeupUb5BvC93255sGyWX8rR0NyZ+URoH2ZJjfrPLa5yYW/jlsn8Ju1yjPivoiqS/j
QIurPAblSypchz4S8K6aPM7dGsxbV+x9kRnMvWTeL9qvaoy7NAaEnWXjH4GJ7m0gxE6LtP0IqKIH
MzIkW787DeF1Ia8D86lDjX0qf8pN7cwK/QvuUNPhTIFpYlvhwjc+Wv5uCmtbg80z6Joz4eVm0kkZ
m3bbh4KrDLmDbAEAOnXoaJ0MNOVoLCcY0PTAI5ilWSh4GjFq1ohU+ojZ6sz/uiywBeVF0n5GQmnn
0tF6GimmMBixBYD8qEH7wVNVZOueU5/oZ9d8V4bCNPgi/dUHUDG2GKFa2rCbJAy4kfv8CnUAq7u5
tuOHHrDS4oh6W5enOPmpMjxOZIt+wNaEGm0Fd1ZwG9XPhX4SQcyETwXYHR0pZSpdCEUA3bL45HMy
qrW1inVXPgOfAsY8InAKeoIntlsL2soEl04nutqasj0/FOx5GHPYluXQZ2GO1t3Lv6TzGK6YgEsq
4K7kSoapsIhuopzgduWtcMtUsP+u7BHpoD8frYsciV0Xu086USowDvo1oNcQ4ATJxyYprhLz+yA/
CJZboHMv8zKrflh1iYundBWu9G5txJs0X1vUxv4uAsY4fLUaWpJbGS+CyYtrb1jYeBMudQKSFMuX
x+mmrQGhw49rxkfUsJnHPXfF88gcFxTuEK6Mh+HnbKAG7HbmGnIhA9pavrOSnY8dobwL2qfA3Kbz
V6P/NvNkmpBXTNKNZVbdhW5CHOM5YSpqrYvORfTUHPfg4QmFfOT9VS2cE5BRyZaabJR3SQpw4Crr
3Lg86ABF8uZ7ssyTRztptrl0q3LyQvmzl2779OyP55hhY6O5kEXMequzoxfJfR5e5/5BkdZysA6z
nYouenyVdLs43VXdUt4r8wZ0ZD7fSPkeSd5c9TINF5tHiHxKf98hebHtCoSx1qPqldFdnUANPEnd
sWPw7z/KLI953GqWa5lXANkzbYO6DjIQITConc5Asvik0aQuu/1FIIFAL1PjicgKQXx9u9/0edEW
GEf0p5kBYAS2NI1b20Cixpsk8RzH6bCdK324UdtKtZssuMpxpFv5lh+uQ5EuStXJ9IUTbCUTGcRc
lZD+Gr2Ctq+egWPAKAap487q78w4v2v9ZX4rF25qiKAfFiBYDlirzcJxXY0BHZgeCZC+YZtKLTFx
tPARfQHJLlGTBS3bwzsxXb1qnSjVwXvOxTrpgWZ9HMnfl5/kRDAOlzrQEkVIgW8vCdY4TSyFQnqW
fXE46mG/qpR8Jat+b2OLx2bcQ2Yxg+9j1yAZJAbdZ9X3u3vCCSz8wIX7uFTfF11XrZN6fB+19Ezx
pl4F5ZFuwOSVrfoLf4LRbltEhNKa5nA94V6YJ/NPSOPMnEoe9I+vxbvW53ImaOTIjH8sA9DP20sx
zGlopeiSnOdUfA40BMGTiYpr0dhe6wjdWMT1j4/4Pj1dDqkruAYDuaX8uyjA80xJm1lWaX02Q7sy
i3xw2sT4oeCudszUAOJEJ2/1GudUs2h811frm3qU7xQ2w11lTiD69Ow+kGt+zZxqUqC8d9o6sS35
xcD1woH9PH5ylV5RXW8WERq26AiBQKdWlcTLlDqa/SiZoioBBsfz0Ut5uO5HUXYGv+tXEsYsbpmi
GS0HlEs6aN3YyoIjst9JwLixy9MePXZLWk+i2K3lTrW1Ci2gpAskL/Ab3cM2yVqbxsKByWLAGE3b
rBup1DdTAeoqDKMfExZQV5OUrYdJFj95d+plhFgEemnVAoJWoXEYFxlpM5WY8ahzcpYhVdgINN1N
YvxJfi+/S/AvDnJx1/1AwxYh8QHSNCKDjtnIvEiqS3A0fFJNGH9GICOdk9KKTZEB0xvrqepu8jEt
vdgQay+l4pYG+WZEqNPG78pdpk6OCJRhNcfTohvNzjDCXcp0FXKfYG5KNYCWUAqGZ624u8pnqfz7
Vbw002W6WKayQBYvVnEZmTraObNw0luATUhdz26FZ4RtITC+DUuKFp28oAuutHFp7wYBli38DgCt
wfzkFl5ozVBVMEZAixOw5DLCoEp9u45bS/Xx9SyEU1ela61V+nXVchWFWd0WmgxJQS4nbwaVh0eR
I0uTcmNFLUkCPAk30EjCtIxJS2x8BmT82xOTFokHhB5EBZGKtyeWl0OOrWktnCoLJfg2GE7KXG3J
D9IVsQ3yb94+952/Gn3uYRYKe5E+gmNMoKR6YWyQnwvPRTY+/eMgRBVP1OPuaRBbLlVRanwR4iko
gzPebPkBn4KNrnRrHLqG/Zz7W0wv6hXi24EzqqPoqPyUozelvsfX0I0F9NOvFKakqpgLm6BpM3IF
/VduhZNXTbnojPAiXk/4f3RV/osR2B/37p2uyl2RvFyoOL7+xl9yKgIN5C8ShLslOEOloNv5bxlH
viV/QV9HY5IIhpZuL49eXtSLWqNgfqEfqlD00xyFAILoyn8rqgjWF7r/NATYm+n84oX6TxRVLuzQ
gTHThWVvpd0tWszfLilMMghivCBK8SxLt0p1kwcrH/np20neF/J+CLaKeCpxOoHv7MO21Q9l5jax
N+9Uy64fLXzQYR9Yuy5fF+UuYAzpj3bwC0AZqJI7cvJiRVjsY6x5DjC/OixD1Rs8HUZp3+oL9dEa
1sHkjsoVrqI2xBt9RvonZpO3hQ59j/uwfhbxfMNuZg2Poe3NO0EvVy2kJSneafkxir7iG6bnN6N4
bc20iW4w+cmh9YigS039WkoeApXiE7WQSd1M4IaCcz/a0BDt6qapdpr02XxReht2f19R+ifccrqj
+uXodBCxpsF5TjzjPvak9UG0GgPV2Cuz8dUYOzqGFnMMwRse8WHUrg1l6lfxwBT/j6fw+Nfe/6dS
5gUAbzmNZUDE/ACQAk0d4zKw5Q3W6I06n5NQfpA6yTxpgRjtabZoUfw0mMU3vVTvM3HEqt2s17JY
4jejpNO5iJnv9dL9x+fzdn/ldMjdeLxo5SI6IerqRU5bFKYcTIo5nGu5Fr2ujCyvmdWnVpnWWazv
ZAW9czAyv9Vm/icuEZe4hP9vvae7rv+Wdn+qPL3+wn+HJevLEo7IbxXwmZLJ7fot82ToX4Dg0Nyn
54722hKw/h2VtC9IYzA4f5UFw5N3mX3+1pcVJPELGk/kzIrMr2Hl/U+i0uuu+598lqeFISlp/2L0
LIPTUC9an42hlq1Wai0FK6V4RmNrPyqUxFrWqZuoa8xt3ozZWg/q4ij3SrnDV7b00kmfj40y9vsu
SVJAIvk6CBhhmUWVXFlWW91J0phfYdIIQh6toQ0+v/M+kmYRxorW+PD1YU2iolN/UlMsa+0/b4f4
vvRUIacS6gEc4DjxNskQ1VpDv0ZRzxo59SrIctONTfMHcjyfify/XWa/j4RIIcgyy4Lzf3GkLmus
GJss7YyJm+aG4Whu5xH6R66VGW2gUL8uu0Wf10ql+ZOI8zdvkiMCg9KZihP3llP7YwwVmmUxmpno
n7UIvQWY8sE+9VXKR02f3D8e5b8Jbu8OxUNmLuWZZaHISJP67aFinpve6rPqThj01gsn/Vumh6Ij
jJL2yZ17nUK+uXUoJyBtxmMI2oBS+CJuGYWoB5k+VXeJIXpZ0GwxXffMub3KK9GtxsxD9czWlG0e
JHhQPVaicCsVshOD0PK/QfNSVZORRbMJh3Y3ZUexprHVq9tMzbwsPWtdeD9qYHizBaLf7IHZ7eue
0iyEbYUP0ycTouVk374Z9nqF5UlRz4Ev63pznGI9lNMEtdMBQopIkTf6OIZkE4OVSBVy7+P79O5p
ZIK/UPPhwbMf8WS8vU/lAPspnmr1jhaDvp79ERCKMALdzfx8W44DcvCCQb5ff/qEXNSMDG6ZaqMV
zcqj9iD/entkI45HxsSRetcZ+oBqVQ4iWfaz7cfv77J64DA03CHXW6jj0Ku5lNCUSondEhjaHbbM
QL+EMNmoiTCvk8yAR2GmK2Y4uHcGNOaCmnqn8UP8xdQGIZ2sjg7Q9xRXQPi1q759fGbvrjwUKbwY
SUMYscH4vwig+EalXRH7wX3kBwX2r213Y2AIh+gKHWSJcYzbSwCMDHDXHx/4FQ765hkjmWVvIPVA
7YkJ/0XVKbUzKp26Vt+3Ki1r2uRaGAIPGvLbqpkea6W/i9MJp7bAEu0pVb63KLoNCsSlTPWhz3RH
RIsbvOmkb0VbrpNOfgkkpbVB938vAGKo5rzGltcdoSR9fOaXbTcTDATEAJ5YMCegji/1CgQaPLjS
9dN9pcnXPhKiQ4o3mWkdGgv9ohwTsTa3I0F9lH5jXv8nS/kvEDQoy1LKLqGatI+t/Y+78q6agvVW
li91W+S/dSr/TGD+9rX+ndCI1hdQisRoZmAk7Qs38K+EhszE+sIapQOhgPljHkEU+p3RkLQo4L3p
LIIfo9pelsnvhIZv0QCViZeoFS5tTvOfJDSsujeh992pmxdtbmDZURdhDb3tsn2IeakhvWQ9cxhQ
uwKkJWk6MO2Rh9VUOdN8XwXIAbnU+LHm4nKn+bu0sENAefj2qm6RbIwfiW6rMJH1U1Uddf8wW2sE
fNR0Y8yPkKlj4+dCm85pU0Ttj0q9ldQrP7jr/W1IAmI4sL8l7VsUns3kIHQHo9xV8r7Rj4V5pcbH
vtknfN4L/n6ObpoR4UOg5/5+Eb+WowPS8BDNcHxuD8YiAAiZO/lu5BsfTLH1oEU3BYJodW4DV67R
PcMxkWmIV6bXGWjnfqtLXu/v4W3r+R3CWIniyEi9xhu53obDN7lHcAoHSXynnbg7ZdM5VO5mcSsk
j9L8tU+2RnjtN5us3erTPhjWqO7qAx7iG7jImnWlSxjVpw8WMlCJ0+KJnNxgPa9HaAHchNaVNLhY
8DblZgx3ynA99Ud4NA3W8CHiAc/L5Bh2I6FFoWQVELTfGPC35ieEBjZwNJaPwpvVx3C87ZK7ckCj
Ld5nYKq1Q42JUnP20+s4xBDVidEDM128CRlBJ/OqjdeTvquFDYJLMgwayZPLdRXevC6WfxRH7oqM
j/+1/M4PbN3rCILA/3n71+avvwcvxbIA3/zFzVuGLbfdSz2dXpou5Vd5od8/+f/7zX+9vL7K3VS+
/O//+lF0ebu8WhAV+ZvlvJCHF31FVGLIEYBU0+T4fxc093nUvvz817n91r40/7qOWML/uunadIry
4O9EbYk071/+d7QwtC+sawjSkgSSkeBA+vBvlVv9i45IElsmwvF/9QN/BwvZ/EKhtPj0UOOgCyuS
lf67+iGOUPXwZkRlEcph2mH8o3DxNn0BzUUkWyR2qRZowMBHeZu+yB2Drj7Sg+eqBwXT16F2kpr4
UFKuCFX1MtCFKeb57E8824mJLLqaua1Z1Tb9/8Gtc+XnH5f6bxLut2OY3+cDZMc0waOAMLjI7Yca
mNM09cFzlpQVRrU4Lr9+SiACr4QEocasEx8/PubFfswlRDuJbWMhmHPVielvL0KjyPhBC5FyN+nC
XpNqF3fd+iGYwspu6zB162pUnbyCAlfl4YMONenjE1ha/v/JZNQF1QDyhjwAjDFzlUu6eYa1KZd0
NE+zNtkWijVhxRRMRbJRF7Yi2inogigH5h3zJ2nl+wNry25FS26RMuLft2+8boIQ/LqinGRdgKxs
gMIeWFy24vdnqxm8BsSjJpWbqlCfP37LbH5v3jRPMDeYVg33GVXupS3+9thxr2rYBIfZbWInNvw4
+/r663abOYYTrHvbv9IOlqsd2o250rf6NkKKod4jx3AQXKSWVpZjuSiE8PXl58pNvck3rX2sNy1/
tFx5Kx9bG+kpfvBH7/w46it4vc/13nLxX+Tb8ffheUJNkhwPBUXtOtiWrnSYD8GVdT/eAv2N7eko
b7GfdxgSO71tuLX748iL/vjR8sfR6VZcJyda3WqrzoGE7vkQ6JGWcxUbYqRbr8S1uC5ccd17tZf9
irdgpleDY22sjbaK18UGfTa4cfNP8SBtp9N4M94IewRRXeNKvhY24ho+MCR8SEW8moTK5PL6pqtt
BU+xrc18VA/KdnkljAqdX5s9JvU2Gvqr5cesVbWp9vipOufMBh7joBS4hsSzRRBibd01m8H+TEb3
tc33n4f49/2EnWSh/sXw7DLviOCE+ZUmpLfe6uYOsdF95RTr4Lb/HoFXau3QBCvqwj9CkXITuJBK
XMkG+e/Nm8gt1vyoS63ivawPu4meae2cJ3vYBCuwMTZfcGM3WU2cdcolz5f/rifJGezbkI3RRmQs
v7eO0Jsj/r4aNsIq8HJn+d3N5uMH97UjdPE+0ZM2QOaBWltC+tvntlSzAWdvBR/z1ApAYg3mbuyr
GJRLvh4iqGPFFC8iOiYFR1td/fUJCm7YZeH29W/NNDznQd+sqwyeE0JAHdv3hPPbWKL62RcAinSp
Ere+NDi1PBa7108S2LxQZgptdKxQ2m3UdwahgWWkwsEYbvw8Fnc+N2pHDvj7U17o4ET9wFj952uv
PwfZzvwkir3K9F9cGZTY6Aaxr7F5Xdao/oz984RMxy1ttp2gCldqHp7iNrwysxehbc+Sr2GQnhwU
QbqWtZm2tektI7DAYtBbOTKiQeLPIERqWR3ujDj/VhTWbWVEyDxY+y5rHzs6834zpHb+PVKHZ8ZN
mwJwkDbV8FK7g1Xo60h6MKXZdJHKO0IFWldYWQMYC9c62t+olVyNbeIhmucOqu8W4Q19MsjrpetD
XikMyJh6v0mRaQAusVLVdh+TZCopSWKVnpQ8Pw9oTw6o5378UF3sQK+LB0cCJiTIytHNv6yis9js
LFnOwlsxYatpYwMfYxk+sfhLbBEGidq1pB2BhXljYPWfHPxtBb/cMW4YO+CiL2OxGVykACbCQtPY
Sr4LMWp0KmuInHgeSluFcOhqTdueSjUEfRQbnzwwb3ef17SJvQ/Ra1IzaXFvfruStKE2mxFsy03c
yC9JRvIO8D3z5gDhiqDR7LhVNFg2yJNbcSOt/y9z59Urt5Hm/U/EBVnMtx3YJ0pHWfYNIVsSUzFn
fvr3V/K8O2p2o7lnsBcLGIZnDKuaFZ/wDxtTfj46xTzqenTGFA+XPgHx4fnoldWjEd3b6IMYGexj
K8J+yssejR7ImB5qMkB5EalRu3zGeuY+WZL+ObORCjNIq2jzglctvlnWUhyibpFo1lZ/V2nVfszd
Jt1Q2rn+S6kVoCcCMPgXouC3emfh6UkpiR8+9kbyBxQLiDA6Gq6J6T4WbfJHn9nAVIBHyEVu9Zis
VQFU6RxiC4fdNZsSnsKaqmyMeeMJ5MLfyaI/yHEMj9Ww3AeHxK3o9TZQyXoRUWXMFuR8kxihFRd2
YiH7x6hQYMO6958wWLmLEBZ/HCzjqzcX47tuFM2paWB6//qfTolor22hkVDMNN47ff7UR7l8Y9r6
W6+20nduV4WfrO7Nko/zUxo9+G48fCiNuNnHFWrBqTXrh3iy0307FsPDUhTYyhdt996Nwje6M9gH
OkKffu2f/4UM6Cwfelv9KD50zY8f3fO36jw5+j+ZK1Ga+O0cXZRN3gP0Sr79nlz9+g/+f23E8XD/
U/TZf7d0/pXt+P8FyZpSPade8RTV2/GvbMcz/gvCKbURWj46zWuVIv0r27FUSxseLJASrAl5WF7V
gf6lYvjv90nVZWj0QCxX1HISsrVbV2iWsY6I8gKhFwM20Eh64uyjPm36r5PVVRK5t7TKuqCs5dK8
6DoFxveh56XpnZ82/vzS8ECb2S6mNeXllBKzfLijuopIj0T0B02MsNHfZaVffo6jBM5lk0sigWLM
Epunxgmdd1Zsh2GglbnGSTGKwmvIK/A5mtqgzeD0gFpNnbE51rXo39u4CQnAXJr+Akur/dvXOw3R
DM1PH0Q1Gct+aPVS389lgjmCH9XIyIRWb381erODOZT6GL3pI6d7l02UROwxRAMqSxLk4Ea0ec1d
0RMx7JzEjTGCTuzsvRZZqPTq6VDJQBeD4dzrRrpIK3DamamSml8Xxq7zmwig9G/b6Ered37P/LM2
UA1VlZuFJgE8v41rrRgEc+amO9wA02Y3jw06dcNS+Y95ZjTJ4fZwK/KBGg/hFPYahXv+QjjmfLww
4YGxjI76WKqlC4iAIQLdmTqRNf6li1w0u6VL6vixLMpZ/r34rfFxqMb26zy2bIE54eHamIHzW55f
hB2DggZR0uYfMC05/0VtpC1pFBVI/2N56ACK1kpxwKdBo1uemuMCLnmMEa+TfoswU11MCIDkbrT1
M4R6934/JZChCAaoX9JGp4e+diZwnKJfNBkilxWDpgfOlYSleJsVGbowWdyNuJaHWojgIlTk7HGK
HPOHbsj6gDOmcEBoV2L5ZhLd+p/Z8tS5T3IaYjwbM6+vlu9GZ4bue6szx/jDGC5z+Lc9TC2Mfl10
o72VlKgI4vxbOOhAX5S0h0uLYvXG66kXzwn9XeDmiGz8ucBpyo9ObMLwvL2fVIXgfCCbQXAPUcxV
y10b29iFGbI7QlTfY3fqHPSjPGk8W/jrQDTMpwR8v50jk3d71PWhoZHAkTGBbSlzZwK48y2TeyPU
JScOEUxV0g1xBrTNdMoQKSe/2ch7Lr4QdDAdR44LgF3VcDkfKwLVI0UmkSIPHTlV4Aghct11czF4
DxAXbfHY9eM0+Run4rxKgNsZoSlNL+SdAAhjx7oalkzLM/M2ciLA/IsDnKfNXvIwrVGP8cP2szFj
FNflTsWb9d8Vv//BdaSGhRDo6A60Q3rAq8O4CAKNUlg2w+rLUlPCHqfn3vOqfpcYpfX37dHOI3D1
kRYeTHQQFf6K9271kW6XiWFZXAy1Fy3r75qmck9hb5onLZT+S+sKHXanuaDHNU0bWwi493rrqrok
or8w20locbs6X9gwzGqR1Cb7pw2nqoj2mW+1xfu2KZbsm4Qu2fpomfK7T569uCTyWZShb2QMmkR4
P6vwfKAd0HYO7gplRoMVCFY6kJ4PJopnetGDk6onzVHUNTAPKVoy/VIu78ayncpTyALn78qlaLrA
GY2ZDh587Hp+X3U6PkEidDTn3RIOyfLTTOrKHu/01skUJnJ0ddoXyaANPyK9XiL0lcbBQ/p69tLs
2RoTYeGzqRv1u8LPnWkfiahE9GyUZuQ+ZjrASlDLxuih3TnKckZVuqS2OSGd2sxBtCRi6fe9USQI
x2FZ7wz3vhXlFlYSqevLT/EizQTl7GgxpkPlxsjApOYyLV97TySAzwa7IDXPqsixkI/sY827r6Qc
0SmIdDN+00C8TpH7L3Prjj8j8pcg1qYyHPYZI6d/ySLuwicia4wIkCbxuTpa3dE8/Mzd1Evze3au
i7xjNdmTf+iWAX48PBNNQ0yvd0VoH2Ut8sl8Qcaonq2fhekUY3NXV7nUkkNpokwmjoVm1bG7781w
tmAYzgOyjFGSa94PX8t9uDfNmM0/Mwd4cbSbytit/tJQMxN7lDOgwSUIT8Td0TdGrf1BZON20OaW
OP3h+1IWD5oZEpPsClwGxJM2FZWDJE20xLBEDX0aj5nVpZh9WGPbl3uReoWEEboY467BVXh8EL2T
+3djNOY6Kq5Vh+FGMWjaG0efI14fDYxpi2tWMhcvxC7VzzytPP991Ggj4lF9ZRvZ19ZyccZKEXUZ
0EXMpll/JipMBFQ60p3HYZrbMjB7MXtsXCexH7wO0j2KhoUdTZ/mqpnuIt8Ns6AqrZnfZWQSFZoq
T9Hfjt2i+ZjoOeqrZYdjkEZ0FPXO8pdXaOFEhMmSoQQsvdLKTqPRmkX31NYiNpxTVSQG/V5/xPRy
3nkRQNpF6yDcQ8VaHkfHG8zT1OaZvB8r3pUJxbUu6b3owYs0262Pbupb6UdwcHn/eUHDZO73dZPq
8f1ktlrM1vWMfAoyYcoKHouuAzEnjR3N+guJnKU/lEM0OPlugN62lJBwpF0iX2gVFGp3/djh8BxZ
Wj7CfpzpIgJyqqiBVpWDoPGkZbp48ZyZmd2VVb1Yf4kmMtDBdWrciazQ6PRDHjWZeBCZTUCqjzhA
/DkJgDSBXZd1/6YSZVU8LbNnzM9O3lNsMBJTG+p9JsbavYOdNkxPc+ka8ckbXSN6NmwvSj67Momy
/nlI88prkU+My27eszms6b5K9C70/pINDIJPYdJlCNUsTSonyobu2KEs7k2hH39qBytJ7mBzV2P/
kIOFde4HHKLMKMBstWvE22aWWtjs9Lxzy3el502tdpCtyU1BCc2w5B/zOAqqUFruIUq60A/+nLu9
3j+6eo6CtdaYXfishXH33ppGy/p77mxXbj2I59c1GRQ9Iy5b8hdAa8SJ6i35rRgQFnacaR5kzxov
sn1ZwOhq8xLjH7cGxT65r7MmU+OBiFRVKaUwQ8t7FUKlyPYY/TD7QRaO8V0Rl+1d6SLV4plc0suC
88hr3sJf46mQXJFwVGfAWrUFtNAZcIX1fDQsMTpgN07BFA/L3urwsPZ6z0D7OfQOmmOWGzHcKif4
NTTgfGVgw+UpsBQ5n9q+JK6QYiFB6+M2fsi4Kqb9PNGO1vW4/kIhYb6XqKwhP9Xgaxel+ZgHaZ2i
hOOUhbFR9bmIXbG4pC4F7gwrTKWbcf5rjMjUEg+n2Z/xjPB92hvi3nYTcyO+Ot9OhB4KAGkjgEKh
x6UUuBol1Ho4I5NsfmY8uNVurDS9hXdCXAlNzWuKwMezYVPPjJ9+Fi0rLDgFYspvrsrDVmvs0E2s
SrcLf9acsgFV2KLITo3Q0ykgRx+H+yzJkPyDU7mQn4Zzd++FqT5/vb3TLj9ddaDAotP+Irxcq1lM
tlOHnhmrwCcOSchO1RShm4FguGc2zzX5IUq7Zq1IzrcHPg/3wCz51DvxweLmEpzmtZobai6zEDXc
HJPOa7oL42nuTp7ojfcFt2N8KpGa3y1wDJU2IDoSd7eHP88a1DbHeY48RSkd0mZ1zPONpYnI6S07
cYMZIM2dNEX9EIkxfhMWBEob2+vKWBR2aJKoOg6ImdVKS9EtZkqaGhBj+09wxOVusu3spXLS6fja
zwJsqLYTe1mxPNV5+u1ilL0+jLOt8O5x5NIinIBfRKVGEVI3u2pDMfI8Lfl1VfDAUg9VFn7Al1eZ
14wYGtXyKDq1aePdp03mY3WDsrCosC43vUJ3duD1zI0r4cqo4BdUrxSgKNKHq5WLvJbg17Q0xLlk
964UYrx3nLk/CBh4H6TmAbXRBrSZb0/sqjnBx6Kj4YJiAGOnFK3XIFivcAlDhA+32l0yHRT9MBLY
ixnhJ2HkTuDrkYbVhrGU/XKUsspxaZt1F7csvUmjLVWYiy1FacTi42FrkoZe9KyjfgijyiGq6lND
G/dVLxv5eehxNkRfKOleO+W/LioSXkzrPFZ69dymTWx0gCRqgEnNQJspwyIUCMG4t+YsP3hu3n7v
ncSTG1fE+d3ElAMAJgHlVuItIjdbDWsNNY2tOmxPYzbBTTbF+F4v2hEt+b7XUEwzUPW+vcrn5adf
I9JdUNQ0km0uw9WO1jNDM3vCv1M0GkfR5NHbQkvdUyG66gub+quw0uJ93kXTU0Q49+724OsbkWWk
6MVxoiTH5bQWGqPvqcvaCbvTXJJ0ZtKgXJSU7UdpIXE0Fq0RjFqFnn2aTRvru2KvqO+G+cYLSyhF
uQsw6/m1QQ8I+9xhGk5DHy2nxEN0259y/+9mGab7OcHraBm7bO8bVXKUQz/eOZnjnDIQ4/QykfIV
/TAc+lCg8nt7Ti72OdsIlSWW0qQU59irq7OsHB6HrplPWj0Ne9/uq5PWLt+GHMbn7ZEuZp+RsObC
soviPWjt1bViJ3Xel+0yn2QCzX0qhP6wxIhTZKmt/dFpcfuENqmz09yo21J/vPaRShyR0jyDQ4U+
n/3SiorGWvz5RFWNGM8eOrAgMvrmM7ffb3/lSrSIlUYgG5QwOB+g2hCvVyttae2kQEvGiRloj71E
4FfvGgxRaPvd19Jp96WAAyK8Onoz+XjEd23q7D290T9Uy+wEi6y/WDnuyRGJGm4lRv6cZ1n8o9DQ
Qbj9W89XRFmLASPlk5EC4vBTiD6fli7Pawby0oOdAB17kNpkLX9qmtS4AKIwe+tWbvs+H3SntPf+
POqv2hBc9TBiAEQpPBjFU66h8+Gz0ZsG6doLrDp3uC+0qnhn18M3MFjDiQqC3Lfx6D8UWtIFt7/7
/IH718AA3uCYQ0ZE8el8YDtvp8yZYrTWLKP4LrVszA+x2+gQAk23QhLEcobPCe2iT7fHPb9u1bgq
oYKC5AOtZ2uoy/G32MEQWRm5zQxdLPHEiaK7OBTlJDCARE4EIJS8/w/GY4052CRXVP3Ox8OWbqLY
QyndDunuu4s3PmspXZxmSf+KjUnfuF6vfZ5QVXDfoPVFmHQ+nGZWjQRhpgeOVfpvCwTP7H0X9za9
27Ki7KYsr1//gTCwKWpyqyvFgPMRy870EwD6ejBaoO51vxanmbLhEWBZussnq9yQwlc78t8ZxT8L
yLoh4Aa7FQWt1T0iLW1op0owoZbShIpR+Rj5fw6DM2+p7l8bCsalYDBCIe9Xl/G3vYLQNuGzCJdg
CYv42M6zRvsdQtIxC6dQe9Uj8M93cTtCFeD6UmS583kE1hPNlpcYQTpi79Tasffk1A16P1Tr3t9e
ssvvUoVgjh5xLQ+hu9qT+Ygv+5jaeiAG3z36sY+ZqB3Wn7K23tJbvzzmaKlC1SHR10nB1rFG59t5
lQJJDTKo5DT+e/wpohQv5ZFsX7fjEodjFPVe/30KVMvKsUTGGu/RO/GoD16nY2yRuP6uC63y42SB
5bknLsq3Hrb1Dc5mBFkC5l81hbiQVkdO+H02xEOCS42r9fVbo3TreZcUnYfmzNS0prJ6FlCYqYJ6
88c0qia0uG9/8JVZ5h6nosn3WvArVwuKzIQ2LwNSg2LRWtpzOQ6xFSISNYUAtCFd52gtqXxVYqQ2
rKMyPS4bwBlkuquXy11kLuyRQWsH/0dVAriPeO2wXnGNY23O9iHv5+bVp586BgefAhWvJlqm56eE
ye3BeqERmaTO10GXY2DMikWTe+0/uPd/kOdX+kLX5lQFSmxfJRS+bhtrbTL1plaiRmkSjAtwLvfk
TcSIMltOg4bKhYmozuH2Ql45mZAQ4fbD7OdUrDPbBPxAai+tyes0x4fOKfN9Xy/ZXStr+3h7KDVT
5/coSwa0EfyGamiu90xiUsjVnBlvhzwX+zjRzDejm4xP4aTF76XIs43xrnwaO5S4T1F3YAmvQs/c
KQc8bBlPlJF5MJZuerHiHBvnqbu7/WUqdFh/GcdfSTiDt0YA6nyP0Dsas6yfl6BC7+MrhoQYUeiy
SDde9sthqDxQtaOTBkAUYPn5MD6iqFNTIGfT6jHWTbzyHqyTUphfbn/O5f1CXQVEDUESRSTehvNx
PNiNWptaRqBLJGNQjvID3HXr73qMhMEQDiCUbWcIUpREN56kyy2ioDrIewiazhSRVomiZ3VJHi2T
EZCXGMfBgt9Z1ObPuYqn51g6W7XCa8NRmqRDiYonLO3VhVKQOBgwGskAQVAcOOWVPI52Y+BgEvX3
dTK77eH21K5HVOV1ZbRAVYcSHRHh+dSGeC2UfGFHf8xHz883fvTCfZgcWE/0obf8stcngNF416mM
gXoBF7UmYBRGPuBH6aOzrg36fU1QeNKwSZa7XKIj9sqw7NdghLog7pFrYIeef5pNrlrGHYNVvcBn
sfKRw8v7+mEZIiTZq9LZOHTnRQVVWubjuJgVIowys1i9gl6i098drO44GZ0Nc7mCEORLYMBzj7ME
47XQH5vwXrSO/ZV/ql95vajxDYI09g+2yRd7tc2InaC+o7sWyWlPQTUNZhq8SGM0y8auuVhHMBjo
GyjwB4AMcBnnUzv5QwgAwqyOY+vMfwyprOKXqu7b9MFJquzl9ha9NhiMEV48SmAcxdXpN4GsmUZi
ESdVRfoYehkUvpIWaee31eu/i3qjqkXYbE7YGqvvMsPeqh2rOi5GDO0HzPsAFy0sYS+UY138+eoP
46VWLiegaaDery6XrHdCkGCcvYieekCa5H3Oaj89dHFhfbg91Popp6rCcwB6hn1Btr1GA6YupLQ6
dLtjHnbdg9M694que3SIb3b9jJNcVS1bGoS/VOR+f4UYlMolgS8lNrbL+m5JPJMOtSzbo1v5xYtm
s012sdMgiD7S4A0zw3h0RR8GQOAwFaVWNx+TycLGC3WtHAyuRbdPlvGWosKVuUBJQQnRexBauRhW
i+xnXWG4NPPRyC+CYlp8ua+tcj5GYFfuHBjkQYOI2Bbs/WJY/jiEh4iPwRYjv7G6jrrUikygItDm
B4hPA53sndXY5h7Q1nKvdw1VB6PbeKAvjo4aU+EMWQlSgbXXUxhN2hRn5Xi0Zpn9TExstlsChvuy
0tvXbmY1FCxgSPGqg7oOOcy0L2N7Tka4Bra2kzneH+kg63tAztlGXKrCirN9xVAk9xxSuIFcQuqr
f0tKk2Wpl9pBgKC1NAujjKba63o4vvbIqFFoFiLVSI54YTWSyCVOatsdj2FrhqdJZHUwJa4MyANI
SUGoPTadWIJXnlM1qOp5cEaBKP1infz2aabd9WYNyvsoamEefHvBYRHYzru4SkK8pUcnkD3mxLcH
vbJLVElaFV6584g8VvMZZpNhpD2DIjB00BEFfMM9NB8Nkdev/z7aOdwJHAKFtV8dAuToOuh/FHVH
MZvfgfejZJuaWC5NVdJ9LC19OoUkqH+9/gMVIBLkmSq0XfQgYz3GqhAKZ2IPP82+xKEaFAtlNmt+
95+MpPi3Lm8V33g+lVZeUOC2sXi2Eh0LWEfjavFb/5DTSd8Ib9ZBMVcqKM9/D7WaSjeMtRCe+3j0
vKyCmZ5h3zFU0LudDAZaOofxizZE6V5rynEj0lnB6Ah11NiA1MFIUrW/4HDizgwlol9G2EQYYOnE
xfc+mkAv0p0m4MV5NpSwOFv7fek4aIQ5iP+/6EM4vdXbpn2shfZZyDa6G5IZq+6wohVOTou/y+3F
uHJP0HPnveMhd+j3q3//22EKySJ9i3Lj0ei6n0Yh548Dxhkb14R6LVaXETVc0iBAHNhXrSUYF4wo
qN+w4u3gZg8Vt3DgNaH55A2xeTSm2dioOVxEmUw9DRJHaT9Q61jzzsBWodAvB8arLRG0Ha1ts7eS
gBaAcVBGBaimT6hyjyD/ZTUVp9tzeuUVY3jSWMXhZeFXc9ojGNrjODoea2eSz0ZtDPqpdbzp2S2b
xUO7VfZvO7uzrQ3jiqvTTIYJhkL1zdbQjcWQ4zTo7Dhp4vpNaus9tp0rDk4um8OQeVtdgStbHM0l
FEvUc43Chb46XkMLtHFxjOFY1bUMd3HrpD8oedofoUVgjDnIxgpwVXC+D+k4HCoEA1Bb0K36Rzkb
iNPocYU6+4BEzHHQp6TcAZQu8YufvG+3F+Ty8mYzkCxSg2I9wM+cb/K2HHKK0sNwFAOJabVk2PqS
MZbIplJnCTdi8ctlUPEETUQqQvjGreXvOGymU4FzO5qZPuzAryx/QNTgkgm7mK/VjFffpwQVNCtd
FbjSslglGtjRLCjsesORTp5o9gUluemH7JZF23usUPn64ZQwgBqK+BBE1vlkdhZddXwZ+2OLr+Fp
ocP2RY/AW4ciStP97YW7vJ08dFH5CzQSW21t1AOIbvZmXc7IifXtDzHgLCAzd/xye5TLIJzQ5fdh
VjPYWmMzOskyHwfwUIfW7eKvRqOnGIITI/+szdbVng2zRN+DtkL/BYSoeSjA4CKH0pon3cIfr07a
cMuF42LbEufAm1ZzTVmc0uj5TEvSPLMkSggQJIkPOeinuzLG9WMm4TzenoKLPUt53wNlR6jPk3XB
1I3qaAmzrLGDMsFwHmyZdYxy4F/6jLXXbs76aeN5vDKgoSNKSkbnm7CS1bf/9u7EY9Z3MYIPgdfa
xZPO4n82Pbg9nh/bz3HvatPGQ3fxJpCH01njb1TjDGb2fEASONkVM7bYU6iXb0USOe91MzN/RhZs
lF0OPpTinE4b5SHqfT2/axNtK6m6iEbU6AjlcWdi8cpTeP4TCPV8U2aDCKIirv8oaGa+0akRfNXb
rpz32ZRGh7bXHcgaot7Y4pdbiblEIu8X446DtIq5cI7rrdCZRUBrRXGbbB+fDNPu76N8tvyNzXTx
/vGd2E/DiKb8QVtstW8r05W2tVQiGCatOCSAkN8zoz/zGUFSG3rdnRyN158VOgfct7in8eYC2jyf
W1T2NTIG5ta2x+w5m7V2PNSydWG/LWLe8r26spmAgwrU2lUH9aIAP5m+Bju1MwOS2ORgiRkNg9pD
ssswqw9mNTaBHuG0PijSn9RF+eP2ab24FtkoYFKhYtHbIGhbHZ4oXcKlrySeUU6WP4S9G94vftpt
LOMK5sU0EkKwWVlG+kUA21ZxDFp+Vt4UgxVokx5+qadivMfoKfza5hL58K6HEw0BrJXxUS72VO3L
WQx/Un12rY1fcuV7kZRTEmlchOQMqx+C6I3dVvTIgimL7M81qLP7QSK4e3tWL68kBTjidoDCQqyw
frcd9Fa6grwskE3y0xKQjHa6z8qCHM+fQg+E/O3xrnwVbyjpomKeE3mujomZOdFAboIZhj7+HSMS
drA1b6t/o7bCWejNwhESwGjn8iMWXV17rcaLsXStFVizHe1LPCF3JGDtnS+67HT7ey7mj0IDzFwl
V6MgtL/0XX670ruiIbGDrxgkI5htBC+ACDmFV7wYbfkuTLPhcHu8i09jPDYlNkA43ZNlqWvo9/Fc
kXTu0tF3mOLwk66EH4D/I/tnNY0ZbizWxZ3GYC5aPEi8Kd7buuWmoRFYtmlqBLMo5g+L37WfcrkA
TzaX+IHkjIY8skgb4c+VQVUJGc498R2C7KsdkvdaA6OBLwTkWT1Vg68/OqVrn7hecYzy8Y/tbKix
t6f18tgjRqhbBKmgo4A4rhsQHWqE7lLwqUbWRC+G0Jq9lSCTiKtasktjTT+WOc4xg4F9dK+X9kNT
eFtP5ZW1VUdC9eWp2AMxPV9bvRgjDblt1jaP7SPeAQNYB1QVZBxudRwvjiGfS9+WfA3dSJogq21U
9ZoIGzgrgcC073mc5uhxweJ7Y1avLCXBMseCKiMaw9bqfdImv/Ccliu7LmMriJMQpXGwpIGmJ9Zj
5OTWI0SOrYb/tVn81bQCJAw2ZZ2IOr27JK7HSk6sNBLohXwAp5KAi4XNc3vXXDn8QF+UNjydcI/H
8XzBvDDXsWc02TQA8w+1Zmp7w02xx6nq5EmLxFYL/Np88hoQ6QKJpSS3WjUzhGmioHJBU2biLbrn
dCIKJEuAx/p7M8QqpneyNLj9kVfnk1Yn+Rbngsv7/CNzMTtpDUg+GD093dVdhkCJwDgKX9wtN7wr
80m5hNACgi06YGtFUIDLk0B8jXhGarjXVZKQhg6n5f8B5dI6RLbbbDx/V2aUERlOaQ4r2NTq4xw0
XuqQqG2MoukQNekCxFm4J4iEzZOY4z9nzxYbWcCVCWVbMhbNVd6o9TGP3XpxelaZK1xGe2ew0mB0
vXjnpHl7ur12F8G3MlGEVE/OhKzEhTx1pU+WyPxQD0z4nEFmViX+elF5MCuJHViVL0HrLcj+hOOr
G2ZqZKDi1EnIMyn8n0+s1SBpkvQ54KYkzA+ACrGyt0oSLN/bKo1f2zXUHVToRmQBtOl8KL/3OsfM
gGylVQSuqZ4WhCyH/K2IW/j5WrdV5Ly2fiaZuSqIK7756kBkILSjfuaCidTGcWYgFKEV5ncgHb7f
Xr6rI9GdAxTCw0TYe/5lqVajgp0VfFQ8F+L7OOe9887QYt3YzXgLfb092uU8kgrz/PAAKdTG+uFd
lkaYmc9FXZE3B5qFFUxCynhC9UI+6JJ25O3xLr9OyU5QIsX/kpBm7QzfgSVA1gHHtD7W7TtLgm6I
xVL/6Xhh/P72UFeedzWWUhsmFSY/W53zHj0H8n+8E53JRed+74yulO0uStymPiG9kEaB3cFgfeM0
IsNoDuB3gRFmY5a0+yiuhdH97V90efFgaE5uCuBe9eHWrhXIB3V1qWXUhKMwtGtMCK0MhzHHWvKD
jfJjfqSSDojTHZLM2Bj7ykKTE9PkVPAVgM3q3/8WQyKeWxlTONhBlEFl4AnxBN6FwgtgAtf4uE3x
Rkh3eQ39umFpchLU2ReOUjJZRkKQwg/6tsyCfh6Sr6E3FPfUBvVjWmvtc26GIZ6MQ7lxv19WuTij
FMPB3gKmFva6Chq7nZkX/QSeM670cGdHLD7yWhOC4H31bRnM6TEvoKcmduE86ROg43qoEOJbpvGj
5dbTMfcXsbEbL+ef8paSlCLr8pV88vn8D7C/zcQpCYusMn60Rdsfs7kpHuOyXLBM9t7d3mrXhgM2
B+5fgf9J986HA8iXOylg3UCjC/ChRo8evXxvyNDecQc8qqTly4135/JoUwdRaSUIU2LpdeWFxfQq
A8JmYGZx0e7ytoRj3caOEg7zoy3QycoChosfBAiRs2BnUZwgHzv/wgWHNmiKvKjINjVIllf4DLa9
eD91CJM57dAd7CWDtJ7L/C9uz69oZrj7fKKbapdOufHtl6E1EvgAFLm2wSoCjzz/MXkGOqs3GkG7
Je9OsvPnbA//Ky43DtXlsjIOu5oUVwnFroNrvRXDIGOqW6gmxh9z3U0eHYksWw6YcGdL76/bu+jK
ZwFPABatyt/mPwIav10abeYUUWyBLs0m5hglB/uNF5f6y+1RrmwcvoYnQWXTcApXe7XyuqhaKOYH
pUytj90US1zGs3F87AuMJ3e3B7u8g2kbqWKSMkjDEWH1kM91NpMAh9QH2zj+Fmu+/Q0mUrTcUw7W
2iPvxKSdkgb9io2lu/KVVCO5DnnTFQhz9Rp1htupaE2lREv/aCObkey0tq8hDGr6p9sfeWWbMBZN
OcIxFemutqNnUCLAZ9wK7BkD05jLEtt0JBFggcTH2M3iDRTy1fFUA5hl/OXgcb79W8+ZPEwgeGmz
JbyTqScfXIKVe6/OrIOg8nP8D76PvJ0IUAGt1xxBQtrGabrZCkx8jY6+AEVbZqG7z1QiNodOt/Wi
qMU5Ky7xXnO4CVygriiO0PkHmtkcm17tWUHdLG4TVEXnftCSCZ/eOmxajEJb19iBPbFwJq7aHtdb
2fqnZaYTrBcIugMu3rpyLvYTPwmEOxcuuwoHs/X9B/K0sUFcBwXp3yO/Gt/uCYiGdOctJ+qL5WUo
BYBz4MBSJV2/XXHaLAlNUSug8Vq9wT9iOsXLFB+7FA7DAP95YztdXDuMB9ZMFSlxrQXXfj7bdhKG
CMWZVtCJBp5hm9Pm3i2z0Tkbl8HFHHILkCMBS6NkTslw9ShnqFS51ZCJE0czDbrJQkHeb8SRm/zL
7R178Ungy7h3WCiapZhFrq6dydNa5XFTnkx4LR/YNPYDLIV4gzx3OQp/NC1xdcFgUb4OMJE7EYC7
W/tklJqZH5MsFQKT9klOrffqqeNaJAuHoovusbtu8SymtLqp7LxTCLvpb/pLzl1Y4MxuZPr4auyu
C1VVYWgZCVrV+vRJ10Bt06y9U5JZtI/0pjsgjmQ+hWb3KHUtfPPatSKHBVAGSEL5lax3xZDhbOU0
lXeynHk6UvdcHkOkIO5uj7JSAVeVMWxjQD4r5KGSCVgd4MFxgQJjzHwYtdFwdqbRyKK5h+ncI92d
ViIadkMP5OyZE8KUCogd4Yk+aWw+QE5AHb7zlS251rYuRttNIbu9zEzbRJAVi+7AAIr/Z93b+Q+E
QpsPY7V4byEBmy92mFmSeFjOn4DQ9o9h5ogP49R3+i7qC8/YK4My9EvTyP47nbqq30P71Z8nT5++
xaNA/7GmMvzYpdTyDq6YM5qKjfCXB2pY3H+ZVXViV7hzaO4cCIzvolFA2/AFFM43ejl0w1NYuSbe
rTJzvvtmC89YxFb8MWzk+C0XCx7rg0tx5ClqLeSOuHzq7i60u+hN2Q5jF/S5qw2BY9fJcgDGlpeB
i1xFvYsyPXXxqRCR8eI1Vft97EvcqenwescQFRuEs+xpGb+bEYzKQzRxGoEnmsnY7+fGznJr38g4
kwdppVNeYbc4oiqQOjSjUbPqRyc+GXaKNNmu86ImxCvaz/r8bdHKKD5GTWSHP0xr6tMjgQfalome
mPl9hwazt8epsDZaZf7U1EyhhaDzjnA0qYPcHP3c3+kezQst8Ns4ne7LopumH3lV2zXlN5R4uY76
ef4yhK6ZLTvMlBv/1NKetw4bO3L1yP2CVpAt06OGFX3ZZiiaxajiITomUVqe0srqDjnQEbmLI2sJ
enoTu6hcElixRXlsOi/cGH/9zBDQEwAqpQWFzaO0en7tD0tbzpCP02PooPzdue23cOiLwPG0OnBF
2X3c+Nz1eCT/3Fw8aooKT5txFSXZIoyBdbrpQ2TmVRiMvvh/lJ3XbtzIFkW/iABzeGVHdSvLQfYL
4UiyGIq5WPz6u+j7MmoN3JgBxh54DDFVOLXPDlW3X+bOxrO0plG4XbIqVzeu3djeTdC34bDDsMs+
z4s5Rodg9mzvELgiX4haac0E69LOJKShdXFNIoomLL7KPguyGE40yZlyNIvkBecb1FMO/qPtvZ5T
80Rv1WljzLT41WAuPFWU4dPnIQ0subNbZQ9bPyiALTynmIO46/0BV7BKWclDNUnZb3HvrItYBSmV
EG2MuvvSQ0cK8GswMnqyaPE+NDY6/ocCOvutZTStjNdN97s55ZO761oh6vsIswfnoAYzs462sIvf
lisKD6/1liNWzKohokcV2M1zLwio4EtV/sbCuO9OWH0+3QWeseyUaof8RWHfZZ651zn/Xnj0bz6l
wkiX22HRMEgSpw3wu1dYJYdkmqM+xlQA/vls9b16zGd8YQ/aiGSJyHx27iJp6fyns0T1gfMstJOC
Lkzk7jwaYkYsRtrR2cb30FKC14iu09si7yr7tR3Sdm6OeNJnzTHE0zbHQlSkFnQtbM2GOFf+4p1s
zqbGduqiNn10tDDnF5wGrZ8DZZ11BjSzUnxxmojmaGiX1S6JsArcuB0uZa9/H4kc3S6m3mrfwiEL
WACfXpD+i6HfZ7myWfLkCWclq+03LVhOsEdLzITPDCnTIfaY9t0e2w3/Qzkn8+8oZVl4JHSNrb2Q
MIXjvrOhlg3AO+NxCer8uxnW2X0q2ch31USy/YYslsbd5UyI1IlxHUK0iyuhJpwuz+z6gTGuBKad
Jh6wjV6sge9lSvk4GalqnuBZG0TxhVVCtIOpvJxckNrpTLzIcFq7nbrAKuJBm3ihbMyshsYpEZkW
d0Yl8nxHhkg4YfCKmV742dWEpn7xjSX0Xu2ulN/DPnOw48Nvi/C/PC1TvAZNB3c61gO7vI80Xom/
cp1EDQuR3wt9P/iltE56xMS+qhdb7KOsjLqO1+Q4+SaAGNh/pbdHRFzZJFi+ZU00nMSSkdHIeubp
JNZJ2+bbfJnkEluZSMnkBQe8d20Z9dgn1nXyxferyY9rF3LQTT4GUu9Fyuy+S8q0gfXGYBw2Se6I
U9J3xsj+WXm9fsIALRpj25yXYO/laEYKDyTmqVOqPuoom4sNZLrRvNE1bmZngxL/yfCqLCzisJtV
z1Zpd9rYZF0wiI8F6cGvS1clI0aqHbMPhxmjzbptVQ6VuTWd3NDbpGwKAgZk6BkbOhuZ9De9zV4X
19CqwtWxTFcLpI2pmVTsZzI3H8wa56cfweIYy1FoR5Jtk3UjYUuQPUX5ROHifZrbui8+gDwvW6O2
RHjyRJj+6MrSem7GdCK7YyxMvW1xvXwdmD/pEccnPrKAed0a28Rb7INjChHEypcI73GZcl4h0Oce
BrtjvmXrdNpDjvef/lbnU2Q99Biv6G9N1Dt8Jsuey/u5yMo8Rq4yf0jHMBAb2xzUFjoxjdlhKutj
KjGO2mrVYC0VJ3nmId7GM8uOS0x1y4/E2yRfXaMZnId8sBY+uFBmtkd9XR09ZWj7Q4ANWH7bY7wG
btRMMv+QOH0lbKLpgjy4iTpG/xh3+eB07Rb8p6h2i6tq/QH/S++Xy/+EHeIuUF5jB4fUkhwbUQz9
oU7Z5o5pa2WJv9Nu1xMhJJpFfAsW+jefVZK4BsW5j/PDOQsN4Z6yJQuDfW0Vzm1nBL066gbZ710W
tYFzXhKjsrblIJqJtjRWpAhjwpm8Fzna5U8aaFN05md5FKuJMzY7M2iDw+jrFMPFNM9mZzelRr5s
JBqKKHaKvm++TlbrlLu+9+0fZkIn4MfUNHm/zaplSJ+M0ek+uVaLPqX2ZzKEtbJduYmaLD+P41zo
uw7t1AwAxe6yKwfChcE0DIq/aaKGjsc2ikayZPBB3ZurjGEGga+yV0QcpbwTqho/tjUe37+pwRwC
ZdAeNiec35QVz8K0fqZmJq6ZCrzb8uHFstDS/4bnA1x5cY4X7mhPRktEiFHMZXmwlkQvcRHQm8NK
3+stazOMnWG8XFvfL5d3LrsmO0EvAj/wLzsRqYZkkM2NdyooF+unsFswVd8AjHQ/HDvL/Huvm5YE
4x9IBztj7Kr50GQVq5k7G97yGM2YocVhoZbfntaLt+llPQ2E33g4gR4WI+m/K9VPhYoHpcwAsb1F
xFwUtPa2msZxKq6Ayxf5k4hg6aisLXAw2PXkfEmHdjmRFTMN9lNo9Sn6TUeO5Q0uboTpYddeUDZL
vPTLWoYf3dprq11bBU3wGLra4SQw0/24Neo0N9ejjeW2saQDnTxzyBLou9LUdnA6rCtiOxGMWZ/7
YhAnVzaW91K7hfs59AZriK0cn9Ebvxmr8Aq7/A8R4p9oD223VWtOPYpw470EJhqgqSapM50UrCgi
j2vTvBt9TtLN0NUPQptFtBvcUZDOkc5JBtO7/9LpWjpbjXntyQj1F5fezi/4cCWc0kpPH91x+knc
iH1NZvqucOBWoSDa6KDZtQE239bMLh3XLiBV56R8rRsVz00vZJyKhmZ0PDOgyJnIhXkfmGqW+5UE
918NXXhZmLevnW1oNCAC65T7B0bsjhl90MQ3TwOY50eaWMOuhYaOoapgy5kJs+ivQA/WOkvffh8T
6j92FmRrY9pxiT3wqEMTGrV/gughTOgXjZTbcOJwcQ4aR4T3ELTxziUWPjwZNlCIjjttB8vGGoMi
sWNn7KLgqZj6pYqLviyJSxV+KGCrehjZzWrM7Q0VbHnv81/NfVfSo7ryDJcwNLoubz33/x/yfuc2
MJZpUHjOHJ7SPlQ3DQXRAzh8dNu1c/Br7JSx4S/U14CU91cFhAUTduCZM2Iu523kjG1ij8C/TRkI
79CJLlJHqYIpfExLXWYfisgZwtvQwgL6Wo27jsQ3H42uF76tUFkoc3HLuBgndUH2UWGSkN0XZnQb
qhAH4gFxUvqU0xZ9JHKP4B3ROm4fW7ji2w9ZgRHl3k11giVahznukY+X32shJnIvddt55WGu7PJ1
Tm1UII5okB5wvql/9zyjg4tq0kRXdI3vRt4fOjN9S7SGf2jWbwd72vfZaJu1cQr8ERPJPP2mvEH/
Yi/xHtkL0522svEBF0vvl/aW5Aq898c76O07xFQFVg6nBfYT7BDfXt6e8qbGabs4T4vTWtssStVt
ObQ+aA2lR7Wd8wIX7NnJ3PYlAC5t2fm9/hGLdY/4qIbE5C9O6sl0ZwcUuMlmWqqk+h5WY36ngySU
+2LhyLmRswz6Oc4gpxm7kjW607E7EobzqCCt32IB6c7x7BKGgJylQSwZ11nj/nQ9w+UkOmusbNLB
8ocd5upZeqZjFdnnUdsqjHVfNMaXZuCoLG5cR/kEtLFpmlnsWQOKYDNLevPw9+33HREA2HDl9zog
vRB9+e3ta6vVEgGMmeKs/JRMLCfSw8nqF3UPgi4P4ADiHNEbj00r/dnMoXVCVTR8+/tNXI4cNkmc
KCA+rGGT0Jcu7iGSTZ4m/jid645O0E2ZUIvEzHGLSJNpAtt0HOETvGV1ytkbnjTzs5tLs9z/59ug
I77q9VgIQmgIb1/FvCyKyGwCiYpAd85O+QFxfhjZzxvPziqLrLp82HlpYdxNc1XGeirllUH8B1b5
5yDmTcDyNIFd4CFCerx4E12UAcnlWXsmBCMND6spwxL3U4ib6DKQ8xTnyTy1txyxuu9uO4Q2CQCu
vC+GeeyWGL/s4NSWKW4UzTQY/X7s8qnbdlbrF8QemrYmN3EyR7FHcNzfysWs528J3zg6TUqG59pN
8B4ygrI59VHaYc0fdm3j7z2iPw4JGQT17u9v/LLHwOPShV8flM11dV96+8aVZTtLagTybIT+j9kM
jWkrsuJz1g5E3v39Uu964uu1wA8gGPB96ftdXEuIISwJuZHnSRk/ZpRnbpyUFRk8U6vzQzOCjcZ5
5wRy39VD9VElWbZd8mr8AiI33UCKuzr3LgtuFnqT7gpDH9YJJcpFh0UDaKpOi+5sQH3NN8MwpTGW
x+2wMT0gzI3d58s1Lewf8fzbEbb6TlGVML5ZPC7LbZYT35zbYTxjaRdyKvLKxjlO0u6noyoGfDVd
2VZTfu5NIzVeNKrB5qEl7WJb6HIoX5cMgOo1Auh4yLPISHd1VHZnTnZ2ADTaWeNPHOPVvA/8pUwO
AvR+iBc/DUhmLArhf5nIO2HPcupcEVkMmqaekH2x6XKuHV4NV+aG2BOpasvNNLFUA9y4c3iPiKhN
rwy+d8AS7x+iFU7P8JVWHufFiGhUYrgELsqz4zvDvc48M4V30jfl0aJDGeIFVljptvP6diEUaWh+
oO6Yw70lBJFkYc8gPSGOMLc5hI8c6yw/+1Q2qdTHebEMsW207dxMXjJe5WavA+PiGyI64Zix6lxo
zdlvp81QQwDIlOzOQcAIfuglO/tdnoEOWxb2u+e2sLx7c+m85GDYpZc9GJNLqNro+AW26UT2BJ//
8+SC0wJaDI2HzvM7OaDdmTosYEOwdDrNefYnOJQjOROWJR/GNswelYqSR2p8+6bzvFbEJs5mJFFH
7vw57SBNXikh/2VqYa9Amh980pW9d/Fp56xKlBpL59wDJIP3LL6KA6teDm5Lv38xaUNfueK7jRTW
zcqbpVfK6rIaOL79KHKcSisxzOHsqCntNqoJiE10hio3t3zMihjlzlV2/2wJ/tIulMCshI6HK+em
KB3vyhd5/wJ4fG4CTwZUQu/uRgVukpqN3529PvDzm3KhCbY1U3fyvwepypttT8aIcfP3YbC+1X+M
S8oECEewhtcZhd/ipfwKzfjMiunTIiDChOBSPS4fjDUFiLIi79orb/xfrkYrJqCFzjmbwmUt6P9x
uEIYWbM0BKswwFrq3VIu5rLRWOydHBLWfv/90S66xzyahUIAhjk9XSbdn93lHxcrtD95TbG4u2VY
OrBDeiO0JQ3nykng/TMxdCDBcBBBvf7OVqeJvDlIoNfv8kou6m6yej/7rEaa2kRRhklyBXy5PM2v
PR5OHijk16M8Gsz1CP2Px9LmlI2JJ3zCcFzPEhtJpFnBEXFMQg57rHzqoIx0Sm8qi0IMWbGtx2kb
jUn53VgpLzs6PVkRJ4qRNRHju/RLu8XobKGJ6pJys/WFaBsRhxOxZVezOi/WQe6ehj5WMTTGEFjT
/r64+wkMO3AX/6mP/OqRtlQkABNd7OoBS+4W6VdfCTIgPikR+NU0tSyfq6ZRr41ri/5K6baOtn+M
/fVeuAXqeSQWa2/8ongctenVsnaz5zoNeitO3dTfZOVsfVVdFrxk8xyAOkblFTbIxTTnqqumg3+Y
cWuK4cU6V4uBQkFN01Oo6uRnMmbVh8QIl+W7Ube93Jb4TegrtgoXeRhrX5BrEsgHVZmJAGHj7Vuv
K9g1QPTmk+bbRDfNDBf73LiyDqu4TkobGwmnKvxD0qcVlkbR7JfNF4OdftnqSKXEqJcDFhdXVoOL
M8R6V/DHVoM9+D6wEy4q52ZxExLl+pmo3GU3BKX2NwyOG2UL18Mzxa1PyeyyEoGC184xgwjVXasw
10/8jyHA6odtKfsy2jd4GJyl3r6YIhhImdGJ9VS3Vppj+k+Ow6FrjMV4dQiweVyGWtW7vJu6Catk
3WcfEwgh1alGkmAWJwf/ISuGXO5V2B+wHF3rYf/Rwr29QRYK4F06yJBFuNG3N9jJLgkKc/ChHbTW
ggXZiHwspSubNaRqZ2ZFNnOnMTgHa4+yOrbGJbA2ogOweTJDFRFZDhmAxhNkKpctrnbK+sWunbQ/
J2qubxbMi9XvDlaIm8etAfwPgU9V/b4SqUribsSbH8yvTrA43VhuN7xUc5UNtPJ1k4fbsmmMcNja
qWEdrUp7aj9bOqoekqhuir0RpaKIxyac9FPYdj6IiDHgTdVN1EI7UaaecZJJ7nWbEb+VD3iG5w7W
7EMy4lhZaTHc06W33aemsFOa0KUhlP9Y9zPeo7VuAcBIzGvGoz3nWO0RaGA8c1flK8ATvX3FBy03
XqlyymSz0NVpbOd72Ppu9ZjI2u+vYWCXs4zBtGrUOQsHcBV9ANe336oxJOQ4d7CeVKumW1LtKkAH
rUkvF41VbWpXlPa2KItc7VPW8K09K6xk02xtqyFYvcIHWEfG25GDNo7OC5XdaoJ4KewapHLTUbrt
87AkD6qfs2ME/ExqWg/aUSfF79Ctk6M1JfLKavOvFwacBBhjirOevH0NhnIbG7+e7nmO3OxIv6yK
gxpmHX9cPYpQG69I9PnDDg308e9b/mVFxyeAH88jr6LAIKQD/fbaWVMyFmadPTcqyKJt304iAkSG
JrtBYVNs/CEpnQ/5ZAWbxWzyZ4Ui/XMZierKwvL+HcAw5GZsGI1Qri4p+wbd0k5IY3weA0Y6aVp2
bJWVvq0m3R1Mt82/kQyabcrBNz79/RVcbGq8AaCQPyQ2AHRIzhcrWkloZ1dV0ngKLdLLyBeZMn2b
i064W7iDGjHoMFkkfsno6mL656neDjmelQAG1JgOBOjwYpsxc4h5XdSXz2rt1oBYO225nl40saJg
MyvtUZJ6WhEFPuNRkUVuvbzMs8dxa9CRI7JtbsxC3SpjorPAYUglTzbL3fx7hsukxS+NWFGRR5jg
Qq4IbcoOQ2pHcjNHKilv52bM2jjMClvHfjPPRHgunUWnuqi7s1SprAgBYxbuholeTRUKW6/52zOK
R7r8UNJyK222doDnKmaWmVvsgWzltAdXMQTpPm0x9h8ozOSj7+jla8IKmDx5sm39wwzjo95BuV4i
FBGm6A99kLvtZhl8chAyfzSDH8uAimFDzGCTnHC9KVkcBuxLDuCbwn9MwrS6rQXd14OuIm+NMDDs
kVfFCxtO3dD2wbYBMR23wYRt1abqbR96AL2r9gUmu+gf6yQcqjPu4gKfWkjGtFSlNyVWvcnqKqcl
jG90sQ9Qyz8jEglkHGRJ97mA2cAhtBfL/MXzK+/rep4P4Z2N/SO8m9o/jPlUCXqdHaHGRDrhkQC9
VB3DqjbUJ+Xq7ljks4BM5TudcasUJV4cNkpnO1/Q+2Wbqie4HARv9K742Slaq5gaSRsWTKpbt/0a
qjTwH1fR0vII49mwbmAFen220VGQ7noqImdDFecs7bFVtXknWIFFu1/U0mE3Xo1sb0ugmdKzbJzh
S+dbSt4iAy0BOWAD/kJzFj7WqlKfbKnnMMb6YSLsvZZNtLUrmA+kCtrldinT6AgpiUPSxqxoRW6i
LIO4gGwsPGVtnuiDp8ieJRaaprAKF/GZY2UZbbWxcnn80qnbjU3mPUkf0PZM8SqdXkSHZmkavaFP
C7Guk2EfoVzxsmTTEUKHG4/ndlF5o525NG9Cq56+t2WVFltsDmSjWTSn8GPPwdO5JUh9DJCXZUYb
4/06BdWxLYUtNiwI09kKCMJ7GbCYgTCgAe6wt6giXz8wEMrqW29T5twnsy3VjeFFixd7hiGaQzAa
QwXvUBXVGZRh8D6gQkmn26U1PVKb58z+sSy6YHKpBhW7sqvQK2jYkqhM3NVUlbtZus2hCpRrfTCg
1Czp3s+z/gbWUz3Y+7WooaKqAvPjbDQYHBsW9rsIaRJP7kUIraO6r2RFWtnOy4BwN4so+qfJlaJ8
tJdR4+BZVEZyhQD/fpFE3ULjnCIcEA9I7+02AdEXKoifD88wX+wtLLhwJ5rMvNWmzD7KcVy9zlz3
v27ITLr1XI+EdYVQ3Yu9CYQaCgcCrueipNtSVWX+IRSh/BEFPUi1ZD5bZ+Ds5KEml/saGfH9huR5
aFk5cdBkBO25qLWr0OwxPHC8JwbzYlnxGGJ/XsU+ExTl55o7niW6mu6hDiLo2vZYlWfHv+9M/7I5
Y3RrQYhcPVMh3Fy8AL+vFuHPef5czyalUVemxUNPc+rGrdrkxZlM9+g5mmDHYQme5gj5ijHkxuHv
d3Fx/GJ/ZFLimLwy19mbL73WZtHNZWTJ6rn0KqsgI3fIdXpgfpH7kMJlNW88q/ODK/XAv111NbTD
qgko+/+EuX8c2ssKANctl+Y5IIDwSeLQ+mtI6uUIwb7EN5Bmy5Wz1b8Uoz7IDmxvtLAcbp2Lg/bU
oBtrnVo+90Fa10ejnot5B+eLMPtWymBrjVkY3utWfapTQxxoLvcwY6nm7jrEPI9/f+nvR59v0p0B
+2HwrbYNb+dbk8F5bCyreVadLL/2Q9PeVjrxNoqe+rmgi0MsTMqqoGZjvDLr/mWqU5Og/QdWQPb1
rh4K2KXLuZXPDg7O99PomNtZeeO3GXA51qXH2VYM4vnvz/v+c2OBC/yEwwFDHVfOt89bWi3GlLoR
z9MIGbPJBbugoWRVxHPe7OkXQTP8+xX/PMdF7eVgjmWhiWV5eTfBld9RLfTSfSryBY5rTbQBaIYf
ZtMxZWe1kEB75X7B48jZD61bG6zfSRYNn1kNDDxKwnbdj4dUtqfRLR1xD0bBppwk9vLCncOgZ3Gp
liw2pHainzqoRni6hcb+b2MllXb6eMw7arnt3x/s3dDBYgB2BIs0VstrtvbbV4nOREJmmMRLFYhy
2Ua91x4NeI8Hq5nMYxARLhYHQERwB+vgWr7jBULBYF0xPVYtKgqafJdxFIUYlFPhU//iepna94bJ
kKFSQmRbtpu6m4ojZmDOgwMt8WQQSfXy92e/bICt11+hMn6lP47gZh1n/1g28NK3oCx35jOzRTkb
Q5SRpISevF+4lOdP4FZu3C5m0B9E69cfxiYry5j0meAjLIOK9mHlffr7Lb2bTqxdOFWuaMSqonIv
RzY999YokROLIi+fHbQLR8wblwRut+sd8QpKbqelu+bE8G4+YW/H1LWi1bfLBv98+x4W2OQJSLj7
3CZGEp4JJMfYqa1glMs2Ko4KtuqPvz/nBarLmyf/ZH299B9Xa72Ls3xmUBOMc6qfx9moPvStIZ+D
3BKHrKS6/vul3r9SsH7495hcsDHTP3n7cFjLwiRWUfrSZE33WSr7i8pD/1xzvK/iMRmLnW804r8e
0qliV4ciOosszAAXby/a0eSD6tYmz3nvpGfObOGGgHVJmZd4934bBOe2puyLmdnTFQD0/avlyij2
6e4CiDG63156sWc5F+WYvUiwmSN6Kwix1tSlD0mHUO3KPkhDhx/3ZmHE0YrhCsWKHvI6dt9eTjKY
OUPlwTPlR9s9wZ5QLdXWUlQKqWXl9r/MANX+hwV5bYb8wMKYbaYEF7EvR2xZ43WTzeJ+GCzEG3Zj
/Azbtsj3fZ5XjyqMqmTvQAbp4sUQOSxfUKbs1IZF75Qx7pBDGPc4Jva067Ok3Q6BN+X4MqHNuFHK
kiPW8ZE1/rDyMCrvC49sL05ZhWvND8Pa/o4HMr/c46j6OqclE7SfmiqvPraizEqocLm/QuVTuuzS
0Wx/WCwIxVb6oks3WvTOFPus0vd9N6JuobA2YRRldfcr7F1dxXrsm+HOG3rji4DoPN7Dguw/ZZ00
XsN67H+Ui+WIHfKr5dH3qsTdpFPmDbemM3rP7lwtP2ANc/jEas6KiwloeYPShyjR3LaTMS51mt0p
x8bbW+EEKk5DJeTzmFjjcFPX/eJtJZ2JDSEu0NpSmk91PA7VYm7cKFTVzvTnJT2S2G1ujBBp6qd2
tozoMKZ981uJsGBWlGhVD2Voquyl5uRu/Ops0jYfYXGLLWWlnPdeJKR5xqfWv02FUxoxwO7wm3/h
r1Nkqh+RPyln5w5jXseANtNHQ+nW/iy7pj51PfvCCaWWE+5wRhvFVmfW+MVhT5c7ZFyYAgDg9ROc
ZwjecQPtmsKZP/e39th5cIUJo5P+vS5T7IpNkz7XY8hpad6HptTdrQt2kX/0elG124TT3rzpiYou
j/NMrRZnWT0FG8+V3rGTdWVBske7EI9yFO7BI9RnvGs12MnGx0lt+hR4bZGcsIya7Gm32Em+FBvO
W1HztbIh5MRem9afRlRsxVan03iYdJg5LzM+qC7ymbKDX0IpmsXUp9qJMzvigIq/1jJvcynDV8D7
yP/RdtBkt1iMDB/b1I3EZrBFIM74rtVyqwdLu7dViAjwBjJ+/m0k99rfyzQ3OMpPzjjJ7dQo8SNl
m/qcwt37WpV11cWG2dR7mFiRdy/yNLwj0SOod+SnJMEr8LdstkB3OiBHuUGmFjD+szhHWZUjIRu9
nyz+Q/80emq+Hw0YoluoxjQNRha3Ma78ga5YLh3rtUT7Zj4Ww0IMdRzkvv8cJoD+EM4qEKcOj7Yj
h0FWETCBQrVjLIas1bu+yNv8we3I+dtHA4HEH+U0u9EQY+acqZhb1abAqZkW0sbLjBqvw0mVMk56
2FHHhnD5gXlTVPMuCHCajSGION6dyLrhtavV+GNlvv0kwdIyNopPO9/2U9R/rTHCym9rMvbkzazr
BvMH7fuxm4s5uCn6yqtuTAybJ6qxOn/1xrqvfiZdOLhAAqPtb+xR2D9aJK3JsWjGqCazgMp7qxoN
rYPwx7a7gYpdeoAbWO89Qclv/E3hdGr4kfR6Kk7TgLPsixi90jrWrca5in6WURzaYq68mChZ5BSM
R0QQIbvFEZOrmfai7HCHrrKpwMcoz0kugCY/bVeDw5m1IUizrTmFiXtjZKNIT0GQ1C5v0MbBNRSV
nYDglbm1HZLOvQ+WOdBiK6SX53vKVR+g0C2bV+TCuYpHL0FYGiMKcBaMtVzSNQxhZ/uaAsL7OBB1
Mt5NCXDaprLCuoNY6Y8ydlPb/6SSFiVY4nbd3chbHb1tq6H/n50msxYi8wApcAu2RLWfPa/Zid6m
jVC4CJE3EN2F/xz50CNKVBGZ62/mtsB3ypKF0cc1er8dP8BuDz5C2F8FiRG/FtHUHx3L6sfjFPGB
7pNBBzM6CnPBSDuX+OXWgdd/ayZYrvfoX4KJWqor7Y12Gic76cE08NDJhnIOtqjApH0wUJGtqQlz
91uqSBhxUErjl4Faf0LJEHkt8WxJcM0A55KmTEkUBgH0aArAVcZ+mfAVNM0AYWZqX8I0y+abnpSB
m6zFY2Bb4EyCIbjX9P7vtIjyB8Auw0CHyGy0arOj/TTCAdyh7C+8TZkzknZe61a/rKAjAjFTSTNs
PKwZzYPIO3Ub6LyK/nOVhXpjLR8pdqA6XNL0Uj+AJWRl3UuF0VjDfjVGu7m0wtjwzcnYuX42bfMy
7a4lo7w/QlCwQikHlKfJ+K4pFHWmwYsbcJdFWsjWHnWyOgxjCJN+mYeMFXcYlL3JJ61e8VZuVayW
Ir1movy+gKZ0tlciHUI/OgTO2yKoBYgtlbTky4Io5HvLdWE/ZQqNWiaNDdoq8+a/FrWoqjntg1ys
HONLao3rKJe3qZ1n2ADpbZ95otmaLp6is6f7Z8zUCxTOclRXyr33z8lloc/4QG2o7C9TiJeur+w+
Vc6zyiJKtyXL9mwp4X1RLtW978uX//6UnIWAhDGien/ohuOqa8funWfIkP3XWQsvNkU6bmbIQ3oz
evi1tq1Z/lc0hR4+vvjYb9OxwenqAsuTDbQlMWXlizdyHInTqMU5RFbTAyLdAQW9box4oLuGeLAP
r1n2vB/PsNhgjsHRAmp4Rz/JK7MGOZvC51E1SKmgssLTJlJ+0zle1m/Hws2P/QK4uGmQI31WKkH+
8ve3/i+3ABUSWwgOhaulxsXZDMpAN09jUb8Mc2HEWhX4LCqrdoI4baOGFvlSx6mpgtc6MqIJFwFv
umKp8H6YsRTS1sPswMRS9vL0BJJrTkUb9C8cc5wDTUU14NZkuSc3JVu9t7v6498f+d0FybkGtuWj
u2xgrKkX89fshQGn236xiMO4axUyRZW73onOTntCInLNovc9VgtwCB/CA9RZIdNL3kEg8XZFhJm8
eLLuWjpI/sBGFUEciUfDSCWB0rn/US1h8MH1R/jutqPkgwGh8Jp7ynsQZL0VnptFhHmNTuHtswce
YsdWTMmLW48Kixy3vg/DtsGSoEaLY5V1vret2tiq1Ey+lGvwd251ztdMj9ZzEy54Svz9W/zLDXlA
uCuxjG9Bt/niRKkd2kAh69sHC5uEW5NWyJexxHRwk3sIpjDK6vNtC5MJeMxesKVPLQ4kRcRs8OzG
/D5MzTWvsnczAm8kbzWo/fOt6MC+fUVFEkVtZ2UlHRizm2NiD8JvQ1+qr262eLcsFq/a650jmn3z
psil11x5JZfDEzdCCLO03tehgoju4hNF2k68ciy7J6PNm+yErqUrH4OmDvsjYi+MazEsRBb49+9w
iZtwUWYFuj30j/RVLk1y67TOK1GG/6PszHbjtrIo+kUEOA+vZE2SypJLsjy9ELaTcL6cL4ev70X1
S4oliEgjcIIOEBbJyzucs/fa7ucMysZfXcep+djy/+pHXWUN2Ntj0fQHYyjqZmPaX9ckmf9gW6EZ
A8JIhX49Aal9g2RNoZCPjMX7HRKU8qkqZ6IXUt0bvL01p8qPHM6DGbR2O8V3H9/3TWl/EWqibYCK
wz8s4o7rt41ir2mwWUeXUtTjr1FX8OOKmbRQo82zH1ixuqNnRsqFNMoUX0vWv1a9nH2XDfhW7epm
nuC3LOBLSJvoppdS9/VvIWHTbNE65BetSKb7hZi35xSVnkLIUg/Gkvfp954XhTBJ2uIYunP2VTZz
aJw2nslynX9Xebg8RVqQ6cuyhJlutSakiWb0A8XiyyRVcddMU/FoNqPDORCJ0p8GoN0vxxzbF0O4
yt8UKCNMx9bGJH07LGzqWiiJmTMpzq31bF6G1T/NpXXpiaoqA1v0aYk5wlRfG7Uzp11s9qIPTLxK
tk+2U6/vP34Itx8EiyEOT1gKeAIQ9V6/ix68aTrW6niBwVFcMnKiD7PTe4EeivKYG4NyxyPa2lcv
D/b6waOgfEvKRMpISW81GRIaZMiqiPpL282959uhIEFuyC3ljspOevz4Dm/mGQI5ebZsflQgJ5BV
ru8wQTXQ1IWmXVw17yMfqgS1iqIN/0kIOjhEhGVtnBrWEysrLegYlkGuRvvhhsJfjC1J6ki6zHn2
TqOcxSc7HpPpEdmFvGMcZ1/pZFt7argOX9icx+7GS33vlpnV2egsjEgweNe3THSjVjZqrV5m2Ffh
gZqXnB6jHux5KBJNu8tp4eUb7fGbgcxdI+Dn6QHx0DnyXV8zQV9StNmkXgj9SMCzdHN7orTSm4Hq
Ssc4U0UqvlMRDIvALMP4r49f8jvPfFlLmNIptrCxXt2x3dV8M6IxLqxpZefjuWu+VQvON+sgDZ1Y
vdKjiKlSYRlwghCn28YEezOkDTw+NO7AcPIVo7W+vn2aDZU6Kbp+men/dDszqRTzLtNAtzVeGCUb
Q2xt71l2c5zJmLh0bnvx1F1fro0F/CnV8y4iBf23q2tp4TPoSnM4I0XoymPfZiA/ijDuDCyRNrLM
0spG5TdiEsOgYi2lceoFOrMo8RLYtJ7Mc8OXZox4KajNqi0eunZSKwdUqBUf6JWlVlCmFqekyuld
v9LbeI+tG6SNTzAJiKSAoypqXNnGlMSTqpIAOEY3sXajtWz6O8/snhI5pt1Ga0AzuNer2YRnwZ56
iahden1rqmQrk66km2Rf8mmk5CTLSwqFysTXA5yr7EO283GSOw99UpX7duyGo1nZ4lfvxtN3CDLy
iHZU3fpRN2sLPplFubGMRvLS1j2v2NSlFYOuuWiCYvcxUaLGO5M+UPRakLtCOfLAK6qM4Ce8fdXp
hXKMmMWS51SrxBby4WaS58eAwkMPzIGAwL3VFIj2LW7msZwvui7iHEhKHO6SaZxk4GiVtcfrPPhp
Fhq7jz/K9y6L3XlJCGDP4673HJikHKAvpXZxoK1Yd4rdkPhGfi1V67qupHJukUUd2rrrNhpV73yM
rGfMAsuKxolz+ff/aoGODUZOdH3qBTFa9o/duPMubhSdQHSsg/XGXa7NnMu3iHqRC3K+ZWe/Xs2o
GwlvnqV6CfGM/IjQCPVBz7lMUOjL4x1KgTl9QL4/7OK+cvR9HQ00LDSRNncaGuOz2ziT/Awkx/4u
9czQ/VqZbccfo0bdNXaXTvuhohvx0iPQjgMQNYmzA2hUnxIszdIvs0p4O3NIcswjjVy079rUJT64
Tq/Ysj+9+YT/9bEhU2ZII09dEGmo8NfBAXqaRfVgVN2DGGBSforClsr4LFMw+xgzkvBzlZmUNemP
F0UQ5rP9p8KhNZwBAcePnjLDshIDNbVDT/qxeq+OXq4cMRqhrC6Rbw8PlZHLn6lODs8+mRTlEE6Z
ITZOAevd8NtdsO0jYpq5Ay/XaoBkaV7OOiJ0TKJ51n7pvFp7SnO7pjtDZyn1szCdk3uKx/KpEW0v
Lgb1tt7XKDvHXzGPiw1XyWr5YqVmZ4756E0IS4d1+ZL+NWDZeHtxTYfznPFsmwz775zNgZpprbGz
Hfp/qs/HVH7VE1sMu2HCCeinylwYG4v47evl8L6cxbB8cFZhzrj+Ia3VePNo2ek5Dc2x7gNRDu3w
vbRQXgb0ljKYhZPT0DJIWjrTvmil7exmoXXnCeV49zC4TWfF6Boh/misIyWbLl/pPa3RgtIoVPdv
M4lG0Fwod85O1Uw5zJmoFIEdonLe2BSs5h9S9HQXnw6ibo4ZLJerpxpDmxu6KNTPlLT69ptaaskd
vdhB21GSrtI+wA8RWoe5wbHx+vHU98ZQvvpOuPaSaYN0je+FH3D9IFXpAZLsW/MBBp05IudHREqk
d5zggYdfWAzFl5SQ85jfAhsM51yb5TIJ8nBo2tavM70baa6nIdDXzo6+4+3GtdrKyLUOCdpflnCr
yx6KXkWZqwPsQ32KLlylppUXygM6sfqH7vblM0pNKAlZ4XXNWQkTdeky6VNBuGGT0ctLuqL1434c
60DzhPHUjS7s57xPp+gMfKi5d2OYb3t4kFEXGBKhKC0pRuH3ou0ncShygk5hW3JW6DJZR4dI06rx
FWtH8rWT6Gh3Hdy+P4qD3uRctmaMzaQt3T9uQi7wfVE08q8ipGfhs9NpOeAwMItj6XHqOtqOUj3k
pQWysyt0TukZlukTMDX8EE6Yok72AfEl7rmiSo+DuaWifLBza/IeKDUp9XGoHe0uq7wy4QZNOe03
3jAv8PoFU+RiLaV39Mb/WR2oi4Fip97P8RnmTTXsaIT0J1OlvXMEIz6fumzUvn18xduPE0UaF6R4
vHgvb8YzfU+HlTaNz3WZmP1fnhz0n2DXXXkkujKqyBiaNRaIOhS641NCdwLYSWAcceGmFm1HW4AE
i0ELz3TXNTW6z7JEm45zVFrjzkxL3YbI5SVfJ6Uakkcrckvn1CMlMjZmuzeH1PWzw4OIdIVtG1PX
TRBAoU4WJGAlPutN1aV3Q5eKSgM9AdPa99oqvYv1IUzuvbovPXThaRnrRdA0zngYCDbAtC6z8Mza
3+n70u3KtIUvqavfrKT2niyq3PC+TT1H5jDo6EUfYVBPX+oK2sy+8UwCyw1m+XuIrtlLNieaOPLJ
qPjXLbuZs93YZiPpkEoKrjHQklDHEtCa+duy6rgd9TkvhTb78btdnZ6YqrBdUKjlBEGjianzerro
yUWuo87zHhwk539XrmMhL02g3mlm+FlVeFu+pD1CaSYW3tbrWG2g3y6O0QzvC60X3szq4p4zRTNg
Zvdh4HjGQtylA14C8n3Fbycu0+iVg1TuACPztF8UiqzktYUgYP+23CEhQQIAkwxsRdd+QX7pusYX
mjM9GQj0pXavpdmUvlIARKTi524u+zGIrUr5ykc6g2mywiJ6DOtYTXYwKF2CHGecXgd8EJn3NdJi
78kNZ6NlVDPJNZQKQBuxk/PKR3izZXZqx6b+PWojoomNM9bbM78epUtLiM8Nlx/9i/Vjma2Ur7FS
rYexr4oSsgFQRO9Rs+p+j5Clbg8G5/mjVaQiO8aWUnw3FeZKOsauVc8V5CmE/H/XTWwn9yq9s8QX
BAMrP7ymxgqQUvoSB1KWbDrFEcdkkyKPDOlYN27dKfuSric7EIHzDINekbPYWm5q1keU/1Gxw4fn
2T+tguP8i1aPbvnJzZKo3Tlt2vIGLXeC0zmmiXnXGHhEX2hxCuNzBvNZnjustog74nGugkFLJmtv
or/gCFBUuoYMxZ3FsRFqOLzAy+Sx8rucS1OAjXj0nCx9FmgmESWM9tRU8BGqOvxWprSwWLCoKxDf
62Zm+t0ODTgXLV+O8op2lMJeJ8YUnnONYyI00eRACvMmgIVCqZp/kiRzYRpWHJS+fvxpvZ2F1+/R
oS2BYZfQCGTN199WkqsW3JRee8irpZtqZ437i01qlP+ZW13kfzQ3FbHfaeG8Bws9JfspXsyt0uED
2PWOFkeN34RTq39ie51pT82bHjttOuM1AsO/QOgKgHk/y8SSzksUZyy1ljrUBqv6HMvvVZs78Z86
ls1e4E8Kvb1Xt6YXeF3K6u9G8/jiUaBKcEggIKhitp4bR5R3Zhd+E4mQNlp6F3jB9RPAPeTmbuFN
DzZKyBYjkdd/NhTT6D/xzenqg9lILASe7JP2U9qpczJs/IDbnZhBXuvSRqcMZN14J2j5jDS6pfbQ
25TZP2WdGn1qzL4DHpCHKoWEtICKBU55bg4fv/1lJ3/98tmA4ZxYtmOw+taEiDgvKcb3ZXqGVDlk
2PoVcRn1nMQ61aqcjZl07bNnJqWsDaoAG5vJeFsXwTpLbQyiUt0HLSpkwwHIjYzoFBJjTRi4MYjy
e1+TgxAMxlBlAQwpxWIiVBTtUKid7ra7vJ/a4aGe0vHoEvBl+uocpfIiKpHrdwzXocjh+4ou2nhM
ty+IUbEQ5mmFk++wBgSoWuamcSKVB7yQrnYEZqjiwJwrt3gu8TawGFjyq9YzX25c+J33g6uFRwW5
jz/XlgN6Q+WodGlyduO0HxFUUjF4VfsIPDeKodGSW43g22+B3jssInZReC2Z1q+/BbRFfR2nSXru
Uq8kKVUFRr6TbKHDz+ym3eTJVUOtQrrZxr97AoTay8cDcvnWVgNyAZiBMlh4QBTvrq/PCctJIS54
D3Uv0vsxXI76TKvqpadt8knPw1lu7C3eChDXlySwYuEnQEPi216zAukO51WhRg6nXc2BLTXScLhg
0GvaB0Utm/p7HnVJG2RjgxY1hkqHsEZYsftZi6bihx1pUQipWsLUfsGLCtxVV6fC3mqRvrO9teCn
oxSibQ0bY13DVZXBqTy7ic61F7J39CdFZvMfOXT9ozLBP/GbIsH9ki1N+yyPq6cl9WkhMHeh9hSL
qhPRAQeR0p3tDnOAb+tFrDx6IrcRGkyY6E7KaFi/lVBTmmTX8w7EIXIKGW1UF26/JctED4T7gG4b
AIVlyP/rMC/6uppbutrnctS0+zRK0QdJNYmVUxLnSKh9xWBV3OPRFNWWn/wtpnn1ri3WOU69i8oA
v9r1xQvDSjPCxZ2HIR+qz+Rmyu+Wi9JP+Ij9ERw71RAxhcyd6hL/04WhzdGFvjR/amW6sxxOVBKF
yvQywbVuWMF7UfyaTbSAryl91fkrcQo9Ekcl8cofdT0ZJ8vOZBTCXY2X43wXQdfaey5lm2CcC4G0
2HHqdt8OnjKeaw0LyJ+mVqqkeYqHuG2bfazIVET+VGUlnaZB2sI5jwbd3y+S2IM7YHGVeWgLAHo+
E/cimiY1rPUBk4pffKo9pxnMiXYQUd/+ORhqNOYHs8oX/tTHn+5NlYZvZ6nyL1YGZOHrSdJJnQph
X02tw57VIchcnRSORleKb1EEizNAIgUR6qBViJjuk9IRv9JSM5X+7uOf8c74Qje0NNBo8dDrWLUa
MnjTS00gOrvMmMVO8VpOB248qyiqW3M4zq3t7rLGggL9ny+MAY4xjcgDadhaKAUok+NIRO4FyoI+
YxtPekMj45KfoDQoCosiPWOJ2TobvfGEVmOaDTj9NGYG07jJsnPigp2sDOeHRdPtOEGTSrs5TCBP
c7/MXfm3OlZp6Eu48d59aLrzp6YTotuH7WAqqNlNmMpDkroPaTq5e8lOz1nKelp4mD247Lj6vQLq
twqa81uYZWDA2raY2k9sXjX3FFKOmB5ib0rtBzlZsvuVT6QOPCoO5KvnuTazX3KsqZoo9QAMxgoB
ag97ugsQ9netmYVC7uBSbVFv3xaq66eygHnZ1LKO4WTWV8NgaRk4hlA9pNRliv2ZHn6zM7pMTM81
iJqvfLFsE0ByeF84G5Q/YJ1Ld9xh/51bhNG0J8RRiFT5CwEtwNqPh8o7v44pyKCwadP+wESxLiRK
1AZx6OIBzvsZlx44iyG+M7WEc4Y3Z65zjLSy/TTEvR2+6tVYsMkmLySp4RFhM/zi4f41duCtEvOX
nKomMf/zYKb+y3YHkxYuMb6j64myc6jujjhXz9Ia0nvVTTFaNA01lujO7BgoR3KayaU1EViLZmOf
eLsHWI6UNkI8fQFerLUgw9TNmQRjTxRF6/5DFA0CTqdJTkgOetRJdpWYG9us24o3iZuUdNmEu0tu
wtpAoztppaehXpytEYf9Q5+HiX3ywsE9Nom44CmZ/8kgp/mwg6cvdjMgaK4Hr7yocAOrjQlsrQp+
e+TU8tgo47K8rTIjVXUrPW+7czpLZUoC9M+q3FFuc0e4MdaomZ8tqGZPPWhcJQBTb+WXfq4l0Tr0
GPFj+APW25jkBhX54ktdDtK0oR6EnfLa5ooZXpiFlPiuBRZWnRYEdPx5RpJmb22b7Zs3ySSMUhyM
8OKNYhd7PYpysgwKo07acyTcLP2ZGkYsnpEFu6Dm6czem8iSS4jlzJcQVYEUYmfIk+ErUe/ZIbEV
UjtYujRQIwolcQHHmQJQwJzq/Ahx54sXtPbiWaVZB4cin8OfYSadyK/xz+e7sirc18ThdOPX2sR0
T98zdI6ayPEtgOuoEzPfAdU3h3urzBK8gHE4LqCC1NWUbteR/1Scwj4sXLgIuhX9tAlVkjtTyVRr
T0u3BIITxhxvZ70lrseyRF88RlZueHSaPfNnOKSact+Nut0+K/loL3szG5MDbiAXOaumJ6fOahK6
nxnijLuecVn72mB2nV+p9J332kxb5c6GZxqe4lGDF2jlOls7sKYOoewdbbVfdka7/S1puIoqn/B2
nAq5nbko5drBzZVvNmh4EAGx0YBK/ngWu1lp4Twtxzh2zsgprHVbxgI8bhEnE50VW2j979iSON5C
/J33JCYp8NFidh2LAGNr9rzZaXBhpnYaBw7lZSaJ62HVxRX9EBcR9DQvguvW8MZzx0PpgNNatfKT
QIakvU9qrXJODYDuMpiYUH5bg7B/zHmdkdekjpk3/VATVSUGlOaAPtv+kJSiv8tsYg3uI1Mjn9bv
YF7/jllItvIQ14pHPnIExzTY3qTsdAtXEgV9zGaj0EV69hTKIEctnZydMVm4NIwmPNO3gc7ukmhD
MSsf8mNBKSUOzFQzfCfLHIIxAKpvlCFuZ0F+E3s4zNVMO0DNVpM+MAy1a/KiODPyu4ngF9NM0RyX
jXNuI0xHAQEtrNaEiBiHNqqb38IJvR+Yw4jjVIxy6L9+PMBupw/2cUufmv7fgldZHRWizmEvg3D0
zFZiVv26n4pdV0N4AX1O77ZvtyAWbx7Uq13DGwhwwWcjh6J/sVqXc7YNedaXhA9kbhVDC67JLSL5
Q83QA5KzGFDCTPBwlmbexDKY+oHHsHPhrKGoKCKllp81vBjigS13BBSVkAAPcLNJ4WLw3TKai3jj
Y1jeydUvdmk005XEMokpk8339bcAcJSeXT9YZ2eE7tZnpfPi5t3U+Dpeyxfs6xjfCvTFT0LGzkY/
9PY4RRNvkXAh7MHWy3q1ujhBQiSmeMaZQeOK7E5pteprZ6olqTqDGxFV0jlGTKtfVPhP9L2VtKkV
+uPUEGvj4KzDycmZFGcjvTfVj8kD+R137lR+qvIhay4L9mc6YmrMwWuQiKUHDXjky1DLkYIz7HAj
DlzF6+cM3E6WTC+qqpjun0xrsr/NTCSkPemJzAKtMKY40Ompf0nwa43+BF/O2YemgwWRuKHOexDq
WOpEfMnWw0WE6DxB0GPqtZXumGsUbTepqoh+6H3ZnIc0RqXg52gTjT6IiHy4jIaG3/fj4X9TL2N2
YGbQgGo49B7gy10/XrqAlGZrVdyPjSwtREUdX4E2O+oRVXT/jFeVeC1ryVfi6PUwWX1xwOFXntSK
1Com7e44mY12b2qx+5yKAfK6TaCYT57c1iFkvRRQouJ/ywGE/Rob2tWMHIOJTnGQN/dY562Tm+fJ
XyXF7tOEaWlf6Wr5lGf/EcvFFLjIVyw6jNBWuf7qmpQQyiFsleE+r8EWJGMlg1DVRYDFfzhpbEz8
xHDkxpBfppx/f250HBDSIcpkf0a12FnVp6q0woDt1v1JmHPxxXJACfoxzYPOb1Uq+hsjYD0Bvl2N
uYhEeKrCyOOvB4DTeQodPbU/VQQ0UgcTier3YKuq3aSNMQPUA1z1H3f+yzWXCgn6BkYduSHX14x0
OdQ16TEnBPjWN8BMzbyr3CgTjybqNGKvlCb/UnTstjYu/N6jZTXkqIbiZJGFXV8Y/IJH5r3Wn8qu
bXbOYJXzAc930vooKpytasXNo6UYS2sVWBKqOEwnq2+rsREiCc69d4U5xrsxs9O9xzbgQAb476Zi
q//xt/xWdrgaOFwPxwUXRAy1hKJe311feAOm0dk+NZCzc3KX6inqkS4vivvPmMnMIXD62Z6f7GSq
7ptMqexzTnhJ9bkuGs7c9axFP0lN0RP4XIoCWq0zEI+k2ACVnW6n1g9Xy9VfNTPauNcnaE87eyjT
LyLFqLZnwfO8U+IK/QJFDNplJmAGnEXj2cPJS/IifvWmGYbWQXQhdu09A84M/yRRYWm/YtrCTB6w
trt5CGq17/I/DSUo/O51ZOFBLlKrjgFXlpTyhEjCLqj7ov+jw5RLHlQAbvmBCBgn+pZx5O3vWjRZ
u5rMtOiOKDpZB4Y5WcznzLL6eWAvvBcu2q2gqQ1UkvrgyLJG/GBoHIJEjIFcTJFAq+xI2XxxUi8r
//74Zb0zNigPepSPPPaY6jpNVtFMjkPgAO6mMtLmL3qcaujICvXvYWzm/jGfMn3jQ78Z+7S1F24E
NRz2M9Yagu8lkr2elSd3WaPljyhIteaAVlH9qSRdUu4/vr31loGAlf+3MQxg3WwbVl94UZYdNYQJ
tQ8xnQZ1BUqHIPLHnRsSbooUs9qLFrqV7ynFlq3lnRtFbLQgPWGPcM5ebVesZHDDAg80H/kYosLQ
1ftIq4xP5qzLPx/f5vKfWn1xizfTRXbN/gRs5PUXlxMux3mtsU+sI4Nf62VKJAnJZunGu3vnOi6q
Zlp3aDnR2K5uSfNa6M5l4p4igAnmN6nKwbovGlPtt2bIm1UWmgm0DWx6hBYwlaxmyCTRCbggtueE
hDx8ohc7PKuRC0mjENVMeG1O78wbZL7Rk1mNlzcFJ0OTahCcYw7zq8tqHNv7Ro7GpUq9aJ9nJHva
Rk2QaWMY1QnjfC58DjPOP4qIzdPHL3G9I3+7OFXRRTqKM4lA1uu3aEIDzNo21C+aB08LL7iXhXXQ
urNs7ibwr8ZLK9PhODqVQQSXYolPHr7cnJBhS32I4tmd9pHVDRZ1dCIUP6WtHJ6yTLj67uMfupoz
3n6nRxuJAykSQepW179TiwjzIfRduzSTo37VRZimQdaOfcBknYtd4zbJy8dXvH0tVLhpBS2L9MKp
Wl2RUpyK8qHRL0SVzdFTL6b2NdaVfNqNjtQ6LGOq9gOCcBzdGU5rfv346qszOPeLWZT+IH8uRfZ1
xWzqpFHRDtAv/QJAb0fN+uOElgwUAXNOIcpzh2PVO7Q5TftWseeNcXH7uKnpUl/mGL1ArN6is//V
ReIuTSTjs3GJKuJoZFkRjWkV+qsHC1gLKtfs5o1ZczVzvd0wf4Au4uwO/WY1EMFC9h6h8+YlJKZn
DDLHlK9KmVJ/MJNa//zx01196f+/GF1YfFc8ZM5116OJCD9VbythXbqJMvHj6HTKPxAiABzbhjp+
Il8uZg/W/XebBmhsV+MvBxOcu75HHmmqFIy1Cy2L7LeioIoIqOc49yaUyv94Zni7R5S9C6BJ8xYI
1fU96gAohg4Z3IW2EbvbdFSUiy1D9QmuJnK9GIPXrmz7caP/eOuvY8wuxv1F6W+ztV4tf3qc2I1e
hualimaPrAQTdH/T904VWIkx7oQo2r9a0DL4zhVSaWcr2mP50n98/Ibf/xmkdC3QL+ZzbfWKlRL8
0ag45kUaigb+zMgONqBnEGORUB60Lrbv7XSq/kxx4j6iWgrxmiZbHoR1yWd5CWgxWB01PlOb1vL1
SyAjvStrNgy8hLav77QJxs8RcEaEDCdKgGhKFFqf52y0BVaXDDyLNwzzMqHE+Qlrcj1tLDbvfNjw
4VivaRLDEl078c3GFHnWZOalLjKUYU0SH+Bu6/vU8bJzF1bNxrx9+1lDgWMXBL+cq9KOuX4AcYqJ
h/Td8PNcYzcgaKeovqk5IndBjaLZmENuJ012InxfJvR59iXrldQLs1ip9Cq7aGMl+qeuSWfjOLaD
3Bm2EhOC6SbS2Ym4rn/YRAd991QJ22rjKHI7t9Ab4jTC5E2Z78aH3lFlVEprKi9l3xa/+T19kA6D
0QRZWbjzMQwj/SELCff5eMDfvFjmaUb7Qs+kZITx/PpBayxKMhoAOyCkGMWBtqyPnRo0aFe1h4q+
98Zt3l4PfgQC2kVfjr51XWAt4fhPaETDS5mNcXjXGb34YlaozQAjRW23z8xx/m+NK9TsXJIHutRA
mEHXG2sB+R8ak+tdWqur+rvSs5JjnTukBleWGIejOttmtvFY14Xkt4suxmnOsoysG39NbNM3ycsi
es41PSLghziz5jtMJnf+Mrajme6ali3qvV57+ScKCLiJJ4+42QXTXYx3dVc39V4OdqxsfFg3Yx16
ETEQHKIQzSI1WW1PvHiyKixl3qVwuv41awjMAu/kQhjiSG8+yTrjtEqDM78IWQgO306y4TJ7ZwTg
Yke5peIhpkOx+gVSK+rSmKboWZLAda9Hif4jLGFrul0TZUGm5dFW13T5L/7ryLG8CxqJDHAiWdim
r3XKY0geAKgP7wJOfVYeSiMv7vLKdfmaRwK/M3euzF2ckM0cUCag1/TxJ3Yzl5mYU4A6cNbB0kbn
9voTyzWJrh621nOM6Cc9DJmTH9sqi+KjRQ9p4/u6vVcScJf7XHQ8Fs3264tJo0tEONTZc6oo3V2F
BvvLbNXGT3x63z0ocQfAmgjWwQ7B5fn4Pm/XzuWdwg5lH4aEyFxf2ygh8DpwQp9TMDhfof6aRyK/
1LtuUJofdmyV0OtQLnShgkRnEMk/I5yqjY/9nQ9vwQFTLcMWviA0VxtCYZPmA4fduRgt+aINveGu
e0nGSLGeaAhAB4CZzu4lwUW/RMaOSngyFZGNvlYPqSCjKdbPzaDP88awfztDX49CmB7oC/BDvFXn
V8NAdKUupJt57OJY2vfEblv1Dv6eI/28UScCzskfDsmPjtT+wbXbpA4I0Gn3Meqy6OQS1QLdKx3C
NIDVkcKbK8fiG9FmrnGPpUcxqY5PQHFTWgKH3vHGfyhEy88dUPn5mYTAagjoTdXVPsa98HvjzS/1
1fW9gYnxNOZXnWVs9dDTNJs1p5N8YbarNITtGU5gg+elkuR0uOSTCPq/ZgJugDHzkE86Bg6nyc6O
KrcCKW7WUdNeyocoB20TYMO65t2z7Dg2XukLWi6LTnFuRF8jW2ucfasOkfQL10W3FdlN+vLxQ3jn
wixqVKiwwnEWWRccbND4ZcgUdPGsRiOmBRfHd1oBmTxCCSdtLZvllziKlXnjs7udXtiRqfSaaPuS
Yr8uUjERkKCbj9Fz11laARJfqwMU07VGMuuYbhTab3emS+gG6FbKHBzy1PUJz61QKUlw4s99nkd/
I89ps2MnU6N7GpTBs/YTdKAlB8ZG0VggRy1fYKkp1c7QstrYtWqtbHxX7806HFeW5exNzbA+OChR
1Jm1tOPnZBDOa8Vq/tiXKr4szYByCvW89ukejndFYYb4ZRQ5Ir2Lu+PHb/8NLLb6BN6gGIuxlgLZ
WhOMPhdcUxd5l0HpRXVnJsrs+qQy6OQC4Vuc90VSSmB6SdbAT5SO9T2yWniHlZmn/WksFRG+hsbU
hb5i5iQTo7aOkVPXzpNOctZnTFJx4eeUseognEbxMhGpYAUks1vdI1CuKfF7s4g+zVGc/+30bDwo
dgvj3HigXQ9RZqTJi6smfRwg33AhNVrQs+ggZFCloR+H9r2mNfne6lFCHuJKSaYgrJFcHK2yU459
7gJNt0Kg+9h11dDbwb0pkz+pFteUznuCdrJ0MtKglYx78kXalixKS2tjfxFVIt3xhlT12d+Kz+jE
5XTucM0Nu75U4vpe1WbV+GVYuTndt52pT/uRYC6yM2K3RCSY1PMTwZ/Gz8oTGtadLE1eP355b6e6
9csDf83KAcENw8FqFyz7Mrf02g4vnSmmvyYx1PMxdhXbRpvWJ2ZQEtyAeWTCL+gXrVv0v3WWsoio
dK/ID1nbNdJvZN09mvBZI1+6Zf8HDGWdBFlYttXGhuKt57L6uYsOQOPMz3mBn3y9yCdixNIRecol
nkUhd5g2MRuVUTipXNuK4wepy7x+irpWdY8K6qqGZJ6Bk0xbhNL0K8CoHKqawZC1r4y9au4Z2j2t
pTaN/HkwtN9zqDIOjFytfmlDmr04hZqaeyCf6rjTOsBje7zIxZNVkem+V1C7cOG2wNMGM1SvGeUy
M/kbZJa7vOZ5+VUsp3rfoWDY+v6XHc36YWAA5oyI2nJZ+68fhkpBhoAjL7zQyjbUXyx0pI34+Bvj
iBbVVJnfBc0x4oKHSaiP+IC9ey9RlfIeP5Q6WEEoyUotqfpsnWFvN7rINgjJQqjH1MxJ4PqH2Z1j
lvZkiOeMDnrzZDTx/CPFtZI8Ijm2Tth62o11+PaKVGMpu7GxpwGLOeH6ivFodFWZecUzripdJceH
vutUOLLxo3aixVRuiWvfuyAgIKY7upPUopd//696H6IpuglhWz0X9uCeWAHJZJl62swVmiftqLZh
1Z4+/lZvl1lK6ehpWcffqzznkVJ4s9ZXz6DEW8s3iUZvc2PWgr4QaWD0BbzFhubWxmVvz03sb5a2
E1U/EObrbUWB4cO1Ekc8D14dOo8JBOYySL2x/otkIjzJtOBnD3ry0vmdSUi2kYXpfdNvLPbvPHC+
eE5vtGDA43mrMSUdmegNO5hnSGCk07Ro3pgP4x+2iem6rMtqYzv9zvXwvNKqAe1J7219dunGaFCA
OTXPJTlBx6IMf3oChRfmpPZIWGH8/PHLfWcx59ZoxTJsgA3epGYKuEPDNBn1c0gkgXZIpxhLjQuQ
PGSTbEyHhv1GvGePo+kPknoyi5Is8+QZn1SXbRyV37t3/D1Mj296pzeExr8GtwoJhbAI2TxHYTgc
I32uzkamGTN+zvKJ6Nz/UXYezW0jaRj+RahCDlcwk8qS01xQli0jNoAGGvHX7wPvxSJdYnmn9jQe
N7vR4QtvABT88ex/d7ffX2UL048YklOMuNa5KAcdKxslgw4wZmrjkBkluvNKgWwM9nPtUUvPmq7x
MWaIGVrHTAi0IXzSex2lwDIk3h3Uysykj1S2XmoWsu6GBzEd0coQIfCcFFtaNu66camXK72bgUd0
XCMJjK/O+mb1Vd5vk0aHVzj4yE6Dwqxa5yEYvWt+5385wwtygoY7MGKO0xLS/rGygZ1p1uiq4kk2
XfGiJ4W7hc0MKyCzhmNdz/mBd+/w8eL+JTGkHbJQTAgVXchuZ4+mgFtdNtHsPdkoez7xOUEzmKP1
nxwac+dqbfaFjrLaJkHHSsexWx+lYWjmKgLJJDAvNKZ/Plt0iUwcenizFvnMZZX+WIUpUKnXogL5
FKdGjgPzhDmxwH1rBGLqmzd1jpbdlcjhcksv5WSoNjQwgFafE20QchjyrM+9pwL2iobGOhKuLML0
Kc3Q7YDc2YxXQqvL7IQRLewRl4LfIpH7fpIDrikA3xgxj+b5W5Iqe1XMc+qGjSz7zcefGF4Ff9u7
A4R2MxJGy/vHtcU8348WObkkyEsCbmlv7r4ntkLrAy4+2OJXyjDt2G5j2K09qpUqNTHsG3JkqeOk
i+1PnOwi+IqinNbqISdKTieURzWMFKI2K/ZO5Rb6G+etdZG9yXp/XeWA6b4rM8L604lmkGkZtr7N
HrZ7fBx1nAgBjCriLRTVx4M+or7wEisrtu8WJeY8rB0obCyEkXXWdwpUUCKOo1lPxPk95btiDcBK
m44YdJi3Zixap1sh2qQjwG87nUlGOQXmJ40cjYegTsYXctx+xgfRxoLTEVa0xRgHO2jonV0ealnk
ffF6q79bAvp834BN2TrDmKi1zKj8rgfOY4H4D8jIMNb0MZlWA7aF+ifIn0oPc0LOaFUPzfzoazLw
NoUT9K+Jjb/l2ncq/V6oQX82RseY3NAp7T46ZFlVRzduEvtgZlPDeRR+1JYIAhbGF6fM2wlEuBE9
ZNUImVHAl2/WlaXMN+JRx/pccgyrUxU72LVCqZOvM6Yh35uO8tmu0432xHnWEJRBQ2IO87ya0pem
ouFqYa3+FWNI+ZjasZxW9JGiJ5FTkEJfNc9XoqdMt65k0Z5QVa2yVSpH78lFw/9zFA/9S+7l0Y8+
D4wipPpeikNvxvHXGnTeG6VJI9ogYy3jZ3j1s7USOXlAWCDmYK0w7VHFXWn10XCX6UP1igQOWdRk
ZJR/pRUkGAAU2I8g7GFixDVRL6zXadDqCq35sn2dIYz4p8RIMollnY8PERZiQbIlSYztW3+OVPAI
DgFPAE0X7sk3p+ET5c4q28LLLk+EaX6walw8O3gVEmRZpnSSj+5cKrWBphSrMMvcGl97YnPvycN1
zAt1VG7+czyv+t7V5pDfMalkPU+9321mUPRHQM7CDO1B74bnyYcyt55nXOs3TZTLtzpCEpNwTx/m
VRV5XfGpo3to4phQoYJv963hvWDVHb0ONuntM+TcsT/5eq7JlVd3UbJLBMa1FGSmvllHsprmVQ3l
01awCxzFNqfb9r1RtEPAkhu62GT4RC7HK8YROE2VMa472u24642JQS4W1AhhpwtAcZXpEsFx1+yN
r32J7cE3o5a2eR8jXN09Wyz/Vyo4Vf9qJx6GmiFGBGZ1SOJiuNF7o6n+iwdguo+0Yme0qoYG50SM
xlvvR9fG2fCrTVLbvWuRwZy3AqmDKaxdXx0rPQ3GcGFvWHwiBEudvA3uaztqnFMeN/oIgaWHcTc1
eG+vhmkga1pH2IbcoXjoiCN/sNgonDZGd4XAIuXJglhp0X0mVtj7ERnnZ+HkCc6Beq0OxSwHYk2l
pjksQD/qoROL2VtPsy29J6T04orvm7f+WhN6269UI4f7Zp5n40D6o+3cPnOCHRRUMGkqdjFxSbsp
7bdloLBINGUxoUGMuEV8cGdQaC+9XQfNHfONqk9Zlo1kk0WDPJ4hTfcBekRsbGyhxJvScJG58lRe
BAy82sA4FlADbXea4O/vdYtySY0d9QSwxnQeI/RHc6giEYJwPcyGoz3D0dpFRZRfAzRcPF80qsD7
IhtGuA3gd/n3f7zRgNBivyfBe3KLUvuZV/GLomSRrk2cwNor4d/F4+ygcU6aSPdvyd/ObRN1Gxsm
eCo+WhV9ta3qWbwmpDYyjCbHeTJVM10JcC+jbRoSDi13ZgZ7HhDF+9nNVJbQDzNxlUHoeYM+qH6X
jlX5E4qIcWc07XjU3dbaGbPTTyvkqCIZjr399eNX+zyzoskNZIXaJbc6pfELODVdTgF1SDybk1WZ
oVXTBTO6Kn3VqiLbNnpGKjVjXzfilzIg4tiI7p9bUpAZsBSidg3JLLig1YkK8CdmYsUzxFwZbfXM
HN+0oqNLkTc8vEesSM0r+eRlIdVBXpCAlBmT0JLvvF97rOgQ2uKWeGqttAoLB8eXzJPxrWwlsQEm
gvXdgLW4v57aon2tK4jBlLsnUGU2xd5/jQs5X4viOrkOwShsu/c/Bt00KoZmOT75A4qZU2aoFQIH
CiUHR3mPgdKu0c3/cq7oAZLfgRUCVXCO8wUx7c1FZ01PTl1AhZaJsxdWPnyeVBVd4+ifXx7LBqPB
TzlkEZOEpP9+cm7ma1Hsx9Vz5zRmvA4sFSAhKfHkDLxM3SRd0zzQgBRvH+9rn7/2z1iUYW0DngBN
faJ8KJvvh02GGnG4xqyfffhi0X1UluwnDmL7ZbaSeFfHfRWvRUm+dWvhJfTl49HPF3gZffGj4GAD
f6Pn+350oruor1FgfKYIhFC8KCvvERWy/uC2PU41Hw92fnNh20eJC+goETkq8dZZkO/NeWa58J+e
zUHpI15OQRKCW8RolD6a+WrHdZJcGfKinUYrn7Qcz0CYsGjln9dAQVkOFRBo+SI0C93ncNHnsrBB
Kr2MsEyKeA86cjA+V/pIrE48PwdrADPWaxWbtD4bPzamFbJZHgI6CXyzMB4zP9uCtTVvHCtyeWCt
WGtXiUAtjgy7D7bIYKHGj3RXET/zIOlT2EcoQocFUnTu88dLerlpmR66N6ROC/L4nNHQZVE6kM2o
FxWP4mlBK940ZAgvuRqnlTa27mlM8+TXx4NewDoZkB7SQlun3oM6xbKn/3juRBf79eyX1Qv24+gk
iQahq1XnpfEpdjrPOSSYea/xqBRwtKfG8Y6+UeP91GqNtUN2u6/hAXdTvSOhHffBRJyzNydNjU8f
/87luX9/tBaBVK4q4ltUEs/L9akDJCaXrfk8NWWNXDLVErWzoIlduRYvDxHjBCwrWTjFxnM9XENV
MRVny3zuZZtN23L2fjpgztKV0eu0Of59UlyHzIckluN7fmJFXtstImvPWqlhXZXHZXLwMM2arrw8
f5vUn+Oc5ciA2LNi0HHYIBuQPmQVkAghQilTtKbvA5Ts42n9bTgErnULUCHcnPP2HN5NXj36s/Wc
0v8maKvTk+OkxQ89yctr1dHLfUHpG2z5cvMy5DkAIc1K5SWpSa4R5cO3QasjN+ypa3761ylR119o
OMv5hI1w9qBIqaP0Shf5JR6lgSlsp2YeTrptqzRrzNePB7t4RhZFlkX2h9auTpBydre6KJQaPjaM
L1aVd806EWXwSuqHLLnf2dMNOLH0xUmz+tcMHWu4cgAubqFlcCCI0Inp+/Jiv78PgAtYc05F4oW8
CePAAEq1BcPPD8Isiotop+q8PBiROx/+fdJoDBADA4dbOK/vx4URAycRmulLopqIZg7GP5vS6+KX
GR/llwo5X6oTne6moe1I95+fMyAMFFLAjKF6B+r2bHQPqzvNqiV8qoxyqTXksNfGUvtut7I+dEl7
rSp3cUSW8Qiu2bTAexE8ej9b0J1RIgAWvqCv7GvHZDBEvR27qAA/gzJGsP54cS9OCdpiC/hqkbDC
XuNc78t0UeQk+MIItImVoHYi7J/BXF9z4rqQmKYdv+DtltASlqR1HlTadlLw0orpxU8pkPyHM7iF
7K70Y8zumr67dQtqaXuzc4NoY9G6oso6uFLKXekE07HwUqcIC3do532UOgpVVqdGCQXj3XZIyHun
Zj5KVxbNi+8n9b7S9cbAY0zrxCrvZ6xWEbkhrw9VSU6vdlD0ERPAo87F977Jvidpi0zDxyt78SER
VeXF8IjpF5jEebekIZbzFOIDL7OreeAxRu+rgf3kTrrdNTWOy6Fg9lNQxbsIjj9a3u/3zDCbMVS8
pHlBXlu9JEkemKshbZ8w+HO67cfTuoy1fqvUQ0vC/oTs6LegxB9hAYjblOTRbF66hYy2i8a22HuD
HVgrpE5U8yvQVdYuCJfZ2SVWVz+D+Z+pnM8j5Q4jagViD+U8J+Vabz3tcdKFNFeebEdgA31s4z1o
x/OPLPbpReAmaf5yiNf2dA+meqsp9IHQjU5aeS9h2IgriJaL+3XxvEANZ6FMECifS6pwxJs8dUX3
Ynhtj7QfjimI2tfdw2g21ZfJ9OqNjTX2LqPufGW7XITNy9eDR8xJpEZ+EaMbgZBxhCfjS51QzUNV
sKZ1jt+s3a2aVJftTiTxfM2F4eJKX04j7UOoQxxQoFLvN04nfR5JOMsvhjS6cafR0wSVUmdYLhCu
DXclDjPbos3/+SlhXBqIKCsQDUDHOduwTePEaWo1/YtpYSwe8lX1Y2LNBx+GzreeDBlvZNe8VlO5
OCZLdAj/i4at7hHBnQU7fTI2mULd6KXsqGri6wWQIwx6rRDbaPCKevPxSbnI6ulaesBHUMrj8eBa
P5slaCNwbeWUfJpAq59SSTPaSIbshlrfbdpUO9dOjftF7vSOUp2z75jynWyG9t92Fk8XSle8XnS6
ADxTM3v/kdFKSRynpgnuCcKKrTeRpm4DEx2EosVnduWieFv9W1z5e0ybvhJGTYQpgAHej4kyoUD4
ONIwwvIzBRkGbCvIrCa5m0T338frfPZZGQsAAJYlLlDy37nn+7E86cgCq9sAFWa9/TGMItp0KKLj
keNN+sO/joWZJQu5kBEY8Ty5FXGh+bE3JEc/ctD+7UcHUXGElpu1qn0QXR+PdnYnMDNooIQ+cK05
J0AV389sUVJ0kUqPDnUR2PsimNoHPZvkGsshf22aor3iOvGX8Xi0gCVTefid+70fr9S4jDM7cQ/o
0PWhD3993+sVojVKNsEuw/v7Wlzw9xHp7pNXAVZxzmZomFC75252DqV0Pqe+NB54uNsjzNNh1ThD
v/t4QZet/keuuCwotU0QyQgMLNyOs+FyFXeIm+HkkYMKWaNbZIeao1cbq8uNMNK1aZ8KNYOhCopd
FFhi+/Hw5zfC7/G53FleeDNU2M6CSeEi3Kapwj9gx5t8S3xZnOJy1L9RUhDf/F5TdBYDM19ZTunf
CFufdhEA06OYbf3KTzl76f7/S+jCUo9yF0HNswTTsWguj9SyDyVyzWunm6cfqGp42wZtxHtKfjko
LRSG9zkyr28fr8LleYWIi3I6D08AFOpcWG2mPdESzrkHDWL4EewfRuOJSJ+9Sl7jFy/f8/x786ry
1fXls/tn15CAzUN6xFB1adfboUurNU8e7rcYeuzcCbz/x1M7e09/ryo8OdYV7CDJwjL1P2IjNNga
J58MtrMx2RalzKw9+TiXroxWb9bNRHd4xao2V4a9nCbdX8z5qD8s+LJz3g6QHIRPotE+eGmSfKVp
JUJ37sbtaLX6Cu1M40rScDlNZBmIbCFSENtSaX4/zWCm5aXFg3XoCxuL6yE114GdqKcoKiMnlGSD
D1pn0mb6eHUvNw7DktLTG2CmYOffDxuXkb7cujbXYZ/ujFg6B78lHsT80H38eKi/zRC0j09hidfL
PT8eJLhR2ythHybZ6L9aOpdfoozCEH737jyGlOjmW0xIq/FfV5aiCGk2ypQEY4vn0fspIrgoIwwB
goMLnupWmmgHrUotcG6UmIwbDSjsqvHd9MprfbF/llFJzRZIG6S389l6oIda0fU+dCjbe4g9hVKS
CU3qu22jJBWK3PavjHjxKdGC0NmsjMv9w8X/fp4j7sSRP5rOIfMmE+uUUiT7dNKjMClq/VowQrzD
X/f+HkAq8Y/PeRb50dMxsYFpUdF0reFJOBBDDnXjIgYDAWkIwrEJ8iAEEt44d8B7a/0V8aoW5pXl
qYNe9mOE+HvqIE7QmwNCH6At3GZlztRO0dAngQ7bMhPTpnKRoNhY4Jke4mzBNFv6pL/weI/tykSL
WIMBHQ/0XGOn6h50S0RiM/eRkF/M1h2mm0Fojf/QVyjcbrwkqJ29PcmyWU92FJlfAfan/cr22ZfH
2ay8Ymv1nV6t+6ae+8/A/0zrmcfNwH1FYAoR6qCIRFjmRfSpAhSGQ2iJ/c+mMoz4c1kZWrw2Rdrd
1VZZkpkx2Ts8DkRyksMgn7RsHOkCp27hbdLels8Fwdd3zxTes7KjGX88K9D2QxNbv0wcUV51p2+1
FWy+sgK0rqVZWBeIUIYKP/cDP9MGTVV3udygKJt2x7hrk4dhFqZ757sCZYYGGvy9l+rxEzSW/FtJ
sIhcCssXehgGHLPIUcnKwuexWqFU6ItPhlECwB7ywf6KcmhD2dIwZrmJp0hZO78r6bCLUfvRSLsw
N4MmHWM9W8gMhPx33QldcB/tTtEEIVi3oj6l3hRERZjkVn/r9QHAiQzJQPfWj+iJryiUajhDuYnp
3ibZwLLOiP4/d7KJo53o8+S2wZC5CXW/Hn7ksYP9LLCXDpWUWPuReQYWLuC/im9xkaG8BIqgkfqj
VtRoLDuFKIoH0kJbe80tOR9bEfvB6xDkItuOiSnFuu81AKaDrMfgqNWtfkN1EKRCO00SMJoaR4Rx
HKge96WHx0wozLqwt4Zb8bo2ulHtnATg2T00fNCAvexBooN7ivPdgHzxuEr9ONV/1Eaf1be6h7L/
RtLZcX+1QRonKwdrrO6+EsqaN7ElnF+ooCJ2x53R3HgtorT0WVRrOPeRM4KV8925yrce0mBrFFqi
7rNeNONkrGxl2TfKo4XchdTW5YBfyzRqb0IG86ON59L8nZ5CNZUbEXXiFaWITH0zp0j7Xg+K0yPh
0QBdrqOpKnDgUTM6NrjuUkWOq6arFN5MiR4/y8TyynWuTX1x8qaywlI+d/Up58ZOc32lQKy0IdXm
XHvmNALnLMyqPw6QW1BuT9rG+5ErU/Oo7vdes8UsSk1ByOOdfMkzjdJ4DlBvaWcp54eOybfcF2pA
bAzjLzB7ENieldvP1n5EBfUBgKbhHd1Wq+WqSqfirZGptOmY1FLb4Mgqe35bW6gv6BwO6oh/sth7
uUpQCJucyj/FVTXIfTkbMOB5DIc6rFG9nk5FJ+32JxWxtP3Za3ZdPyR5TTNmhQVCX+995VTOyhZd
cyixdqCCNvXDFKLjjCC+Fgw6amlKc+obKgN2cZ8PYwGn2rKmnwjZBuO6SLmyUaacUg0YP4rRG1bW
bB9oC9v+Guk840vTDOVD6miuv40bf6zCyaycFMu4PONgtHP3XLoYsqKKWQVNmNRtF9+2iy8TgkAK
PUUD+LtJU51SB2AY3bulIQtk2e2rNDhkSA18KtGhRu3Ri/kDgTW0Yee5MVi0iq2yRcq7ODY2BnwQ
HFzzJLTFDUGUqgAcRPsp3xRRN2brSUn9cyBmrVkPOC2hPZaOHWVELxUH32pwkVTYqFFlmWc0mTGM
NO2dxDHAvpEydv8rxejfIxFDh7S1uw7sTWH32cbrWYfXZsjGmA5GF/ersa9GJGDRq0TL3R0jK2yo
Z8Xb2mm6GMvJJkUNEWATvnik/28abfBfQxEHryPwxBe3saSzWvLbCpRTMP7su4zbx0L88pSpOHma
3Qot+T4YuDiKJAk+a1pvFQcz0TO5Q9dpPmRsU7ptURV9GeNCgoP2u/S/Mff0W09CQllrc93dJmbu
x6tknrp+43faeAiCtvpaaACQw2Eyaw9stabgxwXWr0YzW29Vua2Um0jUFKG60Ut/YjpSUkutvCpY
rDYLLiHU6bUEOQJ73s6AtIIdtsjom6im14wVdBI+0tyq/D5JsNJElMacHk1MVhKwYk5X3AdJPn4G
B1k8ZmmUzlstcGV1b2dSsx8tW6NtGBIwR+1hRGH9l5oWG6zGymX+WIyzc5rUgAOtpk3lf3Wkxm96
Ip18C706MLfo1DY3ydLOw5lX2XftlLtGOHQubLh+KUHtpDG7N14JsDf0gLq8FFSB31DnM+RhnL0B
IS3Z8lVstPBJvA2/WHVoPoiVheFUsZVVTJYcqboEwBUh5r23ehY3zFGIvkVYy7Z5cGxx2zuD+2mI
ah2KqXSCI83x2Fm7rZ2JQxPJoT1YZH5qg81ip2+aKtBwaso64IlF1sobK+0LiP9umrTrtMJGceW0
9ClDN1XOcOvguHI/kPXKdaaXrU5RVSygOctNb4ogDsatX5WudWPDR/yZNRFIxgRhb7wFBqGyELmK
9skXtgcK1k+LbEPi3711vqi/KQv9rw21W7Uno9Vp+CDN74ZR4uSPIo3qDpC5XvShoeUd/IaAj7WD
8tA9gYTDa4rwz7ifqtojxsKn+FuQm958Xxa2Dwo1w4gvNMhZynBsCWF4ccoKCVhcfLTQzg3lcQ0F
xg/PTssBEf5B3SrNb75rsT7kN5Y+tG+GoJ4UzhXOAM+6KOAq9U3pf7GcVrYrYxD9W6YZY37ocEYs
96ZRR/GJP2EFq1prEy9szaS79+mbZyc/aYefXh/DlUxc6ajPRqXyehO3jU7xtRCWsYe/upg3zRO6
l6ltKHOXzr56cpIuS5kgOeG6tSLfx/cwaiLqJ2Z9N3U1uPGkyY0sVMTA1huKEird+bMZ5WtZu/0m
qFqgPkSN/VvPe6K2lT8iNT7EIyhPJx9cBDdjL/4a2C0IQBocZrZmP/fByold2w9NKIDJYazElO00
3Z+8sOl0mZ46YyptSqhWVO6LfEg2wNadaFd4rfU5TeRcbRQmQjitdRNxWRDM0zMS0KPcpSNh5AaT
VZeiE3EaknLa6Hh7EQT5k5Zqg7WNQUP6q3r2/IcsNsBNlEDjb+vAquJja0gg1NZk2Pm+y2P/LQlK
uHKI6/fuVoxlVq1EkkSS99U3m3Ved3z1oEpKdYQ7BXvNgd2RfJHAhBr4kh2soRKA49qdCPBA6IPt
2BdIRhCx164hbiO0oaOdrCN8A9MqSrNDjjQGB3GAAxJSdUTGuZxSQGMmZm3Vk2s7xnBM2PSAmEsZ
vXhzojWhqcVGhxh1UP3EAimHQOIQCjoer81xMJGF7oaCA5DnEVp5BYwP7DUptkKv1bti0wYx/IoW
5PAM2HkmpCskiuuhjWE0pqJex6Zfu+nY68umzgS1/TjelLaf6HDRK894gMOUt3DSBPRUPVBIY01O
kp/ycR799Ti3+b1bmVVzEsJU6xZJLYG1TaU4v209j+rFUV3Qrml88Qu82RGfSoEN54teG9GwgnSm
OAAm9MTt0GgVpspWmxgHMvvOyMOxqtV4b8LsyQ+mM4kgbCvUD7jAk3obq74Z4hCcPQCQRfiRKNsz
EZRHYiZqv1R+MzZUOfw+Xht9kVVbLDu8YNPKTnvMKa9b//kJf3NYQ1SKVpA3XW1dI5+nPajaNggN
uLnqtd/UDCs7U1S3iOG2hCmi0J5kNQ8vfhMUgARkp3JkZBFl1BrF/e0TnCLwpKmyuqG7ZOYH2+5B
wxtBxZerjGHq7tB49IIVMIB6uLVbQThDkTHTHoisCb2cWJbeM5Yz2jfo1Fb03zzI5k6hIK92Wot0
2hVq4t8qCnSXqEFRQCb7PSteODl1mE7F9gHs8HHuAWOZgGVXUafZW11Mvxay7O7jIsbvgsh52otG
f0CBHDlUuBfvs+wBKRSJ8551oEfhZTcWfExrLQjgEafOxiFdnHdx2zWSRprHKOEaCuuhN/e5ozXm
FnMrdHldYpJPoELiZBNzhXshtdz0J30GvoJrxMmN3gCaWyPd4b7YQWeXN0jjGz8orpVbc0qm5NZz
cj6eoveprbu+Q6Sq1Ug2n2ovS82TOQ5iRGQBlfTNZBc9i9Hm2arQq/LeH3ouxVDDMG78L6+hOoTV
7Nu/aLdE9sEQif8JefBouqnk6HxxFXIdYckT8gs2Gklg4EZaulX2rBVkXz5gE86oxFs9bXz0g/NB
YbNSFbCoFNpJ/g6zxlodUw/zuwOSTrraUhqaT5M7mOXWwBrQ2CSTm3+aAr9LPtVahNY1KSEiiXYH
p5rXQUVX+g0XhQvEceAFgXuguUGZ5GzXUE9rB2TzkqMWlPbT0FrzTS5Sk+b4XIyUqGPvByjJZpeM
3cvHm+eyQgNrBgQS1SiQOoBO3u+dmMweo7MqOwbKPfqeiN4Q819gb0N6jcJ8UX5Cxhbe04IyA4xg
nyOrsDMadTgg7mFMafxNirOHqOy0qhsBaSAqrqzpX6rwjEflkrYYKF/woO+nRrO+pg8QOQe3DtK9
mc7ZgzYPWGwXjTt9NhssmTw2yslMO4xG+8gjBuz62j7q8PjfPl7miw8MogZPCz4yOvmgvc46AoSF
ZqBK0HTYQ/b7pu5MGAy4poEiBZgouPX/azvzNUuiyLtSa/zb0Ghi8H1RhXDAm79fBqOOKxqGunuw
4iWuI33ZEio024AeCaFqVHZfPZbp5OVav/141n/7BLQAUEvGiQew6G/DnD8K5ZYN8kN4k3ugHYJi
XiktL+RqiBYVAq1bURfB3HigvGKEhkJkO0SnEUlcxat5h+ZxMV65nf+yBRGE5J9Fr5F24tlutyyv
7mP0Yw7T3Le7eigDudZGTT92Y1GnVNKy8RpB7S/Lv2hQIoAF1pqi9llbtg0Q7c+rwTmgCW6uEWOI
d4ODUDB8kuRoGtO4axvcpKzZFk8fr/5fniKQcQA6OduWzX39/sO3xog/wUiXIlDK3xZRnH2n6trj
tx5ohw6b0sUvYxb/vt3ovdN8X44eh25Zjz8/uSmieKmf4WmCmsL3ogisZNubENYG0xuqNeWUeGVD
6UKJeJqDaxiZvy330nXifwbivefDT9o4Kw/x0UOQQ/wr0V87+eM0PMhBeeWqTZroR5xW7b4kihdX
HuLLtiNSUUA7gMWA2gMN9H7qJZS/ggIHfdWOSkOYSS6lFYk6VqtBO5RZmIH5Xo0mGZOb9u4tmtLF
P/dOOMkQDGhZQxgPzu+8quutoMV644BMoQleV8YHAEM3uVfOVzA0l2d7EXzC7wD1VoRozXPVxNYb
UIucuVc6arr91irRMOaF9CmcicQu5E0vCig7Dd5s3jaQeSYfA+rsyRbkuH8z9EZ/rS134R+IL2SA
pyXs2gVZw6X//gO4yN8a2FD6h6SWzs5sCOJDm6h/5xbBfBrBNGUYLo/zg1dIVZw6HaeCk11CsTgJ
pC3WaFlTsciNtNloogVC/48HkgY/m5Lrn/sQzPxZmzLwW55gv8uORd1Tj3UzqNfkAmsj9sy32a42
PVJlzZVBLw4Eg9IyhO8DQgP06tn1P7d2S/8hz4+OMLQkbNzYvGu8XJ6SOC7mQ1ukRkcNZcqSfazD
FvzX64Dhaf2gOWbgaoo5xvtP4ujS5M21Ma4a4L2qEvB42NJ0o7xUGHKfwasEMgJxAbad2z9/vOCX
c4f7/TsYRykE9O5ZYMyXH8yZLvQhihtcaMwarSQTLbRV3MbDESJkdWhcNciV1Dv918djX1pGeHSH
uQ4W+TigT+e3gUVaNNViSg86JoWfsPduyp1uqJHMK6NVDaAxqG/GUoIvaROhos+DicPJuu56YVFI
wMp5bauqL+PVjFNj8d3wx9o8YSMV67tcNNbe7fLx68c/+uJ9XF6LBTdFz26hBZ0doLocNGp/dk3I
BIuXIsXXCe+Vrek0P/sxsK+ZQF4GnwznsD5kL/z/HDll9COtWenWhyJG6N6msPoL+598q0qjza40
zy9ew2VqdJIWpYlF9/NsanqF+dxYAeaNbSCTeQdqC6qk5WIEaYxpuhn8Xn9J06m/EnJc3pOsKEgi
mq4ARbnxz16FRW2Bm7E3Dk0g+vFIVdXcKKvsb1NCr28yIW1tEN2HJB0UIgqzSmvfmqqn4AyuIb4C
/blYcRh/IMTQM6Hqj0ji2SrUk0ahRUnrYCBT8wUG7HBvW7EVHERg9+W/MTh1ZOiANrOZoDeCVj2f
OeYcg1NWwHAoboF1xJe7MfYpG88/aCZwBew6GgjmE7TT4oq08MVG9rllkWyGwgk/iV/w/tpZpHTT
kiT3MLtjYYYmZ+fWKulNVWZ/79be7cfn5nJZGQ64goE3MSnceZwbYww8UlPrDw3E73WtpuwBEmO2
G4fiWnx1sY+ZGa10YKugJABxncWTjg3PPZ3L/mCmerYTthltMgTHViKm1Ik1j3knjFj985dcMI70
8pf1hKi6/Kg/gjpgIJ4Cktwfgq4c/HVSukW/6gudTg+NS7vYx7OUb5kUY3H4eGUvrnDw6tyeyBsu
GFJim/cj11RrPAQU5wPwseiLPcfmI+Va09lYUa+3xyn1sGrDmwvRDvSg0Hf4ePjL1f6N4SI9RioX
icGz56sTotHITuwDJogBJHvdS8LCLqqjGnJzk7fiTRoozH086OVuAue4qMIQPTuEcWc3RjrmWjbx
lh6qtM6PheH01grfO69ZadSXov3Ho10cFdzOoeigv71Qzi5omUOQ0BAwvOZUy3oQqDbUdLDiOKF/
6JbDG5VdVvifh4T8u6DzwM6Cmz3bTmmJz5NfDOoEPM+g0zkU9N6KjAABZPsYH+tYqiuzXNbsXY0s
oFqEyg7shIVWfh4aYk1SRmyk7qRjdW7sEoUU7qFWNAzfPp7bhaEoxSLAUlx48EkY8DzKa2j9u1n2
P87OazduJVvDT0SAOdySHaRuybItdcv2DeG0izkVQ5FPPx99bqyWoIbPYAbYGBu7mmTVqhX+APMf
VZ66uU016VZRSus2/SWkch99R6o5iBYac4h4QKz5qrN/y3vmKdlHprRT+rOuvMkNcRz3riGyX39s
b439VGfUpPjcWy+PE/oPaLWJQT82Jc3J0IQEHZrgCD752KLdlHK+0oR5dXxB2YNwWnXzDYA5l9pV
WCQikqsChreFUt5Beov9ASe3/5RhJHsRu8bwKWst/SYbp2z//od4dYoCb217rAjQP0D/9c//illA
sJ2+xPTsiL3l6A5haVlAlB0Vu+UdnmbJlTz79QZbHxVALQ0uQF2X1fbSW/jUxVV9tPy6s8+aV+vF
riwgsFzZya9fKZW1hVcSszbI65eSAdCkmMu6WnMsyGjSeYv827hqTQ/5c+nMvrrVAF11aD1r5fjT
je366/vv9XJ9rCRW0QJocIDJQC6vW+yv9zqmQu+4CpMj+rrlVys3bTwdHWThzVW1I+7q7Dvc52Vv
a2MhNu+vfRmO/6y9dhe4/1Z64UUFlatWw4CEtWtu1zDtEJJkBMJE0WuWL/1UVmeVdOr5/UUvz8y6
KDuYohIoMWXExY3LYc/8uejSYxpz7MMUTNNne2pxguoV5p4Z83VxJUBeqjRwz65CAZi1QmPg4r2U
XAXuaOKysmRHbFSTLVI/8S0Cz/1Hy0v7javc4gZN/CYaMG02oq4HrObBqbrytt/40msvASA8ppjs
7ItgkYFraSXTqiPcdes5YE73oCFAfPRHG4CaE2fqEHjatHFQYblymv5crH/H6/UFUIgABCXZgbZy
ce9LEDwGYmXZMWGaiL8BE2BI5oJhVljh7nPqCvBczN46jHiXZlluYSxqcZQLjcF5P40YZnXmvMOn
MtuB2Lc2SDG5Nw1g7SOjhOz7KJOrMtx/WqkXPxrmP4eCrUm2cllrDxUFp9tVy6GbguyDq5DH3WgT
sNUQJT0UkdK+QrgZw8MsAtZSqI9ZJsR/crBWk4MsR8q240J5qsxW/gbWNZ0slYriRstMVwtNl8vi
LgCxmH6F0VKoXRzUaXxXWgKX+5Fh8x14m1Kck9ZOfqtUz4OtV7nTGTHscdzFs9ndzIxzQXw3Qvsv
aWJloDxhxcnMpCZr2gcGFMMdbMRuqUK6d1W2kXIY5NPMjD7fqbZtkPxEu0E395ALbIMvoTvl97Ju
jS1RVUu+tUs7yw+1GQwtuxIoTIQxrfVxUKibnOreETLUZmMQ/ba0pKPf2FZV/04QOn4wkmX4VinD
rXAyM8eTYPyE6tGSqv/6yWg00Jxd3t7mrkWlGBDyxtC2+/SotbFjb4fCm3Z17NBpWnBh2plW4seH
IOjwS1WFgdkDwJqxeKoBvWQPndHr042FNMQHODorLMEbEKOYnKVHfrdm0hMhj+Vp27Rr8/K+K/L4
1kZzUIVB5rbDp9ltlREZNRNtskHgcAiMSSk2rYe9O0LY9AM2qV5Op6mPy+oB+o+oo7paMHzU/dE9
zhBY48gZBprCQbr0t3kj6z6ca7SSetxdxxBdJP8b5FfsZU2zVfkmY+I5bAQ2tV8R4LT1MJt6xLQc
L1E/BsTPhzAFOvbbn1Cn+DDmFi73fWGan4Nh7sSHCtvO+b4hTsDGHtvSi/JFgVMp5946uhmaqCHi
eZ3cpswIvsHNlJ+mZMlXM2NvlvtFpF4SMcNPEDkarGDnTYju7Y3YZosAu58RaPJlvmP8j/IZkrSm
GeHM7Ou71lq68mYqW11syWxwijOqtv81zqL9qeuNk21HZvLFR9uLm/xu8WPb2Guj0xr3Qdxa9GUG
1z8vg7M0t8EI1MXxnGn4lC6FZdzRRSx+eioZ9BDBCSYn+2xsJHuNgvDRF5hQ/h5aJZpj0wc9mMDB
Kr8B7/DFf6AekvyTM5We+s9h0pdvK9iCMXpkjRvfWKJt8JAe8gqAAt2p/UTlQZWqrPnjYGVlurWt
VvS3c6AE+lRiASVacgaaDfK3Um7iWGHlJmui5K2yR9rsoA504zMHV7MeY1UA3/DGBFH8wprsn4xj
p2IjxhXxlKeVbYbLUPT9CSCU+ewnhL2Pcsr6rawL3XhKkwGsWWygU7yZPSLLl2yOJ0ppTJjcAGeF
xf5luLwkHIttvYu8fCk/rdp7p7IQSb4ZEt050YpT+Qm5YL04VbanZFjQ+ZS3tUiR2xyFVnQaKtP1
ZMCWAQs3bvJpCarvhGv5nTnh8q0yMv2XjqFAigU40JtvvcyR29U76e/RAQ6MTW7F7biPjSkegCZg
C7tRDuhrCAsjf9EOetEdDEkvJkRUSf+MWPfaHlS9czfpJcQ1/LqQyscDJq6ObYfpcGSPAn/fRVpG
lHk6vF74ncODki2t7VbvlvKrxiQFIChuhpwPZ2z7iPPQNXfMUONhq7e4YkW6cum9mX2SHPDU4zax
uBi+w/BtRAgC3+1D1MWCozHYqtsu9eQ5u7hqnBrY8ZSrbZ0t8ReZzlMX0diUNWOroP4yQlptI8Rp
uy9z0HBoY+rZZysVwddsQErq3jNFsNETNPwOWhfH+6C2NT0ahRzKGzpGiB6FBU3cQ7OYab4HYUp2
UzYYwqgow10AyCeK6p+NpJrtQ43zaXJrIrx72zrLUH9qGGE3ZohuXWJsgFKm94GdD/Nh4GI/aHTb
jQ0imJW7XfHw56AAj7khVUNILJbGpBGRa+trUqKOs28C0NB7KrbM2/iAU/QoUatFiGtI9HTCGUwH
ItLBWNWPQcn19mynhVl9bAbpyQPGasCEssZsSli7c6fd1EkjfsfSMSAGE7dHe9uXhq02iJYCP56B
QmKYyRze/xIIM3jGoTZdIn0uSw//dOQyNsBwXfzkBQD6W+Ds/nSTJjbOUMC0e/BT2UDv52Hu+7j+
IDN3nI60vhYw1CXIDOBYdVrJ/uukJ016OyFkcFf4QZ7flWOnDiUSpPrnMVD2gXoJRT+sw7RhM7t9
Y5BNj+2tZSDwvqG+N8vbZhz7LJqwKQ02DnXLo8Lz7GQj72jfdPXsJc8xKen0cQWTfSWA1D96K9Hu
F+ivxSGZ4VF/cehyTNsExUAdrX6tNDY+AnX5E+gtoz0MPuJ4Le5x6VbPHGF8p3TQEAU12/puZcTc
wnHHdbMs3BrlPFc2pgMGCOaphP+YLs1eDc3ScJKVnfd3C3J33oelr6bu9+Am3u+kqOt6RxfM7m90
9ON+ISgLHhhpDheUQWxnjIINBsD1ZsVRAGqistgvTtl1P+iUTs3G9Qv7d1DzU6JgRntvB0bcsDfK
FY7xs0lco7oLFmSSwd0Dyi6e0fZrslu8JI3kv3iITRs1ybh6VgWUtxuRIkMQ+UU53iCEafu3lpY6
58KgNzlsy1mnJ0AHODl6zqycbVd1mnUza15rQ3e3zeKI1/30PfVSDOMzR9O1Y9IiLHC0B68QEWZZ
tncXj76+R7SCIqyuEO496UoP9jNjHYS3dCyJdmh91NUPQZwQUVW32H15HqoMkQJT4u4L7lNjt35O
F8WgOEhD2SOKX9vA5OBa0PX6QIQS6UYXot4mIw4Jt6vNUY4kcyJRLmgMTW9glfvlWbMyUJmNNtjx
rqwsLvy2ReYMVI05bcy0MpO9tyBTuCNHHAEkInOYhaOB5OF9NYOVjrRJdMPWEIUYNm7fO88qmGYR
NfzIGi3R1su2Ux0UP9q5XYncwQhwsU8Lb+fbyUga49cxGVrQgtq1tOBkitmTP7ysTrWcnFof/vNq
D6hY3WdQE0c9pX84Jqaf3Xf2Yph96JZLdp9XTeHczp6fboq4TJ2ttigLfUurcufQmDzpRFXTWPGW
FHgG/eblrg3yVPPSb7hzF+S6yaQeclqoeCEAixw2aeWP/gf6MTJ5KL0KmcYZrcR9iWM7KR0TrWCv
9dKrgE7WYgY612I2CTunCXIEhkKQnN5HuDx5c9+ldEw+00HKzsinLdWNCjoETMkwzHYzIS/3RatH
MO6INhalGY2MzJsbNF+x+OrSwtG2cNFA77cOMLWxctQYTYgeKLixwMqqsGgTbfppprWYQq+pLXvL
5gak5pvlTGOSXnZEwCndb3lu590WE4UpJ1LR2tso00Pwok0xohe9JkXUTpa8Ty1Xuh+8Bv5ZEOrA
hZtjjW02mvwauOAoIS/DzVzLDNDWhY38tD75QXUP0rzpaLzGWptFNclxeTchOJ+xZwsNkAVQ6zXj
psn/CWuKwSF5tFvNWzG/iKdkblnOgKg7+aS6ysk3Ro2gzTb1XDw8LIULmrtk2vxzWlDh20BLmW5b
Pe9A2yHjEdyLuFggrVvcBObHJpjkp0UXQ34HvSLooBbIoBMVTCJEOe6W0ki+uZqTdLfxEMzELToj
5mfN73OEW60194SFKsVWIgiToMPlF5oXBjWyksyClsTacaMOqMxmzEQ2vSwqsanEVCA3j4zVfYIZ
2w+A+A3j9T7wkr2WF+NNagWqQS87z/OwB4aj303LpFkRWP+02xg0p8pdmZKvRbiQxU8sjX1q385L
fUjbzp32bKLWgb6UKT2KZWDlD3MhF23vSKOkY9gkbWQipBZ8GIeUdMlOkso4l8uKGS3mKskPSdwh
A6DyQcotANvmxhVFqm8RxqLAM0AF4yqRA77cOHWtM2lmFKTFaei0QVsTydqgikYt85AXq/p8+uFr
JCRh0fuO2oogKPQN5DKnCR1Ia/Mt+YjZ3ywrmXppA7dDKlDzYhCwzBJxWloV79aSEUfQFOKBkxu5
f18Fwl62vGW4yQmOfmPYN4v7VLom2efKQxFHOZeyhW3kwm0aegXtpyhVSrCqxXYq/CV5QuU13gVk
+aLaDFPQnb3YHLNDa9fpk5HO3rwtZnixfdhnUN5DsxmyeqvSCgHUsRu64kaOLf//2hf2jzSatJJk
pwPWD7h2cFAmVzno9zJ1na/xMoPzjM1F87dgQ8mccRNpFGLJ/dKjnM29YURJToyowxQzkfxOpa4n
7zXXrO99U5XmjZCYxHGS4XNiX44k7hROidL5buWcR+PYxV9cH/hP6MI/26CR4/AmQZe0UTOpyjsI
hOK8LVLI47d5sHuewTKV3JKBxLx9ANfuGRfvBnysO435gSvd36J0vlQbpMSC3x0RJI9BQbh997PP
6+xri9ytOpdFDSVPj+EXVlNq/YQH0s73ngTNup+MSnxDJ2OcDzrWRTMGNnXef5Jx1x9KuzPqTTKV
1nST96a5MxoUOEALJ216KGtP4J4y50uV7cclSJyNwF6Qi8xKB7AQdAM1/wk3lLE7TNRf39tFGP81
KYo6YeFj+Li3Br6t4iIrt4Fy9GVTDRbGBmFjpW2bhM0ioQGRnwODNCU8v1AA9/5kmCrXdwBCi+VQ
0WHud95SN2pDUeNMEViQ+jSXLaBRsBVuMG/LNieS6s5iP3tYsKvtPMZGszUAnhub1krNaGAgXz4j
Tr8EuxIrXffRBLssT63Wt+4mXTD22YjFSezd7KW+F9qps/gRqubG8i2WrlIfuISnfkPkLp3bkeY0
la+jgzBrUf9WBMzMM8HjLEV+sHt+PlwRopiIREaveI8tsSvRTgbbHS7gTBI7xASzrJDnFMZEkugu
/ZZCR69DEkF7uh/yTn6CJyKzvetWprNfeQaHyQVwFRpFCW3HyRaj3S8GMpigPrAvuc85PN+7lECx
sYI483dZO2YzJII2zdNtbCWl+hC4be+duWgN74RkPOl+CKCo+27Ejsw+thCFjTtf0nONcKNul3uI
Twb473le+aleG/wgsnKPVbVKGoy3ySZDvZ2BancSVsy2GLQ23alM6M8SyKYedUMCgDrGCx606zyJ
367Iep06ztV6EdpGGmvVlS7j656u5dgodTIn8PkHf+1C/tVP7owlZ4/p3dFAOmp8yFxDECz9Akw/
fMpm33n0Iz6X7Nx/tBWhyQrKATlfB1g0+KVLPr1rZdLP8ro4WrVe7RCnJxBpGhzQ0Euzfi8RDB8P
aAW51rX27jp+ftkoZIKL4gGQAIZ8gXHR3ezRaS6EycqgQkjhqLQLjb5XYzITF0KHkeWVP4TKIXCY
KDiEbme60UCT5ZcxivLK8PoVQoHhn8UQENgcyEjGuBeTEukpZ7IdLT+WPvALrvtlOdAyLGq6IE1z
asEf98c57xhawfz4lnkJLQHgK9DoDFgY73fbXzWdCR78l8ycnMtBfuDldtDUXCSB2Yu7dHSKs1ks
2a00EFkgihWQf/IGecneg1iBbvz2/aVfNfotMFKgNJlMorznX6q3thzQwQaFcvDwX/1iDl2802wL
5odtjUfIl9fs6l89KhsfkT3wKPhiQNW6mGbgoyWWyprzw5S0dZRMk/PgII9/v/Ab2QJrL2rqnzmM
ybUvvo4sXuw/Vl61WFbvPji+l3osyqUw7uygOEgFon2bz36XfbKcYVYwMP/AGAaBm98MJibyE1Vh
qjaT4ey8CsWUWe/gB7nzMAfbLh+r4DnTlL7sc6KTvXPcIkswD8OY8Lbw0bJD7tzEfe/9T3U5IGFw
zEfyyBEYywAv+fPnf0WNSpUlsJM8O0khl60Nm7UM7UQS5mFmcd830Hzv6Mo0IGqaXOFPgCMWQd6V
wZVdcxG//vwS5ucrewS8C7/m5YZdq2PcEVR2shAnzDcJGn77KV2SvdEs3ZdgnK0tWqXXcK5/QsRf
n5BlgWMgh4Z9GafFuwRGyL5bxlR5xSmv0uYBiYocKr5eWrfdVC9ZGK/k/DBJxrYJbe7MfeeDevFx
iaOT20D3RLAKL5krX+XiBK0/ioY56uLEU2RfLudzWRwYky6IGU1ZJX0Ia3jYeNIa4OFJ5GDCpB08
8kIIPmLTVHPX0jjOTIi8Ra09+arNfrXE+Z8lhJ8qtBIwlJFZJMNeTsV0BSF0Oafnt3qr9DgvkA6a
6f7B7/21g0hBHLm0yfzIIWkrkkKktTAxg4YZYhgmp5BJJxp2wEANjNaoB7UIs8PiP3vUyi98Gzkf
56auz0NmmP9qE7P+NpxDAYkSmn3DXofNL34b0DxrCNQjKa88AtMOPpvSSfWwrZry1uGNXoPHvf5y
rGitdzDRyOU/L1es7ECOlTaoxyKNYWnlQxLfBdQ3yAzQRUvDRlnFP6pC/fkCPJ69osQAo126Ag/5
WJqjp9RjSg/0s+f685ccFtezMefZhkNv//f+9ryIt3/WA1DI92Z47nLvv3zG1e2q5zuqR3tx4OFX
sgaEW8wns/G0Fo1wjZQvDuRHisHmClr6raVBOqzTQRTFkK9+ubSr0L4gRZwfkXeXN4OvOasslfOz
bnS5ywfHvtVH4Z/Kyu5P7z/0+lAv48Sq+WljR8xMZsX3XKxcGiDdJStzreefkBdoO2yH6K1qwrSu
wMTeWIvRPHQzBOVtIJYXd7do2mAu7Xl5zAdDfjGU3x9XIawBjQiEe6+MiN/YsSwGupaxA7pIl3p3
TPLGHNDx/IhjFxYBPWmwgeHnMAAw1geUOvIWNbX3X+aba0IrCEBLefzv4pRM/agFitrzkeDxE0Wt
qYl8aQfars47G3WkXjb9lfT4rXfqoP4FrN1CDMm9eKcGnSMLiWEeE9XNx8asHyqZW+dinn+8/2yv
7zFOxV8LrVv4r5gDA3PFBC/zI+F5ZfBnmA53qPZ0Q+mdYmyPbqBVOj/fX/TVCwUpQuYPahK+xoqw
e7mo0xaLX6SeenK6lMI7SCaaKXEeOO0urUHpoBkEafPKV/zDNPv7TKCiBbBuDf3GCoe6BDbItlmM
wvOaE4hgC9m7BbnzrQoKsoe0ycqPdYsi/K0wM/OmTRh97PylNfTbyjSHYC8SS7aHxXj23KZ7Fsni
fbTbSu7gni937WRGbe9EhTdC741dLxmiUrmzvp9bK9eo5B2EvukbB4jNYJiUPAo7Vjd9LNouchNZ
uaFoMvRYQN9YHy2RMPLA5LM7jylqGBi2z9OXLEis+BdNDLF8rzLV/KrH2b9T5gjpHRvMRMKUNv38
yku7rBIozShUYBIB5SKCAh57+ansZvTiGbD2qaNUgLwjMshcZj+reG90kLqAFTgMUDL6Fj8Y5tH2
LpzJQ2nHoU3VzRU2kf+2dwhrtF7cVTbdBj/+ygS0aRLp+XF/MqopsAFX1PjPxpWGeQoVTL4pZTdd
OYyvsq51TaBAa8UEFghoysuXIGi8t1Ndj6epMoYpTCm0hyhDIqOiXbRM9tYz8vFXgDmzH7W+1O9F
ME0KyYzRxvDXWOoOrBKeqeWVd3EZJdbf5YBr5xAR6gEevvxdqoFdYcVTc/L6sbwXyxDfACwSy3qh
0VL45xcPRzXgFsVQDnLfxWVGj8DF5JNujO0k1o84HvyftrAmsWFEMiEl4PlTeWX3XQYnng8Y3woF
oiZE0MB8+XzS6gEoeO1w0kpGwV1QtWfgePpOymL62RER62OBrsx0Bby/xrwXgQKA3VoQs7r7xxTo
5bIlAobM22ztyULpVO7N3vUerMGXXw0vQzytJOgTriqvPmZLVl/7qH8K75fLs7FBTdLBA3btXWIK
uxixA7rn3hPqSow/HOUX6uuSidnZOJ3r9Sdp4QLml5PDlqvjk29YmnMzzwkaSKbd599LYaXBfrKJ
snvGufLRnzNUW3JTGnK72CNesf082dWGYYuZYYfRVS5F/uB3N3bcKm2idoC6pvYYUaeArrF2RSDH
yI1p2KiG/gayB3pw8ucVi77EVQetRxjZVrPHJN/nNTsBkP/QDttJxCZG90Wq9fdKJcH0wFQh+E0Z
5ze/p2ye7ccZY47mk4PwAeuO3QxBONTRfe/u3VgP/F//uInZv+C0XDCwgPtIIF5+2lQfvNZfRPCE
EgW6FB7yM0944pXHxkwbd4sVRn1N5/XVJsaeF+gx24mylari4ioHMFAjXkEzVFVpC9ohS+yHfq4K
Zp7CFauyD5ORz4Yw6nj3/sO+uTJnlf4GbS7zkgOMKMhCv3qsTtx6EyeFrqTem8ODVxk66s8zhgZF
fB3FuAaCv/evA+cDnDpSJcC90dS/CBReLrmIuf3WkQiSxJ00nGdEMLzg0OI94e1oy00jDqULtoyZ
ph8xItHqaEAGJTlgGuWmh8Cv6Z3qY9p/L5lOX0uuLt8LDa8/dGyCi2Xxay/utDjJ9NrCqO405G5n
hwBqmu+IQnb1Np5t9V05c/zYogOgbd7/Hpfh+s+6kO5XZgPV+yU9JelGwCuqEmfNiRvwODV6Dd3o
f0rHpN6+v9SrTsn/rQUonUsLAvqlX/M8GeAMDE07daqRx172zfcxxllPS00jaow2tbalXwZOJHGa
z26pDdzb3vFkcCVfv4yl6+9Y+c+WCSWIO/ti9+c2E3zMk+PTPCrfulnwTvxSyLJiljqhemOvYKCo
EsNi3pUpV+U/XlrcVSbP/8c3COKqefGpF8PPGw8C6FnFup7Bp0D0Z6zj6TljdA1Bl0nclTf/+oHX
FQncXMd0ai7bicIk9mgIX50RfxoOdu40m6mcpg9lAfc97CxuZ124cw0r0pX797/6+jQvTh5PCwLT
MGE9wki+bDCnQGiQvejzcysKfa/LSb+riyEGENBnDjitadz2meU84IjYbemNV1c+9usN/ocnZJNi
UwwCwn8ZXfNkjn3wn/lZjPN01Iza2zsA17f5YGvXrsm33jN7ey2OyAJRe3i5lvQYl8RGWpzV0lS7
MXHKr9Kzp1CDXbaHeLd8pfWKY31f5Ndq0NfxY5W2d6FKrsodcHVeLj20k8YYOsjP/uKC9u+C7FFP
hnbbgo45LDJon2ONecz73/ayZmIn074FXeNhr7PSJl8uqlTJ2EbSHEdBCzYtCCaEgFMDrYUoTbNc
hUCsjGv0hjeedC3sGZKj50CWedHl1Aw0prq0Ls9g/txDPyz9EztrIZvFSYGSx3K/9Ism/n0bIaYT
8GLp1uB/e3Fosz6Il8FaqjNIiwODPmFFE92VrTnFqF29/1rfODK0Z5CsprW2ChdcbtmFw4pqbnmu
43j8VsYq2Bo2Wja4Jze3aHibx4a+1Ffcsox7CNzXvurbywM6+sPWpo/88qvy8gVyOS5fdVClOqqh
86sQKgld3HKovc/tDF8+MWKmhQkF66bFf8O9EiPf+si0NRC11qHbAb1/+Rv6VNGtjvPqHMMlPPM3
5Cb3kE7tlY6yaZDNIlRaLf+xN7buZ0SLSHJd7N/ZYi9Xbco06KYmrc7L7IobN1C6u0XqWu7rRroi
UnXfRnoVwNhpKbDe/+hvnSVKpz8GXEB0Lrc1FWuWc1irszeD14om4LYgTaT6HSM9VWzrBV3eK3v6
VSFNH5K5j8fRpQmxMkpePm8yAjH3Uit7bjRzHmgtdzBF06lPtr2DIA6oxQIgoTC0D2okU9iTQDsH
r4NVBspIz4orNc7rBGH9PbCjKRsRRYGN/PL3mE6CGW+fpM9zLCygjvU0xvuUo0JssRsQmQl1kNoG
eZN6W131WbPpcNUdopRumH/lg7w6BkRRNNXXRMVc5ykXL2fW09gfTUuQJ2b9zxlEw10y4fq6HzKF
VkovdTxSKmBQTjS4ZpbdVh7YkPc3xZu/gW6wTtGDscflB7JmnNIZ2qfPnXSWzQTP40Zr0uJ7no/f
J33xTqlVooBaxckSiTZPrsT3V6eQV8BEi2ubM8EE9OI+q6dmqh2UDp8rXXhbzkubMRuOu83Y98FX
g5H9HRJq6ZWU9FVrA1IXs6Q1Z0AilrHkRQCqsSBdZNZpZzT48k2NM70epQ1lXGEG6am0lYfMcTuv
gJj+zgZycNPPOe6hQp8eJjbmlV7yWx+B8fjaqucXceO83JWKggQmjSeeLYVUSJhUkCrUXC86SiOZ
Hlrl7N2JOO9u6tmvN5zb5coueJVW8D7W2cQ6JqI+vCy+DWel4boLksBuKp5A8QTnVZ3rrvDs4uRq
touaT9oWP9WST+f3N+CrqMTSmNO6HEtKIKacL58d9C5W0A47wFCyvkENSfIlWppJbTofnLHx9++v
98aOoxxlZkVP1Gfwvf6ev1q/1pIaIwiP9JkMa3oc9KKnFDP1yE0dfbM4sf0xEeyG9xd94yHZ2zYQ
RKpDehvr+/9r0dzPUbSezOw5QPT3AeY3YaU1XKTNJZbV2jV21lvPiAUSkgC8W66Z9c//Wm6mNHBh
leUMq4WPtqi2RCZdB3ihCTqbrgARbJlFcCW4OvxbX+ThMCW5y9dJO6Zor251rZlgpSs/f64s/N30
KkFabVh0uDM5/Zb3X+hbTxh4ayIKgsEgQ3z5hPYgCamwBs6jh8W6oln92BgzUuBL5oG5c3KKWj35
9P6ib5wS00RXg9kAagQMwV8uuiSuZuljqZ21QQuaUARZ/mxNlbcRhTNuyNatMarAfh69zPWunNA3
blJyUbqwLmARmtOXAz0EHnQzc9z4LGoM+0ITyk0H76kzE2SejRgEqot7YoH0Okq5cdVHDSaitGHh
X4d5X0z799/Fq49Ni5yZPPUtH2HN0F++i4TEcW7A/Z8RA9dv3dkB9ZnKUfc3RQ/w4MrnfnV+1tXY
VxQg676+9JDoTFPkctCTs6+lwTYeS33fxvlhqFCLQYx7Dh7ff7pr613czLHZql5BmzwPIk9/L14s
k9Brx6lEz9f9kRaiN/8fT4hmGpUk+Bgyk4u9hUlRg26PnZzTtvkutAFuUu/lTxK4Gg9YpV/+/QHX
2Z4DHoz2/uWkjaFwltFuzM56L9PPoEHLQ+mJbqfFTM0jEkI/u31/xdcbhvLRoDG2moriOXsR51NX
TLThmuzs6gN2E8FogEnUaX2MTalfe5uvwgNscQpHXidcXkO/7AH6yDoa9Fyzs58R6zSg/vGhGr2+
2aiunJeN78XWrZEAtt69/5SvNw4Lr8N3ehKEiktxFGM2c0e6TnpOFKiyaG6CQttodpobWzD58gTN
DH7f+2u+CkvrwzJOxGidAwJc9+VRhMKAgmg85Oe+7+tTnEKOATocBB88TflP8VLMv2KrKzEsKJL8
mv3U64yaLhcTWxqt8I/IHS6+a92nqa3lVn4muYm/lZ2PlHaZWGKvlbHzAz3AFHGNVpnQuRNqdzlL
tYVE0P5zPOJnuIh2r4k9eImLRDLGlbKEmZWdGUwt47bLnFxs9XyaGdJp3tP7b/xVvrY+M/nqmkGi
M3a5vSBbzzJotBy2i472cFAp+aOb6dv63Je7NKBlEALZa75VlQDzDmsjP7//C97YZ9TOfxL2Vc/0
ssFYpsni5ws9J5QIBvNTszTJPheMhiKcEcROX4rC+NckdW1ncgUxGOdcvRq7GQw1lGY5+Xlph05u
WhHQv3b9pn7UIKjdQKkNfkK26Yd9Nlii5zaIkys4pjeONcNseolAhVCRvUxTC1wlNAdrhDMwTV8L
G8Mr7sdOG3/qtJWDLcOIyX+GY1pfOdVr7/5FZsOj+8Rk7l6AhExRXp4w6J4kcF1cnEs7y+Q2q0Zz
vgE/WV75qm88HyNXKhPaEegvXO4rdwBhX5aiOgeptL44vQ8TEI56JOEOPfE6xIOCgXzl5nldDIGs
Yx9T/mGnQ+vp4rJrDYWBT5yVZyx6lfiex3ZT7JEOHWhAaZZ4JJXs7I3OtT780Acb/QUDfbcOZu44
3KKw3i9brZ2ya0XRGxcGgjmwJpiHUhtdZlvIgxsCVbDybFhtkmwb2EUhYxF/PCL/3akrGfobqyEI
jJY1rx+SxOXQtbaBOgwNXxRG29B+AniOqiU9Ty//5cDoS6/E7LeWo/gnkwENDhvyImYzE+tqvQNR
B8VthE1uUWNF9LvkfxoeZV/fDxZvbF/eH3sXHA+iD5fOVIYccI/BgwIihmMt+yTGSegQZ1V+en+d
Nx/KWk3UUIUgS7vYSEg31BmhoT7PTd58NQJoTsjSMyWvjfFKBH7jzkNMgf4NTs8In11uDhRG0fBB
fuLs+suAgZTRjkcoYsZNsWDuVEn3f5yd147bSNeur4gAczilQit0cLuD2j4hPB4Pc868+v1U/9iA
RQki+gN8MjYwpSpWrVq11huUVxSuo20yae2CrNyV0Ms9g3wuD1f6O/N+VgZIXQu0MXuXyxQzA92s
2P+xZ93VEFpf2iZass++EhWIdmKXkP3SnJ+l2sMIOFRLrPzdkn31u+ObybrmFYYOWRI/BF5R+hv6
UUA5b3/Na/NEww+sCc97IpL42n89IpWmbMJRK4t3FBXKFQ4J4abQ4nytjTUgfdSl7744Ht8TLLpK
ewGcNv9xPl4ywl4qx0R512kNHzEHqAG36HTe4flCTK1hii71Cy82LKOIs04JiqINYlbnQ0q6TZkd
B4p3HyXVbZCM9VMcNDgRpEMNmPr2/C4zJRqCNG1ARaJNj0Tg7BZJtCYH5q2o75Ey1i9WVvbf7B4e
2zZNgSAhGVgY5a5TFNiyiZRgiFVae9ACS7JYF9tJ9CUJBVTAyB9I3c4nrdF2RC5B0d4xN5N30E+H
E7ZHkA7sLsN80LjDrCxasnO8QCCTK1HlgXZBO1SIhc0mnyV9Pvqxrr7jI5WcoqBDMBCN2G/tWKsw
q4ah/EceNNzo5GY6ZUUVrQffwqoMe0R8tku0CsYqGP7c/iQXW5wfRVGGFi3GhFRKZj8qj+NalltD
e5eyJPynq8PEw9Wid1T4x56f7qqwAvxxe8zLPceYaN6hJwW6DGWj8+VveKxH+WBq70VmW78irPke
S9QW4I8F6ub2UBdxX0xP8AaA6wthJfFT/jrBEBUncYHq793Q680KuZUsWVe9tKQ+dm1HidotIZHk
UJ9XU327lfVy9A2M0ZLinra+/tPvcAupfaX+18D2I3FbTVu6Aq59PKRGwUIBaMBJeLaQpjQOecwv
em9aOTbd1ujgHoY1uiz0162PoXWQ9rm9oNe+nVCSIzsj9l/AcKumpI3hV9o7NAT9XvItvbxL+gF9
jLyzl3QoL78eHRMmRpZAcGK086+X46krpXGkvVehpkqPFkoZ2qapatn8fXtWF3cprybAGXxBWjWI
es5OAcxUADOTgVmxJiNQrDfiPe7Envw9IJZtMxuF83WvwfJAwtZKFjbp5eZhdOIiov0iE5r7B1M1
LLKgNY33IlTQh5cK5L76styhIVStfSiYkuuYY7m9PefLzXM+qnq+uElchkmiSowqj91LgOLLPocP
BS9DNf6L4EkvXG7X1pgslnBLmu6g0Xc+XoXKQY97ofmOZnuySWw12FBKDN3S9OsHhEnKVeQh2IwF
TPs/zJS5UhxAsZXLTmyzv4JA1Pn46bST+Y5+FQ6ciS6HqyCb6mqTO4i7BaOPG87XF1d0tqjVkd5e
lNi7wcJmsUrM9zKJ9R0sNG+jt1hZroEUmuBjY7P85/aI1zYRTUaZjJDuHufmfJLSCEQxxqLrvSlM
+9RVg5puhxD7nVXkq5CnlTSnqdvUKA0v8YCuD82woCYV9r/497/Wd2BGpYHK1Tto/ACzJK/Cu7Ci
e1hVSr3HoYmVB6O/5DYrotvZkxSCA+UWUWxC4xj77fNh43G0swhjxROSHvLOQOpnAOaW/7FpqTVu
ksAEBipsrREr8VFkM7+6nwERUocWdD4bcud81m3XyBCPpeLUhr6KIFPdnJRQaTf8nbcqUPV+U6pR
O1ppFSyMfLHegv9ggcmltcGCz6ELWj4YNUJ85SnyowyFBkXflH2X32l9GKLBUviHME2qhUv7ymqD
bAIbhBQjUNt5u6EsChvSXV2dggrOTpX75T2SgNUd8k/2BjcnZYOpfbHBFrT8rveNtHCGL1NHuuei
OyhslHXx2c+/dpH5hpOhdHYyUeBoUXyQnD8mqNzpSdbGSb+zSJawTTUNqSZ1CbNsJ+F3bu5j3EYX
4vXFHchP4YvDYxIQAmOucloMsc4HiOsTjCmMT/1Jw2xyDH9FSm8sVJzUiytQjEVzAVgZdT1gi+fT
9qsIqbJar07QLAtn5ZPWvoy91SobTO/q+2psJX9DMuuhtRQFGeZNQneuxOSH8lMQQo3UBymqcRpM
KN0T+6CW4Jzk41wbSdY3LTAkb4usoomYdBE108pp8yl00Wdt0dOCuW+tgjyeXpIayugXIxZTo+TC
bQvGSPhjn09tShCgaDAHOKnIpq6nXBiwmU61DjFv2zdt8UheVyxQYS8uPca0YW4iO8MhInacjwkk
EiCm5Tcn3EYt5irs1Ad6SdOEHJ5sF1+vDYsBBVJfcBbAlM+CFNgip/KMrjmh1aKfiprmI8Ff2vqW
LB0oGAJ26doy2ijRlKWrwNZa1EWwS/7yUjNj2qCiGeDQaT6fdoeERz7IRXsC1xQ88Ut/tEno33X6
kG7ktlJ3XqMugbku7nsEyw1AHcRnpK2NOc5n8CO4Y4PenpISpe5VzpkGQ2IgMNOOsn7ordS+01Sc
/VxqTh+35/tJczu/G0S1h7cWf7AvM+bfWS1qKOddcqI6Hbz1sZzu7KFqrVWZ+Rl04bIet9gIo4nV
pEF/PyhO9TNoEK+SKrS/9m2ttPDmOin/t0fp/SnCr2rbIuOyQ8LYd7XiW5BvZUl1dhG8vruwBeq9
kEFcxltmwIMF8DghnqB3/sniUe4qHFWSkxGP0Y8GbtZ9g5Sb6urIZGykREnWSktjAU5w4JaTpu5v
L+GVkwLzhZ4KJQmA5HPWh9N4de7LeXoqbC34VqKq9hhIWKhiVoiGkV9YCzWluZs7aEPks4HN8sGQ
GVbnn6xN4gSzeiU70USv7mvVinfYYXQoXU5Th1ucnj85jh+8lqqVtq7XjbK0ypBteo6hrT4mCC+9
jFM1tOjE6dCNJ6t8p1Q/rcHeO+vEMJs1gEXpmR5m3Lp5nbTxajAmb1dpavqiwRBbWeOEHmmqcb+F
aanfx3HAS+r2sqoizZ3tTNH+4/kLG5ke2ewoDpKDbGuhpicHHDJ+NVjMYiFgVnnmNkbd/wQr5aC7
HyOoQ59O8zeYaMfFXnD4tS22LXazSrsi/KeeCunDmQK92kJM0w13KKh5CKDMGLoJx+wAXAfdKEsN
zIdCTTJpdXsmc8eTzw/GZ6KOIvAydDbPd2hJj6fKsQQn7QmraqOrESKNBWInK5Wi8W60nHxcQx43
HullROJ+Uaw98rXeq48l+HPd6/0vTaZ5tsahOkH0NJ3MrSpLyQoVl/9u/9jZaRICyzroZEy54LQB
eZk9AYCAAy4tde8AaKLc0rhX1lQLchRQNShadWmtOxS37lAmQQy2a8LN7eFnh+lzeGod0JCxIoH5
PFuqyEtqQP8Oip1anN3lGVY4sZJS8bDtgFw9+KJIAVVSmtqcW+SDKOyRI55/mmLyrCqTpuQwIjNk
guHqVfM75su2LISTrfp3ilIyrMMkWqQ+z5LTz6EFd4trlj4kD6750GPs5Y2foOqfyo/IWqThSgOC
8SYhPBatMr37z5eDcWGB59iQz2F59vC4A6mogAw/Hzb1bJPG60gPX5ZHzdX6OL+zxyz6HuR9hgYU
TMY7s7LYbEaj2o9x2sGTK2g5/DYr1LZvf+6rv4aDATQEdLEpz+vVhoqxlMCIH5paCrBCGVJv07WJ
9qpLCIG7eA+qQmPLmd7pz0bE9L6ooxXu0lP0RKm7WYits6v4c3FokFMhovBKKjLbfmbRt52cyumh
Sfs/oVl3mymrUOHKPY2qES0m11LR5pQDFbms20shwtlf4U4MDSFdcCepwIks9vy7JPj7yRWidQcp
oLRrBko+ukSHf3Rul7fbQ31K0c/HokmAQga1ZaDds2kiS5W1XRvn+A4E6V7TEmj3WVKHzzDk8vy1
Hqr8hy9bUrCFsAq6dVU0iv8hNRSAjzoFCXUNBDA3XADK5Z/e7Ky3VgtiZSujcjG+3P6x19aF5JfC
O/kRd6wIWH+9mZNyarowrotDPyrja13679FYtQ+aZ3oLcfrqSKS8pBA2b7d5yovicWlLmV8cfElW
t5PpWwji8ojbpIXfx9vb07qy0wg5zIqDDwFojlJyIGgOnqYUB0zoARQjbtcPe5w+/MdeqhRUtDst
fUGOQEemZErtfmGjX5krhgwU9ilo2+ZlYV+OJgppcXFoyjR6aoPU/FZPdf9DkXtt99WZMpBCfssN
BhBiDjCU8qrT6zHrDmTy6B83OItKmWTsSSeSB0kygwfK+G+t6i+VmmcvQjCbwEQ5VA4MGJrDcxJb
mXWy5SEairSwHd6nLfvZFU/2haW8iOPUd2HyUTcjnAo1ifMN2tihGapy1R4mK1E2QyOp6L9X050s
jdKqqap6N/jl6faaXtzSgvVLB8yGDoeR27xDYvKotgrTKA6VCjB8ZTdJuclRZn2VB5wekTXLrW95
URmoSHs+smFxlTT/3v4JV6YN/AwmF69EYYk2u0dqZDYDFY7PntaLhUR2X2Bpr07TMbJ7DFxySlFu
0mbdwm66/KgmhSQLNopCHnxBTJCzODJ6tMAOOe72gat0UvysNYjM357d5cXE3iFho85MwVkQi86/
qhQWQKMw9j4EDqY1bz3UBGS+AK/k79XkKIM7hlGISrcTKtI+ttWs2faol/mubSdZ3uyKFjff77d/
1OVXFxZTAo0OHNlBbeD8N1VgFzu1l7pD0lLBo1ZZYi2ux8OeKJNprucM8R8v8voNTjbFXmswH7n9
Ay4Xnx8goC2CHupY8ze61KLJ2xpJf1BkX/tXGyWtdaVEn758oigFA8QTpSMB9hZJ4t8h3+yrsS6s
7tAhfvkj0ZJ3ijn2BqBlcQ97rt8JcdfFTERs2LNLkY4rwHJyELAtVCBmXzwsGuRgTXU4jOzab9j7
FcWKjyG3rlIKTUpwlv1raDUasoTNYJIgKl65zTAjG9eIcVDaHNiu4aMRSgEAQt4rvDSSwVhpRh+R
2sV1ba1TBZrlCk1UtBlhcnv4E+DorZN21fiDWlYFUS6OAEsNaaMcG0XOPCw4B7tL3WDykifYsEHx
EttA9ugHjIC1ra5pX33HzPhfoUJWvCAqXKGnSolTf9XNXGqfOFD2LgvHWPmp4Pzg/Jk6peZRJ2nw
htqw6817QTRTXKpblel2CrV4XpMBZFjUOBs2mZQ3J7Q4inevaJ3iUBq59gumSg1JM83KUXWJD0q2
RivANFZFiVUhfd02uSuGoslO5JzSnwwVa2cnvDaRy2RZchcmJPKKXTr8F+SDc69nWKi57L3GRmPd
mpy7DgSRvfINpbt3hlCtXBxKqjc9GuPXuKOKj4e552BJ0NVAqj1kKoe7HGvfVwkWF+uFvYLuTgjm
YxSD11RwmtTBU0Gc6dHwJ47CoKQETekDbUtMAfY6PlO/ktro0fivLE16QNq7e4lQjC1/0OftvnnY
qntrXpCF6nbW5E9PBWyA0tXUyuq/qVBCJJcKT/jiIU0Xr3zTS+KNXhalvVfKBn/LMkpxwavDPsCs
xQjT6j8WCenhkq5Wtmojm8Ie5gv2Ty9J2nwhu5m/QrkOiRoCjU6+AWvQmNVJJiR6TXLL6mBrvfwe
2Fjau6GHSqobpSDIVCTsx5UUpXrzAIJkUL0VCjtigxWt/JQYjo91ide0AwalVGG3acPs91EwocLj
mjxhEJR2tGJaCsQi750dS/FrIQzTEgNHObteYzv0qWCE9cFCUGxtYj/buaka5Yjoty0IVmv4jkxf
jlNWlT7W2GbCSVKVQxNX9k/wf9MSBO4ic2IZHZurngsIAowzu/c6xHDSRjUrlOlxgo88HRnKUerR
rfKVceGym9fyxTeDeMZFJyzowB3MHgUwiCOy66w+cLz5UNw/Q4/iI+hJOuzdt1RBdr6yeSRbSZ5+
D4Yy2HoJYKiFvXNlzkhCAMYg8PNGmT9VHR6KbefV2ArWo3mHA0T3kFZ1uEm0XFkY6qIAQPOCkSz6
JuThUCfOY78KEpqUo9cPaaWWz0mc4XnQ+SORIcmDUll1RVB83L7VLjIZqCi8K1hkwO3UA+bXTZFZ
TV+q5UFXAuM5j9J8DxxcelDzdPojST7S+YByl/a1eGOd7WtTFx5/AiUrMO5zVFrUZWrmNKN+xJGH
0i4i8OZPKEUdWrgmDD884Wt/a4RGXa1Ibsd/+gh9mfU4NVIovE3khTv3Yt1NhMksMPfA/ngUzInx
U9LUZFWWcazp0uwnHizbJtGltaK20koduiXUvTi2s+lT7KfwTY2J2t68ujd1JiCFKtCPVWcYG+6D
/neUqJWynXB1zOkw1NGzH6A69ZClMQJOX/zkYBtZdQ6JyCbhH53vMn2sg0HBVefoGRziFiE1xAaq
/lgZBuLrSOym33Qnl+Tt7WGvLLItNCDRzeGRjwDI+bBGOWh219rqEWcMZ5Uqdli9JySKv5PAz+T3
yETP8PaIFymjkLcAmAevQbQk53DOMcBQV3I85WiFo/puF0a2VSZFvUNlRPuNjaWDgQ+2Pwg76+qd
TmmvWIBhX/nOcK9oOsPcJH7PuT9+X4ObUjXlWEE9+EiHVnuRKngOuPNJuzgd5H1i+uVDIQs28+25
X0QtAGR8X7RHoclQY5uda7VtUv7SUY7x2Iy1i0Xq9KpWDkLgPoquC/3Hy1DNaMCZUDxgPICms/SR
hmSfw01XjhxWIc0rIeoAF111A3LcdUZc20EEy/6U6OK/YK+p9vtBHaIvL/f5r5jNWe9A0iPhoRzL
yvNPRm4SMgtr0vCo8YbpB7LE+qpIfb+CkZb5+cJ9dW3FkXsA9Y50Hejh2RqMKdL72cCKD61HBwl5
fyxnVJCDtDGscOHzXu4spDGBCgLvF4/gOQrbT81UNktTPQZyH2vHVrZxMMlTf4/doRliMKE3vz0p
nsKHxMvbbOF7Xx5lanSGCkSHj01LVhy8v94oWhSMOT6k5lGaPFyhfKTSx/XYhuOTVVjhmsaFsSAH
cHVEgVuBWSDIFbPgYRt96+TUSo9alhabBAP02pXlTHkunMrcdJKqfv1r8r6nxMSNLGTIxb351xT1
FlEF9GWtY6nA/9SmXks3KehlGcOkplwY7MrXhFAOl4EUj6LNXO3clGQDt3tLPcawGp8GLTZfUKGf
Dmo3lW4sZz1yhEYcrvPCsxaefhe7VjSXwPWS1+BReFHA6TuE7qt0Qqss9/V6K8eDTGYcT0UOTxMF
w4V9e/EdqXSzYwkIiOuC1JgVX2U8qEht5JKZxoWwUQr3CAPFxxCo+D5B/eirKwuukTBIkxfGOM38
2XhmFaF3hw3Z0TAiaVuUnMzCCZtVQC9zo+SxcoqlIHxTkk57/mIAZmQyCQ2mhPBs1mcbyOkkozPU
sTo2UaM+y+akPcXAFFcRNheFe3usiySOsUAXGURekEZgtM83a5AS2Z1Qr46tjm+S4TfxoeI2x1Gn
A7Sg8BZ01ahcquJe+Zbg7Nk/FIzBGWmzUf0QCk7mD+qxThvDX9V9KL1WpeG8dNgrbBB2ahc2z+U1
A5oGvRd6JYQCOPCzEDsFoW1KAHaOkqcn3/GE8KrfphxZClvWzCjzuWaoR++eIdR+UnBHewSCvMCh
LhXmi4qHl0dH4wmEPAmvFFrv81+D5xRHK7DHY6Xm1lZOhROqP/4mbVuKt5cFOQjNNGSoJRN3BRj9
/APnTdoGlaVMR58aQrpXJ5PHeSd75Z3aZ1R2UT63+/WgIQ1RIllTvcoT6QwmMrk+jkCPoiJ6u73l
LkIWvwh1EFiqQvsSTuP5Lyr0BBw2ll3HYmh8NIZMpU5WXsgT6YhDGBKC6HTb4coPsrC5y3h526+3
f8DlnidQErVoW4KaucBsj6k9+jTLhqOOQwdgeSAxK7oYibmbylDVtyEu0/1PqGHaYjFh9irn0oMg
R4Odl9pn9047nzsBqzF4L/hPLZK00zGx+ATWMW5rgPquhFsj8jBpn/vxr6HN4nbj+1MeIeGXxM6L
EiF/7qwLw2gwtGBqlrIQ0eebhU8i9CmEPCW4DHQxZ7fzIIZARbZ/8pvR0ev7IZN4OILzamprZ+cS
KouylgY6pfnBN5XN5FHgTdyptMp8LzVBA26OmDEtHd/ZlmG12DIkSEQMkoYLJKY3ZQ6aXw4mnRTy
RrenhF3vAuAc1boyUSDsRmN8MBQ8XbdFN6rpFx+dYnyKm5+veNLxC+m1mm6qwrqo96WtFXcpn8Hk
MgBn/LvLLP9OLboh2TpjEsepmyh9VuyR7pJHBJy9YYXwjZcsxDNxRv56Bn7+IF4nyANwHaoc6/N9
lCWx5AVSpN0nmNHtGoguoxvgM7Z0PYgPfj4O1CQ6JRgCEEUuLt2kcUazTsDiWImEsyGOeEPsIv1g
Waskw8N606VZbq6ycGpSF3QLOKxyqMFJ3j6xs3jJdPkZondBxeGKGXpLI7vUcsm+jw3srtxU4ke7
VYkYAsRgmJULw11uN4ajdwH8khYjNNHz1XUSAybqYNr3ra4OWzselXyvSx6msXkQr8okHNaWpJhr
uUZ8aeHLXhsb2i39TYo5qLGJq/Ov7DFsy7QYusS+l3jpI0dE6Yo+lNereyDPvrSLePc5bhCO2Qus
TjScbq/0LDaKlQZXgOI6bQSSunnbGC5Y1I08SO+lGsk5HY7JmohlbCcJ14JqHKVdHYRL6cCVOUOi
QQKdPidXw1wpQSHgG7HcOPc8x6NynWgRbpw0ksa1qYfR0a97zJDAfz9rVa+oC4f72ox57eJUA5KS
yuRFLtKhrUWx6Z5jWmyszkl2Y+RpD6asnOos6DZU0O3t7VX+ZCCdnStolSqdT5IIIdc556biCuQP
0zSOD3Lsa9F6jPTa/gcoofKaGzrC3L7ROUKEr+vM10yOR/9jqAo6lPRhwm+pnRgv+LUmyXeQa/qw
Sgx/NCx3HKzMPzVm61WFO8mT0q4cuRjvMEyZlpiL8xMpOtNEBCF+80nvEwHqr21adbaU242i3WOs
l29GJ1KileZUzkMrh6O0cB7nn4hCDK0WnjcQoFiseVNRVtNJzSiJHX3cHzdKHWHPruT9wYy6CTvl
SPnedsZSGeQi9DExMiagHjpuOsBazmc4BFNS6BLYttaKFN9VC6W2XundKq28siKEcV6bFHQZTSlv
oNmV9AGydqtasLAWMMXz48GkBY1Z9FXZMRzQ81+SOwPOiNT5H0ZsCHHtdqRpWhe50nfmVpLG/q4o
rb7ejRkeZz9RG3YwtLu9Xz8b43/vV0E8QwCbrI2XgiCAnP8EBE4ybKFL+d5BW9Rf85ELH8lVwM5u
1JaWtPb8KT5Goyz7e+q2ylvVQ/ej26vVcNb6HHc4bYUMfx89Vh4hoKT/lVvTCvk1x/PQ6Q+Hdpd5
pZo9YexmDisGNOvXwg8Cc5MoGh681I8C7Tn1+sm4G4Zu+DAKpR32ltfK8iqqq7a784007za+HmjB
qlFl/6kmxQ+2IKcb/iJx0MawtQmkOVprnSqXNOhSe42JYNa4vB8kHRda1BL5OfXwWvDibAqXhmIc
ryXw+Bh3dgCO643e94nyDIh62Fe+4w9PilaryJ5CWdbXPV6O1o+on6ZXOQCp5ipBCkPn9ve4OBBw
8ojTn08oqrHW7JLALdQKkGoN7hHHlpWtoXblk19q0mONjeLaSNMy35FMLlVFZ882Th+xSmxBHRoZ
TH6xUf869Nrk92ltFM69rZXTKpfiel9nAlafjYP5HGOY+MUOCiOS8FG5EAFYyJ/Mtn7moCyCspVz
32aGvfbQl35uG6Nfk3FiTnx7US+yXwZDwxubHCaHgOQ8zMQD7bG6KoIHcG6TsouNEPQaoG1Zcyda
myM1OTm312U0NsId08Jl22pGOV6HRhAcxSlOFk7+5YLzi0A60UYWazCnANWeTfsb8thDZlfGPyPW
9m880Wm118LhS2mspfbCRVgXS0DYg6tN0xDq5/kXJtsbQoiE/kNuaM1RZdgtLc3wYPaDsXDvXgyF
RBtkMviIQmyX18r5UG3QebyzTPW+AsP42Krh8CiVVYiDKpSX2192HspRL6MUR9+AZzDNuHm23I2V
3wJoMo+JE5bSpqlLZ9M1nmG6o8nxdqWicfZI76KirAfDDycbrW+3f4FYt7P4SUolFIWpuHJ0zDk/
YuirtiirpH2QA8vM1wlC+8m9X47p+Ov2QJ9qjvORUGxz0N0TNUFj9gVLH+ZfjE09zyHQ7at60qz7
ocfhY12knvZtzBGvcctRKQIecch/rPxeTaUt9y41cBd6tim9Ki2I7wfMlBTeFknb4+Oo5xiE25FB
jx4zWdN5b3iv46kFoOXd8x2tsxYS0Yutz4qh4IqiG0U/kM2zeShV1VKahblJdaQ5tLWlPKFzpBw8
BFD/aytpCaNzZTwuN0FeIdLQRJ1tR6WrlUrBMeWh7aZ8lehe+oubSh3dWEu/pUVuLoTwi+1PJRra
g4AkwRsn8T3f/rUUGR3paPNgT4hg1qHpcdeY8fSLp2j7entTXFwXYiyuCxB9nG06p+djgYNxIuTG
mge5rNQHJRqkrWNH3lHxS3Vbt8bwnxoM48IHvBiUdjQ0BKA+hG3GnD2iesu3exyYUZm0JsH6Qi/Q
VPv4TmkL8HVAfKxVF+fxz9tTvThoYlSyNtRRKC3RnD6fqjfmKn7fjfxQKBOIQskIxx+gDIP97WEu
vh7IKXIidoswMSJAnw9T0CPT8cZQHqzKxsFWzfT0SP5qPqu9pWxuj3WxMxlLbEhOM7Oihnc+FtS7
QQ4xJn4YQj07cAbULX4w08EIUWrCEygr3m8PeG1yomaIVQgoMh5m5wMWckgdLOrwxUaCS3bZvSjL
TwCt9siv9Ev75BMffBaxeNJzE3DFs0AgImcnHZItJMDRiB8nz9ftdVRRHl4PTtTS7lXg+05lqTmo
RRvVe16Y8QcAIFSNfQQrDDd3MApBNdjBoMQfmu8aSKVilZpQqmTo571Lnc2SfmJEYNVQYbCA+l0P
KVtxrKyk+0ni5qXZNmkL/Jm7pE3f+7i3v1eDRo4opyN4f6y4w+IEKFbCVeL2On9qTZ3PXDUEhl/w
RljteWLvobYBnsFXHszYlGuHN0RlT3hU8VwbN74W2OHRwIroiVqbjzem7+vfIq3Agj7Syf3pkNZp
e4CIXaj7OBxsSk2RYQ1umsY1NHS0wRzMMFQ1fs979OKyTUUXvb9PE7Qq6tWI1HAFmzpU8/Z7XrN8
P8iElXDt1c0gLUS7WTD4pPKQvpBRcGiIeOr5lurQDkOhtCpOZqJIH2Oedo/IpuL+DhBpE3h1vCsM
L11Y33nR//9GJQZQ0YT1RcPzfNRBjVECDIz8RMsm2Q8kyLsO5+qj0Am4l7Vseo8phOJDJhuHwU/S
VThiqH37I1+ZubhUoKuAOuLlNIu9zZDKuQwF8lSBqHORpUQfsbeTH1pbDI+aNjZrriNvoecpEvG/
NpaYOI9l/lC2o749B0woesKjttTqU5eb1aanhw0FKh/3QaC+BWM77Q0MMt0sHbuFoC9Cw/nADAgd
Ei4UZBnmfb7iDp7YrVLn/YnF7fdNrfl7ope0GQr5V1rY9UIYvpynqM6JLopKI8WZ91HAvhOVsqE7
OT3wVsuE6VKO9rDOrUBb+1oSPdcYHj/3TrtUpps/FlhichMG5/hSIaAseT5TiABKMoTNeCo8pzu0
OIhTE9QdmnSJ8iZ7crwtkjiFeVOSZkaSPa5rSFK7QVKX3i2zcP1/v4QkCSkIqjFU/c9/STBMZZr3
zXDyhlH905Bw7Aytik51WRoLn3eeXX6OJVQJeHQiM0oqcT5W3IWSmRj1eHK6weFNHk4TXMcOVcRV
PFl24CYFKEeaZlnouKFRTP+0nYKpRNPR4NgHuRO8kWU56ar1ovJJK9BdXIfFoEmHOO3Tn4aBpqIb
qUqmu3zSxl/1rWe83T6R19YL1R469KKwDSj+fA62PZYUBIzhxJrS2RsLMCfYso7FHapY1UI+cnkg
LCGCz8NDNH4o7J4PFnRlPjXQNE+WFXqIvVRevJnSCQ/LzmqwyilVu18icIhDdn4IeeZwoZCifKIQ
ZofQ8LsETGirnFLcBFeqJnVrnor+6MqjbB+DKlDushLNzCZWJ5+6SDwsvHauTBqgBRVsscKI1c1u
9ATZOhN1W/XU87jYRKqZ36fpKLt9IZv/hWHefb/9RS9jLO1N3gmovvBBLxhIqleVU4B2yElqbG9j
WnG6qhl0YyqVs5X8wl/bAXLvtwe9OslPdADAP5OGwfmX5amAUDIQiFMBOfXOy5Rkn7Zp82hMTbHJ
2E4LZ+9y2wKAEC1Ldi5mAhcXSeNIyQRh9+TTZ/qAddTUrua3yvM4dIbytRcz55wNK1qkYtsKfONs
ctOkVVlcaycrq5QAVoZDKaxHaqByifvUyfOGZ6Sv91G5wdrA+paGkvVljxiHagTZEZKK4AQ4Rec/
gl5lgWqQZp7AfSihq6PifjcCx1wZfi6PblunSDgYixIOF5cKw9pwqijPC0GQ+RMilZA4NeCInLIJ
noHJu5gOKCaJ6yiSjJOF+NXRqtXxzsZ3cffFPeWIUSmtg3IkHZ6/mTjRkhRok3FCjTr6iblddHBG
z3rWCzXb9CF2RP/DeKB30Oejwk694HyF7XGwRy5x46RHekbYtmj/gPeIwke7y4O7CjvVhRleHFVm
SFJCQk79EGTjLB1CTgf6B2f1NEhS/5YVOXxUvAK2klLR+Amy7q0ChrZEJb8yKioHggeJKwnVF3GW
/ypcxunUJ8CApdMYWm9O4HurXFHadSoe+MJs6E8qN/USVPniwBKCebfRtcZ1gngs/v2vQSnTJ9gW
qtIJPkT6q2hM7kGtLN66zrLebn/Hyy0rhqJGKkp2BMJZLLJjWefV1EsnzwzlY9EHxZ02BPpHpeEg
1es6j5um4xGH1N8Srv/q0LSGQboJ1Z45ST/vilYZwsD/0NAeHL8nYa1/d4wUL9kEEk6JoIxkbBUn
hfKS9TB/FgLVRRQWVfBP3CjBStw254s8lpHg1VbBhx4V+X92NraHYbDKZ0ivskHyZS/5mlwdELwq
JEJRAp8rTOqDI/VOoQYfQ+CngdupqH/A1vmBmGXmSnJiLByYK7tISFkyEgVk2ByzbCVpKi2dfM05
jUXo1+RNJBMrqcX9zU11QtDCel4bDnsS9CM/QYXzQmVnYts4apZH61OLN0ZJ/9KVVU/eqVWflF+9
QjFLpNZGfY/TeYliSAobj05vormJ/rCya4dO3zYNIqIrA+0TY23WRbm/fVKuzI8heRiRigkcrHq+
X4rYLEhgQ/+jMFo481rQSS9Vkg8DCKTy39tjXdkqqFBCV8CzjlrUnP4R0PDWLOQQPqrYKdY0EeMn
kGbxXTM20RaM9Z//YTjWkbKpzoNz3iuRIPcbI2H7o2ynCGXIqNEPalQ1W18xJgkeHByY/2VEYScL
NIM60ezwIZzYVkqUBB+JmsfNqvLTsDvUUWap62rKohivlxhvnduDXvuC1GnFc4fV5bY8/4JdoEtT
TMvxJEWJJD+UuGtmK/y+xmYL89dYupKvXB0Et0/UEQoHF9gEIJ91kDpp8IF5Ll1E+iNStq2cVrqb
oqEsHlBceohxJFnglVzOUuVUcC1z9j/NzM5nqaRVyOs5DT/sSsVrAIyrscqrgZtaGZeO4dWxiN3g
eCn7XZS+1VyJ8Rwqww8/C9Q9IGVtCxy9fUC8Il848deHgs8gMxjCBLNoVjW2PmpFxbRQ087XQy6r
G2wVzGdH9uqvxzLWkFD9/wcTV9dfF7DcF7ZUynbwUUR9X7q51Y2N66tmJO3sKFsq6F9uFEajeyi8
EUhu5nz2SlJaR9L+H2fntes2krbrKyLAHE6ptLIcli3ZJ0S77SaLOaer/5/yBjYsShDhwQDGdLuB
UhUrfOENTK30enPadKGL4E+GkzeW5W7xNiMe8pxzXbz/7XH4DaPklpGAnStenVaFkWzZijMVW/Gg
pZ13BtEIEyhSijWH9Btfj4IHmRbMeao7y8ehtCHwDZEuzh3T+uKVBtCTwJEyDEVq/m26w5tALZjL
k5tF1vIvP16lT2NWD3N0njLDfMFISnlN20HfDFOzlsndmhboH4c0Q9rsLFWxUbBJUQ5SovMcjRln
rWlMzLG7oQk3PAxOtHKBXT8LUnEL/gWCs0jTLTdKzL7sdDuJzzX6Cx/sofgyRLYC16PT3sXQdZ/u
b5DrAO1yuEWMP9lFZKFlEJ3zYQZBBKIw4/EZBu+729jV0QvhEL03QwmXK+EH7e6PvjLZZUajCFz1
vCaMz3YveuoBeu8HRE8flKGecTcws5Vtc2s8rk1eeE4+xVv593+c+TwIIEHy/p292h2eEy9WPoeu
0+M2OFn/1JT+16pvNweEtgMhTzZMlgTAotWLnOdDnPvJCz6ro56/FnZYblp3Th8BW3d/x1RC0wsy
OLw0+k4okIAiv5ygZ3ZG1QPJO5sUlA2/gYeuvnZTVA27vNPz+cHrKtV5HsQ4xxv6c2uSybfmi9aO
FGgGTA4w9HL8XnHaMKBPf3ZLc6B5WRI/TU51ynK1+MlqrHUObh1OFKYkJllj2CXhMU0VYURNIM5p
Wfef0qGj1mGACny0wzlfE5q9ORj+UKwxVWwo35eTo0/aQ75So3OhBE13rNu+etSLcirfRkCJK0X6
6xIykGYYUNDseDQoiS32Kh4H2gC0NT5n9KUCes7o8W3GUViAkby59dE/Sb+7gHk2ejQ0/NtsEH6n
a8nLSCK2EhjfeL4kLQv6GTjra0WpPM/Tvk9LDo5W2NbRCL2RJlsUePshYGejGNJF4oHSGjCo+1fE
tTkK6yBZ0kDbdKl4Kr/KH2c2aDNhpF2bnONcD+JtFbTTF9MO6o3dJJ7pm9z7/KlNlJcbUZSnfKhy
YofW8t6muetfW71cA+rLD31RQuUngZ7l4BJByAbD5U8yysyBMRXE5zyzsmnTx5TBfJODfbg/9xun
CVNQhxYPuTelgsU44YhCggXS8Kyb5UiCriIcP89Nih7KBIu6qxrn4/0RbzwH3IokHnSFTOTbFjG7
nvC8oxefndMwC56niVYphqwzwg+BPv8Ulad8agKtgcjlOivmhTcmK0GEXM6cZdmkv1zUxI7yZJzR
4jT6/Fw1ajttNFtUWPspORJa9urdfOMrIh1IGVrqX9HjW3Tpe7WnQQqg96zHWTfsigoiqY8Ih92u
bOEbM0OCjJIAIqgkfMskfUy1EHRimZ3LxFRDPwGNuDVrIWGOVoWbqN2s8f1vXR4QsCkxgSEBC7gk
/nWxYdWIfGXnWgT6vnboB0/NrP+iuhg+tWYuHii+tRs6yaa1kX054JdzvI81Zfpyf0fduDlcavzE
T2TVAAYWx7ev9HCe+LbnqNY9hVJpHG8EunwgBxrnLFQHz0QjUXf3R10uOXBYKIfcnOS6KmzWxclB
a7xzqJZOp6rXysehMOunWHTcneXQ/3ISL/xbxXU5IEoS9Ni4owiEFgPOdc9bxEzpqxnu8xiH7WMx
zPXo02/pXrTRE38Z2csByeRl/0TmgUsFD4BpYYbfj34yENvOHyJEGH4hI6Q02yaZ1zp78iP9eeHJ
wejrEf1RgAbrKpf7jzs4pTJYY3CnnoI5SeMthdSs+aR4ThhtjSpP55Vb6NbXk65MMs2jY7wMuYO8
IKRytfkUpY2r7TFKzNIXBDKMr07nudswMcZ2e3/DyO+znCFvLUUfJLR42hffr+ojzRtznE8g9M1+
ZNPWqFUrfx56UsRNMZPCo8OXfaNsMx864aFvff8HLM+JXGJEDCg/y8CJ+OJyiSurLMu+jLUT7A8r
8/VONz5lFs04JfTMH73SxR9600s/3x91eQf+v1HJS6GTyGbK4nSGc2f1cztpJ7WqtNwvc3ItH+cU
c2V5b3xRE80AmYUSz1wxkqYMBoMohXqancFsDlbb1P22Qz5dHESsq++9Pth/6zDB3GTzQmpgUrZA
F+NyRZU2wy3aK/RTpmO0sMcGkTa8j8mPiJ+6gAqfT1muUL7dX9ErWAnDsp4gDnDTZk2NRV3BmBEv
N7rBOMXNXHyIVDPbqgg85cjKVgP/NwIhbsLa6ycz2tXjAM9Pr+2V6PHGgaU5/rvcL6k6y90UG43W
JVVnUhd20nrTuHbwqEY0tHwrtde418ugQc4Y+LVLIxAcLS4+lwuNf9FYYVRrnJJgmr0nVVOqbQl9
t/WSGu0+y6N20xhO8VJ5zlqR8cYG5oLgxADvAJ29FA4SZeaVNKrNUz8ZXbYFgR+bO68N15TMbmxg
3m5ohr/V4nEhuJxjnuoV2YthAhayag+Hgzg64EkbmOdhmuNv9Mcq7+H+Trq5rJLaRuuam36Jp68T
hV64CJjaMITToQlLUJgttBrTDwxDeWlnL9W2/WgG53SY1yAsNy5ENK0kJplKHO2FxX0EASmn6zDy
viAK+k8JbKs+jHmmJ3t0/YenURny6bHpveGT1YYkA7GF8M7fv+IohpJxUHXkSlwmXFBnyh5kqHaC
TREnz5MCzcZHDa70jhl0f+0l1120Eu8v+82JU6tDmwFdNXhcl19ahPBlkCbVT2Ud6cmbEozZtlGx
sd0ZaT84m1CIWQbAeWFtLf5jyROJtPP9H3Fru9H4+P8/Qr/8EYqOnNmslfqpUrX2CKIq+5ZRHtnZ
udXgi5AZK5O+8fpwSxC/SNEGQsbFO1A56OCF2G6ddAUkBq9y2qM7N+nvcUuTcDel4fQzGz07WHkX
bo3Lc0J0TM0elP8i6G+ntHW1PjFOUVE3/0SIIwevUaYqyl6Aw8z2wRS733XJ4fr79eWRJ5c3QP4R
IS7Wd2iAqpemcaLE3Oygynr7AHRj6uv2LHazNa7ZD92aqMMulhn9b0OCywGRTKdDVzfmyS205iXx
hv61cIoY1kqVuBgk53kE2J6y1Zrv282BUXEAYCjVVJehW4IDce7UhXFShkLbC5wn/WFI6ldPHWAF
lyIo8BGd9Cj9H74sIAWEoKhdID6yOEaZOfaaGdbGyS6M5m2cuvFTn/X0e/SqQgmEpuyIcCzavGt0
jltPHzAYmUFyewEovVxprYoKMQgVcIoBpHOLu53bHtTRbAZgynU5/C/zlMoRYP3IcNTFybHaNBxA
+5gnu4vSU1Iq8weYm27g5/pcclbryNgVEW2ow/0dfHOaXMyUiOlsX4lEzHoSFeA0eR3cCNarNs30
n4TwcuQaUso4m/vD3dpGqCIQRvGSg9+Ut+afGUBuTqNVZ+ZJFeaborh4WwMX3rPEzT415vlYGMr0
7f6Yt6ZIFkvhCck6wvLFmFqo1EHXE0l56lh/MZRqVvfg09I9hbhmjcV/ezDgSR4Zo2QJXE4QTUBc
d3uHbVMpzi9co/R0Mw89SFFzUttxf39q8qcv0g2Z3wANo/QA/m9xOsIAk3DNbuwTxNXgWS+7ItsW
Y/Fa1fVZKeP0oHEruk9I/+p+FgTlyvA3viY3Ech6XjjK4EulY/BDGBg5hX1qpnG0D0of2CE6iOZw
qvNxrh9Q+oC4ZmZiWrNnvzFx9ixuxwDxEFxaNomCeHBs+OuMbJmDlP41tkGsi9Zvy+A/ggw79sNQ
p8I1jAWeFGMhTPXvT6zUo6WKCQCSbGSxrWK07gszU51TAf/z0GcaLoXKSG8j8qwZuViuij1t1DVR
hhtPOp0qKTxJZEFvZzGs5tLoQ93TOVWDoYpdZRlJ72uV958Sh53ul/ZgrHzlW2st0Vvy4seXYMmh
m4xZ5TML59QpQ9h1m3SMox9lF2fRVu27QNkb+dQoB8+cC5yWa0d/r/k3ayIRt+ZNJVsCBSUwcfkQ
jLo+qRNySae4zmp/bgfbV6oxqn0rDj7hhxyt0ZFvbe4/B1zETtjktEo6BfZJ7ZQi3rVgRj6J0VP7
hwC0ydZF0jT3tThUqt39Q33jCiGBp1EIyhB0rbcoKNZ6M45pXvGF86gsscpu0K3rgDpszLDtVsif
MkJZ3CCAZ2kpg/eUBJHFfWXoI3rVZmCdwqQ2Ax97aWH6uduPK3WJW5MiwQI4hiAm8JHFTYX4MbIv
MLlPOH1WM8ILaB9+jMYSFyAxGlN9+vs1lNgNFLWkgP9yt5hqCudmNqxTMaFE+yQi12k2QWnT+Iyr
3F3Rm7uRYslSC2QInjUAVItFdMwwVrnqrZOdwxXi+QTVpA+t+jnPMueL5XXqMZvq/BO6guPKLXRz
aND20LYo+FyJxth5Sn1gsM3TyJsLkt1Qm0czMfP4UQdwVD/pSGxBKY8m8VPhn/9SoeG3VSIwd0Ra
+QN/aXmI/njP8Zjom6RtnZMRIUsd9X38Xe0rczNVTr2C974+j4CpMN9g+/DcEBJeDqVjwjGYQtNP
gRrWw0YpmvInajT2tE9Tw+p2rirgSqtVTjf2/ma6vnp0aj+sMEQ8Htvl53WVsWsHEolTntvhFlG4
MNsiLmbqn6U9xMNstVH/3/0hr48LQ6JHxKmUiiXL0qVmZFU4WD0Y3SrrXkLFFNmmIofdqIqI1rrL
13cACGzc15F8BVVyFSCp3gwtPhX2Se8L8a/mTFqzD1OvWhNYurWOyFygfiLxagS6l19w1FvNDpFx
P1nuXOf7JHHEvI0nR7EOtlE428QOxjURlBu7BrgLxVAgnFITWp6fPzao2zl2YyW1d6LjalT7pipo
SsVVbEukThM8l27v/oL3W62VKq9fTbJgyi2kw9I+ZqlyxSJO9HTBjAZFYXkbtMzDvaC7KfZuExr/
ZI07b6dBm8VGUaPO3KK+mqzVIG4s+J+/YdmaqvQGQewwFOfcUpNj2LQi3iUlFqpbt0PD3CTYD/76
KpTJP9h2WXjHe2Lxjd3Bbbse9bEzT84cPWMD1BubSniJ4dv4kqPFF5e1H09Z+zWI227l2r++DeXo
SG2YyDlQgJAL8sfXFhOZc0GF46wHlvY+UQgINoQT9nvdmmBuxjz+QIhaIMOfGSsX8Y0Ty2klQqL4
TyplL64no2rsNDVt5TRSjXk2FfjWWeIon1vwQIf7l8OtzypNsYgQ4PtficakEC/nfEzCM+ostY/u
SfjBi4Np283pZ330rPf7w904QrZsKEhZDji0S1tpcDAqPlOJckrzCKdWFH/GaZex+GJn4oE+hn49
gUULndFe6eXeuJgka51hEVMkN16EYE0XotJoB9GZOvtk75N+CJ1D6wjrf1hQir9IVJIFU16Rv+OP
bdMbZVxUkSXOGo63Bx6ZEVVKqFqpO/fNQVgKJfb7a3rrE/Kk0AujuyoFby5HrLNeePFoiHMLaXHY
CwAC+cGbait6gEXg1I8Z6sAf74956zvSGyKAp59L2rI4HFkSoEhvghTWW+QahlkdN5mC4YVVtN5H
u7PqXWNma/7Ct44FtV+qY6wuffnFoMoMvUSv3PAcwYId/Zjb8FEXRvaxqaEs3p/gzbGwdCfZB2BH
nf1yUWPqcwqoIlDz6VB9UBO13ARoyXjbohvUfGXP3NqbhF18PTgfoOYX9aHcQS/RQVLonOht9o+q
JUV4aFNR5du/nxQoEWJ0Vg/2weIBa6K5bowk806pcPo9DmBOsDHaNjQerWlunPe/H42tQasAM1vC
5sW+NCxkEzRF9SgHDSpinY104zVbNRe7Jjain/dHu7WGJLM02JkagBD593+cuzEonSgl0jhZtPff
0GUCAgQoqk5298e59SzwEP8GXHFtLmU3JH3LTbo0ONH1sLIHL3TEK40S93XWgLEigebmPUgopAb/
Ccnw6pXhb4UCVEdIW6naIvO+WFRV7V2IMZVySmbPzXzFwLoOgn3xXDQ9xPTRq/YssThgd5I0uyxv
8i/353/r5EuxPfap1B25qhmEUVIGMTd41JXBawCv7TUhZ3nJrTml+WDTFaozY+U03uhgYgYBTBJR
CageSAtdfl0z13BeDYR30sKpTl6Log78BiNP44CRi4l/YB5koesjr6brz/TLsrfAwiT6nCMD8ev+
AmjyNF6muZTIQBWTP5AOUga8/C0hZde+9IrglKXYp/g1y/0Aab4MEGTQ2ie198JDqCUtFquTdVDA
BGcb0lJtF9A1mzapUyXbysrXeDe3ngHMmjhtuLyBzVpcImGjWzM9wABKVZGZ27FJq+GxTFQBxXsK
uwcFQ9jH+0txc0iOONbR7ARagpcrgT5vF+qF6ZzGdkZYTTGq9pWfN7g7wxwNQrMos77eH/I3B2Wx
+sB2fkPvgK+SS12OWSKSkWdDZ+N6XrraKVI9jIvZGYq2p8hcNz4cC93wi1jJ6k0U9SFKoIb6LZnH
4GPgqSj0JkWUP3pVMOZnQ+kwdLn/C29cEPwsSWwjhycGWLxSwim8wLDCgD5OGVe+N2Wdt5nIo09t
ryvx4Je6le0sI3WtD1bZGGtZ/I2PIsW3KMEgMkBAuNgH4zwlboOf+XkaG+uV8nu3tWs335gxqYNm
W9MaHHIxYcifVPtlrMoGQOt2eSMgmtOAYEBJcUqi6rMZ25XqJ4qqPVQeiNd9WpFjPwSOFEqGI2LP
+/vrLW+8PzaEHJ52OxK7yDoiNrMEUONN5YbEdMErQlAFVnR6FwybXjp70DDGcOX+aNeT5cqTHXeJ
RJS90MvtV2mO9OIp9NeyEPlm6tJo55hRtveUWDxYblI8etwKW1hT9Uo2tLwDmejv4gihj8HQqPlc
Dm13UxN20ay/2m0YP9djJajLRPamjT3D8UFyZNuybPXXtlKNB3tyWx/3iWatSrPYXvwKWZfif4Bn
4DMtb788UmOzi3vzJcBg49h0SFYEgngvSIppo2MatsbsXjw48ESp0kqsqQRC6XAQLqfdeyTXxdTy
ymbJ/Kuq42+DdO1NRvKxLG3NTTzH7sP9r3y1p+QBAudKrARQD+X3yzFF6yohGO74dSgU8Rx2o/3D
6+zvwvOylZrp1XJKAIecGOQplnbZUJqMwFTrQU1e56SIMV7WgrLaGvkw2QjdhN13SKHt2oG9NTtD
8kaIbuUjJv/+j1CpK/umpt2TvKZxmz/OYadgATSAMcO+LXz/+5WUvDCY6bAbgAVejtVHbtNEsZ28
jgGyU26oaf8Y4DR+GLno10KzW/OC7oPYL0Uavt3ibBaMnoWmlnA2S9SHaotGjqt2j0BI45Vs8tZn
I1ZHs47bR6IdL6dlRj1vQJClXDql3Pad+iqGOD5YMWYruzjU2jU/5+tjwG3DjcOYVA+1pW2wYcRE
mg0fTVCm/WqJ2P3qBm4T4JUXt5z+YkbeAGjVmtrV9bXDDuUIAvin/A3wRi7FH7tlUlNqoq7DF/T6
6J/cSsxdnzbAknHTa/flNDnfbcXTxCaLzfk7vYbxq47j9e7+PlrEvdwC/AowN7ToqAgBJLv8FV1q
Wf00Cxa8U8cPKitvRdXPJBx79bF2i9ondZqNLQY44Qah1DXB56vvDWiOsrys+mGXftVHmR1Y1G46
TEezTYv+GYVVs90BZosrC8lYNQ258XsrcFdiiaWXn0yu6U2iRseoAFJ+g6r/WPy2FZVZg9I4Oomo
XNvPKyX5bBgVAkmbqi77oifIivBraSkSftKkT9tzEVjQMmwls7XNFLjxT4wmi9bv+2LwLB/YpTM8
OZmVTi9OIHTTp17S/bj/tZYxMr/7d4IE0xYkCzCpRQVrcEpkovuqexM4iG6LaeqwTYj6wif2MtxN
0eCb6DRK8Bx5mvJZJIV3iD29bDcDhinqRjWL6L0N2nBlFy2jRzjbGrVb2jgEaKAC3cVmprzuBYXS
92+9mDp8O/M0jTZpq9jHsBRtu+vNtv6CkFnUTL47YvvZlrbZEEzXbrwB5VWOHxMLjuZGFboXH7Ux
VrSVG/Nqp8uqI5wWoFZg1CHTXu50UXRmobZx8qZOY+luIkNH7LKz4reswUh6W8RDY+69oHOxb3eD
ujnYCIatIVaubhubGAcLSaQvwOyTVl/+CNcqBoQK6vbNzoDkdFAof1hxpTY718sphhZJv81NZz7d
3zbXU6dwhhIojTYwCFduDq3V1XWv2O0byKtuP1ZB/2hP8Wj7LSL+jtA3hZXFW2Uq3Y+l7fQrd/qN
0WmRQJ0BI0twsyRwFoE9jJ3qdW+hpyJb2w5qt7cca9APlNTU8B+Y6u0HEsOS1lifjlI5C13dlcLa
1UXzGzoKOlYiEpyrHlwRUoTnBWjfdMUO9q4SkUFo7vTTbbRgU+lK/e3+kt8YT7pbgT5AEQi42+JA
1A6FXqpf8bEhlQ/9capNsfHypPygZWnxy0YWKDncH/L6cuCFpvPFGSSCZJaL+GNy4wI1+S4/hoS5
rj8VwRQqPkGlYqDx1gXYadtGVHPsysxUd9mo2N2e0LcuC78D1/XV0qFlvhhJZwhMVc0qUseVi0L+
hIukgnY5VQ5wgCCIwfXLvfLHvTsVQ+Tp1SCOejNl2dvYTCHwqboLviaIlq3Bwq93HtJFrDIPC/uP
cuPlaAwfW+NQlUfPySecppUh4k/66LC4Plet+w2BY8NH+sF+miqhrgkU/PagX8yW1hKZG8cORtuy
KVnHWR3DPo1ATIn4mPSjYWwgnRfiw2gHFfDH0Zy6rxGAjnzrdElcvkV9YqZ+xeX+ramTKUDKznK/
cqHV4aabAy/EIo10bJ+qGRlIM00WsGC3pFVWjjG2upZT6OPBTfSCdoOVE4XOoAr8Ri0M8y1nn7+i
sBl/zDxY6n4nRP4ReqruHSpr6OqtM4p53DYVMga7oDDSLAQD0OCaCS2axnkTKJ/jQujxxyh02h8B
/hfzu23EoJTD0GPnzOhLcI9Uif6eKk7wFTMtz3iy53GKd07qBOkvsClN+ZxQuDe+5EKF+OUZaW1s
rcgMgy20pb56ylozHeg8ysQHrENV7mGAW+NTCe/TeTKyJn8bjaYUG2t05uZRwQnYeOzjeKqPbCGQ
j2M/UzAcCi8F4qOEjQNbVC0jZX//vN3YXaSrqFjSVAdcehUWqzheRnksjlbbDk9TXYzvOg5+LwF1
TE6f2VS/lKSyJoRMNZGxzdK1SvD1L4AyA86GFI5fAFrvcn9TPe843UQx6JR2n2oljd6jKGu3taNC
I21SrNeEoppvpiiDPdDcNXjV9ficYjAVqBywi7wlpzutnRnxcz2gKAjscR8XHhg2D9GsdKO7iaRE
efVsm+fY7arXDkGmdOvRU01WXvbfFe/Lc0bCxR3L75C0hGUPNbXsaS48XRxFPs+Ojy+pUD+7tdG8
DEPfuL6mZ9kL77JzzrF/fUKkIz1D7w3dTzOPv31K47KM37WAhs43K0VM/TlOG8Vac6+4fhNckjWp
9EzUSQNycR01FbosiDNURw1npadJj2G2RhlPk69QT1MQVFOLf+/v0SU7kMDMpeVJS4KSNgyy5Zgi
w5fI8/r82DezNuwUdcjfhdvk9a7oJYM3jSyMxf1Ea0T8ZY48I9vouTK8DlpcYXqpGGFifbv/m34/
+BefS4aJrAFlZ8nQX9Z6rDlHxGHItA91UafeWxlEXfthIonXX0I1boZt30Se7ae56UUfJ2u0lFcn
KScspdSil3jiOErfEdwrho3a9viN6JXSJru+nvLkK6YXQ3los2nw3seym8Jdgbj6W40M1PgJxdNs
3JeBEaorQc5v/cbFpGgboBTHu8YfywffqLrE7XLT+IA9+vyoTuH8r9sVufHZ0YPwYLSVF59EVXEu
vWgQ3pOHAkH6aLZdezLsqki3EUaGL7aZmuapTqPqxRkoVxwwpOuUFy1P+uyLZwkxfcocyp2bOney
Uxrool8p0SxJ2BL3BQODA0VpiBdySYqI7CGPnSztjmqDuh1kUaNANFYtivBTPzSO8LNZ8aKHTFgD
Fu1pV/ktELzPc2iGxi6hhcF/PdptuZKyXd01/BZkrzFgBGkjnScu7zoRxX2XZ/14zLPC0R5Qxwvf
ZlEVTwHUik2Sp9m3KjAERFunH9/nwRUrocvV6eUHMDYAbMqy15dMH8SFPjjeeDQ7LBl9HFjMn5ld
C2szaMAV1DZaw5tflwjousliGYg8YBoIAF3O2YjoNpsYIh1ViPE/1KF/muYw3ks/Ej8mLff80U2Q
VtOcoPjQkOi+UjpZg/Fe58ryV1DylqVCmlPeYuXHUa+MlqTkCPkKXd2uqsx2q+Sj/qRASwo3vZJr
46PaI0ddoDuVPxujG4vZ76vMGKWUCJzDUZmN+NWy297cKkMD11vzUmr2g9XAE7Mmbc3s9fri41dT
R4ULS8bMBbgIhjVYH6BcJkqpTYlNaKr3P3g/snlXdPr8FrTzvw4/MgEeWzs7pVEQ/oqH/KNS2Mpf
woE5UaCP0Tgi6gYShxLr5Wc0hRl2ZSIXsDSdfRS7P030Md5VDITfkrQpvb+tpTPebzVxCC/wN5c1
nVlIMlfrTkeu8xpF/2b+UDaueXCFHn6Outny59HjfDhdbZ3v3+1X+a0E8Ut2Kyhkqmq/d/Qf8T0l
+5oydm8f56Zvv/ZB0gj0xUPN2QX0rD8YTfqfgKH59f6o10eTTIs6L60DRodGdrnAmHeOXtlYztGF
L9X7wO+Sfe/Y87esbeLXrhL/3R/vKouhfEBEL/l6Uo1/CZRtnL5uBiWyjvMMGCSr9PG9a+tuIz3p
//rauxxqMbXZTmrFLWLraOcZnnpuVOP3ogIH2UZVNOwRARSHxMvS3WiM8REtgDXG53VwhfUsZULq
9gD0CGAWJYuwQL06psN3HBFRTB7NrCybhzqo58TvvKp+QOEZ6I0du9m/eTsUFjEDPgGPaVuZbz2d
ox/G3McfK7youg3Gq2KfJ9G01j253neGRPChmk4CjGON3CF/7DsF6v9IEKofS2VASF0du61q18M7
kiXol+nKnB4COrnF33YZcLCSMntSNIp63LKHYnvGWMdE6Eccj9VN4DrlpolM52NBpfWBQkP4eH/j
/SZpX0QZSA6gSAuqDGt22Ye8nKfXiNEs4a4cJ+5V7ZAQVhh+kKS25pcqYJenqFWRlHZVe3zUugHg
bRs2nsKLDA1k08PgVzaxsIL+gE20diSLGocXY+4UzKwmU/1V6sKdDk6btw+dpk4BiLGiSvzKHZ0i
2wS6Gm8L3Ui9HZihwTp0rYb/li6SXqOOZLqJr2f5JHkszhxuG12xko9WZ5kHNAU6hKdUZfhMQbDO
v4Nf1b+axqxwM0gukt+LcniM2n4KnmoAZ+cMbZePomu64GUgTS78GqNwpKvzobV+3V/V6+OM7gCQ
K8qDNB4A8FwuqtU0RVfUmnNs6ZdF2yCzAmWXQzen69l1wRq/6rdm8vIjEstQBqEKLT2WLscDF6RA
GFCto9bh6roxCpPoL6E14deqpR6cymnmgzaJLvNJ//tiZ/Rc148A4JSHSDh6+30owKojtjZDb5C9
320HMEfzhYdZHRIgiUZZr8mI2+4v1K1fTnAr4RlYs/GwLFYqK+EMhUPSHoMQlJ9TZXq01efGPDpU
TK330OyUDSBwRf8vS7pkl9C+cj9oVZtXvp2jvL0ToEwOdUmxAEhtV/SJrwKf6P5RvKLYQN/L08+s
eDivtZevo0dJ5sbdEZEQLH+X6uthIjq7wtfjyJFAbkwUka/mjvHUFEXp157ibfOx+u71qPXzhvx1
q5WslM3lgKqGvH51O2G95ObJ0LXHiZfzo+YF0fcCGCxCzsI8zFNXf62bvl/jy8tttNhmIJqAEIAJ
JQhavsVKmyozCsPFsRkx3dgi9xZsndI1HsqxCbajWzftI9dj9pCFBf5m97fK9ZNMCkFLgMeRgrO7
HLwwC0u4VlofM/j0D2oFu2ujugFxK2XIcx6qyT/3B7zxAkC35ZGy0CAFcrvYmsg4FXY2xf2xgKfY
b8egGDWpwx5iKxANm6gvQ1KFLPlyf9gbi0zdQ9IWcReBYyd/1h8PT5tU8+xG3XB0SZTSMz8A007H
wftvO4RN2fysqbtYr/ls5cVnJ5jalbvr5vjwdXQmSINjGeZ2tZIThhXd0cVPIgEIguVyZ0zAbyev
DlJ2nA3LW5nQ5DgUiqWudX5uLbuEqPCFaWXy+l7O3xjwv0y1pD/GeKxUwBBj4e5Ntw8+GjkSf+iM
KlS/R0WsFDZu7C8ZZFJF4DKCrrD43DS6vL6cPOY9A8fSBwGrMcJg5YceCG7TIfDWQowblx+8ISAF
smfKM7wUUMntxKjYvcNxdB0xPuWjkf/HHZ8a28Sxk+YZzf/kZyJbiAct9YJ/h9rplW1djX2w0ZXe
Np+NQU+Ug5LXCk6poZ2U1MccO/ORV+1ApppujOh5L+zd/T36Oyq4vAkk44lCEJVwEthlnW7QY70o
pnw+xpoYPuoQHo1tibYYvXwjKF/GMIk/RCHl6c2MknS0U2wC3O3c92393ESRKGiGIgbnFzi4gLHD
3rTyJ4+e8AZlq9J7KOErNP7g1KXxnGuFnpzLzk6GTZGOzn/q3GonaPacP0Ed2jsYxYAg6TCH+EXf
n+j1poAig0CI9ImUmKVFojWmjlYajoKKgqHGDzWP0peQ7PM1g3a65VT0K+HYdduTMhaHT9oESIKr
veietxr2255a90fNrZJ09rt8jGkF21XT+4bbZd0j16CZ4G/mzub3qBPDM2cp8nYWCrvxVs8tHE4t
URkntHc78VGzZ/vH366JdJbiPqT4J7GeiwOqZKj4j405H3Uv0gy/wxQV/ytPPPXkx3tUmTH1uz/i
9ZXAiFLLiUwXLMeyElaPpTcPyjAfW7OO/cFM9adwVN4Dt+SCKtRO/TfnJjrcH/T601MokaotvK6U
opcs68LtM7eG/nks9GLa5nli+skIs8dN1YdhdOr3+8Ndh4yXwy2uHxxp8AQMBvXYT2i/w7NpvyPM
fM7iSV95YK4jFwmHpe5CYktWvwxOE9cctbQu1WOZTc3e6YfA2VN7stIfTSOtXBK9QV0BaBu6kMWc
uMlGjMno/SU3lCyHQgIqS1L7AEvQZYrdicxzpiiwjo421bNPr14HBxiquwa3tZVjdeNbykicqx1o
HleuXPw/3lQzcqsiR8Li2PTpfABSMaH6aKV489aN/UjOk2n7+5/z1og8oA7AADYQScDliFFQm3gm
j9pRqxQooE4SHbz/I+1Md+Q2lm39RAQ4D39r7EGtbkmWTOkPIVsy5zk5Pv35ss8FTheLKKJ1Nwwb
sDYclczMyBhWrDWaY7YP8y48zEO7Fa2snB9ZmpJca0CAQAJcGmzCVmuBa+nPRT+P89HMrd59UTPT
Q5tH1wNzI0+Vju/yASAMlHNuku9FsvNdmkPeTff6xtOeyxgHkysQvZxRTmz0jSr4dTQi0YR0NwhE
ZIazgKcoUTUDGkr150GU3V5rTRpBmTWccmSi92RV6j30R8kBrVXqyO/eQm4ICZWUPILre7GFfWgY
Y01p9jnN6vQhgk3p3ghAnnQMZx4gM9qEjcq1LL8pExhM1hLEcFgXWxjXFBdRLNTRWy7M/Rgl47n0
2u5DkYXRBy1IvL2HYvEndE70Jyj5vX3cdNMRArBNqYYVhyuZfKjSAG5h0EW6kDf3hSS7Lgyk7J55
krMvc6Olvwqi/zsTtzvsCi0354Om6K6ycU/XDjHVabgeZd3tqs7YDdUUSzK5Z7q+xtkb3D7eKdID
2UbgbDxjq7YsRjMgc6ZOu8yZKUCZKTOa6rNV1v2POlGaL2gcAojuNSvceMBWbUkcBbku2LRlwbuE
pSHSR9ZVGfn4qw9C5HPJaXvzZ9m5iM/fPrhruyepQpHLU+UQ3eIcaYnpzQ2V1GcIcrw7WPFhjUuK
9uS16vydZj8zkc0cf71tdG2JIETAA70e4WXhqqzMruuaWXuOYYz/hCCF+pDrNcKHNF7ooP6BMdnF
gLuAgunyfIrWraaARsdzmc5J9ajCO3k0XAVW4VjJrI3PueLKqcyAj0NbCJzVVeI5uB2kRwmu3LYS
75BC/qSSaHv6j7oelEMH+/g75ank22gRb+ICCD/YwoXrmaM8MkslM54dxa0PDCoYBZPLbnKQzBM7
rTGcE0da28Ctr2whMDIqVzyQtBaWDbHJabqhm038T1zp33m2M+0ntZT2jkfONN8LnwJYhKQgLSCA
skAd5I9542JcsgNvnmzqq3GT3Q9F/7tqmfAQGRVyzmdqbKkJrdwKDEraf64EAeziVjhuUY0xNa1n
26jU7t9e0s/dUYO0ujNnOqD8rSNVehAw2s8bxOprpok9HPR8AfjzZS/XGmdWAt1GYjwrjlK9gN7K
07NjTLl7BrSW/iBDGpiwzYc/iXts2HKgZqRoQsV98ZHtMBVFhA9/nhU7PTStk3dHLZ6Dpzl062e1
y8pmo6C3doakuJvkspV0Joulhkg5qUZr6M+UjZWXGLkf51CXfZKeUnvO040Pu9KTsx15JSVaA6TG
shE2ahVjY0wqv0DOFT64kZfbBycXlA0KZX4gQItPvZbCWiZy8aAYThh/jColfKCeon2+7ZOuwXKo
YxF4kcfLOQSGES532TWyMGUyOnuJQ5u9LnthmLu4GOPPZTOPj7wq4r5NpgpKfXtgQt0aocmrxuYX
uElq1kjOlHsG7Le44K8jKGrMFDYkXRN3btla0hrAcI4lmpeAWZB0FwcVYQVgrQ8ggKgH64PyJQVb
tYsnNOM33r1X33gZ0nD4yGblyA+3bqmoA4otjZDtEhz66jf80CDwI8v6AMeNc460NP9cNEV/FHps
7uwubB4GK+k3HM315XN1htjpOcmp8iv6YUrjyBgX7vhCQJN0+zEGAzdSHvkEL0Xi7VydGci2VvUt
iZjrZ4PzSHEWOBMtLqYPLo9DUYmsT7xqeJkCo/89u564ZyaoVb4C3+cJtszQCd/9UoEwpXpFUI6A
w1XF0pxydJJE5D7noXaOmlTXd61ISkbYcvdzPtfBz9tH/vqyyzQStTLY8ngDXm/nGx8ezfEgIHZ2
UDMQ5e++7y3qo3bw94Cu+Jfbpq5vF7LCAHyIn6Q8LEf58nOaechjW6TNR8S15vvOHIv7ri6d9OgN
efBgZsHw3EedeoxEajT7Gr7Lr5YhohKadC32I2Mq/41TrRQbJ/wqD2LiAuypQdcWjAvAtcufpTdB
LYC8NB/zTq9/M0Y8MutEL6O8u73+q9Mk9aHII2FSkSz6y2Fm4cWFqQXd9JGpDnc4m0XEjTEFKbrV
hsXvcLbt0/+fxcUHDxJbmBOssR87JjXaveKa2V0QivZDDB7mHMf6+ba95WGSOhV0gAAYACrnFC/e
qtpuFYaa4vypKsz0nmfZeCqN4FmL0nePBr6agnEYkhb+RhnzctOyOp+KsMrzp9gJ6HGZaBwD8ctK
HxAtsuWusH9qEMhN+1SDtOX2MpfuSNqmdcKgPQVusJ7ape2utUZ96NzsaRzpScVZbTMGmLu70O60
ClYs1/hdQD79/bZV+fa88cNyuvV1RAGfTksbyOClVafVhKqPavB3h2JE/o9ZVL0P2i24q6da9Z4S
ZOPyz6gOWvaLBl+Vt6/ncIvTYLHy198gy/qEe5K/5KraTS+rD+ZZ+Rsu7SA61IWnkonUAMR/DVQz
KyBXdh0A3Qmb6nh7+ct36H9tM2LL/aHLTQvrcv0abWa9h/XeT8a+P7pdmOwrNbBOZRQo3p1jpc5/
NcHbx9YsmrNaiCg5znajbPyM1S/w5lcszl3ftkPbtyggTkbZDneZUY2gW2Njbj7ZcTz+HmYzgZ4j
acwtLUu5vuX+08jiqMvm2dVUVBbk6GqlhvI3A18oh1eTaXxqK7IJnn1kA29/7UXE8fqxgdWRmjGn
wFSU/AxvngUrttS6CYfIB0jcqJ9VvdCV3aghN3sgAgkfzVa46W9i1uFcVEW75UgWrvJ/zRNzSOpY
+D+X83fObFXEtXXoBw1iiF6VJ89zUdTfUw+MPlFWYW/EvGuXi7EMXgGahSYX7XK9hjJ54VA6IXoZ
gzscZor7RxBtiXEQuDT6sabijIc+cadkL0oGrvZUk5V6IxZe22J0hejZSQQRT9Hlr5jrqtPKuQp9
BwXuu8HwgoMxtdahtgFt397gdVMSsESOTVoj//zNBitWhv3ZCn1tHNJvjS6ZcnSP6R9N9M5W3rZm
jLeP2JrhOgqOC4dpaEzH2wKBXXQ8xycKjWZ2qrK6Qt1diy39fTnw6+FBuB1INW856cviK/KWD3Pr
1sHfUd1ooFxSI5pOg9KG85FR3MF53yP7ag6UOvn26wDZkhxNb8UYlpJlyarhtxwcPT2kVeW+TNEQ
7sJgej/xL6V/gigp/AFj4XLaj+JamPVqpfxtEqftKs+BPC/rw+Ivz4yyLSGZlXvhknF7km6A5S0b
RWYDeaeCUOLfIEeiPeucHzTAZvfdXN21U+/9VRixczJSZUh3bonU+Ma9XDk5hIo4Ipn/8I/FXlZ0
wABQtaEvtCm5a7tJPHYRUAzmkHjmb1+JZSYqdxJj1MJpLwDjWypNWdRkyDE7hRe2bIqPTqg4v6Kq
aOID///6mA9JE+/nVKWi2c2zWu5rV4LsCrA5/aFuq3fL1ckfBEqU4TTZNgMucnlJg3DMxyzTOFqV
NpyZrKCGlEeQtVaj6B40vsEWPGRtv9lrypsMADhX3ztPY6VpIyv3Tb3/L3TyOT9QZPWMfYvvu3Nm
JX4OGNk5BoHh3jXGlvm17Za0e7J2RkngNYN445VCPTe1LA6QZLIS40fmDpBpR7P5s8Dx/7q926um
qK4yma9K/kv5529M2U7YtYbXJH4XR0qwV+HwKXbQtA7VblSzeiOtW3lPCfnpQWs83vSxFpmkqY/J
KBhR8LO5M5rPZWXl6oud2NXwlTqu4+1nr+/zfwNNa8+NRQnm0+3VrjyoLu84D6ostdKZvlxtBfA5
CDM38avQnABFQHT8H7mm+ZdjtFZ/yu0x2gI4r35gCWSTvRCK2It4FQY8NjhVEt8s7Gnc26PlZERs
dO+eg2TUftxe4Jo1WSSzKfNKQPrCWiDGxhjjOkU5bAxySvN1ODvPee7m+j/xMJjvf2Og/SF1VsFv
STqWy++ZdTn4IdVJ/NJErmw34CWLg2jL+a52ymgLZbK+uP+ztgg6A505ai2ME98Q0HJ8muq5CR6B
TFu/XBFtcR+sGXvVzJIjmZT6FkuzAMCbvYK2cFGlgfg8Jlni7ucOcdpPOgPd1obXXbsZEkbMKDA+
5woTRqGvVKZmin1dMfp8Z1VQ5ugF6KVdblCEO4eD65UGENK+/QU58CD+4GbQGuTISAweShqXO1nR
tS/Dykn9tm2cn60zOWctGdJjqbTGpxhw6tYzs/p9obmUjH5IBizZLIRpd7EOaNoftEadD14Kd8BO
hzxp2OdqvdkCXTVHbR8OEvDwPKGX6+urqBcVvNS+HRlMuraNNqf7VnXyvXCHZkN2SH6sRY5C50Fm
/kzYUlRaBHpTINpCZEnme93g1o/qFM/G48Box0b0uuLOPCbF6GwyjsTmLdyp4Xhh39RG7gf5aGcn
LTatZNzFQzOdrFqZ54fSycwtxpNVoxDDQvuoQ7KwDLwGI3LqXgpRdmNQQH82gtnZKd04tAdRpoZ9
0iDH3ZKaXNk+lFzpcEKDRlF+mZiEEBlaeq2mvmI1EawxGgVQsyHnDqqYAdmC2ZvbjnR1lbxVDKuB
7AfXdnleJr0Zw7ktU9+qp+G7V4x3U6gb1b6qtVxQ4h7EVrIn357loaFdxqgmOwpQZ/E2aYDRkwmC
Gn/Oy+KzOeNtKfHOdre3arzsEx1zUO2q2jn5+19l2IVhZIWsnadx2dOdmUhzEVfIfErbeX2yKohk
nLTNjadsRkV+H426EXe7sApUd98oee9+u/2x13YXfIJMHzzJ0S///E0QAmlcD52Jnft6npa/3N5T
nuzesIM9A+rj+f22oAYiYZARCAjJS1ueAm1vHDRoa4a19SHWiuIrqVEQ7BJV/Lxtas0NSEoLWnV0
OwgnL00ppiAUgfjeL4JQGw/5JJzwyEzXlrTA2ucD4AWSiuDYwOVc2ikbWx9M4RR+GLnWP/SuXUQl
uwLajgIt3NtrWrUlUeLURCQ9zuKdgPzKRpjby323tbI72HfKF5SdHQfGCGNrum7VFt4TjDYNl6t8
Oezg3GNsNPPrFPWr+zQd2rMocBFnjeHyv24vbO366cRpxMIex3BZSYULIPJKC3XStE9slD9Ua+cy
NfKcDpCO7Lpx/N2Yxnh/2+jqCoGlgLkk3ocX63LnmEaYyy7j4Ddpa37IRNb9mqymnw6WAI98uG1s
zaVRq4WoijyNsZzl1knQlqZy8pOsyJxzUxj5tIu1BgSHOush8t8FM/On20bXVkiSTt8Kqlk5FnK5
Qg/OZSU2UWB11aaMd6MHvLU0JvexCp0teMOqLTnPDakENQFzYYvyn60Hc5D7njXQhraZDTuW1oCs
lGZEWw3Bta/5ygLI0kC6Li93bDqxa2c2fI4UwvMTxENZDhS4aY5a3kTuAznxO/twMjFnTB3w6P8z
uTgtLgDrCkm2ws9b2Ek+xJnR/0Cxqqn3bq12n4eaptHt3VtdpOSBwinTrVkCRpJa9O2QidK3VXS5
mDwfPwZKrCW7Hj33+0lLii9/YJBECScmSZPMRRPKmtu50ry89CMnys8D27mz7Vjdd3nTPvI8zRvu
bHWBb+wtjsxghXlmhkXpDzXPHitkEyk9mr+JvYufmVa5G7VNecmWrzxle6qNIGNAOC589dRyXMK2
KX1HzZv80Nijzlxc6dYboeHaXSBCkKTj0Ozwz8t7V42d14UUcNAb7urvmWYod22Yl5/E5L0PP/l6
KiX6lgACkR3eu0tLs5BTLkVf+ugCJvoxA6fxs86izRBwbaskf6Ck2kPu66oLHRZJgn5N6SdOE37K
yzr4ksxtd8eU3eeiboyNoGjL3GKjBlC8QEaT0m9cqcDX54W3KwtNKan/62F1sJ32D1JOJqGAGMjT
z94tQhPiZm/udLPwG4AI5sFJHONkB3lTf7EaPd3ieVs7idQkYE1jdF2qr1zuW6QUdRpGQwk5veW8
JEoXQ2hXV9bGE7eS2BKaE1zSIMSTLPO8YezToJ2swu+gwA8eXT1Su3NW2fW5InP5ICxULPZNEJUq
g0DVFonz2i6+tb5481SnleGKS2g0G+qnsEzD9pTnWuntUugK1INXocB024WtfVf5QSXYVDYHFy6s
aGwIiBKt8McuT4azrmhDfSp6dQs5uG6HzI/ZPdhKl43AWuQU9EkVfMhhlepfL9aG6sWj/PNOapbX
Cy6ZWWA+lsSoS13bxBmnco47bkId58o5ypsHc4RmKSucj1FZBsUfPDocfhnKkgbRYr08mE01BwpZ
YOmbY9DXu2wIysMUZvNdU4vO3keWtwX1Wj2jgB+YIwAzSLvu0mJRG2lVt0rpK8rQPLjl3O4LcFr/
zbQFz9zW9hNyYdn9qPPy3T4sa1Gn9cby4so3ohiMIUsrf24T96iMw3SXKW2+S9siOs8IVv7tVYFy
+AOjQEAl7J3a9tLPQKpThUiKlz4caPAQIS/o7qqBAeWEUOag4sa7vTuYW0/S6oF1EBZHWQXki7VI
cKt0qOiUhzgcl97JWelSxz1KzNvG07f6Td/YWeymN6tUJBKboGWoj0y2xv8iH6hJ1ima8scYjvKn
NBTiw+2PuvbgQkvO+2QTfgLhuzxDMWxlIPhk/jDnynhO4JpTT7UxVsYH2FKtacOtrpozoMmUlXtS
lkXgQtbQdmPjpT4cKLryDypWXfqkdlZl9zvZLU6+317e2ubB6KXSf2EiA5jU5fKEOfL2RqJgaKih
UKdpGQFh3Xj2lkLsmsemPyAnsii6whB4acjWaqtEvDrznbSM/xGlHs53JSOExaliSIqxPMvo7m6v
bdWkzPxMqAooDy7WNuuToU6eyH0kufLo2bPAtv/Xl5poH0KBkMQ+g0Wt2YgvljCwV7fKCsFiMCR7
LSVKD7121NhREAScQ+tnO4PaPRFN5dpvzezL+ZCbWaafux660+dsyDQHNtBGGBYceOYQdTunZHbr
3NRtFH+YCPa+3v4qayeMvBTwtRQkpgh+uRGtsMOuhvzXN6tw/lIw09jvpiSb7sPc877ctrV2ZekL
ASViF6iXLE4z2a8oYkPJ/I5ZzOagRlE1fNGFmQQ7lUr83kuTH6475/aG3bVTDRaNK8QCrwEWUCoI
ohAubd90mfeNIWahxHsNndUt1N/aGZMhEFTCctR0WeIqxkYoSTXlfgvzVXDQ42D6D6FlFVrfoPhh
tdp0vv1J15YmOV+oaUCQdFXwdrIS9PAUc6iVXIyfIjE32bkp3WLY3za0dk7k5TFsCZC9wozwgllz
WpCVijQzol2vNXF356pT157aaBrcjRdz9UNCG8lVBaUChvLyWOZVjxy8DcKtEON4jqHqenRnZNl2
sYgdZ59E4xj8yadEF1w23yllLYWHmhRgmaorha8laJ8d5zKgG2ICOf99+0uuLg01LxnQcSaXtbU0
r+AGFiS/tiJi2j9dhPpqDDnqsNfFGNmHBDzdlniejDCWCan8mJJkX06FLK5enhplOkGn5o8O8iGW
mhTdLrDn9uDM7sR0Lv2/D8Dtgrs8SasX6qrVP7dXvXb3SUMoxpKskqkuNhRVJbw7HQNfRUw+3gVC
1Spmb0XIJFMF3Ept7RrizNixv902vPa5QRizcAC5uLlF7JVMCc8kyb/vlop6JFiHl9ruhWcfaAa3
X1sQbPNGkLC6VgIutCYlM84yZleryugdoeS+KJwhOaUe06oPilJ1zU8lmSMoDxuBwtQOirl0K8hd
t40nkFg2PMLiO9dZZQ0SC+rPBhWB0Epy5xFFEonOcbPi++hGrbHrDZB0G92wNQdBU4GeP4Pg1zMj
qj219qS0VNwTKCdRAU/b8dG1cXyfmZtJoq0S9RqABUQXM1UAn7i2y5mqqoVu2U0T6u7NoH2zxuje
HHSq7mo3hh8ip0l/NEkfPSSq03zT0wK1FkvPv2jdZH26fcKuPznvJ9UzPjqdfx6YS1+lxWPpzIAG
fSVoa/TBFefRFXkSMRUEv+WuAlMCYt8b25fbdq9PNnZfSZ15bphWWAQ0PeiLuHfcyDecvjrrmRkk
Ry6uJfZZ3M1yq6t0Ix5dwaVKm8yw0BiUMyMLP6LOI0RTEDmSaYvU2fXOnN3pFEWHr55iNM2O1pLt
PIyx12anKUh/kSa0XrjTk7Hamhq8dmn8FBIAlL1pGlzNQzoOs+5W58R+UpPZzAyu/K6GeI4f8hqV
mmMw2qM4K8jVkyEoubu3RGo659tbsHII+RFQHzCtQcn2mlKd0kBh5TT0nYQIFhLtUvxbGJ21q9LW
PjoxsgKoawJa4xBPfmwP/MsshGqcLKXd5Pi5jgYk76ZkYYG3EtCwvKNvOmyVPgsIRcfIn0fXhqDC
rLT8RC0PmsHb6141JOHvsm1KWXDhVMtJBbekhZFfR4zZQjScxsMpc7JmC1ezYWj5bDR6Y1t1UmPI
8Oq7mCIFPMowSlQbG7l2l0DtwGQnoe44lMsv5zaqmqbuGPttCsfbjkqXqp5NuLmGU20zeA9LoVpv
qb7KZPHyUebUMBPKAA0zdjBrXhqtadUqRajHfggfSPTICPH4j6dl4cexLMbsDKoiGnfGMPfnYqrt
dGMPV88uCyEgkEON9pKEVo+tTjPqGnXHviu/OUY0fOgjEVqnMaQ+tMvaCMbssEzs+ZhQrTV32tgP
dsHkgav9LipV1Ifbp+r6CeF7EBEZsvPIX9LRvjm+wlSTIPCqxE8Gq/iWqXNDrwVNuqOdc49u21o7
WJCww2JKkQmXtrgqUVtprTYnqS8YCRqfYGfRoQpvmtHbKv6sW5JiFVKd9BpoGcMBKaKWVYWmPR0q
kLPiP4Qhqq2uytrnI1amfge0gL8vahNJpre1o6SAe/TsozpG5XelF/9O8+SEG0dnbUmStpgYlotA
JeRyo7IAIrocnWefnzFkR1haO3jG6Qu0G8izNR8PyR+iLDw4wEIWz01ug4Mv4GT34yhyps9eOWTx
T/ik4mSHKGMVf0zdqA+YCVTr7twrInwWgx1skeqsPfBvf8XigVeNHmmGvE58IVr1rnczCAJzAueD
GBrzwcos/RFkRddvpFxrZqVzkIJD4AqXgI2EJq7VVVHiO9FQpIcwDM176HLUv8BZoUY3d9BJfGB4
dd6idV87SFCqgzmSfDlXPYO4G1CJr/XEj8HHPwKmJH7RHYSjJN+8vQUpX7VGHf21BAEcdxGxetHE
mPowJj68YdmxnkbvixdXEyW8Mf5y+9KvHSe8O5gtic+nv3R5bsu+qE2rShPmpiKIHREKqMSOIdAk
2YdtaOn71jEA4VZpmsW7kDHUvapFpvv59q9YWzAkITIhISUBt3/5Kxqt6+aegTjfDSBB2qtjrFWf
yjwenJ3Rl4je3ja39rRB2Uzv+nWUfPnK6IyIiSHjCa0o9PzuLfXb0KGCkECa+BVMd7Jhbn11/2dO
+o43TjyszUmb8xx5W9tImyNaco73qZpn4BUkt/HWK7Z2SV5LShI1LmOeS3N5K1y90crQtxG3yT7k
uhq0UD+icxOfm8RTfjhBPVjHSGns6nT7w66ulBIFgA7ej6vSGc/gNDIWBVzfsofPiCBJRRWlyg5u
AefjbVurm8hUMvN/cjrhqjA7DWBvG2xFtTbsETuzHuuqU3fA9KND5IzOuxvYctxCBbvNbC7sJgsP
r5jxBNubEvqzaRbjIcrt0DsocxduOPi1b0jwTjmdwgTvycLBO4MAb690id+KOn5OmiaXRRclzeu9
0PVO31jW2mek9AKyEAQugK3F1fPyPg+6mnB9pP+ESNNsWj+VqTSOrjsk3+bR2Hw7Vhf4Cmh0eZKJ
zC/Pp5FSDLUBifhFHvanrI+8aq+kpYAeFHKew+1TsmqMxrLsqvFgLgfZkBEIS4gXIz/SjSY/wntY
TjsdihEBcR3kUbetrX5MIFQIt0ldoyVa027RrW9iJ/IHWhRPSCpUTxqIzQMonMTax2pMrPh+i5Qf
QTZJDnqy3suPqTGdMyUd+Q2UvAWcO+I/qwnST0XdDUdt6KONz7m2wDfmli9TY9tKV0Lt7JeIVh2K
eSSNg6LiSH4c/zdTTfj9J8uTs3AWEO2rBmU3MmePUBHbB53iL4BwT9ZkI39XdPa0Cyqr/wNXTXuQ
qjHBohSjvPyctR3EtUZjwe/tQpv2lVJPf7WpCLwzkb5xf3txa8kOV8CSQ/EQeywrBzrMUMNAxcLP
tFo96tT87ipg9o92pHrKzjXaEmJt1dvNSPT8vG16bR8pfjJIzMg7cevi2CBOl6mof6X+JIzvmTKq
yc4O2/TR1EY0TUM1+/u2vbU3iVonHxYPQ611YS9N89YqlJHxDMeuf1NaFcUhL9Pi2NulcUc46915
QaPPx9tm124/JS/+J6l2r2amIUthss3pAFJ2o34/DhSi9o3NEFORVEq+cTdWjZFmSI1mZuCX9G3C
KeM2VKMMlFrf+kxAc0Msp++OjWN24+kPVgYWlUwA0AwQ4suDmqlxIRIrQ7ImZFQC4tP8k6tkNIxa
K/qTgOIVfwdkBnT/csIxH8N87iEQ80elq+c7BxWfn3YVFS9wDFk7MaFisNP7UN+aeF49pBDuAL6Q
vFvLjug4Ok5CSkxCmtTNd7N03Y8EsvN5juFMvcsprDsb52VhUYInufPU8bgVJFdLqFVKMOxVSkSF
Sszqo166f2tmGyFmMX8Y8irdiL0Xl+J/rTnEFJKhDVD24ulNEwXkiSXyJ1sd0J0NYWTWdxMKPMGx
0sJm3zKs9TDXttFtnNRrw0zXcWgoznLVGGO6PDx1FGRxao75UxJE00OYlF87NrZlyCbQ7uJ0JOyo
svF9zWZWS2WSPjqwETYUPqZLozkzq4FVhMVT6LoTYMPM8NpTFpsj74gVGKj/DW258TquLRSAHtRU
0G0A/V0stK/DQE+4Kk94e+1kZK13pxrIboVIr720k53tIZ/fMrrwA68LhSuGaXKSKsLFhdEw6ifG
hqriqZ6M9tjHs2Yew7CbnxLwJltz3CZf7U3BjDovDRXDpIfM1UTsYOEH2joOALNY3jHUQNRI4vSA
ceBcHbcy/uXVwJAHUpvWArUo7uJiVbWhBVmft94xCmBsCSbT/IwWeb+TIl/PwhXlxku8ao/4UBI5
W+SlC3tDomvKUDneMSkr59QWnMyCTPAIbGjcM0K+YW65aa/Lk3GGrC1Qk1qcTg0P6kaK7h0zt6p/
xIqoj5Ww4zOF6q0p/5UtAx/HulBDIUxcFnC11mIcszGRS8hL61CGutgXunjnbAsHg9YsbU1ZxgTp
uOypWvWQBEYxescRAfNdaJb20YyQVNC1Ij/ZCmxeJXPyZ0h49A0ner0+LMuXCbIKXvsl6SZqhbke
2L137BPDO9na0KHhF27NKW1ZWRx8PfRAaXTCO+LHtEc6fPYpslEauP3MXp9CuRZ5/sgxATHIY/Mm
dU8HzagKo/GOMMFKscXBpEYCnYBrie4Yi9bb3ba3tiqJaqIOIht4S2oZZurqxkQy79jOTnKKZ/Jn
yon66baVtVVJRLFFwwrxgaUVNVCrRuShe2xm175LGeWLdo1eOHT4jYlYHvTLe9eFBBAgftBvmlS7
W+JcVGcOulFo6Wnu3fJJ2FP9xNR1cri9rqtLTGyCGAb8N7gqjvxit8JUs4WRIoZVz3q9V23e0LEp
kiOIoy0mnCtFNKn4hbvlNYOhBGa0xflT7EpRWh1NoTask68Zfdmz5XXKvM813flh5p14wf/HR6N1
o2gnSit4FnZr/w7ztkONCOpVc+OsLh87+YuYxwA7xjeG1H2x+mrOkBsIhvTkRW1+nxtt8TASpR1o
uMApb8/awwTH90b5YO2TvzUqj9rbCxKHZVPBSHOCzbY5Ca0JDoHCQEGfoNn9/t2lV0AOD2mJZC+/
NGU1fF0lwpQZlTGsNwifosstpoL6c1Js8Q2tLcziwZMaMLRTl1yTXZB2itFlSH+0MQPd5CauTe3T
be0TMP16iwbx6kqyeTIRlFT1dGCW/Og9kiOTyIv0xDh0/FGFKYzZJFhfEvgeTnnivBO8pMnDAoyI
lUG7yBMrHdGbfQMFEfSmziswmbUOPekwHmHyKA51SFR2e98Waa40xegCozSEYBIutbgpemTqYeH1
wdEsnND92jOtm99ZaVQ292ZGI3mfIT2id4ilWwj/9PWAFtntX7Cyl6RkEqDK+aGVuQi0VU0YoZN0
ylEPButX0NiJdhhzo3oJrLgsN5zQyk5SumOZKnBYIG+LEoIazswjCZVIIi1HIDVFjOSOcCTePumG
wYOsrJmrDVDl9TfmYpB5EsAAbWbM7XI7iyyFlciVCIMhd/Z6PotDNejdaWYY54Uz2x1E2ESQl1Th
xnKXliU1y+stkX1KZvgXcZoIbJSiQNY85og7zGepKvEj9oz2I1NizPOhe9l6e1vPm8ckjSBNfN/O
yoY7OZ/MDpmVBH1xue4mcUInQCr0Uc1dt9kjQln/i6qJcexp5G74V/nfehtqv9oCdoxKO+0SstJL
WzEIDsoYUf8Ytr0eHZseshKohKf6PjNiXRy8Ok2Sz64dDvciKULnAyGDF55vL3jp5PkR4KdAyeEA
SVWXcaoRKVmaesnwyFxFeRd4evjJSyb3c1K13iegKOJk5br3+bbR5ZHGEnP25G/ycMk5ncuVC37N
7FSAl6IahOhvpsMpH508hqvEUUm0WfwscCPR+wr81OAurcpf9cZFuWlk6DA1D49Dk8zpN212Musw
AK+0/jZtpon3pNXDX7dXuvQU0iagFZgSZF+aRPXSpqqUVq+32fRYKO3sHmE36vsD2miptnPjdtgS
UFj5sIBliPZehcbI9i/N9RVV1GLwpkc02Oxzb4nwa2rybveTHlX7bkrirRDp+vwAuqZ5AXGiTTS2
dMaKpnq1G8XzozbjKXaWJsCH1a3Q7tVQVey7nufgo4CMYKOrsYRWyN0kIAPfSdIDMmuJLkAzobGC
eBoeRagpX90m6LpdnMeOdmjm4kV3a4eBNqCIL0Eb2MmpMSPta6DAGXMPVFFsSVJeey0iNzyHBrU6
hdfl0ILXm6Is+mh8rJMu/M44cviQlurvbiiVL1wq5xnW4+Qzz9VWTevaiciQUfY4YY6REjGXOz4n
Xd7WSj08BmMxnvTYCA8hyOlvYNS0D0UUJZ8GuulPZjC3z4pmwyh2+4CvLhxAL+R6uDLYLC7tBz0w
ZcthG6hr9V/gmPcaqHN72DNg1LDnfRTG2bfaqLPfoBfLb7eNrxw+GoM0KYjQQdYvCbYi6DK7YGTx
WTQrRwRo0qfGG3WmzKdeHAZLtAgBqs1Gar9qlSRO0gNJjP3ijRhhRYJgwhkeozKKj5PpTI8OggQH
XU2rhjK7KM74zC0NsCUuUB54+Lolt7Upn6irkremRpZASREgBJz9kxy6A7cVl3vNjryXPBjjY1+O
4clKrWdFRn4aUnTnP/jgoBV4sshjSYwud5vmG14T7vtHJQr6nx6cWlGkRtT6aSp+DqK4/iyUyDvd
NipDx8t3koUD45Z5iFTeWRiF9EXMmnBHHvzGPitQf1Q76DiDX7fNrG0rYSWNX4gP+LyLbWUSXhJP
Z7Byt2OD93ImKOhURa32ox474d5oU+15QmO42ogDVt4IWU50pT+DMXh5hc0pG4M0zjnFTlWdglwE
L0Pd/FW0ebFxctcuK3Zs2Hso14JjvNw+UkS109t+fKxQUPmrrafpq16m7p0SZvpwcpypew71xiP3
Ykh5w2GvrJK3niE5mPBwlctdDGY0LqnZTo86lOw7LtDwqPdJ2TwYs6Zt6YuveEWqs//D2ZUsyYmz
2ycigkGA2AI5VdZkl/+y2xvCQ1uISRIgkPT09+BVV1aGM3zX5bBIkPRNZ8CFAC4FelbpRaiP6o46
xid7DsYlRA0io7Imc3hCiQ0QE+9/hj6NfiWm+USiRv746430uwkOYXEI30Hz9O1bTlDEuyVI3Zks
la32yCnBYMu5VBUrjNVZfT8sXPtlCijtLQWTK18YWr6A3mA2ttljXWRWOmpAf2wNwjFcarwcVnK1
uyfOcuClKXoLYwPjaX/2fJU3fBluMVx/uyZdnFVci6B+oqqGy+nli9ekrdZu9PCVM7pgpSGLvZJF
4CY/DCF3Q7F6thN1oTCHGQpIqjH/NLigkSUaEEkIodumVjuyqc9/9YeOq3PLO1HqcE395UbounKv
0BCHDrNZsMDfZRBuU1vkUWjO/rjaL5RUpEh91fzlRH27tzEBBlMpwrlDHnixHZa4m+Og7u0ZrYUm
3QXO73ckgqoA2CF9MxxMrP0b1duV7Q8KymYfj/EhCvNtl/wn04WosWya0LpzhrYQjBnHZXl0Teo/
DtC1fprngA1wQ0gjdWrrZP3GRx8+In8+BFeOO2akkCoBDAQdiMs5AgHL35vjxscjLOAv+a3mnyqY
AipoBS5d95ddo+0d4+ZE3gvUF9zyLkJEA9Ih8MW9f+4SYR9kpOEbbTcpzNPA+v4W3OtKpEC9tumi
/F7t0joMpgy8qyDldqYRWw8NJeYjh4rxqx9p/2ioWXKdtfZG9XLtm0KKECk2cIoYBl9caYiYRgR9
7Z8beGYU05iRu0naOg9k2O8AtoNEIaDOHzzK5VMVKXYjCF/7zRD12byvfjevL5av17QGdDgIzmhC
pj967dJ7TIbqu04GgSiQYdeiTOzmtfHnfbT9v5cXClINHB40I943eqkX1qwdl+CcyGitOJQjXKcf
R0Rq6A9U1JtJEcqUV7/+vOy1exQqWogeuBgQKS8OrYn8gYceDmbttVEJ1ZvohVp/LAIP7DEImje7
0WC6GHWmu0HyuZbnYfSGQ4sBIxr2l1Pc2Me0o1knd17QvuKF3o7OhL7AGKSfuqzVTd4sIKP/M0PV
qb7HtB4QyhaMeugbVsFfG5BtZxiDQIx84FEFzaOL7hMZCA7QIt25Hkb4abZwIQPVqc6tL9fSruOc
r/4yHqCImZ10AyGWShA/n6L6FlLoWsEHIOAmrLj1owGZe3upQXufNTTGkwzeor5ZnchvpjVeMU2M
H7k1UZl6iQDORY/oojtuxV02o40SrAwn8s/b48ppAE4QhTZgDJB4vES51oiADV1DfCNokR1jdOZ2
uG3cWkJzUj6GrQ9W/jDU6sYhvLIrAXrBLfcbNfgeFF4nYsB03Z5t5k0+SMzCLkWLzg7biYQOMVTE
Jxga0srIsiEBuoY3fveVWx09SMx4MIyGrNBltR956NxpiDCea+uTvaycykcKxirt0+Dvc9XNuQTj
bgiywRDy4gQSYcYFoz/EMJj7nu3UgOqGEynzFRfeQzjByjSfbNP2kJSIInX48we+egqBKcAxRBKH
sdZFCPUGQSbPD/CFg4UXC7HxYxC0rcgprOXvjCdUCeqDfIp7ghLboLeex0qAi/bn57j2wjdnVdR7
QJEB0/V203e+UEE8bZueBHDZGywvmbQhDOq5d+MnX0mH0MpBM2UTHkdWFL5dKoITjQYPyz+j2Ao/
qKSbdiEPgg9//kFXwtibVS7uE6ZGwDJmrDInXfB5Nl31ZUhDug9GCjXIQNOXdKi6E1BdYxnBlOPz
n5e/PLjgHWOL4j/8LRuFi/rtj0QmyGNDnT23Y5U90LRTX1plms++7XmDSBJmQw4dZ3IjP7n81TC4
guEPJiMoK2C3cTn86THzGUPofZ4B3HRAwgOpk+URV/bQ9rPUpU24RKNVqhc102Usuxbdrxt0nMut
tD3Dln6C4oFq+t2dlQXrlNk2SM+WNguIFZiZkjIYG6A8unZK/xLkhdwT00wKmSKgBtDJv6w1uwwS
1WANpmeGjP9/fd+oop+q/py4bP1g4ewK6h69JS9/mS38XhRdXrxrfObk8l5mVDeSDAM9t8AfFZmk
FniyeU5fBGnHRyiBptPubzcUyNbQGQaGG58Xyf7bDaXkhE9XS3q2FUjevp71h9r44znW3sTL0ZvE
C/wDBncjErzfx1j2Nz0ULTe4g14s2+pYxKSr6Zk1YXwKIg1bbeSg2Qdd67DsB5sWtkrNrevo8o7A
+93AVttYePNDuATRiKhLoFafYQ/JREPmJq2zrOwTArOcP7/WK5sVC2E8ADA+fAku61gy6mpmEBg/
9ykaMJBr13tVxeGpB9H5xpVwdSmAI3ApwB7knczUJBTh2drQc+x0/TCNcQhGnJLFGjJxY7NcWwrx
DIUxpocUxM63m2UCrSwF0zI7Sx2rh8Dv1j1gUPHndUlvWbxdOQn4Ldv8d8NHYMDzdikUhRnE9fvs
rD22PI0uxfGD7Pd5rVj9PEmTnf78wa7tDKiOAKuO7vKGAnm7ngkEVOXSMTg3vJ1BNXDtjyqslxsv
8Nq2B4wSQ180oDYE7ttVwBQCzARZ3ZmmApbitp8mIE3SOT5J0IerQxRXw2GJOL0Fz9i+zH/LkG3j
b+J/G97kd5vu7cJpNQGPqtvoLMM5cDkMFO0dgdfZcYq9oCoAQAwPfeLbew2rbq+o4v4mavYy+fv9
CDBKAlMN2kHvIC9iwN7JWBKeV60IuGkkFeXYiW4/9maBzlTSSWQJDe9yF3aYL/35+1578+kmtogG
KWDXl3TkFdeBIoRF57Se4BNo5HhcBhwQ7tXji+UezSc4Ad8o/q5tqu1m3X40+P+X5wXYGw/trDo4
RxCqLznGdt/5LNQ/f/5p73I9vFl4fqG1HG+oWSR9bz+uPwhaA6gfnocha+4GDGl2yTzBUc2bwx1m
7CmgbZ58VAwu7N1snSgnnt2Sbr7yguGGSPCKscegR7XdHf/p2YQxhNJcnwVnE5OFsB38sydSQDKl
D4reRKaddwvmVywswLHDGSn+/BKu7C5YhKMvjOF3nLwjefFo0Usy+eSsV8YeeE+DT0zM6b6GQNZc
WGf6f6N08EpK9a2u9JWrCj2FrbmPW3H7EG9/OeKJmGyryJlzUBSOEMjTcTGB1fMlmkws652aVz9k
N66SK3cxBGjwzYGNwbL0Av1TMZX5K5SRzgbCYLsqdtNHMCsoqNdRcvzzu71yeaCOQS2zUU235vvb
HwgBByZXKcOzFzWD2M9juCblMjJJYgBsIYhZ1Cgo4qeVeAN/UXCCPg2rzOTfnyYoluDj4lXjQ1++
Z1hXjMiOshDeyFmX5TMn3Y6mkrgbW+nK94REB74kbE8hbX95nKhdQzoRHp1nnrFfAg2pMXexmnZs
omuu6+UWhfnK0dnoBGh5YhyHH3CxgRyFIpMIh+i8rL771q0txoCT+8AXSQ9AF6/3rsn6G+24az8S
58VHGN8WvsQ7kXDRcAWuo3M3wVCbrgsB3giY2CDWZIfC+BYI/Op6GPBiB6EAR//j7R6Cjhuy1wXi
rLwhvEwrYkD/GocC0p/dAQmMPv15z165D9DcAEEZy6GTnG3P85/rqEUkaLSTybmrlhBCOugZZ+af
urZU7+A6HRh2rKYMw17I3dee2a/Q6rwF8rxyMaPrD3xVBh7vJp22ffj/PATkT4Ss5y45U0WolEXQ
B7X839rrFCnGyJV/HzfNsoS7OWuG5hOAI9AOLKZQWJ13lWlvpb/vXwrKJpiOobhB5/edoKbJ4Oth
hUrOAzrs3Y6JSd+1TbwULCLthxa6Tx/o1GavNBr+H+EfawPejYESOiLvySvagZSEzXVeO7eYArEE
OpNMizYtPF/I5X6lM18KtN8Clk/Auv/75w3x/r7EZof8DiIT5t7QDXv7LVw4i4B7FTnD21yQ3A39
elh6lzS58qPuxlX1/sbcFtvULQGEBZ5ie5j/fvgmRCQkQ3xOB253tKmHfavq9Bit0wsSkOo1g5/T
0xDVw8HppRlu3GBXl8c7RrsTnB8QdN8uzzWXMeycyBnr2Xsg0jBJ6+Pq41oHUJewlXysNeCw5Zp2
0uRkQgV8I926+rYhi7y9BdzUl+iWDFplaepShOO47z9Zv/s4has4cWNuHfRrK4HOiswH0BVk7xcH
fXSiUUlNydlT9RHeEdUPxom/J4up/7KjB3zIhpiA5CXsTvBlL64whFs1QMEoBlQlm+QzdJ6g3bUH
aqA3z32t4Q5Zwp84+wI8p8/ODqq/r3+/hTdXIAQ/mEC+MyPjUdt0sUric+vW6Dx2k/no10rntYKT
1J+Xep+5bgM/ILoxM9mM7ra//2cDt7aNtFiy+OwxqK4VYJYDus2SaPj853XehwVIbaKjg744ovq7
mO5gjSGJVOkZ9XK9D6j5ABXopc7byo9yUblbjaxruwW9M8gc4PpDh+fiYDKJWKg01qvIYk0+TRGq
oXkdhmOyDPLGhnkf1/HjQEPemgAIQpeTU0/JVKHMSc+Cdskr6PHreM7g49L/tNSQ8Vu4Qik9H6tZ
kBvR79prxQUDycdtkI5W/9vPR2e9xn5bJefRx8g8p7FHCyniuPD6rmnzQLTf//47IlXC/YpRKc7I
Fnn+s1/GSIVUMJqcIY0k5yPtom7Mydyxp2Xss3UHutStXtm1twtgDbYP0m7AmS4+5aIWGi3WS5Dx
S/WslmE51qlKnmKpu6PjzJ+KjvLhVl/wWgzFfYZ8OEJW8c6iBvdmC/FF7KB0JLKYgYpEwTq23X3D
ZVMG8WztboX6zYvR/l9aTSBsoyMCbCR8QpC6IZi+fcuhgCcYrzk9D5Wni9p13o73Nd+vyodjH9wQ
b2yjK6cF9AkKHYRNh/dd4q9DX0yBj/XQ1I1PAOjRe+hA9V/XiAY3urtXdix2z6ZJuL3Zd93d1KCI
JcqiM5fIaAdXPAgxVqCEuC5YwC5KbxGLrq6HziPSM6ibYST19lU2S1claYUG5DAvCkxoL3t0SS+/
O99Oj3273IKFX3uV6CVDCy0CIwdUt7fr8XSBL7dnEwAsh6GczIxo3AD4aSLr3YL3vxs1Ir3bBBa3
3B50Oqhsv12sGXo5dRnLzpBNj/dzz71PPW1g9zoou2/icSyIF7W4ZVO7lAGURlmeVnHwGU3Z6AZs
6v1xwaNsE79NCwrjl4uLIeHIsTEHyRCuIKgL8lH9ebBxsOwcn7tTEtjolRDFxB4qDcO3P19Kl8rK
W5oLUhdQ+LCkAMY0uohi4UhZCKPb7Ny50AfFdhimfE2z6dvk86XLDemXE8l6vfMq4ek8Fim8C+Ns
Jl1pyUI/D3AXeko9eusc45q62H/QdEMyjNJkO1uYWV3WQ0xJ2YrRgwpmEAIgJOK2jQq0x+a5qFvW
R3nSV35XLtamH8YYhX4+j9ZgeqhhxAcdq3UcytjL9P9gZRxHO10DB1BkkUZdFXUiHsskgPBUBQWR
eOcghhUVxhBYAEMAy5TgnVj3us15joHsPK9Y46qJbAEd1NDMRdNkkMopehJ2gS4MZKuYzlfXB40r
lmnh1WPj/KH9jGnXuHxjfqj4fkiQIxzBX2nqKZdNElevng7HOcyrPkoNBGk6zzL4/tBxXP9dxPaS
j4ldVi+B0mu/rp8IGRl/MPCb1vsahtP+P2gtCPskuRj4KZLEy77Ea53SY+VbDBHzCSEgWPJMLdV0
EOAGwu4qdCzr7+TYLZDFbljCTokvCRxrFloFzzFVQLy2Ui+yqDkzictj8LIkNAp9vCHXtu5fzX3b
6TwgrpEnO4bgbmWWjvwwsVX195bKhTzVDBYCZ7g4E34IydRRCFOH0PvKQXXuj0pmfncawDg1/wM0
w/TFEHRjtQszmxDIB462PXKKVu8uguWGzaEvEcd7b5wquoOZQ9AXGP8wBU8YFk4fVh2E7icki8Lo
wVtjGEaDBtzBzyuLbT8+egbUunyhmEc+6ySp3c/YG1u+pzBJqR9mDaeGvWk9f/6QsqFzhzaBInQJ
Kv/Gpgp6kAjOQLctzJwAf3VZMXadoV/gASnMvxhrmwAa7wkqw7sugebwD1gyDEKW67xaHu9W8K1J
IRTsaKc8iJzqupzWA6v7HOisSIeFwYxt02QW4Gz9L9QQ0oMndOXN4iHrrKxKOJXNfM67SDCvgTYS
tLTuXTJgvOYJM6/HEKQh/DPXcSF5gYlQUvOHys3p+MA9UNBgoZrYqAtKrobAHQ3mWTB9HoEH9R5Z
tA3ci2huE1YXcu0T9dkKE3R3jUlItR+iDoC/ndNew46xgfyG2iGXHqGngjYrndc8sGqtV3CEHZB1
ZT/ikPb5MFUyuRuyFGRihyGJOEFyf8qeA8mjJikCDcvex6VibPrJKtfyAmoizRTs6qTX01TAjBug
H5KppIW+c+XhYsrWFa+4wFyihsRzIGrM60odu2DYxY0zbjd4QKTmRntZ+s2D/tGGTwzEw7jYRuRV
0M5ZvtGN+td28ozezVJCaSdDnYsGdz/K9hU9GepBsL2a5d4pDPfCIgrrJHxMMeJ0ZbVMJLzXcaLi
k6UpSqmyEwCQHEJb9epr1WNIcDf0CXUva7coUxeenXSQN6tr2U/JRw1Yjx9UPEM+2yjf+UXo+cl0
AP1+AOrJSwX8cpxzfoW7imomj42vUn0CNazpHow/hfZ5iu00rUC7sio7m5HFLu9Fk5KfrQhhVp77
zbo0OY8yb4OjLqlf/axI79lvkRRyfIXWqJF3I4QU24+MMyjIgIrDoO6FrhNB3x2CY7nKHMmeq9HX
/l0NRqU7N14yheGpFjatZD4JDA/KkM3Q9Nj3cQK8BOSS++RrHSmP/eB6GWMghDC63NWhbvShldJX
+1AvIbvDxx3lDwmpifEB7r6e9fOEtD7OAlSX6vW7ZkPr9qCG0abLAx0vy5GtEKRAmKFz8AP9fZ+x
HPKSvv3oVSP+UUR51R7H0EJRr0W3jj3JSenlMaiVt5x8OfXmFRskTYpoNUoXyUgmeViSwKhjHS5+
fbSz3Lb7MJrluxXQD3HncWYYPSVLFzSneRYrnHMtlwsuKelhIBSykQffFgAYplND1aD3ZvYr822Q
CCgFBRgJaq6JoJvoZsTGTRp7lXSaXl0mCISFK0XA3PBZTfyvoIXK+G6orbXzvjOQt/oC1SnIP6wU
QSHYI+z0+pDJJJMT7L0A6dzVIFzMaSFd04iiqdZVHhEDlfoEYQwxfQFSzrdil2joKH81FtsHwcJM
Q4oiB/gl+RQGHBYbLQUE7TFNavQ2Qb+HaDnmvmbICoiXJuLU+5p7J6ydJi9utSv/X81wqk8+KlRz
lF7IATGPY2F53pGM3y9zUs2oTCfafYsTL1nPGnOQTaJ3bm38iglA232xnVyTEP61ODPHPgZUQSBo
tlNwaFVs9Zpb9LSTgwbkZ/6IHjMRJTJ2gd7kKGOZyBwwNVQrmQJQ8Nmirz3shoYCeJD3cS8onE4F
hz2TRBb9oBo4ke/ahXrRnAOxzHjZg3LtFYNHk0nns0EammsIi4hjbfWIYKEA3y3wbUNIcPScJEcG
7xKXb94r2TkbfFHvWuic1f/EicjsXZSYkaw7E/XpegfgO83+0dPi8Y9syUINudVJj9FxHNMqy800
g1GUdyqRoSp9nFOYxcOZ4n/aB2L4XjtSeYfFDZzXOyCGeSqhTJlw962dVtn9mkbl4wkFOt3ZM4xo
lHsVTU3appComF1hSQ+vucKQGd8UrmmZeXJzFtk9nE8wXfoeeW5RpECcNNVLBdmCPYxX1Ax42WTq
wwBeYvjIuK3FGbMzEFxLcD4qKAMF2xvpgKD8iVtpMLtZ9F0JXQOQMm3ooFQ9ONep50Z5+FR2hVdi
AXiNH+eezOJfXd3yl3Qc6wWRGwZMd1ovE/IzZvS5Nbb6ofiEKbwHnz61s3XqyQLux/E/cUMpf5Ry
oO2hm+g4HPTQIgH3oYEBnjNUg/YgdsJIUMsqRD8Ulq8ZnlUHw+M6VnGK1QB3PlgxVUEul3n5yamG
mjSljH8do4q9jpH1AWtk6RLsea+7lyhiVfxkOrc2O4BANFR12tkX2QFkF9LutU2VvjdtP7Jj4Gkg
NxVHGL3ru2F9MVFUmWelqJf9Uw1twHNwhpOPBA1k76MH9cr1h+phxxGIYIkKpH3Vs3UxPqeJljg4
+36vf7YgwLVFRyR5mWYRPcNy2ZE8G8JMnaFa2JZ2IwKdfOFDmUOmZm7KPpgTZMLQ4kRqB0tKU1hm
A3HAbcviowwnQ2BDG00vElMAjqCA1/TvKIgaizSAnm1Jk0qzUhBZv1QLNmQRpF7/woWSP1tK5+oQ
ZlrYr65Po+6nddAVLWzaJtjNtQx8U0JwFB5B9YrJ5VckmDr74LVKrK9zCE07IHeZ6Y8OsjkQ5+y9
pr9HniTRyZ5aJDMjgrlCvl6p9APCG/fvVgwnSZlRS3QOAWHq7zm2q+vziDXprwrYLRRnGcrDAwN2
RR5Ug2y5WK2oWmACFqKfwxEjxHsdyHX9QjyMrXIp9DrsYHjBsmMrMDRAEuUYOzQ6YVFcqj5MsH3i
yKS7mdQprLosLIGyANfg/bJonx8CwryEI73LEpHrJfY/dm1n/m38oV/KGE/yqY28bN4hhJEwT+iy
2CdX2SBDFUWQJsDn3dmMlw7iBrKIO6XasrULFPUxXu7rslEBnK49ylJ5FOCXZ/8gfPbxrkGU8g4Y
phlX5c73R69cBQhhmFXTfji0EZ2qx3psI/a5Tcd02K3Sn6JDsxJfFLaO43EP1Rq+Pkx21JgoyWES
39A10d3OS1uEOBbhOvtHNU6Epw0DyEFSWE12ZNEaic8RWZID/KJHQH/6yOo+71vT1rtsTfj6jMoi
XUvkjLQBVFMF7hRKEEdRLUKkua3OvqANw7GOmvQONwigrnk80jEpmlbpPQOUfymTNesl3mg4Y/Yd
mr4q4eCzpgWodrU6OBC15pxQ1vafxehHy773I+nKVBtty5aKCv46MLrxTwZedcku7EYohjayBR0x
amNmP7l1TH346HXCFoOA9riPI4QUix1RV1kzf3LoogJIAYR2tgLaOwVzr3OvSVjHz3Fl0kA9e0uE
ULsW8GcMQjTmE8wjuoX6d+ncBaSslJqoQUlcsxQJLGjn98otAfS4cBVBb5AY+S+f20iBMBha+5D0
EMB/RO08kO81vmhfargLYL8twYwajhEsNWUDYKaB0cmLrYA+LRutUQQZyG99oQDJ4+yNXvTFkoib
U6CqDsOasF6jU8D0PN7JMGJwfaO2HXLuT9kLNBbj/8Fo3H6Nkcv6uVELZCwHbSUFNyWw3Q6nOBqL
NrGMfoNLnd8UnsbMBYzUzkG9XLbRKXId+dCj3kKjZAoydbKDB1MyFQxRkkM4xNJSjmKac248CJxW
NDN96RlraCGkWJ50GwAmFNQGyIauqcL53ApicR+AIpY36E82pQ2isc7FZiV8NLxlUVELSb6g45Hx
veB0jgrWy0EVCtI6ctc4CQxXROuUwCa3rYd8oH1iYSDYI8y5HjzZaRr8JCfhTH9ly8T+GWoImOcp
qZNf/pix74lLXV+sDaSoomyUAf5U2YfY25AJfhcvKXKOrPF2MiOsy0PJ4i8rBsK/arP0S1HDF8QW
Sbb0X1v4xqN04rgGSoDGBaof2QzVyTW+htusAII4jDoeA/GJjko5E45sH270JMgjaC18j423qrzF
kNnkCgoXn5IRxUnOQ5M0O9N2qQeEXNq1xQr2KDi3q25l6Xnz5OEuTfWHYe3HrKjQxbj3Fsjt5Uuv
g2mniGXQYkeS6eXRZDdpcWIrXYhw7HneOz0EBUdxUherGLM0h6Jj/TQY3455AulDd1hQgzwlbb1B
zqvYLHuQ62GUjbxgvoe/Fti3hmj3BURg1H1rpRy6A8pAUptBJuSTDhshijUl7Q+UZwIsYW+049Fs
Z+9+gadHUASKcxiwLRmYxJmdgmcauRbyCH62PHuEtLrk1sLSfQBc6n6FGs0DaBOdLDJckJBJZJP8
FU5N4u8qGFJJSCt54jD3uKNLoKWaqUjhNoBgaaDnmncMZXHumQyTU5cNUHGdkjH85XEYOxfBBBmV
ArusG4sFqrIfCZ4s2AHrxerd7FvjyppbSOq1aFqkect1/0kOoVlzaiSiQz0hoS9ZwoMffeSbpdQi
CJqyQeMRz8KaBKEZQKpnHRn4cw2JV38T4Ty0oPW2vpejoAXaPdbdWiKjnNneoTh5ANQKXVAI6sYo
6AwYDzuIVyULdGFbUEZoOiefV4Eie6bMMNS9yfyKOfkQ51HsohC3s4sMtPJ84CvXBtDAykyQKsum
GR+4mSgSHOpq1ARB1OgK73jL4EJ4FtSlmJOfqbdRVPvQ8iJsUwVPEItz4wevbT3RrbKNv0veBF9N
S9cyGy1kdfxqaB71gmYLbpOKflLMjnw/RgkCbg3Ej8oVcDfogQgXfYE8atCBShFLlOXoHRxxzIYI
F6UK+nxaJxPlTaRIWg6hswz/99rvIM4kwfKPoFSXA7hUr2XgmOjwdhAm8skEQQUeXE/A6R1sghw0
hcfFBqhP1rxS7QIeKgsWlaeyCRkEBEXfl8FA/ceET7OP4OxDjhKQ6SwsWNJkP0kkOLhsuPi+8LCO
eZ5UKTQX03ERH5D/zBDIjuAnmtsELsh5iGxg/QDwYgWAgMVjKZxchc5K1EG3dLYekh4p1VqkvDPk
KamA6MUbCcI92P3ocAW9H1dlzAf+HRlDCOaN0t7PVUxtvDPdmLwMCMp9IXQtUV/7tP7lN7OYd2g/
2a99KLQoe42qLZ9rMNMKB7eV6QXAZdY/1elspkfhR+ouXRL+wpuR6lzUQfOgEaSHvaOA+d51s8JD
DjoNBKYLupI7NvQVjD3XuSkaI7sYyX2EySNBHn9s0UxMC0i8g4cHQnhS5dhbThQ9GhL1HnC2TuwJ
+k52j/4hihYBq9cczqEOcV0sVV0QCFTPBYvB4d0huRibc4c+M9/5mKhkn/zFVehrJmuHQhHCz3b1
ON0p6F2i5pdz3+5C7TcfEu4R/xTixKwFiLGD/tF5PpDRohuJvg8UWvynSoODcKy4gy1phlxAljDZ
HV9k5Bq0XaDSBJDFECp0hVElz4WyU4oaXYbkwWKaHuRmgMYDsNZJHB6YmeA+YRdd45/MKWEn5CLG
L2jvOZP7ERQyCgxMMWsKBtg1HaWBQlxBeQyezlwT/LXT6yLhb7Ta/sHz3DCXCyE4wSFMtfyj3wAE
yEeZtAeIrzcNxiDAHBWgPPpZgYp84TkG7PV06JUeUH5l4xp/SeMmXfbphH5Q0c266XO0Q+f5h+Qm
xkDBQ+1ZNIymfTnQGBqauaMDp9gAvgi2dvDvpEm7Tw41TfuBunB9BXyNy0LKBEsNM4w3HuoG3fXD
wLT3MqPDG+Zq7EeOCdQiUlEszgtAxhJV8ouEEgFugPpLnyueoQQe4K2Ncw9oj7dbURWZwoVTeJLZ
rNRhAOzilQFz2RcLA51bhbFw+yrW4+vYZu2cW+y0puxQ7/XQHsFAZ4dIj5ZhJKY63ZG0T596OMzg
ANfr7O/bpMNth+te7tKMe22B0YL9GCqPfvGZR5s7ypwOnkOleuQ3IZK3HdjJ05gjqqjoYevaKlgO
WudOKQBZHzk4G1O5TjUgo22PQ7kP3AKBcxxpvRZZjdr3BBJK9az8mamdlnHwETE3Y2XV+8OXadWx
yt0m23Lm8Bwlu4EolD7ZGkUfO3RLeS7hSfy9TeHRAcccXAIgUGuJdgRn+COTdRgVOiHqBIdHpwtG
ev0L3977V+tskHmLfOAX9C5R3AyicV3uj8RgFqEY33SjMEPYZ03Hmt3cLhnbNcMqaNGlU/dDRE5O
OwnFE8RfZ5dHMcfRd7IVPvnkUD4cUAz07P8oOo/luHEtDD8RqpjDlmRHZcuSLG9YskcGMwkSBMPT
z9ebqVs11x6pmwTO+SNEcdNfu4hdO9uiwsmzZTDzZ9n2wVcAH/gvt8v+S8aCRMA8F6OdWLvnrAcu
F6aqamoBw6aWQJb7mo6nA6WEU5/V4AH8zmx1yeDX21NjprFNdbX5L3y34cbL7HXvngr7msST4pZs
Wxj/vWXZsdNo2GeP8TUI55Sfre2Psu4MuOEUcX3lhHR0Se/txXqYOaEfbm/lGwFY+ZhGuM3aQw6V
sR8DgJ5XtYa3lAR/eRvpLVqzsm53dd6cdX5Fx9IVmTfq/VlN3HCHqOvn/a4EFN4OrFl8XSUBDnHa
GgEV5NDIJ/nYjVelAUkIY6pz5S7pAETSHUbag3QSzyjJEn9tClY1IpH5nIsuKNNde/tjO9/kXi2z
78qXWsUKqGAqwywcVZRVjSF0JyCA8QiW4MijZ03rX5s7PTjIrZUXQ0xYnXUr5AjE3EQmzpIXoB+V
1xfH2ev4BDtya/ukV2XxOvcBmDrPbvert9eVWWkJljptCXkcEj333fOuSqUyUsSrN6h2q0xhuffv
3LAYZbJpRj8d6jJ6XXulwpPaVf477kVzXcSo53sZeMWl9IspYLy3l7fKX7STVigrVqgl3W0ZviL6
vnVZVJd6V2F8jHIioVMf5kiw2eniCtay6MSHur0qD4144oz7uKTGmoo7VEj1mDaBkw9ZzUVzZRtW
JA6Eo6uzdqJlJh03BCepGofihrrFvYWHAFwTCNX0ULm1vNWSqF2+TQQ1qYMP78Q8xiRWZbUU+pV5
ujeJcWnQTJaidjB8Yzn/5+YRFuHa6fcHfvG9ePB9USzXcjOs+k7ry6+IHCaRjAYQOr0VAT9QkV1x
dlPS/TlsEQh6VK5UrVWqmX/t4ybyZGsjlacz2MR2lJjn3q0Vj6cFK/eZF4F486SVf9FUMEXMPTVY
9bbHGHWBX+sEh3BvXUdX9hRf2oV/5zKTmtT1tu5tH2X+b+UE3hKW6PrJw0fqJuD+/ZysBK3aqbRs
8VmtglT1OmYFTJFR79VB0McGv+f2q5O0eRc1aTuLm0CvdoCf6iEm48gEPIjZYnARHjy9l4x62+AH
STAPpPP0sQzLDAv5PGWRG0EmshrzfqzVuMCMCL9rEyxPymTL6LMLWGOxuVd/VsJOzTyBEA2e6Z5D
ertw3K6aNjFixNr/qjXu0CTl7forNMMij5sfC5OBF5n8IuTYOY8C8WhzlAFgL9d1Gd4TjL04QDht
+cueyTBk8HX6FrSAPZFGB7WZo+01NtauwOKmHIzNuxGqTTF3bmv54Q48fsewKLRK+r0rviMV7cSX
27rkr5Vh4WUCupQ/3zpLdC7ZaKLj7BcgaKtduqfYK5riJBrIhdM4dIN51LhJw8TpFkBAeA/Dnjwy
yR5wDqkoZZqtSvY3zugjuq98Oee2nhVziGP/rNaw2E9g1wyyU1ssdRaSXbM+lRiCeXOaFtj29qD/
wOk0kpXfLKPNJUGHecMLT9EcSGC8L0sig2AZTqWenENbeEof+2Gmxnybo6FOQBBi6xx4jf/BmcrD
SS1FzdPXLHJL3GD2BRc8Qwm29HG7G+pRg1AuQm+JALEqEw3LB04vq7UiRVBHcbpYQalSpyqYH2OW
5SbJu5jQvR5k+sPhbc2zdXTouujXmfIwHj3+qaRdX9tqil/3XvA6I3kDfTTdfjNweWv1tUHhMNV0
yBYOhdwc+1zZ47Yz1fn5l9vGhNK6azPvmRWK4hqSvvOhiwIVsx2N7AmoS+LmUAWLHhjrkVygc7MI
4K6NKUUKs+C/Y86tTEp8Qb1n8+x4vzolV8JtlBs9ENDI4G7Zy3gPf9HLE6Sh3V6j0M/rB9Fuk/yJ
y0yJM2ITrnx79wzE/2Bvn3E5KzixlsiFO1+Vlf7giZicZPQ1wRkVkwPYfO4sVdpFgYHwc1u3OpTF
EHLch6WJjnLJIbmE7/6Ix7xwDuvaCf7fdVBaREPLngHdwo36cBPYbY8LAEz7zmtYtHWSx4uzPTSd
XbWvC3f+ey6ddnslPpCPnEisqD24ZD388UZ3ao/8WJSCUoqQu0+TxtH3Wa+2Vg85su75tDjFdIgM
0/2571quxGEnKiXxRi/4vfauJka65aU79ySuu2drGTrr1UO+sGfb1nrTYYqCkUOZ3JiNY1DvL1bZ
thsVhQbeKNntsfBPHcCVnagOQud+G0AeEo+RVVP2tPLPGuR7Zykn9sm/ODDq4a8mRJCCYyk26/Ow
ar7QVUWOBi+t/P61mgrRprtxVXVH2VrsHgc6HuLn3QRGHHXQm+FAimLb3xUR5XmJ60Chnv29swxU
s1vqtO+8pb8vygbX6+1DWu66ePeDnwtR9eujzRMmmWUg8/zX3Z+o6zggfRxVdfBKFmOGSZqdHup1
2P52W8u9Zbh2zmPk5O8LuBPWI7PChcG8R2Gi5nE0WV7L8c9soP0OcGP17x2BUHGgwa2JMxNsHX5j
XTSPxg+29iLFPKfAQSZVVvHCQj1yptVP3DfveRDlaRyM459mmccLJ5r/i7Jgj42S1s/fO5478Wgv
HsvuhAOANyb6ohx2eA8X/6MmpYPosWZ4kyYqEx4RlbjtzMGVeXXfncpRNu+2Xr3gaA2NBioo1t+h
t8Yxd1WTz/81rl0/Bha97Kg3+mBOPKV2cZ3jMupTdDlgodU4ElyjjR9/77OGqsBNXp6l8mM6FFeA
qzyX4V/letI7cvvH3o8+3AbnWDCtrVlbyZroRasOEt+UgXOmjWw/QZq7d+Bd4Hpe3/5wkKIewTei
LhFlYf56DunmE9IIzhuv0ocxGipzXLper0e3jJ39qWrJDSp8IkIOMP7dwfILItmwj/lZxFYCkRNW
/lfVFcAA0Xw7XqTc8j/Q2MNXVG1PCM3jLqtDiiKSeYw7Lk8He10yiQ6FmVBOeBilBhydaDqfs33R
5kSjsjemgbZaTSktd1RS0NJqZTw6cZ9wuo4NgySrhV53Y/HaeiwLFE7MLyZfpstU4vBlaYrr3wwI
7SNKV4sVLBj988gz6bKNzS7azEHW0bFpyuIfaV0BUDfb3KdLnpLNehZtf3uJWyFd8qH8Dgu+FN/f
C/2C3zRMkM/VBeTb3D1W/ho2R7q7RveX2qLuexnWGrDZ0iDToS62D5JzJevBfgOAfNsS93Ubj/Gv
DQWQ+1i5nflV7OPcgTS2qzjnzdxUCHPGeOFYQb2S7L5YwqxVgrc/0g584Yia+OTme5gflRWW44MS
zRJA9xX+dxH11n9IYuWU4Ma3rB8bUxH2HbdcqtetsbBOtpGJvilg5M3J16o+dN06FSd/CWFeR4aw
eyRV9RWNlU3eiUTN4fFdCXiMdTpov+6HHzyCLIBDu9b20dLWtKRlQOnIYWH4VRmmpF5/66GYDVoc
h8tGcP7bZxsfE5CmAmTLXNgSc7+Nq7L5z6kY+TgXtDyVVUQ5PFuLLpjRO386FrYvlxSBUBd3aYME
pM7y0KZToYlXRvhxD/ipgpztrwmRnR3nePPYtdk5hpupepqyvagHkdqVPXwEDSKaZCm9mXwRtVdR
YmaZI26IXdBRl6CLmOHG4zKIRBFOyYjWHzHYEtTlVY52vCbrMPjfQptuetyEYbjzdlIikaLQPFQT
S/qXMjLdp5M3rpq+M4l8ZokQrWZbpxuR5Fs1zNdm3zfneNsMAL8snqJgAXFPuHW9/KA3bq8kXkOq
7uSwqwO0A8qPWFcxkiNvLhkcBUDKrdUJxUuFuohFelNQGQOVq+M16Is9OId4/nSm/VFul0bWXnEo
+WX8o1m9yED6+F2RBF3lPxRr1bwMxTp+sNDkLNzC6n7I3PYv3DXayuJ9Vmyie3eD6udGXMZ2l22C
07qvDnk5dj82aNw/1brFj97gDgtzzFj+04yUAM4wsH0qZwh9gO7dOOdwc5m9kLc9VdZmvi1R1iZZ
Ec+5Savi9q7qK31RAI0ksMB13SZTm1rotnG+WdpbhIeu0/7sw7auslHZUG/1JBs7QcVlhakd6fWz
Kdr1wn2/31EpasFteoVsMk6nF7lb/C+okwVLtbCjrImajRjmpeCDD3MLOVtg94ufQH9s8UFH3nh1
qmZ590iJ99M+z/v1UC5bc11h5voriaONRyK3mH1Mjap6duRSmztDQeO/skNGmeDKJ5vWgQBzqVO2
x/fN6YPjhMsHNQFtPdGxY6K+BV2VFauJUFMIZFLnTaL3mGHcWcvhzY+q9pvzEAFILZvi2Yqs4nC7
6vcsmt0o/46QBB6jKIdorWy/QS2i8vE9JwUDMpbBOCJtP/ebrG47zgJuckIKnQIBES9N43GhrRt3
xOqNy0xtA+5YxBhyORo0+/fxvnK/gFY3U0ra8V4ekHhAG4ve6OZHXdndp9eCUKSLZ7fupbYa3dyH
vWxhtZx5GLasLJwCEg195QHuRzenid8Tyan2/TYBbeo6+Hse44M/FuWQNYHy4BfciqVh3UnBPinW
iO5Rx7O1XHLAIkhS6lqV2qofE3R5fdCFrJrXJq/xM1X8uMwOLb8i5UQQINSeWt5Zl7mu+SJIu7zS
RdPr1N9rD3xRoFK4nySrUsb9J+3TTuwc27a/CCQLbeeA9wWisc41ont2/43EmlQ7xOUkumq6OWtC
rf9b61rm/NARFaTA/Mh1Z5afP0HYF04GRewXadwI10obKw+/fH8ljGGFuM5WqTDb93VcHEOqz+8b
bxn/8qmKb2vYhuGgWEKts9uFIdQZEkrYqVwyhFL2NM4oDKt++oPEmo0dAbnzQJP8/nPiderTMhfm
bmMWXw92V1l/yDVf7jfytorTIqzox4LZxEucppnHczDvTLN+q2sn5UWpGky7pBWmbmsIxtKoSEGy
VN4zKPTENLEg5OH77m/ANtoxbnz2hnzIn6fGk+VlQ9ARpKFnlpbUqtCdKSwsfedYisHiApjpL83U
Tq4urHkTW6ctCOD4RruZHnfiglRa2/nU84SizveT3AoX6IIxjs3Jy9c1Py/OiOJJV1Re+0PEQFJX
UeVeWIKwss287X7KWbkIjOzAf8e9qdxHckMRiNjOUNqZNe2Aq4Cxc5hIf7UGZvFuLT6KsozE750F
Sp56QLEm5QntjU3Z29AtFy5I32RoVMHzVqRHYUbNLYpsj2yq8DiHYJ7psvjBcl7I+2nToHZ2rmxU
cpJneuA66YPW+ooRtX5XvnYafoR88k82S0h4+5PczdXG6/gKl1rN6SjyiD+pJCc1QhvrRymDBYEy
Fqgq8QTcyhpO7a8qR1v2QGyuLI7u0q0fda3HMl3KKnCPHrsZNA0tyPNpnseVIyAOa/syCe7rU12S
uHtPa94gjuxfIV220FnhiRkLFLMCxLPOeFiEyNRixjtXz5Q6dDnnQBTVfLxCqP9MEwTzKSp17jGB
lPXOgSO88T5Y+fLSVpXmRbeoOcGF/NFN4vEmsxfQut3Rz/dKPu2Nq+MsmF1vPgbcEeE/JxzCdyyx
+Xpc4TDDaxVH0x+X9xr8o3VA5IaAcqzEArAlJ6+VqFX2sWtThqfxwR6s6q6yJ+9YC7M8xENhEy7A
lfDY02TwhkRyCg57g6UBUWA0uQ8IfKHJxOi6L0Po7TIdFdmlV2pfvZ/+qOKn1lNbncH1t7REGr97
xQTotncS+YcBWy4s+LEoF+c5VsAqwdo71iGEcmSn8ar3bZZ6f2urPqjPO7/xI5bQmiC3AEHMSdTO
cI8fCKmLMjgkbjqRSnFt49TlUg9kkKHyXGTiLdpj1t19FuPQnbCbC49oDpSJXguTFOcaFI0o1JRQ
VPmPhMh4O4V4jrasivfxL6pYtMAF2LaG2vD244IX+2CXRX4lDlcPB+Ou5ds2BTxrNzbzx7ZJ9nZI
1Zt8XBbaSrUpy89VAPsmAfcwQtf8d9NO4T1E9fqCFGX7D09UiM8AmBuEBpEr6SVF3fb3pvTQvXSL
8Q5z6Vfv82ADwyzchJmF6HZLBpidH+hk5r+rQTnJYlCFz25wq+buCiLKbpj+cDfLNbpORR//7KGM
H2mGab6neGabmgpPXytV+8+lY8xTP9rzL2twY4aO2CxPih8OoH/wm49KMdTv2p/XRA+j993uvKnI
tsh6q6Xf3rVqt5i7sOFlXmytD6q1oBK5S1o/pMd23Ntg/2vPAO+DuYnztd/+0hHbz1Y1zDUNlJcj
AytVkbcebsDxoZwDdazXbjjtdth9D2vjXnTuB5dptrq3yZ7sO+lNAhrVYyXyu6HI4h6qz5+cBwSU
84E9enlBevpf0RnJ58EP01UkE4nGZrIgmQklS5vv56aIv/DfEfFR3finQZ2scNBP6OCCt9sLfaod
KD2x8mMvu1eeO1fqU9RF93IAAHe8zUuI8oVg9lXziZA3foT7PcZx89I1kQO9yV2b9rF3rMw23Umy
Hjpr/o1C4budF6QI3XbXI1FM+LcUnbrBej8NU/8zHwnOTMsBJc7yVg6C9Yq0zznV0WD6DKVc8Bbd
OrAOfji5aceu+eAXQYhGfNDjf0GwO8GxtpvwYZ8adVmmYJJAv6NCCR/1iEdK84hvnacbzAC1d9TN
03HvTT8fiqreCLMZ7DANotr/pZ1dvOwYQN/HCFNI0cvxqRed/G9BL85oRYrDV9B61sfMQvFbjML7
2YnWfoLN7p+tqWmvSoplyqyido+Su+Le7k17iAGi72D1mZLnzWn/9cgsEdr0a5FE3hAcZpRD8O9O
/Lhp/6Y0MvoAztr8tmu0UUkT29W1gS8+RWikIcxIW38Pui360tz6Vwe69F/cojgKH214EoWWfwaz
Zs5RR5QS6wOpld2btDVTfKTUHVAZtvVW7sOrk2vry8d5cmAMgLw1Crwu3p1PMXpIRffaOczT6L1F
vCvnejEldIYByCzrV8m9/WyHLn+VGEPnTxnfTBerL9H7+duVM7eBPXS6Cal7XNpHyLXwPZZ7e8+I
TGkwZ1f4bNde88HlHELd5c7VEoR+IoLY8p5OutI6rUvU3FkdymyEQ6KDXrHb9Y/rieJlDfDlNGUl
HsOuXn/s1eisiTsp52gGp/wtTO5+lsuoVgwX43ZhWBMG64iXv5Id0H6uxPkgGra98nsscpe/X+Yl
0Igyzm8AAf0DQ9KAWmULeObWvuHvqSDIn1GAUyLAjC3ji916AiwyxsDEMUJozRZJbANm4X2TPf6Y
oWvLw9Ir9wEx5XCnkUfeOQg4Eh12+9NKbliRIs+zReYvHULIqOCoa9gjD0CF/XM81BuMPgjiWy6n
8qWG9EZaaokVuFn28ve85d2M3woJkd5F/18xTzKbkMZFSaD9mKXBL2mlsKtiUygGPf8hZox8HITG
lhTg//oLr4IC0fWi/a3vYjz9MQ4vjGPBzYl1lUI4fxivWhq2UIvqyz54+Y1Y2Z1CnRlKbO/F1Vbp
XNnGQIr2WIj5u2/VYiVgbNa7W6gpQDaOo/0zN4jhz7WSS/vXzF44nzT+w/p33WytxcIX5eOBvWX3
02gW9U+UkH6DOKXu7PaAzoTaZzU1w84y1QU2SUT7MGLLWfeu9nt+uaV2rtg96u3CrqER8t1aOfH8
ADaQoKSwZQ04bampjX6Mamv0mwgK9HYpDH65H8tQ5eGzpnHdeZAt4uiD78vogidm/4947LJNi62d
i3PBLtA/dy1DwxFd0Lpax2K022h/7EWgwuE4sWdU8jSFYHVlEikzGMx48bCVr0qhyzXce3qPPjuo
h+Dgl2Wvf85ue5N7NO6wbbgWfHTL08kdUXWUuOh2mkT7De7hgFA2Qsag91zhGhZIKaz7pkfFSPMc
lAzbbW9VzjSg8YZcUumK1G6VmbsEhf3YwTRFZ6eddM7nCZmj/nLIOYCpy65soy9OTmXHRzvtRpyQ
opV6TiKDltdlgM9narOsaIq2iSoydmbrGEblIn/OIuRijmZiJx+RxYwzmMbkWjXloFgI3gK7mbuL
wWkXQoowd189JAMxK+26LKknnZz88wZh5qFE9VffF16o84zfu5wsWDQnWn/xjRTI8INl/Zox3Fo/
t5GT8vcUWu3KfkBbN3uPnGRrfRKQ7ZA8szO51i/BrO3xcYDRdS5YqXvnRILGiFLeGyFneBLqAWPU
2rTlYzDA6SGKnCz34EHdhKemzzv9Lwi6eoKpQYH8iqsh7z56d7bhoRfHASFxV8W8asrBLh/XFhcs
wDkdM05aYkTKT/sarLBsLGlcHa4lNINvi/o0kxFxR3cWyo18x+8RueVROG7p/ip0GYoHGM+Nr3ec
xLQ95lBc0U+cLRgMrK7oybvd+7h6bpAOh+ggOzc/46YM84R0+W2/tBsGvacpLqcctj902S92wX+0
SPi0InkW0bytW1qClXndETS3L19I6/GrJ9o8OJD3yEJS0QWDDwZEg9k4PonCAIUkUqhaxqmGt/D9
E79gHJ5tK6xRKuNMnpsLVvYZ9jgcodKTYOmlJNiJDdr/ZTXRbH95VZBjElk0npUDzuIhh/LEDHWL
DsrHeD71kiHoMPATOnbW6MnTJ3ejY9O9cLZHTNlzOYIVdc7gur8HS/CIhFMtHEEHdcjunQi8W8qQ
nZUzv+Kz8df73IDcJpx0os9yvs5wRv13A0NSV3QDegwg+dx+r6zeVc8+iqHqKbcjeHEFSDH+Q/PZ
yqsX8dfgViqQbicuGIq8DjpYzAkN45J/kci9jP9G1fvTpXMAbA+ofIucZ1Zu6jSH89Lek7Qg4lMY
AVycZdjvVIh0eZ5ndoggNI0Xz/V+4zr1qgMx+svyXKFnEscJRBBPa4cNO9nCCIgMNzIMdtGxlIMG
SrUfhHSGgIfUIXUns+picTK7anj2jxGIt/xgZtSqg/8Wq2td/ViV83LkenEgEMYyLMXdJlo0rrq0
xAixXZOyzvURdOjbGXrWpWG36+bxzvNMPEC6TrryMhV6YtOgJXqzX8UK/QDLxFL+Guz4RBDf2q55
EPXWhSe/gRN6W9aWxjaMDfz7Gz2MrmAd8X3dLciEzE2WvFUpJYFKfeI2rpaL7G3X55TD1dqTTOdX
mBviQVeHjQ9l3s65T47ta6966AXH7b3qrs8HC52wKy0YgEMEKqyedFhV1e/BriSvKru+szdZH2KV
zY8MQK2jj3Nl98Nw6bAZteOp4SPZhvdAg9d/WnhXnA2Qltf+uY/8qQnenNzF35wUlDMEmV3OUclG
JVUTXbtBdv8MJ0mcisZU8dGX2mBgRptv7ad8devlnohyrLA7G5V5DvGS4mwll+YlXIzNQuTW7Zou
DbE+vBmT60x/epLXbdyKPiRDcCx7OkSe5rgf6zYFERXVfejXwvsM954uUEqO5u7YDT6FDsnAUVxY
2NWx4F1U4MX5fRsGNphEQ6WedxV4r5uDy3nJQYuuMb7bIAD6C9KFGQJbOV3/oJyhrq8h9yxkzgLZ
0SfICJaYh2lf7GPQgcyeG3elaRF/jDvKD1fUsj+DUcbCORt7G1z7baSTfvtbhG5ffHQ1SV4uelQc
tDqBd9wn1Ex0V3WJmeoAdVCl0QitNDQUB9+ALziskcukr5MbA1QdFtqchvtO2xhuyEiqwymdyEgt
X7oIorpLmmjtER1DCTbJJsYy/hoJDZwk4LwoyoLwQDKzj95YeYtzILA/cM1T5M/dfsFhPXR/8EdA
ePBbuOJlGEA97+0IMXWRDUKyr7XLOuc/MG5rCgcWUIs8wSuMwLl36Ma+4/lyayijXfoSs2gu1tPI
BPufvwdKXz2dE0YhTDDDmIQqHl53q4jHX4VAVuBxrtXxcIUQ0gJIEoKsH3F/eDl7Ts3nVGRFtEB3
MvCoIF1lVNcnlvUBG0Tjt83fhiCx4jkg9KL9h2pSFf/c5dbpSZk98eQo3BGzbcxppaUwbikfDyce
QjcTjmx94NjSyHc8Dk11mZGp9k8BeoTipbHxXR33ygu7y7JVmkFoJwGqubhl77Myh7gKsXhGu29B
ISO1+zKd5k4iak8z+JhlGlpzbAYtKrzjOt7MqfAtW/ZZZeAKztg4IeXzW2vbnTXXQXdQ7Wh/b13T
1C/I9P3JoFHl3bu26LmulQNQyqiOHfhXP8dR/heV+ryIpJlRVGcKVVgYZUE+hMMfa63zfTtvUobz
u9+RZ9ElhUOwUyJJLSHjBU4HID8ysvaJ8vUj9q3VWYMwU6005jhAvarPdgRsxx1p2esHkgvTYbbg
/rF/ukhsuJmEV/Zj1nnIzx4HZ4tgvTbbkieLcDDUMN6wCLAku86PXP4crAbwHLYqUgKK0WjYz2Pj
VDfhGBSpC6Furc7FdtaxOuXMS/O5Dxn3KybAqhafO1AHytaytOIPb+4JcEiBJ3O9JnPoVc1/jPgS
4S7xs2wtPnxsfr+5OlSkdAC2/oACmt20QrvNwAWH2j1LBFjbu0QDRmaF4LrO+kgE3l/uF2WdFjxm
RK3mJYC2KQgEKBNX+bk6lnHpqEdsl6I8RHobvP/y0ArNlHpW6y3HivSuipEE/fLKDyiD8QvwitJg
j+SrKrWFByKU4LzDi7v5jYPOW5aCPIE5gtEQltEEy02dGSihzrvJv83McngToVkR3ftzWbVHPeqw
+KdzjjMUo3Jtlp/Yr6PtxBlPrjkL0CoJHGc+tG8eMoyNiAXZSxx7cLs/297li5UNjWGWmEfDCxJ0
Zgt/knu/VPeIbXB1V+amDxjDuWzPZT9baFDo2iCtQU+1u/30dGy8G1URDHfYilmpRFht1coMiY/r
N9ki43hSPj60s47Xptc8yYNYX4mYgME7DtsEMLP5BpfRqWPqKTJaVR17O4oFhfGpjiQLL1/14p9a
fw5QUyJkclx8ZdOaI5DvN4nRbsmdxr/nc9+3x3kt3OHoaWPiP3hSObEyK9KabhRZOtvPgfbbT9Rg
3ufg2Su32IC4qLyvZh8w8IDMlGQG35nt4s52OoEBjOe8GtGPaDCojOKiZr/XxehMH0yfk/pwFuzY
dAZzVS33DeODPDOIhWO2zZjHmwvPezdF2cZUhavWhFyggj3K6OinVeO1iE5K1LNEPZpXO8VUTUdm
eDTE63RU9bTpV8dt9bIgLl2KzoN8GFBv0tmD1mg6T7jEKk1s0T73T3bIm90B8087j/AwVsX6igZf
FM876/P2u0ahIr58kubWP7WksPHSc7CWO0pTy46/+Fj77bSNAXoozJNrJTOrHfSK3E5FrNQWBQj7
X/LLsDoxrBnP4U0NYzTikGFFKdzE1xoAgOdQGaESMjA8EcM+otLm9ubCDdT9ToTxNB6AG8O+Q98w
mcDNPHIj2ursGXeo3uhW6FGWo3bw1//iXY7bXyABS/+FuAucHzMO1vBfMdeL822tajJ1AinqNc5D
g5J6mQ651ZnupKxy4v2eltiEEZeUXLSf2WtPokQaqnHA3dJYumxODXg/sQwOnvYzbHvpnVYju+il
l+Si3BFxqvSPuhsi/3FUIu9+jFCs1S/VI+06FsseD48WbFyQuMKr6OBhvy+/fMD//OIjn+Ye4Ra1
M0OJ9v8cnVlzozgURn8RVSAQoFfvdpy1k3TSL1TSC5vYESB+/RzP29RUdXdis+h+y7n51s0CVjN6
WEDB24r+H764ljMr9BO/vv0NeNzXZbKx398ilJaFXT2vEAzPxp+C6i5J3VX/lFJL9UKnjf4+Y3Ip
6p3X8kQ+qaQIvVOHwhXso4Yn0N3IddEdgT/5JH1aF4hwnLGfYmcXOucXm3fufIMMrMwgEizDwkPJ
doH/RC5nDU6hB/Ip50PxjRmPfazIzWB7zytNHmmj/DJxgYXhjhJBVJ2xpTqxwqEOUHZMuubOvsK8
kSPvXNJk3Y7tHRnxr0bGTv8NL6bSZjtTnoTObztnCe7a2asXZ7fiY/0/qS3Ukcn7FvQwaQOvsrAb
0pq+83f2OY607JYMk+VIjHLOH2RH9YY116ufHVI9pPI0BkhXGRgKZovLsKyUvOipN+YWTw0pYt/z
rbmWodirWiIBc9qJM03sOjjUq1ONHD6qFQhAQ4MtvucMVntPE6052++p4wOXEDxZzf1YdGF9yLrF
yJYkiXLDL47qGVwxWsCMZEMV1syZZGTwq0ldOZ8MEHLhiia8tGyDgGj7sCN6mULvzilyTMVVLVle
M5vX5eh/OmhVwXNX8sA6ZwsWx11NFpiSIO+sCVJJ6Xm7oQ7jDC2xSOviYnBKC5hFKw8zwCwdGje4
mC47rPxB9Txloe2PA8ir4bUnQHJ7vjV+FL5Xlun9L+CEuH0zYa0pcyViiajf1Vio7xRqXEgmIVna
96lRfn/oGJ+bTyIDNiGHB60k/z237tQ+E3x0OMhRUeQ2Jn0hpmfHQjLGR/OydUfcUlfPcWVuERav
8zj+97GhMTmFenaijWq6pAuvWaMJ1/cpsY7DOhaTOVowL/k+AHohYTT05C+uZRrRAlbBslQ/miBo
1WNbrriP82j4XeeY05u3Y6mbmT/mjI+35ewjefYeqwKZ6aLRxsu95LNXalsuqQqOaRT3n8MNBkDH
U1miJJPvzV+xGaE5XtD6MJyY5aC6cJ5mieA1amkC/kriIEebZ8ZrOfMLfIfifYVOMHNiIzxbcrAP
SXSSW0soEpKVaJ1PDdt0fMWaGus3PGP80U1jhmy+J4kwr7d/GAm1mRXNE1GPKNq5p2rbP3pZn5bR
3qrGQ4RORp9VIcRZ6bRMtevTae/EaB94bzaYUs5Iv4O4ZVMOU4bZngXMBEUph4r8sE+MoEDXyh8S
FXTOlkLo2H8tdljbE7ntJt+meQgAIea4Q9IoT2eAoOyeMVLGG0QBjdHSqXjp74PM1+ptaRtFqjdo
YzfY8PjKOuYPAatngzS2SLowccePHNMy3eV04OK3taZpT9UyT3is7XOvYJNSL5uROnnTRQ4FM5l6
9bpr3ETHwUPqCU4e5zLo2N0cdo2w7RMZHJPJFwYrn93VbGWNgtdCuf58XnoNgBrFFhE6rayK0JmK
3D8AyXPFs67qfHyWFgX8bYSd4H24MSboIQFUou/oEsNzndypiZNNmMkkBK0QtfHDbMayupT50FAR
TfOArS7HzAYzyxR7H/J+QUTXZiRtm9vGUrxxUVSM9rLWxfirUablw8g87zLHyskfacS1jIJ9w1Fm
V1MKqY/O1GIQbwgnUvLbAV0iCIBzl8EpqEhhZJQ8yj5ibKVWkPTrHgcYDTUmw88c5uRh0O9hOk3q
EWW3yk88bXCk0PscEX82LafeD9t3AtWQT4/cP0VEFDFawF7wZhzLcXlDjZ1oFzhGxGUsocjlR2b0
Ks4T5dNgV/Ce6optntbomRFLmMSLTkgqjduoLtL1cwSFARiOHVENeQVC3wmXlh/UZtqrjowpwcCs
8MQeWBCpucqd4uFpxZVC/ye0ooigOQbuZWRTwuaQKXR+Evk4Vtn9DXvT73W/WpJMA2NY/VgiCrj5
2dzOZTkHCUqB9c5MY0NGiexmaOL0gkjF7PfQzoq6Aol7OZp/TMK0Jbe4PrfkVR0WevnRzx5IsAMb
2b36jqnfun/XoVOdzyq/PhPOQQRLaVgYZBo+0XXFg9jR103ss24zt3oB8BKH8zla/aDVF1onY/FA
Qac4NAzf5V9U9ClGICoJ4Y3UUIGJCM+8enNoGF/bcf69UBDjfZmu8wu6RBwd3abJ/2QpedTNukjj
R6iu7uBUm5XHl39wjFp/BtwUf5IJZBMbhMCLbRgp/bsyWPr5H8d77ykN6hxD02TK20lDXYkCVCce
lwGN6qCdJCvPTizqQ6Vt5tPUXIbnybvFOgguT9EvD0m1gTQyg5QhOUSwcqawXPzoIQ7WDxlv4fJ7
otfpekzlKpsQncTgz288Z6PY37hhE9r3frKcMDaMSp4+NEhzt1iqMOvD0NJPpLG49tPW672BwSeY
bhNB0Ei2N9MHIk2bdYSXxELHnNw1sfnDwCseNEaUDtEzLx73W+uMBDilH/8yyyhrjqSdGcwn0GCC
a7Rhot2aUtCAz+iAJYg9Oda6X9lV7PDs6r+TqGHgR8SkXgnu+AQdwKCKj6GKWbOhG3JnJ2narrwU
ce170M9VJfb1MBTmmpNk7J4lK9H8nwRwx+BnWgVGPCYxYsadw47T/i4ndAAlRoeV6H8iYQbyDB9L
X9qhW5Dbw1opsjdgXo8qyQDp8ss65bnQSTISSk2b0P8mqVf37rYvAMOdyeRExSHzV7pboecq52HI
9YTYXVkmng2Wb7y+Z6Ws5nuCREAh5v9p8XC2s6eAqCjECT2q9aIqJxw/Hd6W8chxEVETVaXO+DfY
f+MZIm/wtiYiKFh1WApTl3IFcq88ly5a68rZYczzGhFWVdGy54tbVEVFgtQE9l6jK1VuZbCWxL/A
saGQEtNN6umnj2AakD6Lke+9cnCCO45RoXuXksUzdw51qICcaNmU5mcgZedcXEVKH/ldLoIUnBqm
/iTQ8OWXozpwcCxQkPN5LEtap61qykdCp0vNicuPyr0new4MnGtmnirxvIYwXoDIlGTeQ8VzKvf4
m5lqCCgX1RK0+1jXS3jQhYK1I4AgUiIsKLi2O3Ii4xdD8zLvYqZwCqXFbH8sTlGgoIrZB7aUEpV8
EN28NreSRvjEKvJp2usqTef9gAVZPM3JrPydyxs9e7Da3soIc/Erp6/zkBJNpJHnEX/eh1ral64g
Y331HYBcdwuPSDytshcXTZeJIzKHDqTyNaIy9YxIR5sTYpPrHztBc5rgOYr5U++XyVnzyKOaZEjJ
P/LuyYdNzIMsPt3iL8EG3ETrcSXEFMcCE4YUnKJ8Hh8Jz5b+7xm+REpzNGDdj0Oy1faUuqZuIHQM
Ki3rABUHmnBJv1XM2BJNrOXUy4KSoejtvGd7LwsKUpdxnyfjHACl3Ra9O06QLBxHcb5uvH88TzXh
pI4SXVVf0pwwa3CkSJaZnYcatu6HxaYBsqaovuPFinbYLnHXfML0pEicR6aKb7sOR0dxkaJg0Baj
6NoSbGyz6cISRs2XngjQKcdV1lEIyb3JnOa0Lq62z0A8aFMxWw/2zWZEjCHT1EVgH5um9P91vt/8
pRPqyqOScfrgJxwx90VuOFW5NTMKozIjIfHwgQ3LtMLy8UMSY50OKYetc5TmEKTHxNEAKNbc52eD
qnDTrKtwLA8JGZYXYvEF5S1axFcQgg3tcTLb3oHfw3+h6lV/eZ4o81PBl1MddN9LNAUIjXYTcUhx
Lvzly6FwojX/0crl/0oXx7FL4rIQdgfygEQQQys3LrpSiFkxZ799HU6vEU+4344IYnvNuzHqH8bG
7d74jYbgM63KwXzLDAkIUXss65OXT31zznSPMdo1bZrsMZHho6RqoJfgWcrwuCJNuW+hTRBBz/LK
PAsi7fbkIE2DMvF0mV65tOpv1iHr8LD2efJikAL9XRtwut5XBKMmrgKql8gFMot34FCJVqdsGCHN
0g+uW3/ZcpTploubU1HOaNjtBesYyu+y1kClELaSQVOQrqUoxM51sAk3sSJXSeOs01N4Ak2cAuCI
C46FtAlabiS7Z9NY025xYrpqt0xo5L+cPGiXs+hAhjy5bprYGyWKBatEuVsdAW3oPA6Ya0egdVO4
Aw7cRtG7K/amzB0SaGDh5EPqDuNf9DpH/jGQTT/6wcuLH9jAJEEi3OYH/EHAsfE6izNeGW/5tHOt
c0LljP8gPemLciB20coIsnYfRFH0TEZ8LA7hMANnof/pwV4GD1wBEGCZ9Fb3YOwAtVCmJkdLX+PR
p+WKDJh0OfCBcnVo8cmxFdsJq797ozvaHxNEb8sRqwSvAaSwdR8SuDnFuVGSgHHip6u8dIrbHxve
ix9Td6qb7bjgr1xQDCfNiaoF0zc1HjHHlhfNjprn2AIjsPODIJ05bRsQYB6xqTj6MTOOtYeeC+af
A0z1RiJoLDMq2VT3oMqkSo7ZELvnqtVdcEWypF85lDfsC6NV9loi+cD8Y1oQWyCs8dFiMCLvS+3R
AHdYYXjf1VH36LIgWW9ZB1b/mblw8GQnloiHqHgsjsBfd1haUmHcbry89kIUEcIgu7KOSvYYT2qI
TpwEMEanuXSJnGEfsdtqXvsXngaEedc8G5YdLKOVrCXGs6+OduzWhzqS7dOYzIE+hjdDPMS0iY7h
0g4QWxXdgPyuYWVX4B9qvqjyhA2SMiQza3n7zhlk1F/iFtnFe/daR47dnnJhRhSApkn1azahV1zL
gfrukVNbNbKANUz+WBy2u8R4cXsc5wLanU/x4CMjF45Rysz8HsL1YPTj+MSOjJD3hHNagAqPX5Om
SnPkpLnWu7SQPAqR5amEp2UouMU4Owd3KRxDd78idNkvUCh4+t+2a2qq1G5SZRrgYJu4rEWllhun
ZCS6+M7lT0bVK85by5sm6nhkkA/hCZ4/e8ZW2JlelnspWaImSxZryTGnafWuB7WemsEz6Yd21wSs
ogCQNB3y3tY9TQuSujszhwApBuF5/kb4k3qAsGtwkzpSIgdiuHhGjuOAFYo97jdS2D3blGiclpSl
eX2txOuX0Xzk4GsXKEHNUu58gGFqj+8PtbefBfgcrpCLSx2zP03srnyIbR4tu6iyEwtlssnk3gur
SKbyz9J1HQ5CErdAfIDNeP5PQlSsQNgLRqPmLPoI1NRYN+qzw3lReyQ5VPBct8Kc2mqkJh4nqblQ
RJPx79iCffjgGW+zK9CJfrcocuO4KWY553yUCCNVDC+aeEb+R5Qhi6d5i0qL/9DNj8zwS/2qYc79
Gwz9P3rJrQY/IOTKY3Koh7LadflMppiGkE2vAVFQ5JxiBvkhKkI6ZwFUHu5JXll9nEu1yINtem1/
5IKFoRipKm4vHVzTjJSQSLpj3FeSpm2LrLspViK1aMHwX0skSRyNUztnC3msGLhESpS+OJDXYdqM
5kU/h1ji7S4fRdkelkwYgCi65N2Zxmo290tbtJeWa52uWbQ6x6q9LdMzdec+J13hxPvCl+a6dqtH
Dnzlzr7TJEtpTDedORc+VfxdKkxJAcDmxEKTxMMC3bD7qyVoOEbDdaGEzgS1Ov21Tjs6dPXEge21
d3gzHsXEILOJrCzkr2qkcbUpEfz/8IpNn+KBBv6R6ljx7MxOAAfhZhahO/dLT6IJD97ZwPHAm5q9
Rf6KwltjhWuFyZ2WIbSVjqbpznpd9tQDKODPT1P6c2CZ3LyjV+HpX+jsxt8QDFwfoBqN6Rb1KCJv
inIHl0tLIuQqEgGh3pGK0cGjkN1uYzs5v8LBGReKjB4jnClAulG7H78XO1HYuuEaCCSF7HBjg9z0
AMueWdljS+Db0kQjEBDPJ2oFxXj+FaKs5o+6cFNDZdkBbsgjs+rHp6bvBaV3ekfFMXNDzrHGmagj
sNirxkdYWTXSLwM1gkUBkqZuV+XHvvFbc99x0jWnrpzT76ngIYyy6i6vqZ1mf2/sCs4px73rdghC
nGmgabvdVrMR5gQ4fEKtzwrzqtJchofKn2dzmIu5+50pDtq3oXh8qQtHAqg2hPMg7oQ+ZB1itDNd
4jX4qQn5631ZWr/cLFnBRRxoXvwbJvn5Q6VtVO90XfvFDujDhNfVivhYr01OIbDNr1Vq9dsIcoKQ
ZF2XvwgapvquhYX77gk4Onfgi/xnfH79DmJnxc0T6XCJ48nQMCeIQ/httTNlymRZff1APC3+i6Oa
RucA7Nt8IWTXdA8qlPXZDC2ZUoAR6o3iNVD1SVOrJnhVtPYhqFIq9nmJBZdNU+HvMRXMnlyhpR/W
GY2kwxKo9obtSgj3AjJSf8Npqux8CJjnp0PRSpyHRMDjPrQsLEi2QCjUpUwIsuzoKZbzqZz88Awg
cTyCMBwpH8yZIrk9czh5oFtZufu8sQ6t7pZdFpThCKUL4rbH3M/YnDMStWPyW23Js6eM3PAAmGx9
85JCOPdZg1l1Q6D3dBIhBXADJ+Cy5zH/xH91uWRtO6noQYdF4rxgTeEexYvsx4sbdv5wXrpU94ec
ILizKRylfi1dAopCc+IDvrsI6ljhsKTuiXYk06+qMUReuzKWmO7OEskPyuZFzNtjIDDhllCbd4OJ
vKQhQm4LBCLfRviGa1TX1a5NIGsDHU9H8+kJxbixSYZsfJvYCYb26439zoxOlL/oW1h4M9bK6R7L
nh1Sx1GzrPBMJdSxx7FwIzBhU0dwZ+1K5tlhQLvYruTsGBzZd9VfzRTX9e8B4sHjPDJ1X5MeZCwR
VHL6CDEBmPDNOBRhfUXhBywG527qSE24PPxnSwNy16xr8VwGkf6d8Dv+GAqGHTr+fJCIltP0Ch50
7BEc9Yr/G1mg+zDPsQdaSR7cb+sIKTxty3qXR2vcnkJLZovHWqm8Sx+p6LIM1n+XcV49sL4YsI5H
pO09cwVEriASkEoRMZcfluMT/BcK5sM9oUk883QhwEkp3XjNzsucOvpaZ7ZlXNg+GGfHfGAmZ8pE
G9618OsoETtQEcGi8LgpRqoZWxHAdt1E4HDe8G75ggtbJzwXsmkZD5wudbwr5eQDNm6c4mOQ4fwG
xhwNsQX59k5WIimvrLZzhs8wjViW505Zf0Cz0O4DAGZ5X/vYDTiVefHbuml9zXrdF38H4bs9O1qQ
pTnox9BOWfKAacV5GHjlNNkRh2sO1u5jphpHlaXiezsR3S/eRpYmlG/juHb3Me5v9RXLQHZP5KHm
fyPUvmKrvdX7xWmqrS8wqvuKLMRcfrfSKZ+qwS0J6IUCspwtXUVw3RvtfC+kS5eIiQblZFRu3z+r
TGI2RnzbVzsV+W/jJ67z7VKVpbAY9TY6cFkkzDKMX3rniYheEBZhcFoGpIAztJspeMaHi9yXauUk
wsO3auRyp91MxM8RvXl/R6J/KS9eU41/Jk+57dHMSjd3LIzUWDm5xJ6sZ3Jnmy7ulgnxzg7ubhYh
6tJmlM7a/dBtUKkn8rdi4Z+s3b9NmavgImQs3A/6rOalGXUyX4a8miIqEZ43wHslm/vEbKKT15Z+
QrKdyK0v+x487MtCHLDBcjDDWRVo7j8aAL3s2vCNPJb1AA+c8z3EJeoJBcmIT2JqobyPIe/mmykm
78lWMZYunEpF8pLmXaHKw+DGhMIU9sw2gBO9BzrOSk6TB47/1M9sGbwmVoxEr7rSLFtcMGTFalbL
c2ZTlnpxdB+nrfVz+Vkuvdek2yb1qnlTtUlFPlvCvSOj0mU0fTgUgETsE/9v0CAZ3Lskr35C3Cvc
Y4IxEUEREuOLnHlJ7cKsESvLRdpi/COBo2H1KZQZ2LR82PuK75lwzZB7SCvr0MhdXmAzX7MOYU/I
ygQf0dgZ/zvm9HkeWJCADMiWmvK3H1h/2HLQaagZcEcQh0hGdUFq8Bjr16q95iMrJ3fU4hI4qw1T
1TZz8bM2UPP6zzrwMvz6ppeSJnHUfauyBhLRr0Gf40iNhP/B+a5/nMRnggALHfxZK9oa9+lsLCZX
XCZ4AA0jTTcYwajGKNxs2OjBcQ0SL6mBqdcOU2s9QacDwxlxLelAD4/sWkGwwbhNo60sZwvJdGDP
Y0/4vIeUVLJnhDGruUEHCUOdiEMkiGKGxISXw9/DemrDYcvu2rpDwfHEGyf2EBK/X0MWK0vILH4m
zUbwWvrnWULl0HH75jcLA1KWVjBS8ChO0Ok27pSMT7Q+DW9vXpAZ4Mh4fp2JmfwG+Q6tQeXTbBkd
XPhg9J5JOksrl5PH4XjZoMPQ9uzgNj0PxFfJCmoYKpuOxJC/gwlpPrNyhSlaolyxaiWowuI+XyPQ
GRFNBWK9cmo+1gHD/RYvioBLzdWLXq05csUA5IF54Dx3ZGYSDmxFd/GVcqlVSkdACy5N8M9XLrKG
4/v6kNvS+SZeT8pL9qp4NEvLQy4B5dWi/ur+naQFgNioYBcZWqgYtmV704w9yg63ugj80J3yF/He
isz9MVRTU+8xpMlfl6YSfBPTtPxBKKneJEVACZILq2YjKt+wgQflhO4E5L0KDFwoqalW62dTdvp7
DUUGTRSThmV5VUCrLRnHBOWuDEMUdLTVjefH1Us2R6SQ9Ezgll9tCn9bmKonvrTQbjMoHh09uDx3
Dm4WtuwHt7ewbVVm7VNXtSKl4JkjOBB1G7OtbxUgXjbGrnrrMZ69mjrsnnh1agCFkic6fcaaxfYh
qev3yp3JzC9Zs/40VUgIkDuzyrbRFMaPuTdxUGDSNhQjhWP1xniCkCikzQbeTkLJ7pDQfIm37HSu
PCaEAgWc7H/7Pg1i/YIhUEQUNklPpxiGwOXllP27zccg61d3+RFFpQTnRtiKYxyfN2e2FO3T1qz5
CBrj0HOz9JRdNmo8diJaYO3C6403t7jlkbUztaJj21NuL1BD8m3B/XyGbxd3F6uxgzcZXAv6sllM
vnWm9/I5i3ImBA8C9nkqBb6SrpP4t6ZMC8MkpPh7iNowfvdshXCuOcO+oHHynyRZbwts8oEb0xlN
G+3XJoL1MUDdW/ciTvRznnrZV2tu5EEad86h5rWTbft24OqChpM8hF5Fn5jTA2YhHwRvY5soDtNR
qpZmu+S3UaSqa05JWoRNum8mf0D0K/KOMAW7w95Il+K2U4S5VbGt6s+TRzRkNxI0+OusTvqXTUC9
wMmPxTkJq/XnxHPQbNWgo49lcfoM0ynP3ygHzx+6kiKmBhaYxxhYkrtt/Bn23uTy1trkjLI/1OAl
CLihgR2Ehc3Q7xdE1hEiiCHSqyrlpYiG5qeyqFqXhA/vNzFCOCLA5Bjx1zKLLhEx1vygG+gIhABG
s69NEj2G0jpmP8gqu4pq4ZHsL0mRweqQ7eM01PFvm3O7HChkKGfDDiVR7YFHYjBO2BTo0Li/rCMI
mUPXdsF0MnKZ/Z2UPZBVzCjvj5dFHom+YJHDKTdD8lxWPliMiYB/tltgFzfbphlnqFR97gZ6M/tC
cLG4c3ChceZ8KeQnxRl8KR/4LPGtB1ZCnrG++A1oAaXmULPNiRlrWNq7pkDv3sXKt/wfpP4ffoKZ
1m2weDzOjID6KbtTpKafggBUeVc/cxJACi3MrZ8F6ajoEA/A+qkCoZn0T7onGrthoxJ3b712QCdw
mdP4LpV5/O2KntC33/Tdv3kiecCKkGYeWfw5Avb8vXqQUYJN5bV9/HCjA5BG47JqCL0hUfsk+Ul0
1OI4w/Y2H5oOQE8ZmQ0LC2Qikkvsl0nyE9nqFi2BEMM0sgnW5aj7EUmLRn+wTJHyBC4VSxNHDf4w
TjavnC6LlxN+M6WrZurtqWAxAmfDqMxY3qXoZMvM777yPuzjfZx5GshyF2bfLQ+mLyoTrOxqxkZl
TNgZst1SjzRWe/TJP0q14Zpsq6yLxuay9r4fnxGCW/q2ilgtH38vexNcJ15E1V/W81im2nEQ9W0l
VH8bZcC4VYwUrTLqV+QRGNshyqaSkhmWzFG0dXb1K2LH29thDmK/XqijWUoANDp1PxTbNUdzMDrz
6Pz7yfyFJx0QPfDaerlaAOcKdLxgtzwfblPNxIZgtk7di6Rl0YU0eyJ2feQc3Skyp2g0Z7P2/Vvp
Fvw51lHY9jFfEEQ2kXbiL5VAteJURsdgU5O5Lp/mtBzYyFIm5XeE5KpOJhrjN6ePZ0veMKRO41eN
+dfZgI5YBT2SL8YBzcuWaKb6PZy+uD+qoWteiS32cmM49oKtqKOKXTlpv0RvIxsOX2fY3YQJfDXY
k7f4cK1TlurYo6JY3e5lU7vVboxG/wHPx4w8CtBd4w19rbK7m70+H79TbFb3r0NeXfCWGDS8HYrf
x9lfwqd0RnH92eYztnPhu+18bsq4ohAOOq3RW8SsXH8Z/M5x2NUZfWPOFDaljrvxaP05V4Ybbi5S
0tGfyYwgAPlVHH3N69VXgFkGiZ2cFJ28G2IimCxVypNiMwayZbUUVKdBPMbJ7RjYsgBgBciZhSTh
/LIsiIDMs91iu2XAuYiGVMu+dXXSQ+0WpT8/8mjJqr8So7s/BQi3LP4wqPobKEJp/YN+e2NfvCK0
L5YIK1LVMsXc4E0IvZBrNZ+hwq+F+LGivme8xtWUvcF2VsvPbCim5up6oxD3GavAedwVRQBMgb5A
cmfI8rHeqKIOt49C6km0j8v/Daiif0RJKCAetUXZ71pWeXNUlTgsG7T2ZHiMTW/tqdNNf8frnVcN
fbt5+oMkxnojSf6I0IFNCJiZWvRvqS3q6H4upZI71/AT/9SmaIIPWqVe9BzBduXTJpKM7Aopi/AQ
m7HMIw/xhqN1C5tuj1eUuIfZmPTIaTyPtnoWGO1cfqbZVCR5hy8y4QihcI7IPCZ2RrwD2gNEMtXL
1L3RlgKEkcZ9Yh6wBBq5bwwa+6dZuUc03xkc3wOZBp0/wxvDIQlCo98JTXbhZuzs/JgNM4Sjep1W
IqLwXKOTr2W73GHqduK9Gdp12jmyZw3kBt+bTvecuF7xD7Ng8c89nYvxaWABXvve+CGXCVoKsock
kc1F/2fG1yVPFFXEMVZviKCJGrL2rMmcieswlNSsVwBGH1CdwT5q75hIGbsqkj7BM9sp+vjNB9ZF
85UoRvIZizBzX2AbTuC/mHIvQGn66MGQQBmuGrv2iPZR16TwCS+cqZYA8Vk9VMlvYJwSN4fgs3DO
+eSExSsHRoLygPl1707bqqDI8hpHfR28UgLzwQmiw1HhIwjpbAcAFhQGqSS7sM5hCLzmZCHCI8d9
90Q0QsevmH/s5PLIVea7NrTiaa7yzJ4k8IPrPKfea6JKCogObYF9aer8ImsX7Q3PIgWvklccltTI
pb9d/Elfl+7WKAkN3tlz5eClX0b6N7R6qYvQNZgsdB5ihaNzXslEZrQYXdiEj/6QsjnSX4fZPmAj
EdVkw3fu/yo9XNtP7qlC7gl6EvlgUpG8wo0mw/mLzfEELyMkBXa56aifKpbWWxQLDrkRrYhNFPBu
vghEru6+bnDvaYYl432nHEUi0AXCF9FIU9RTe+x7GghgpTOFHzwSlrr3fdW9EnKqv5hho+RL8Wt+
mWhA0SyFKHFS8rX+R8+tj9HLtMBDWpYly85Lk2bPpLDXdDeCPxi2Bswr9BLsg3vU3h5jjm8p19tO
FLfHkaTNte2cSuxkEXTVS2LbwTsEa8WcOi5kV8GnzKtl/5cbPcq4kvGhVDVCgYwznIh6WsB5JFWn
dgGmElddns/NbuJ97LxLJN3wYxydt5TGDWWKxjkGEa+KoOYT3rAYQsT3bHhZJ6Qbv+G13lMwEhxZ
VesUD02wrJSMxzLHnuw7HLXYRst1FKyp5pgGypwlHKoy7Up9IW7uG+32b7br2xvObfXcpwK12Lnv
QaQHT5Dzy+BouNv7Y2y5494bwfFqM3rw5oDOqak8FqNUn1kWR39jIsQcCFY1/SmrsGLZw2BakAQA
3X/0Y1ixfJPdOzVxnHp5Z64l02HzybsGNVEpNnzNGYeRjqrWKUHBpHnNupLs7LUSuBAJCWqka872
hWNOBeMrIrhgf9wYB/ZREToFddph6u4rm6f5NiRZWBy12+Ws+qy631ppt2HOdlqCk46a/VPKYa3Z
S0L+105h6+9Q1t0ZUbEVM4hV2t7knEv9ONlO4iBBSnHfIeJApYNWzQg4RZVYr8taAOv1fNWaUxUO
bXewLqI74ZxO6C1bXz3nVNLdZkD3CxhdIiThuWU1o4siGNFy2iXYYM+ScyREUdjHw0B41eRch9ap
7c/g/20zRbfkVG0Fa9/uidgvZ05CQXYvRNN+MJlWw1F4oQSKMBgA7anIhh01rZZWDgS1gx/W88GJ
WBKyYZeuXQ7VoPr8XOVk3iGheArFk5sGlS+co+WY4C9VDx4nhPVOynCS+zGJxG3PRz4VzUnILHhK
zBS0nzJnjTTLQ+xgjri50XvCEjFobBq/k1Z2DJQNsDzrCnLhjDPjkhAwDiJOVEHYhRy3VZaG7XNg
PX0OQp07YG79YT14iGPtUzitw19F7hULw9rYq+6GJrW7/zg6ryVHkS2KfhERkPhXIa9Sef9CVHX3
4F1Ckglff5fu28TE9HSVBJnH7L22EjcWNtOldTtbDOsvTGtZb1gdBofHGTw/wTcYLh5rEfXF3qHg
uCWZdKX3OSCax3xuCuvHcW38bWx6vGaHGk+5RTIDn6iPrB/W51VkQ2wOAjuSR4GNRV/wdWiXzby7
WtYFSRP6kKZJKTWzwGIPC1MP26esyj3HifWIgrF3km7Cah2T7lcFzS4KvHBO2pyVAupq6dKZqlZ9
L2NUXXyDUCuJmb3Hh0C5wQA9CbZPQCkZUuEmSxNIbnDsAOGJZtoxaPsDLgLdgitmJbKCHVjZZwZ5
jPa1DUxlfeRoEC9S1aFJAng5y54kQYJQBwvdABUllTBgo3X6WDEFNXukeCCSJwWiCP1w98QBZ78Q
EZKuT3IIKfDYbXYttZLBc1b3Nwaz7zcWIIR6+iS4DlGHg44IRWybvqUo4b5ZJoqS79AwwEAcJdxj
10TNgzN43U/X3ugh6wAzeYjjxb0rrZHLf1qFgatUdval6Z1F/TZ2EfdPNgbGPQVzT0+/+EH76vSN
n51DFt312WZQdvAKVyKpMK2wn3rWh2g+nED8eM7tSSkiocn96/wODoobYfNcgB/qXUA0SUplohyG
346T9du1z6B8ExRJeBA7BDd/WcycetsGOUS4NXwL1e7GUvU44ony3NNBLS03/STLZ7nYs33wFAGc
GzgYDFnYqwHSmIWNUYeZubLSA8vkgMXhmKWhf0jnXt2WIaO7Pnu5NH9Jugj+DZREd1AhcwQKgvTq
wyjDeX1DTE614Tsm/StVn01X6VjpIwcOhCyEyxNYMRd068adqPJP/88I+bT1wgWJBl6m4s8UZmQ/
2wOGkh2kck7Ops9b68cacfYKIavoocoL/x2zR2d/sVxto2fdck4ipeQqtAlSXns/cXx7nb5cM9sW
W6Ob9GGb50OUogbBurzRdAAo5Ju8l6cCMG/4ikbHA43FUtT6GlfPu4C6WiQAwdLBLhVXCgq58l34
6Tb/Apyqj1kHilV71k6Y6a1HyXOH1G/MrnxF9ReWzorQjbEPZ+IeuvGqRpCeMG77eb5MTk6o3CZ3
m4wXmq+8/cmYCwWfXj+OgsahrYjoYuSKVp2eiK9F8f1S4YHU8jh7GnK4o2ay7jD/gY2ZMLJ8wzqI
I84AO51PUkamPdYhet29F3LgnnMqPP9ou356rekk10evXxF9jOFqMgJDcpGd6IJRY29sFpXpebhl
cT+iKVjXg134vf2gXCDkDbA0pABOA9dK1oOiSm35bfE/VrHwn1q3kuebSXbddbcFAbAM9zEAZPVP
LMzStjMqKdTC5IpvcQA6Z2zBAUu4Lsqy8bWa9Tj/maxmbCeEXzJcnrsor62d1Ob2oAsR0DpQSb1m
oiIZeqN5kH7YyFni66ZwcHfQEFP30dGFik9xT7N2bZowOK9EW/h3qCuZCka84tMHQ0xVH+LatUyS
j/EEDWaR4xZ0Sj3tRoYW3KbRzQab1IEXmJ8lTUf4xDy+ZlqTOFz1mwXI233wwXqxfiZfmnH/tl8s
TPC3nu2Kql0O98wSg3Hf0VSgwshrGncEjZX5mZZWMViUvf5T6j5dHv3ZDJi3pzkmOIfzFmubr/35
iUmK46C/u+mruHLyexiYYcMEjoEay3xCtRLhL7p9IrBzrA/5zEIx0WSInO1mCsi70BOnaFWUfbcF
3xc+3Cy5tEvkM3qbwDiN9diSSbZsfHckamUa4C/ubY0dHAIYgfBb7VvZCxkgwjmj8A35NVQ2N3sJ
RuDVDAD2EwjqIfkpZs5Zv5k5zMJ9UzjWmSQlNCuihMqzYxVKNdVPkTMkJdGeuHBKpE0EdJSl0yxQ
hDNbblcwOsHeZer2a8flkrKOiMd7xkE3cSY02m2GG3vl0zDw+jB+UIHoXIEHY2DRtHsGMKzYoYzf
yGeCHMkknGCNu0NvJEk0bq+3DHW7x6zEj50M6UingMJdkotwSwheHIBzSTRZs81Wb/L/hH2jurcJ
57d4YOVri2QIMgfpJ8DCK7rD6iKhLa7JWmIsIyWtKfWZoL3ynwMaKNtnoM8ubiiLDO6BO5i3thws
5M1TbF1KUpWCu8J21/hcFH5XA8zyzL9Y9Kr44Cibn5q4CLszu1q8spuQBdlTGTvmRiq2NZPEaEZD
6hJqSZC56WkuNCtTBlEOZY6jJhy05FhPu7TLu09MiGv9wLfZtmc8dAS1LQU4tBM7REwFPObu8rek
5OHOUMHYJPj6BEkFghH2louG/bzVp5qY7pZIIgrqtPZJH6nQtff476ONo/BWRYBzbUS2RXeugUmD
8GEadgwHIihgCTLM2iq0UCSgszB9XlEGhke2hIF5q6cQE8oIueEoPVllCVL2WwYlQTjd85Sh3wli
3VgvkcFayfHGsu+R8YH3ZHXMBR4zPiHi0vOUEY+HgfUQWiUi1Z6N10/XEDm86bVUaAtCzxyspSmu
7O2Fdyg5Qc7aNjpHGgKM8z72fEVyCgdw6eJ99aP2AeOsfQhItQFZ2bVy3C85gv4X1pXZK0GqbX9s
q8g66GYijcQeInmuIuaNT4Z1Z/mDTV7BuYuCtfgrS4tAVLigPPgsSN3hY0aycQ6twSYz0+Banwcr
a+70iit3Y2TlwjkOMdYnEa7n/rwo6NhswWK/3ofKMpB2FuIb+Dcaso7D77m1yHhgKjGzTSNXxc8e
ZhB45gzJByB7Du3zP+CHCi0Te71nvv+c3y8Ki3BXuaAI0BNMtfqo67TDTx2yMxRkFDOBZN/S7rgO
pXeYuHVw5hDs5GzkUgMixWqh7pqWXdWjLXFBMbvAP0wiatHt9FDCHWQBslL+gvEl1VKP6bpLtQad
6zOSCe88aKaP+UyGXdLnefUxNVHp7iNi5wvS1Vf/YWmdKd3hUxp83Io3CPfKKucJEQ0LDma6LnKI
0om/MSEBvAEkMg33HUPxcIOupv+GSZczeUpvpMOSUo7F2IyDxgrqksC+khZv4y9gEp5ibaMlFHbZ
P3VUZfaRRkF8+KNyWA+XkT6SP9quj8ZGnYUGDS02burVvqA6InjMyD6Kn/OwieRuFaVkLDyJ/5iI
ato7nry/lNT6jFAUBbLNWQwaZZb2fzfxMwmUxCq65yHo1VMEz8hPLEsj/0Gdhm90IfjrRsceyChS
Vf3XGQsU7AmVXbQH2eKlryoa87MD4rL+h3/JhT+H/VWg5CvGASChZjJPYLdr7Pmg4E+Yd49m1v6b
Ou5QHCP0TgwFMTCDzHfa1zn10c+sXpHh/80GskC3rMvm6QIQI4Isj51ot0Ljx6rQesvLCAiESivO
l/iLLMAQwo4ADAjZpM3vCVlYeKUXF/FRboWiAFtpCpIYC7SklzQqyv/GMEBjFoA/mxjKRKWDSeGW
tYl5naIonGX2YuQ63+mFZXHSEUqbJvbULEQmYjR7ENw146vfRmm3GYepLQ7tbHkgIWKT3bNS4xcX
UhGu1zqduMQTTMCNTFc8AxoFK+cUYpdfKmyV8Rd7zN03UpGBeAxraB9HNVrDofNw6R+IKbhVhhaL
9tPQDNXRSBT+yVKHK6a+zJEXwLLmF3VPUxMgQaV1vxTKS7f52EWwixX69y0wRB87agDsAJE9EQ5H
W0ZLRhyBl5LN5zRV+h/jIo4MWCEq3tIxWz/oouke884G5Zh6nmreqyVdWTP5WNdf6OtBp1ohLWOC
QgLtmChDcSRCTy37YO2C/qzr3O/uKPUM/6Gw/P9g7E0Qq0YRHtI4igg4DBr0txl2+uFEniCuuQXW
WMoonQ/sPZoK9xXsesSGOMBXBZcmE/A2SoSCKy4MeWS60U+fWdSHYXBxKZOXr3Y10joZojivY9Bg
RWLS6L0HiFiCpBg9orZgGKyEMGirG5EABnmPKJAsTEAAdiyDA+9P7h10XMHuKxHtvI6SeLIjCPQc
Hp0slbhFG3gQYe2RgR6LOpp2MVe0hk6sKguzg1E325Ad7Tw5LA+ghISHOjYeb30XduqdKN103sM4
ICcGBT5c7m62I7khXBYmKReuuiPO8ga0Qp1Lb7IYC0iTW65b1ghKbmO9yI9Zk+lEDYMgbccEC/dB
FAr1Bkt3IneSNuBLyY5lco+YmGMd0pqNkJ/Yqk1KOxMTsTxOzyCtyKagJ7WwrdmiP8tRB/LOphm+
0RanUB8cux3ueU3z9bJUs/ddWhVdOykd43pXlYv9MxJM1Cfp2odvo65aunK8/CSTcpLmCf7pZmHB
Tzuwg+EYvNEcZ+QolK41kDBix/emsqfoOtaaCxpshvOW6yG+Z1JdFdx5ec2cvNX6rhUd4VBwU+a9
XEGjXStdFA/G0VGWDJ0ka88qVZufuXiqh4a2lShIJ4yjq2HMilXbndz/SugbBydcKvT6MCT3TEGs
4AwR03BYiDR/5DKz9YZFduDs9Fqgwcw7YHMCJQyP0zBYn9j5xZ+oHojXxKk8HIgDqv/1wup+24nw
NERIKYN4OtmybKHOZs6jT34lhCFPWEgx4evRDIuFKUUyOhM69NQZWeum7kRya8f09m4mzE0kvNRQ
oKZ+Rc63CXl4l222Lr5Keg9qz9bRVrXvGOS5SdMXrvfEFr1SO0OU020FP8t0t66gvlGrWk1/pWgg
9W8zk2j4wgPTknzI9JIuyk2n96DqKMXsklgpLN8xqlFn5qXYtRGi9C30A5ziIy7ff56Yo7eKspZ0
ZpP3v9AlUYsIoxd17XUnhg+Xjd8ulLXyGRlaLE5guE8fRHoAaArQMj7YfY5qnaxmFDugtT4asqDi
BOsF5IiC095nUzVPZ7+JjL2thMuCpCLH+XHxGHYfx3Iy00mPRfQM0oC5gcfUIuZHVyQOF3zm5C2B
09kQUEGX38YpGYo4QvPoGA1+iJRH4Lo8ERWOGBkImSDqjwjJd5cewvpFY5zC5dJSXo2vs+zJnUM0
1cztPhH6IPjxfWyVOyZPOUv2rPba8cPv0ng90a2pGb5oF4NWj9LVPko+aebfpAHaN2qSXz+TxLE8
LCqkTckxnJ3wuGXNvicxs7tn1RVdIPH6PHQBph2QCx3c6ZXcmvrSgGZzDqn8P5/dRBF40g4Y/kRG
1i5eU08eCg+sxzcqffGgDUXh1iESQyVCQu6i+lqAbSQIQHLCSozuw1pueogD1QGf4IwR0rccweXl
OTU5BO76NAs3ZPpb6fGpgd/GxHjy8XC9+za5AD8NiIrgEsOZBSYWh5ly+sco99BUb/nb2sXiuq4c
RhfMPF2WoVyIGgZSVBN9vMIZ4MEuZmb7DuKaF5AKuttro6MnCkuv202raS/9WNvz1nc8vOvdSkHy
SVuUZwe2BjOj8EqM59iFmrel2HDjXT0F41u7KNqDPrc11KGl8I9dyMx5J6QI/mISVhyOiutj07et
+ChnEV1AT5afUUfIxYaIFkVengyGn07adNRDR9wCUbgoZjY+CzI6HGfyHxFzpqTlhd0Y7SY5th2m
x646uYhs1HHpOuMdGM+QHEQJyeLWVCitDyQ2dF8rGZ7Wp20vZK1bUPFq+pl0PpJeah5jTL4ILKyh
6n4sC5luEoM9oIYNOqSEhPBZjD5y2bjfsGzX6jQRKHAdAayYjUiX6T+oFmWwXT0Xu+wa4Og+kkOh
gx3Ts645z3q9WRcAMCFbJQUuZr2HkR2tmz/+CZ3M/837Aat3ZE31ir2O+Od8bvFK4FKt81PeOtYT
7naJKS1CcnFHPkNqX6jPU6TQixi0f+gI0cpOhPTW20alyDUSyEdpc4xjgCQX7S5gaOARIGTzGGgn
dDRNfmFzuzylBQ/pETvnwt0c5CR+Sp8rFEkfHJ09lT3yuDXUg/+CLY7YziZTubvDfoSNAKGq1qAx
PJKYIKvRuRQj83OI6K7Ki1041QHpGXCKFnNrIfCXgCmR62c8K+2fLLseiz9VVWFRtBopCF8Bx4+W
b0P9uFLZ8+fg7O3ZsFbS2ZYYOtwdMVHk7wWdR0Pb0M6tgCCwB5Icxf94i7EKyT6AiGlHtR//U8hI
J+THA4ugzqNd2Pi0/cxxZJ19ZG7LSPMhYA2TvpAXh88SSGOMcZOXBCHMZanH3v1HFbKW+5kL6l9H
Fs5XPxGifYqjAZqVZkGzImwQbE14Atv4jL1CnkklyNJzP4zOyxQHDa8l2wpnX+On0meyI8x/pDLb
f1qmQPXthamjHeabgCXoFPXrVtoQutESWuM9uDZtvYkZK1S6FEwZmDdWLo1yViDZYjpWqdcGwIx9
TTNm2X/7iriAw4Ikkc8UjJX3yQOI+SIZIT2lx5wvX/zKYLKd01Kg5mO+1RurPoaha1eYV4X3H030
gIDf8BWdUxOQJLu1HG9CH+kxhftr+SUFeMS7R1hCOkr7BAELQ7GFlDc9OgsP5TnF7YqlQyAe5UQS
0OhT3/b6kCRX5NZJkDLKVVthoMWCToFzwibOtXyuMeVyCdlpbgXXHjAzvNGYomeXxcDXd2A3guDZ
cQb2zthd5mJvz/zE96ijEWfp0ZenwLIC97SGfs1Mzguwas2Qulx6Gcsf9tkQ1vc8pykJZzNTeqDH
FQCacGqCXQEdy+MjZZlsznaOCI8ZsR+Fbw0eB0BxtQxdFsSd+rSLXvwMaGfi1xF3ImB8FoTnWI+K
tN2gDJ855y0SzhbNqBU2QXs39x5BnMPaoNWHYBMfR5ZU5No7k3tRYIPNgRKTZru3oojpIr6WZutH
xvP3SAzC+sMtWX2cck1J/hrnIEw2asry4ErUBCJouNJBgbqgbIL8hZGsT/NeMSgIDtMAxZvRbnMD
U8Q+fFbQ6SG7m+2aWfSsm3Ag1fQFgZXX3K9wqoo9k7T0t+2AlOJZRI62byYyMpPG0SykaJHI8TNh
bz6tdTafeagD69j7fehdmanh5UNKWW0lkJK/reo95IxB6cJzHR3H2jR4uzXawoBB04pWodoss41n
vlTK6F1D8E1MrpXXt8fJIsdy58uITFcbCIt16oJZqjM3kzMfI5fu6xknzXzzFja0ulMGk72IWdZv
VpwGhJJ5NnE7kZ363xQPnChjSyV2EAsDi02KoAFpbU2c0aGJPWLmMXiCOhWTrx/RXkf1W8jY7hYh
rMSFX2BxORmRi2yrNIaw6boweuO6X+qvGKP6AmGgL2brORhbZC6FArKCyxe9xjvA3gCUIM4dFPca
eUCwk6oci0tKpjMiXMvLq8vSa6/9WgNy+374oWT60/tiCJ2fdmR3esSNnsX7zh3d+ymif8HynWdW
MldALc7cNyv0SUpA/k4naK3nElYV45m1H9bpRXd2V6H+VhAHzgo+WbBXPiOwM5sJtfzkopo/byRT
UDN6nZk7pqm9BdOQe4xsnCbLT7ioQwsCcB+iAp2y2b5Y0g6ixJA+2N8F9UyyYswIjgFy4WWtJvyM
sxOMBeS5PHEqGd3fti6olsqigSypAHptEPaGl1KkGRniEG2QvZMeTk+MGArA66176eY1LA8makpv
R/oNL08wAnmBnMiD8MKcOYIttMSc7eBLLJ2YDM0aWtfY4xbrpiz9g4Vljp96yc17V5k14PMJ+LPx
QxmoZXwlC0+WTwH6nJs6RzkpVQM5ObiXWWaeWrhXoPgg8+GtL5cigGiFKXkfmljQLkCu75H1FWl6
6IIcWP/GMXxOWCgKKKrrtjGuFASEh177QaNrnuzAbR1AtAU+BAZkwdlmkWTRxFsewviwEi+kb69k
dekacMcO62ITbQXHKo6aou8OKhiG8M2LC7pKlpHrHhs2LocB5s+E7JtNDdsnzRa/CEX4xvGKGhzn
cMD7JENFHCKkre9xDsXfHJwcuiKOSjikMeMiZBa2/ZEzeCWSEsUg0eR273+boiK1mlKEZHi6TIIm
054gHtgmXJePqIBI8nKd1n0YlsAnUQ3aOPViN4acY5shheCD7VzCexBVXNi7BVnTLfQk8O3DCqD1
lUUze5QWTXV1CBhpIAPL/h+JDLQPV4iSwj57RsQl9PmAEAHZUMmwIJxIKJ2k8b5RoUArYWOGx3CJ
mMtDWh38+hI30t+7DCmIdRnqwGwpHQUnK1l0KMuD0rB0UwqhF+dPD5cddwTDZ67nNIGqkf0rJnsg
cLGbQUvHq/tXFaTwZXVa/NIDgbVAg/gXeizZDg4e8ZPbMCrbEEBeWr+cw0j505GHcEeRSPRnbTkh
krIa+uBd13nw6DxXDe2xMKhiEcEBKr/Pabe/G2ZV5TaUYflq996DUSauH2RpxF0Yqsoki/RdMmKW
EIxjvFi2exwC44H6YB3ITBzsQ8ERgVbzhT59CvbsVlfSDFZFmVPXS0kl2ozUV1D+Vt1iv2zoH6EU
IQCEYN9WT2Ev5uKqxFr9cdbOc3ZNg7VB8ZtZtD0J/fv6Wy1oCA/N6vYmQZ1K9Ham6AnPDqO/MWlD
p+w3VhV0SB7axv6Qc6U/BmcIh30TaSfeydKx3EuXxeknz8Q8HOCY+tnHXAPkTkJrZEAehktwbRZ6
im2E3o+YaNNnxDwNqVi4YVPxGkeacLo+ntb5XQ4aBKeOffuuI+Gk2QIqIRmUwZdrtp3j5e/tYuO8
ciswGViN2C/GWxOjt0tsM47NFW9JR0Xbtqh2FmexL/biE1bd4zwFjhFlykbtVjbUfq82zj/7ecaC
VVwISOvbb8bmE1xomWOVWngSTVo/0/lmn+D3GK5hxWKmpcI08xI/sy28iFmD2rfZjsQMILLrAjhy
icw7a7pb21D1yULfU7zM/iA5xEzox9sYiRlGwpkxH1gzPCkGmbEc0trjUFc23rjRUvyMN40JphQG
rKCgeMBnZ8wObTfifu3rpo9hpsNm6lljDFnJ7Kzs8e8MvWY42RaBQuirrchBHo4Nj6aiHl2nsw85
gSZ6veI6zlnIDhZ2e/ko+mJw9nReffe+tPZKcpfr9lO8r4p0xEce5HiUxwCP83PTe4oPFrIc0AlE
xgq3JcvseDnLFRnj3hCX01yHqA2Cu7KYOB8vTuZ1JKug1I5mcHaccx7cg95XB9bySv2yhzL+Z8qG
tHyXeYOWmQgUWAmJMxJquy1lv7Z3NsN61GQNE1wwYVE6gYsaQtzxMyP0+uC0/PGXvMbvBGKNVQVC
3V751rlUzKkPq93kxeNQo9Xc0PAP/EeN1jkQu4y8ADTvs7ybHFObrzLrBAFs1uIR02DXbRL33ngh
i8ZbX2w4c+65n2vgUJazzOFJ0QibTUEJSnwoeRTMGNpgodz1BjBMB8364A/9j8YbUIUOIjOKSJRU
XNItFKAMbBCdFPTQs2SlqpJUuWKlPwapvXUgfEJCCGzdbqcODfE2Fpaqn+2SzD+5GQLCc69y4eJC
7jUBbLqyfgjUcyncsb1SSC3ju6/pfpltVlm29S2Da9BFiAu7JOimP5Pvrvk9rnlx1zpKviLztpuj
OwjoYAFmEJuBQUeczeJSCdatYBbUOa3NJqgYprvSKDjItU4NWpNhvhHBOkBRX22JOhYbUBX9Vrxf
egdYNKiJZKHk3Ew5IDGkqHYMAZ0vxgsP7hCj6i5A8QbHJV5H1m0kZtYJii3CUEE140aKKQMJkA2B
9rFq17q/mk7QprcDMGmidg3awYrQlfhUTZ6KPh3Gth8dyl80L4hwrnldFuu9Nc928w1iRBaPLYZL
SDtgYlbk4LKOwxdFnzZsYS3on260KNk7n8rkiB4+/UQb3J+glaG6Rxdn89LTTt3NzYCKcboVasQ6
MnF6ZeEwhBeAuvgKbMSXTqIH45ijQlcgdkPjTMFjzsOLIayG8HFvKTIdtoZr7zeSyOkPIvBVjgOS
4eJGOlFQbp22r+MzTzTpFBD+bvkMuv9iM1LLrR/QC0ASGZez4fu2E+0zWL4b0BWg2oA9O11k32er
OvpqdZq/qx8t1pm/IWxeCmcwjyS/GvvOErb/QWXoNTXpzaYEtwmdAW1J0pdj5HyYxjNLdeC7qDIW
0dgHfSaLRJx+97mr0n3thuV7wSqVmLWKlw/b3g2g/sLCMs5Zf8ft9JaWWSax2AuJiRIUXu3sfSq0
+sr6OU2/eXlXFxguC320C0Oe2Vs6zJtvf2o0ccn4m2TYgAEQZfkzVQA7b2clHVDpC3FjnVR+KLYi
qhnsqTod0VCqovCGF80/1qfK5xTmDGXy7L1262TOeVyCYBi4W0i3KTssyn0AMx5IsH971Koy+KEN
88aPBmPpmSdMo6KfI5xZog9oBElU96D8ZkCIf/Fh+d4xjEoy6nPI9v1HzeakJ3GKbx0z/+IgNBtA
DO4FKvEPn7j4e6QMRAXCuhr1nqQxMSGySHvDKCRsJkZUkfcOIjIgsq2eLfcNjb7XHTTCI+dU3QhA
lFNkGD0HPn4epae5PtbAz/Nd6Ts9vk/EcRed91lMlBIui53r4PyjdLHSk90bPEbjWla/vOTyW2Nz
hyYb2O4n+yNy6RaoiPEhDwShzWzR+s82TB0ibOcxe1+HRj2CmWJy3eF2QN5GsDQOj86b21+qslj/
qyyX+6X3icXcZkoW5oy5pHluYxX9l4Mf0WSyCx0hho0gY5X51FYJ0nCzvofGE6dxwSuZWC5by2Ri
ItuzwuEqOrBQTZECtwpKStH63ksXyaXCbQWRSjr1rWLqncZlcXGLVEdzXhrGhcSMnqJpRlbT9HPT
7IvJBHKrqcyIgoTITqIwQmPyfk3P2jiPsw6JjCyYXYKnRMxIbeZIEkqU2Ctiyq1d5fv+VVSWQvOx
uuUD1wub+DkWApa8DH0W950JhjApLE6nPSkqJjqkJryxwYFrl9NHWt1oQ7WMMolux8aIOWZ6/Kmc
AuxaBEAIwy9pCDP+g5G5qXCb1xZhDu85hZy30RhVoMZijxbjs1YxcoANWvtVXGesxP+tBajwRGrP
qpJmYZYDEYEsnAaqW/biCBdnFc/88s5mjwoaBiDdOHOIET5p4XRIeENt/RvLobh4TRdX527N+vxo
BVl7bSuCszH9DfMsNqZYXbK7PaY62xlD2ZfBIZediwAi3zuVQ3lRtmzLm4U27q6a5Aj7z+ILkqfw
6aYgdywhP3ls4HJnmBSGhPmxD94oKLN318FccxgagdLyBNi7MV8z3gDkq8aP64NicvYMITD6OyPj
Q4c/N473pdNJmSsxP0R5oo8F2AyLvyMEbMKEv4ly0bNpdNo/uCyiK1G5CBhcXB4voRbkD6OZ8OyH
yGLoNZyc1V7ZbwJgUfet40/kxtiycR791RTuwec2ipGCW14l+72aq1oPiNBJTVDAwxAQUsG3fmQv
l5jKLwRJ5oTevIEIXVk0K6zwWRcOdvQXV1Tk8UOQ/3xEjzOHxB0jzd00xcj4AT+jBodjjwt26cIZ
Adm3SwBFyqNbwnHX4Hah8jR3cU8y997TdnSGLJH+ziFIza2qHbf/pI6cSzLtOSt+BJCMdzAmiliQ
rP0XylkfWs+471gywn85NzJRFw4dAR5xkrkIOr+P0RborRhg4WFMMd1/9NfzcjR2Ca6vJwDkHU02
hz6GOm7jIbXZhISDYEqT68BPL2CC129UKesPtkz3G6wxv4yIWOswwcNStw+REN2idDDdFYS5rMdV
UTIk+EmwLsWUgp9ERDsrn3wcmyNJHOrmFKQ5f2BuXAaPqKdaG5kLFddw9QsRrHfQCq1li1swxE9O
hArsP+fG3ZItXRLvdggYUKKran6HPtDjqQfQBNsgdMv6ksKzsgAyE4vy7Nv8qXKTospkGIzWnuMT
ZIRzBeBaYSucZfi89hMpG8j0CxKsFb423gYSkQuu0De3t62/GOEd9xjCJ7OfTD6l3N6oCQhNwZfW
baXbNOX9Td3+xltCnsxY1ksCBqcUrGKX6iicoQJZXaXEc/3By4L4c0qFd1TEorAgLT1zF8Tl6J1K
QjlhslHzQ7PHckS6ShGztu/erbpsaMQKumaybDHE79y5IWzHU7OY4K7luv82Ushw6w7OtB5Y3FbL
OWKuxe4d4nL7Fx1xzAdR8n53X00ASPCAr8DV+1s40PLuV9Y8JWV1Y38CtyBNhLXWkMbPbsl7TuXq
BXjGsPcDWYrAGMiqJ612U6JV2didRXZullFOnYO4GQdAvGjO0/3tOgcGU5OkJbzppm51HfHasi7L
2YIuY5u4BK2LZCWgc36pqeTzPRwt+7nLQG9u7Nu3zGCzmYoD9p4qZsTRcaLW2aRREunGvrPtqDkS
O0lWBS3SOhwB9yAUKCntv8olxMwQc9IeZ1Su/L7Izx4B0gTpL+yxAu9MFgyUPKkkD5D10nJlf0Fy
RZr7FuzL2YfUFXHkvmmxILpTnsO+1ASuhNQ4WcvOFu7gPubLvHLb4ORHDIR++nXKxYITcS2G62xz
Pcei1/E+9xwmUyxk2xWlb+2Rd4vmQz7TT0hMvPiI/kXN4A4XMgY0WQWmUHe8902ILtfuXxFmEPyN
noP+RVqVTgESLirfqc73H0r2hCv8TAyjhRzW3473PaO7UnCNGcv7Dq5NFn2AUGDaplATcL4SVRAe
8dywAwckA3NvoP1DcuXGojy4nDrtaaQLm3cS0nKr9ixPCrHje3Uwu+c6YrdUK3fdDcx34nErOzYt
wQFVx8T5aBcgKZ1nUZV0eYP0Leswde4iD74Y+RREwS6BRzFDH1Jai/2mPF/XNFsWSoTeZua0tYsi
Df8Z+C4pKVCkdiA0GwDntXCw0VhpM/KKMVmtnxEuLst92WOv4lkGY9upuecyJSnhyjJUMRBVnG4H
AAn+D0sOgRCWvno6DC3I+ROSSRRWRQVRIfFxarzejGA597M1YJNo5/FaWhS4ZDsu7HYsIyZmw9lE
1TjV4n98ncmSpEqapV8lJdeFNIMqKC1dtTBs9HkKH2KDuHt4MI8KKPD0/VG9qSppyU0ubty8Hm4G
qv9wzncQ+xFykOAUQs8wXBmLC2OPCYajk7y1Ornyyb8FVq9Vcs9UHQaQwadjDoES6/xrygcyUygb
UvB0CamU76qwy9swgWNAIjPOGQzbSMEHT0QMSznOY6tTXwJBCUS8Dg3vXjMvZ8RQp+PjmmgSTpg8
qCuSN0hfbIs4uXYKS4WvnT2O55IMkGLnqwlpBElgC2oyxvKbNsD0q7DrE8xO19ywfU2DJ+BHEHyZ
0qu7yrEJqmrwpv2spFwOewSURkT2ZlM4+1U6wzSSIV24hXTVoKvyxLlNFyiuoyRtgAKoVupI/TKa
+5ZUpENJgx4cEkAc3o1WYd8deoJMxG4awREci9yl4prIU8svM1i0ny6ZUdhhRwS0SS7g334lP+6c
+gFYb4gtJKqcWT5l66WbDEDCLKdg500WBKuDyeqT08DmhpVu0HFF37XoSQKPb0O307kotP6t83mQ
KJrIe95SvsE5cG/3o87aG7yznZrOPml8+qqw3dJBx8N1+u50Le6DysAcQpLVVXw1xp3ZbHZ4FiOE
7gAce9qYzy5oiwnFwdItE8JM8C4fsV02J3Bilf0qEIMXT/A74v5uBoS1cu5TW5gZ5qK/BaVmMTY7
l9Uzs8UV0gJ6NTzDu45BW/7sVwHqg4BcbcXiPqUizqnd8SkVifbv8EyQA8QGYGO0rIQLLVHjarYM
RTHpzbdSFWTaZQUDRSeU/uOSkTtwDlLFmbXzS2bnJNkNRN2g0uX4ZzNeLqxm44MoVU0bxVMp4vzo
poRcwmcZwQ0/FZXthBuAxdLzU4hEH5lFJ9tq2BVEWC7JkQajFN1+XZrwt7TKIt13jrXqXy3JbcW+
RJF8h+Vsfs6sODc7/K4Mema6eBVpyMW3NQPJp6qnUGY3qc2VpzxUmhLj/lNiJRndjCGk/UhoZn4J
EE0vpxZSrfiw6NZzMlpQ/+TRZOUJeL81K+FS6kmvH6swCHEjXu4SkK7tmhb1LByyryEbqy3/KjR+
d+cx3uI+ZACKhl3JooxZlyIpXYZdFbfoWewgg8cmUkbEd2OAvORaQZFjI1jF6CP33HVSHMnothRp
FsSTN3ccgLFA1JlI9o8Y6QFrRT3HkiBfPEggywCmgga6p39rRnfnsnCE3I6OLSu/lYcKjdOScxkd
PllbANQKohuRJFIHpNaN1c3ucjvWiWz/MAycmd7Eju1jXm/czDnV4I9Q6ZUY2jHIQ35e1XBAfl8k
n42jQvcg5nROrl1QKyPJls6cxuv7zHX1J0UNN1NGabt8JNwFP8K+RSEyU+zq0rnLs3DzTtH8vvYV
Pr0n9o6eeG+9wQLi4YrJyW4ae+3lYZ7BuRyQCxfjj6CHEDFL1RQ2Rj9x+co79rayQsvYxHBsqXS8
9F4Rj+6gaMryHrNduUz9HW7OqThwDpb1PYAogZYQxF1yk0mkGw+9Q4P9Fc8a7tPB0WKOWR4j60zx
yrOk8b8l5YS7SX/j8t3jZsPjMTLFugptmMvvC9Y8JPCVbu2MvVvDrsgYVnvt3sW0HR4o8mHf8F8E
N/wZzuPqJy8CewNLRVYsWXBqWC1PX1oop8eZm7bW0TS975xUN1Azr2ABU0hEARkbe40iLCT8SsXG
xjRdUWJFrkWGCnvuNGhuUIGHCeFq2SpYuKBqmZKLdnppw+3qfLN8NcQGB6dJ+KxIIfLiTP4ocupm
hJdumuwn0bQL4koTVjdz0bkNuekpHfQUwwD5coyEY2MYRQ0IH7gE4nuYH9wOePYcVllhakPdrdsJ
+6nOQFkGUwvUBTCzat3Tmq/9fAeDNhBM3CDkIPix5/DXzMijPOgqXILTiMdGH1u02fkcVXKoSLyH
dGM/kx1EsibDKbe/2F6ryRXORFFy5mHp8QCYNPHE4BnUpBWQHD7Tm2GmWN0MkCBiIDT5IfUNNFx4
DEeogl1dnCsgD6LBgMFhSHraFDi8tUQH5fZuYTfefhTDMPgvfodQlryl3ieWyASkXkZNblJPYyWn
o2V/zCQsbPdBjrWEf8i24qsel6KOcNtps5uT2BYfhUr7PL3mvQk8bNEFuvwGLwHI/B1xIZzSjIRt
MvwSu4+hlvkg4nYq73womL0gr4F12AzgCV4R3gI65pZfpufifp+ZfXg37CsK+8evUdYjxZ0t8MWI
pYUiTKJgGgq1mDRz30Y2D7YxEGevTUYPieHCSuGq8pm0no1Q2eZ2tD1OdaJCyLzCPIMGb2DmH0mk
HL9L6rjpD/oGxn5EGLlqJA2lg5IiILRorjxjrKeBEAy6KmF46IXT+b6P/5u9+m0Aelw8KA+CzghT
F6ATTtAmHZ9Gyq8uvGKarQHFRbg+M/A7NXbfMrsLIAaZ/A44YWPUsQGy1nUHfL9uBWKxtgNbRWDz
8UkvZB8Y1OsqX6djUedB+RFTB0zXiidvOJm6J5uiSsLMsEavdXieZmcwp9Z2SOCztABXxNgCo6tx
loV0pY0yemHcP0zIgFN0nL2uXPBgRikS1RNoX4dq9OdLSW+FGpQPqdpX6NVYJKNWYGCWl9kTStmO
Ob+cCpKNOtqGaMEH0e7rmpp/b5lwoDRifkG3ltak06GcdnfaW4b0zMBGLueAzZ+9Z6Vlv7g8QOHZ
JlT5i1OeIWOV++Km8QZCbN1+fetK2x0PdlXUBlu4xr0lMIswU5IxKgLcBsxF2zmdLkRExT+68YhT
bmWs9A/yECk/aW2clq8EBVzkI2ORZ8KVO/OIeo7Ym3H2oCs0ua6CI3M9GMhFp62oIVqNdZ83WRPL
PE4kvW/x9BmMJqsSX4UyzTXakBygXrHSRTlU7RREpZwxeSQuZjYFkhTDeFdk11r3TXgNdGFqcDOX
6NgSQuzdA6spSrUgSYgsCfKMByuwmhz1ZjPLlUMRciNSXpW+W0OTrecKZKPm2Xbq+JpTAJnUMKnh
O2Xr+GKX9szKF8cZSnmnoR6uBfIPZlPUCQzFadh2qlCN3M3Y5YBKLD7vgAXylHil0A9/O0AC5MPi
UYgcqG58BCg0KOkV6TLBdI9UPM8uOpSDfR3M5SIPJEOkv/QklEL9Sw94C7+8e80V4spPv06YytUS
nNY+luwFjm3hWL8TJcufAUd5zbfh6F+jtS5Yqsj8qyKD0usLWAwWf3J4WSG08Za/Ofl294QluXIv
K8lt32Xitw0oJwjj6PnaNSMxMDEua77cXGvomz/DhAYMGmkYro/kZqX3DcSn5RRXlewiNrxbeE1j
B80hIM2ZkJk+qM+ojFOxd9om7JiBInJ8HFx2TcehJ5bqfh2Y7D+zrSKFg88nbThuiUfasTCQJ1ok
aHmpLl5BKHh/ZZPlZyTVYO4xbmUvohuT7ir3PdAX5OzARfeVZd8tyYTzl2jR6mmyxdQcK39xFAlL
oSBKD9RttxN+pp+7ei4YTnMYHXPEzfVJZU1yrwSr7fPkMe0idqcMsaVOREUeLN35wKNEGts7L2AA
fZ/WlfFBjY8Cc4MeFAOZJLci38mwIJABIIILM5b5ElgOTu/RBII2oU4w95AB3d3B5SVux/IDHKcO
4iFCarHGEEMR+tap7mNSMQqUAgXTZ9ET1dNn7KEJFrUeGjUDJYRrk3s7RGkJqkycTttpjant2Pm8
xp9xgpFtH8SWfEJ3BLR+rE3y2FV2/kdYuX1TMyZnEPefkC4rlMj2i3XdDkS894gSq2WAwT7kjNLA
8dY3EkwF+rBB25tOeo5DMpDAmRUbtHC4hjUQIDfTK7eNX1Tm23GogQOSDKBsBE12mYgi2OZMuP+Q
Ak6CbC5rrYa97bfdco22PWlvEKdhiZjz9IOqb/EJ8WqTlxGvh7wyMiXxCmdD8VZbQ/uVEx7/J4ey
6VxtSc4vVo/kMmLLWF91/ErZPsVKzrjGIW/jpXF0+Jpwjj7JuWhL9F8cvjYa/N5+qUDqthfSeKYj
ez8+ZRUHBBF6rTRRgPhcU9wAjp2BP8dfjK085BxQysqTLXPPPdudyr5X217/KJZLJC6Oa34KIdji
yrNKW50p9RbWlCG/PQnVdoJVlVcnpMm1TbCvEH8Q7ZVIfTMAEhRsx3lSmJs0EnKnKJiZkcC0Xplx
CuBvIbS/RWo1JBe+QQ9os4P2eV/bsmDR0YZ0dLNVxEC6h1I71wMexmw3ejO+Km7e+m7pMzNhTzAO
VCLXqffeCl3nZl377nVUxfiOzxGcTmipojgECXVkNA7O1iFmSfu7YxgE8yRjyPZRW5P+0682xvtw
MIQhIRbJfXVdurU/feG8YzwLfNj/SszCSzm6opt3LPfsH2JPlx82rfV4060xcsydX8fJt4OEp4BT
t2rvrDKSvncNwB1OU9Tw7hEZuapvx07J+qhp67zICzrZP4sqZhFOrF14RB44kvFBlOv20vbDi0mg
sBxYo24oQUQUBCRRt5OgBv+FbjevUw/HEUK3yAwCw0SSpu6HzzpY3mjSwOaXGvc0UBsvrYjtRbSE
2dmawPp4seVc1BiWxLkUPWWxP8SyvkZWRkYowInmO7dWptEZhf2zakTxjpMs+Yrh4JlDvXB3o+YI
6UyHKcDZnon+Pm6pEqMknaCmN0OffIDWxn4EtslnNdfEHcOghCUeokcJ2Add47iXgUcWFkFVZRUV
Apc/AffBFkooLPGE+IeFo58RxDwTz60eKsf3/gAMmACdi977LFP0JGfsFnTEXoPYh7CvJTj4xBnV
9x62kYL7O7OLO8fGqHdnsl5uFFT4B5ioFO7yfSnVeoG6PoMorGaQiXYVtt4+mx38Lq0ptKCa70bQ
mOgLh3M3NTNgM2gazskJUQjyt6oILxpAkexTbMX2DneHGh9NT8uzUz1W1atGy/xcj3QJ10uXdgDC
eyYAu5UGSB5Sa8yDI2f3cqGlEIiBiXL1rTsjsGEEZzum6TlgMPWmN8aiqX1ftewR/mKrwad9GIMW
2OhxQkydJbcs/wiRPrFo8PRwyAM8pfQf7iRzPuciebZmW2bAmMJ47G/qUXq/OMSD4CDTNNfREpTJ
h8Yxof+sC/5qcWCWOziRb/BuE9gtvOqzS0v/ehywD2AvQUpQEQKFxnhfLGLsbhHiLfo4mqVBUIgk
xpr3kkos5ml3LVyQXczo7okdL44ICSu32xVL6YYwGgK3f/PhvDYnXLhtc7fgDLWwTcbwniMQXHX6
QPJX5jL5XhnaoLpZEA+zOIXqgL+cRByoY34ZFZZYzbXhYMzOKwc0Oi9iAxM8yIiMLuhHBppJEUxb
0IAfcmhgeSujVdrzr3QNe4HbV1f9EVmRUx0cFIlPMsFktg8q8oMYp1jlr5yEAPc2bn2KVwYSyE2Z
7PfiF1O58SfkBaZWVnIiEnD2uZbx/vg220CCayOemu34D5quOvmtnIJz6zBaZqsFwubMcsdN/hDv
hRgSXKHwj02bIvQOMPimZxJ0Fo/Fuejt+lqm4zD+4YJ3s1ugEHxeOYa9DaLTiGd3q9efUEIk8TOU
qW2juKwCOEG58FgfN8d4ejQrqC/uuES5ZyETRJdUseNbsKRLdkoSTP+7Ts+YyujIkazTy9sMVlKH
5sWnZIRM45eqinJFzRvVKJScJ0lTz26hIko9v08VBlVuABBSxQrZmaII6iPwBqWkAkzULg9UPS65
AAoq1C1wR/mjAXQsN4wxlH6ZHJvQN2biHQKiwAouVQEk6dFklL7vLY4J/+wlDIeQUNUG63m6Trsl
kdb4lqZSNVeNQVAbMVltbeKtuj6895pZ2wcGlTZ3A/GUzV/XYSV4RL4mYZymdcoI1IPj+Yy+fSov
U2oYmTGPCZE+JUg7xaOHAPVjxA/m3fakFg9HJ6bAgKHgYvdZCr6u40Ry+0aL6GfTRZj7UhK0+x7R
yTcTEnzfpASIG8SAswMsnigDZKlW3KYvbaWWT+qKZXrsQgKciSgyjjyhgHOxDFmtUNUOrXnd3iZJ
rfNr0hqC/K5tWP7sQwCGrKzxetQMd4B2exg2sQEC4Hc96KoMwBUcJvRYbRcSFYBbTd80KF+G/nGu
ZJy/jMWUoe/na+HQWnKW8VwzYWw9ZL4T9P0LnYYhejRxkooNlLUOBFF0Ih78txaDygzEYsSzzp8o
L3wbVLjoP3lIG33GCDXK86Skk71x5TnWAxNzEz+JJO/0mTKGZEEzBx6ecc/hSqmkFvXDjDY7PWw7
H+dsSzxvBz9DuUVPzTqbXZNNBkkssJvHlaQ4pczRxMxCurB6REfiyGzaUGG7hBmpqzbBcHPwZaar
b4AEcC3mNMjeO2GSyyywsTBQcsnFQjQy/XJ9Jh2I5jozX5wpxxMmEuN/x+St66hnME36UGFxiQbh
5N4xCieKpMh5VvfbDeZvU1f/LXRBCzHwhhPFArABS4NMCPhmrZ3+vE72uNGqOgxVdojck5XNUrRA
BRQo0r5W61UcYGVi5jXDjOwmZXcAAg15PJq5UBIVAwKVvlTzb6vOysclDdMU41QqUWwixYbcDBPv
bW65H7FE9skvO4X5wnTeWLcWJgecSpoXKkKQRzWPaE1MWwRv9oreevibmRY1koUEn41ym0n+LxAy
GKhbGchyCsA/GK+xIEvUxDE7ZLx+exmPWCGRfyNNrs2q3gq/yJt9h9z+HV0/y73Mnw05s/gMP9DU
uAQGkaVy8SXxdYeJwfjrsG47Hu1Wy13PQ3oL05DBZlk0anwDK1p+rqurN6Saia0oDUbvEVSQeTJu
PHyQWVn/dbUovmLyZq9c14xAHFuE+buZyxybG9KiT4ajKK/6pevbQw+HwTqEVZm/h2MNAs9B//yR
4VN7ttDGp8ibkZ/sDZbFuyolMGsX9g36KyBu/bcuqFbYs7vFI1Za7zW0PfdvkWX/mdY0jkG0qqpH
nT36nQ350imIBkR9zPYuqZ2977icizPS02LPFrm6VigzIR8Rc9ztUDDCVDbgSmsOvQ7/4iI60ouw
R7LIyGPONVJRWBxVysck5Iqc83bNF2wUXYp4bae0TUdAt2eVOPpE87cXrfYj0jT7H+qsJju4pg4y
Cpgaamdeu8H1gOjQxkkl2ISrpuV37Qi3yWgrgrC88r1ywFjEeTUSFoVwVdloVNAr5vF04jCofszU
iS/LcN5uQPDKuhpbv/sOWPGFaPiqmuTXkIH8IbEgXx3GVXR3g+eoZ+6cxD+TxEd8w4JuFhhGzee0
GzlX6d6sLOgvPSNQ8H5TUj73nSaU0uW+JtG3YWl7cFi5/BV6tF4MiuDz2rXuPUzlja4DlkmzMytS
BCdc7ZEJc7c6ZXGCCW1JS3Xdl2v4q4aCMUYjHAfUjU2DbSRzKVJQgWDvDdkIPliIZrqLqZT7NE1D
+tjFDndhIgjQAjqQzHeOnmrAHEjJvV0KnOwaU9/6ZU9U51HqkXW982e6cDasDo5aMc3zq7EXOJk0
o+w92Vn3qLO9mplwGlYXidhpisZeDo+s1bqXPFma27wmHmuHZobBmdSBfiyhPjKmSYL5r1PkaEfY
hPknrxjK5jjY5JMfLYsE+gjdOQGWqpvX39inumfVTwkiEnvzBg+TU1dH6iYSzXnvmymyLcqpQy2z
1UQmU+CtENPZO2Z8xUNe2OkXtqeAGZFpZLbHw5g/hTS2AVVjXH2OnhV8h/kw5XueBDKyWlqypxDa
D38NBx/PgSVCdx1uNoVoTSqLSdvaFr/6cEGnUllG3iStU7vHkMqp2wU65wBNegZJxAZxru5C4GTv
/TwHmI99vn+qhphHgwsNgRBnA2z2sc2cB7IQOacAcjmfCXsiHqpmFCe9DOW7HN3yHXBL/TEMHsJK
x17EDQuH/CWufVjQQ824/jJVeXUqZ2h/+5m99gcyHDqkOOiQ8psVERS1Q07ZG7gN5E0XtXl6hvLA
clxjb50uoqZ9VjGCb/BOC3uunpcRPFPbUg4QbIPIyglsaMb0juRJFmvwTZZ7b8CYyf69ott89nyL
0GUMIAo7UOc9LriF5oOFE+t3mabTvVGY9CivXUnRNlVi3YRYTMFAypW/LBul1w7rqI0mMklCs2fa
o/ODjQgIIadmDrzTY7jh19m2MM1pAudV8f6yUPfrAvS4odndJX0yDhHDoallL44S4IBwAt4zucbF
myT4y96thSHWvOi1Ais3pSRDdDqmBUvAholjxVF5p4I1uUYY0857+Pd58pHr1PubIXXyd2i4NOP1
csCEUaXNZwaq4drOzAb/Nw50YrqORBGsstRvcH+d5Z5hbQ/9A8XWbTrPbnVx8hmSCdCOClSR20H2
zGlcmnPd55vwEgYF3Keut5ODBXp5ugZVyTJR9Cg8GVY48m7qKutnRIx9kttfHV5rYrDOkWj67S+V
g/p93ATs3iQ3yWvRwyQM87Z7LuYq+Ap7bbhFOQPxqcICOSy2K6AqMQq9EaMAs0mDBqpHAU0rT6Qe
wo3jnuzMrnfdaib6AIAc8lBshHB0uvJEYnGDQ6hL4vQs2wbSiDJU74cU/pjkUJfmr0eCUXJwaIUG
ttja2kwJrb5g5XTeAayzw519bqIoY17NPtcCgw6MdApqBh62jHfcaKxGgH2xfRgzFT4hVePqxraW
3LITZo1l2xO9ne2Y+q0kHDeHrt/Erwj1sXXGifFO7cDiki8HP7lDLuGWmTmrzV9d07u5bfXRl1Wd
XlNAiHu+/w5VeJunX1iQm1+Vqhg/t7FIqqsEwgaDectmQpCxStLHflLNc0xCDuVzkchbgcsJ/M7s
m48kGbil2XGIfp86bhIcJp8c+53tVi26HibWe8OmS+2mHIckQn3d33s0vnjzpdV98aaTh+H7cfN3
xvVDniwSC4SqYsw/VYiD2hvpJI+1ncKBwpk3PIbEDTFqzJv6goC9nZg/BcSObUUnw45gdt9KIPPs
Q9gVb15mYmjAVar6UibpNv7XBXrBEZMweQXsX7mNuhS1refNPKUEzNR3M8Dt7wROEWE3a5d1UToU
yatGTjrz4tbDnWqq2WKJwcu6c4sR90rp9QMJB2H8wwPOOAfScM1wPbefORmr52St+3ovB738drBe
PLJwGGTEeL0D9Q0P6y5eh+2JIbPuLQgWcyGpVtjRqkN741HFwDOcZCoSwCTz+u4gdb7FDYixwh4B
afDx2YzdAjm16PQJmzZQRVMYj3wYdPvL7MDuslmsUrQUlmz2ZWh5tw4FGFktWaWuSf/GqsTX6TZ7
r/dYHS6zRzE2EDBpR5bpXXbYVCdYgZw1NIe+sPz+gEibT59jKHgtRcbMNkXcw9yja70zzz+/Wls5
3ZvvKtq3ap6YYwwInh+XarNKUdyqfQ1eP98GPdhiO0pafEOloC0bMQ2ce1w3BLZk0/SLUMP6mcZ7
+prTvMBWpInJsRg1tFHNzLLapUSK21GyVs7JHQg7pF7dzLu9VxevSNb7Vw15L+dy3JwMmbWwsQ6B
ecNjyAn08qYs+MuhooI93pNcHUw5mM8UKtbb2rJ/3fkeU9wDcXGZf+4UxrJTQs16r9VI64U6PEf7
Zcrs1RO4F0BxEkx/lWqrfkJXmKLVwSCPTyuu54+0pdaK0ppJ5R5Wo3Ph5KKh14hQyr2FXMCcsRIk
d5i52Gp5TD6gMmZcOySTVTKP8Br6IR78LOEOYNUNJD1pzFdVsvE54ozSB4foALaEHWIbxp19b+3Z
4k/pE/PlhHKrbaz9jBPSvhvm3Jn3YV2iM1sUa9rLQMLoC35efQYYaLMeXJE7sq5lxcoK283HQz6u
MegFHglvD4nH+xitAW5kTwLlcEkVZvbj9rhIPl7eogPbbJgbNKDQKtEN9mRyWYHfHS1szzRQxIEv
sARJHZ+bjvKqVAI2hBKEGyBSIveVzaq2QSCGjTkpx3RjRPHJ1YFNuXsKyCpLjp3jz791Nm/El97F
MMzKVaBgQO5BbNcwNp/MWgXYAhcbys5CbvwrB2gDJcYhQ2/X1Ygv96IoYPHYdoY4pIeoDaYua5zP
oQUyHXGEu/crvCFkMtKQHTWh2SKIdRALy/xww8rqtDDrxZnzTB/ryi/f1LKkctdC2UKAQb1Qngfd
hqRI4+SLT2R10YYwPQRV2tPa/M3HHA+kO6DmulRWoKEVUsowexRGxOeEUQnW9pn8a3hD5e26TMLi
ekmm+sUPiD/ZY5uIw7uc8/n3mJqUXVHTKWff1bGhfSXP94vBAKyRcdYtQyV2ed4jbJi23+O3zB+y
ovcMsgb+cI9heeW9wEpC5raiyNl70krfV1Gh+k4yL3kop9obDqQ7idMU2GQqzbIYb6n35uzk0lJm
O8FFZPP2j9B0tFU43wCe8k9nhPUS9a1V9y9w2tVjZY9sFs3q9vZJjihD0S33NHfsEDL43RComPG4
Xf6J7bT+wVzuNFFpx3g2iJ501oMl/NTC0YW7g2M9s5ip0KdA2qO4S0m9nPZcmD2VDGSv96lQgPr6
cfA/hb+qHm+M5yDETNItndofp3M8SoEQkgi7+qioeH88BpDJPkdHToGJreUBuxAXrmxY22HCGn4U
I5qekYQbAFPCFRefJhvXPVgKWb2iGGJ11+pBHBiooAhhokcjV0JaeGHe1t50DOXwWJV9bV4qgIbB
DkEO2xa0OaQqI2N2GUvmQb7h+okeTSqZnbUtq4CnuFqA3jNuHf+sKKvyg+6RWOwd9BrvBaf7n5rj
6HkBQZtFtfTXg6LlhI/fJPLVG/P62tYkmexF47FF92Tzuwo8ZDQwpNoHwGbp/eopgdFgLJe/TGnn
Hxs7ywflZHulmLfm+xbEH9QqMVSHEtroa8oX/MSSCqVQMTLaz9IGcH0X1gJNebVN2sJ21DNLnIrY
Kcw8xR1vGEwjat3JtCDfiXYe/1B8MUPlpWzz8hHRTOqjUVXN5DKK4HjeO+kycojYrpzC5xAvWn0c
0skPdq6zmAK7TW8H8bSrFHvoMVqdeRlussJt2C8jtNK/yQHgYwoKdswMuHVme5cETv/I6qZZOpRH
jJXZs9ery8QrcqyKDXDG87nFaAxedhqIC5zZdS82b0rnJGEhuPXQwl42TIdH6nsHPmQoQm9+cJHN
4KWQnGDdQ+wGLssb2AI++Wu5X47Jq+s7dqWike8cB2iXS8D/MLLAWD7nhEIDyTdtMF4TXReKoxiX
XJ58Ag3rbzytbgAvwm21gcHYNv4BsAOQxCsvhMxK/Z84I9D5tHR8XLwMPefhNlVjoOuzCslc8q/x
67OAOGSpyvhAZq+FuHPQBe4IcQBFOINRScmt29nM9+2te6DDx9M3U6qF1vpQwumvTki+Wd2B8OSQ
rMTAhc8NpYOrnPxAK5qduiF1ArETgasYrTYWmAHUnpM+vgLMIRk4SlMs6yAXXI4f3D/pWx5CGNvl
PbpUKousdvDQ+tKjP6fW2wsiS+8k0nry7nukIqXmfNrhv7Z+9wzc/vpC9K/Mcnsd5aAGKKgqglqi
IYvlG0ttEnzGxnXQ4ElCz/dZg4Fmbyeq9KJp8vu/m2SYDAAj8g170kt8+EjZyTovPJCjAMgF7di8
/FU+RmuCsKuZjRCyfiofLA3FAR+WfUZS6EpGEG1/246WXHbQvsOvoDTLEdI703kiNQaUR+PAFC0Q
Hqo4Mw7Zx4xE/3dCUF52mGuvZu5Es0biGHsxeebvwe5d0TSsZwxTVPkAginK2rkD4Z6schT8r6Vu
RdUC/qavCxABrQOOw9mnWo0ggMb9AeIRAfGNJFUkm+rwnck68hWssJV/5bPCR1KpCwSQ4VBZT7Yv
mM9IL+/+pgxhl6hapRyvVd67z9R8KLeSkMJ4t9okhx6MQPOykxKwkrBtL7+QfYKfpK1ZqESYH1Ef
Za4iw90TVtBdDdsjss+xzVgn28xrBkHKQbwbx3mQRASY5SA/nFX98uloWaaio3DJzptcjGBoP8kS
6QrS1M2CPmxmjUUN5zL0aVsM4BwP5J/RBCPwhkZQExwypr3yz7qvh6s81om/zybXTJGSMcMI8Cv8
23B15C6vm/gLJZF+C1GFUqRisviRTuf9ARA28Zj4C0926w7A4me4tbtsAF66x9om3kKb6e+xZkr9
iGCM+RK/W3Ee0dg/gliav2TttbeuT6DtMWOHEx+IqhHhQRPCxo3pbWgjr2dvvRcuxuNIdnzB5DP4
fRmRqsFUDZZraO8gbcEsUFO8sCzN8z91WZPNWuvaugPqVMJ+C+z+qi5q+MqBr7pTlRHgeAmx3F/b
Q1+8BykHMhmhgAT38A7QIKJuRr/kDL4IdvGaVW9oPBx8fsC4vtKsWL4NBGP6a9QmeieXJMt2DIbp
fWiHgc7ycXDza2aiv/zUNR/uOjQPseSLYr5YM4ioLbj1RIh54HIXY3/mlaxZ04/ZU+FsE9as8pYJ
yLrieRNkzmG/m5na0O1hIqB4xRAQJCb/tBugrU6RTXgWLEAO+J7W7C1cnMDfp2gJw2PLgrrdURCw
KQCqLDHpOVzWAM5NCiiCgC2cv9jnSG4LzDfN30JMcjcP13yP2IZyJ862rotp3G7kKAJm2bpSbUyF
4EOGYrMlrxU0GnqvGjkceRT3tFgzHbuVyfHMZLLvotF35AMYn/kT/2L/mdOxfLPLTUYavnV+L/EW
P7H/HN7BdvfPM4xyKEOpA17H8Xx+YyCQfBD/hvMN9SWV/qGDT9qeOztIAWv04UQG19iyCLrK0PUT
T+XjI3AP//zH//qP//M9/+/kp3loyoU1+z/qsXposnrQ//5P8c9/sFXY/unlz7//M/CkbQspQlSV
AQNPNKj8+ffnU1Yn/MvOv6V2lupes2huvWq4nUDht3E6PfzrHxL89x8iaRDsUITKcYUMPd9X//2H
rCqTClhE8a4be3ngNCKx0+qSxz5WIvKWFf0+XJj09K9/6vZf/S+/2v/7qb5HcovHCsrx/sdPpXWf
1Ai29D0MguGxlLn/7Hm1ZR3IBstwdC2I9lTp2ydqR5zU//qH+/+/Hx54kJndgG9F/I/PFVEJAwjU
pO+57pebzV/2f0k7s964kSUL/yICTO58rVWrbUm2i/YLYbdvc993/vr56MHMqCiChDSNe9FAG3BU
MiMjIyNOnGM9kVa5DzC3uultXpYdo0zrNhc/s6XwnIFp3lTN6Te92kuRoPNr1HLsoKHFqPRI/e8P
LdXgRzsymDb4ojulnUD+Zt3swncWMiZRnpZtG3n2a7MtQLNcL4LIMYr+OXEpLLdWBEqHjI8Ofs+b
9BKJCYYEnDa29+vGZ/47bTLGLZqaFoN6QhXXxgdloM2YVpETKwWJaMaEyx0Q7Li5Wbez8G2FrBnM
hpgKCzXsaztGyXMTMyxSQuNGknziOhcShZWurb93MDyeUyQXfqxb1flbZy4sgHySrBmmpjGJcW3V
otvcu6kZOjj5RDvKUOaAdEAeAjvM6tx/XDe3+DE5LrisxmyGOf2cVw7EkAMCPVIeOSCH6H6KUL/4
qg/31bqZhbMhZFs2QJpbhmHqc4cRY9XDaBE7btYz74meTomgOr0zk+sG/FThK+5p3eTS9gkZ9wSt
D+JWn/781cpQvFd1pFUjJ+g0JXjurIhsTsLScPS6XMt+WoUntzB48ji+Wze99FFRWeKAEGJNkBPX
pr0KJnqIsVltPlCnD6HdLaC69doPeOhrOzMPtdpotESgMyEC4I4B78J7AfJWHNE/Y9TAD+DXzbzg
9wcWR7FLMaBYVrhBrhcncmukWqzGjmlndfs5igqlfTKAMh0+Yke1DRCrFt9x9hGZwDOTnsFfp+f5
BfF3JY/ec1aCf9xwlMXdMgTdDUuFKG2+IHrzgIqaNHEAIE+i93rvHSE0RX5xfUGLDmkrMo1QWZiW
MtutONZdym1+6hhMUX0jgfDFUZVVGx6+sDJ54elqJUDRhWSr65aXTh/DNP9jWZWvt4wYxjwGmDgH
8nD5szBjuBUJPYKhE4iBf1c1da51i0trVWQF8h7Q6wrH4NoihFYhGpJV6oQNoF6XlOOxLvvkSYbY
GOLGjGYmJaNow+pS7FRwSZr/hsE08MxqUGhj3lVp6iCpYtNgkcf8NxyEuWOi2/DP+gqXvulrWzP3
pLWb9Qy5sZuBWn+3pXoi1SpQJu4ZIH5qmTd//v8ZnLmPDZReVtswdRIrLlmcZATpkdmi/EVUivaj
SJlo/YDfEL0gIaZgwcNy9j19NCSVHKk7J+ti7UzrTK8frRBhu/0YWzrsaWZoFPfry1w6jYolNK5d
Reja/JQADWf8tWxih2ZwVexLF3HZY0/zeuNzLnro/9mZnwk9DQsRWnEML6n/i07swJiDrz4FVqRb
X5GA7YJbJHzNrYRt0UVfmZ1FzxquD781q9hp4aoSVE8SF1xSQdPvjCa9FmzEtiVzXH+WZZtCYStn
TuPXUGqMQZAA3pPdU8Sc1C2ZoQfBdBJ8Xd+4pQ+qCk67bliGjADI9ZHnOsw9xlxJfxWt/2eaPbhL
VaAHu9jyzrxWb3hnNxubuHQICS+6rPOPAjbi2qaRUMDXfS7Ajm6QuYf8KL9lysm8R6vLo4CYFuXD
+irFFCvn+ZmqMqsIhkWxFUu5NjlAV1gbksa1ZNX+LxPcQdm2t1KbAcoASTWVhxhcpR7U0zWUrLw+
6d0krLn+Mxb31QC0BWembVr69OevkpvRrks9Ua3QkTxoMXbQZzT3sOswis2Lg5rrurXFrbVIhnVB
S4+9vbamhxKChIMfOi7Q5FuGgnPA9QwZPxsJFcA8LqxLb8vaRoRdigQqjKJT/qapDFhfW9WgTJuq
sVMm7MsMEwxtdaioJPaH9dUtfUsSGTJgi4koXcwcN2bKG5xJGzkaYkD3Te/mzamPxkKATCjcjfC2
bEznNFqKMqXD14tqsw65C3sIHdhMtV/QQEt3cuYZULXKzXF9XUuHQ1MNmXc+HQBbm5mq1QGMlaSy
a0K20JCn8bPv/WL4gt4HcHoGBIuNHVvyE8pZmg7LgSWr8uw4FkkmJybjuU5Tl5A1+1nf/R4qgzJL
ozJMjIBf2Zdn6jFwMq+vdemzchyYrNd4esvyLMOxKrfgQhQk+1Ts0fkMcnEcU13tDhZsDxvGxKI1
XUGCG5FnPHS2Tm5ENx1AfjnAW8t9TpH8qyJMOD7MQj1LDFMdCAINE9/G0L1okCjDAukb1peKIcF7
+oY6jEdIrNHaotb7PZIK43b9c4jpF8yjFHnmVIShwEMKfe1mKK9mMYKnscP8PEBt10A7TSrH/0QM
qINfExGgXV19am30KmH/FDUSJbz7lJOPGsb6b1k6xjyfbZPDZVAfm21N3XWygME8dOIMGUcIBWWI
SbJOrvwP3HWvDc13JVT6KsoznrKJXP0cc1haDkorhLhtMpDnG6drij7zL2ziuiagBUVnrP76C8uV
DkbTKqhC0BfK9gBlJbBHpWHS9oHvjeIcsp6AtINPEBFV+/VvumQc+qDpypuet8p0EF+Ff0OlQoLO
lHUx4Y4COR0yn/4FdQdNeoFadwjPBR3P8BHO1aj+6puA2s7rP2DhBJDe4//UnpiOEbPVN3nnlxW/
66IrMFTBOhs3xo1W6+l3IFS++v7lEv5p7nPTURaZv6fjFn4HSmg2szhN+QLpJdRrooBh5KSD+A8O
ZlrBcJN6XfkglaD1PnD/KSY5BokGHVoK5NefW+kZIIwKzb4IUPbWVLEmtFLAL+ynQaBZ42qgmJ91
VP7SjbtpKdTARqNohgmKhybX7CBP6LAipPNxMVqDPlvbKIIQ4432lzwBZHyiZuylz0wPgTm07E66
kD0zMiEjnHeUXBvSbrVuu/7Bg7EHpZF8aNTHoWeWwVl3iOUfak3Rl3NOtJu5pEqrkBlTxb3YMC5l
Zyp0aFPLejt8gc9Dht5koCkmWosOmlX3Y3PryhP0ww+Cns553uru2Su4rhCxtiPzjDdYZxHL4Ub+
tuS4VINsbl+F06vPvmfJYGLn5rJ16SSmNlG6bx4CJCj+gUClGd+fNimkwuzI3xg8r61FMGJ6Mkra
F7WFApk22EjPMC86cS+1qVfALFp1vrbPG2EHn9e3Y1rGLDpNp1PnZKoaD+HZMhFr6BUyEPsCnh1W
haZGb6KLBS9+LQUD87kq9exfpv3jn1Uu4uce3vHwZv0nLCQDFId0vjXDNRAazMIxkvQ6A+KufQHd
Ro8Wzhhmi/NM+9a4I2MxShtaP+HtjvTbdbsLaQ9ZMZRWuqpyaObJKsrZDSN+wr0wG9OBNeHOTScK
ObivvTEKzpAFB+nGWqdwN//cMA0LwVVg0XmYpVqjFsH2krvuJYJWObjLW3psYZQpNop/jMMy1diU
9JeYoYaBzW9/rK94yaeR06MJYFOlFvrMOtxoqWBGTLqEiaQMBybsYgC1ilWo4U2r1eWwcfWJ6S+c
LRcaH76yoRoERGt21rsW70Fs3aVUXIkKJIFl3o5ulInvXtjLz22RDS9hPUx0/UEBqq5XwhtLSqE/
TBAT5tOkmXyULFfeKGYvpT1kPJSYZaGqby9llEoQncpV6aLDufHdK8f2MeLb0FqFvjE8tFWbQNFX
GxASpjFDprS97S+xD38T1EbT51rfmAVX5CKWzenxIqjOzO4N16RMhRKldIldWgY8CvVQ+88YB2Dl
qEqVBxL3Xtlw/wVX5BUuVDhmaEExHnp9VyWmIaPA6NmXpjDVuwzZeKRtEbm2DrZRRMDUkLqqzhQ/
PBfgZxC739fXvJDusVzqqFS+ZaFpk7O+Sk1EjHIdgAzzInVRghqpnTNzPLTgpdbtLH1buhY6VFX0
xVVlFl4EyL2C0Qj7EgcJuKl0EPKD6bfoclRQo0L9n7Xt07rJhYimElOo3mCX2vdsab1o7cxH0eAC
lqq6Dzu18891oETA4RAc3AOeosWceR1RZ93w4lr/9k6Y7Ce6THv+6pvqDRAWu+vsSwXJ9F2SuwWw
KAXGYlM2zW+t8KAe+IBFSu+EM1UIw5p5UUv7eoDTwr3AfWzfSYHi/WCMlgkairZwESN6Kk7rFheC
GDcVT/Cp78WlMdvPsskA7bq1fYkIpicP0un7SAm+RmXffFu3tOShZJJELo6kov/NZF59TfrzRU0G
Z12GUgsOTCKhKyJ1w6h8YNcYUwXjK9OpfBMlofGkzp5I1kUrqvos11rh75ktMJ5VCZ7WU5pJ4uf6
ypa+IQcCUMTfpuz8yjV60QRMD+AnEzMewz70EPcSMCsm2FoEpd5fy1B1YfMZqS9Olahrt+x9PwgR
16b4A6gNMGU2giTyOwhOZIuRlPW1Le0aN7oBHoMsk4Ti2lgIXTM82IF9sXDGo06TZgIfQUb5gV17
bUe5tqO2Ra/G7WhfYHPqnmMbybtTpjKAAkXPxJ9gKXXyZ31pC9s2dVssW+c7CnK2a5NisFpkR1Tr
IinKL82N7MuojpcyKoyndUNLxUssWSavUG5uGPKvLSVpD40HNN0X20JKMqlL+RH1J8+E17dMz5Cj
IPeq2wzaZlJgXfQOXL1S5fF/1n/GQjjTqAaQregkoea8WFPzlEPrqcdvaujo1dAQ3zrUHPfYSz4J
9E83lr3wfXkkUyilUiMzzTcLZhmyqEHj2tIFRn0S8NHyniLXF9DZKHbzfjed8k5d5wGOLp88s2VH
hZukiuZepDGFSR35rwHF3GCqmL77I+rI0QkKbSSc1CGutxISP8THQiFdNKsCfQujPJjOMtGl6gZZ
vbT6JkLg1xvPioXkgpAxHXcVtACtvWujDPu4XlmPHg0hBKpe/NSzjkLp0SrROxjrD8iWKP5j7nsB
+tR9seU4S/kd9k1QHzSFgQLP/BfFTaMsetdzGHgR7UnBkWxmA9pJigCs35PQPeWWskQAFjNFDCjq
4/QHQ9DQSjMWjsTD+/eAn0Lj2CZRlLXZwTVAhyipKXkOYydMDAr4Y2mqprBPRGDnQ30UX9cNKgtH
B/wLSGWyAa5JbfrzV3cX8LccNimTDbAkmICpi+hOwiOouBk64ZuQDiIp6X0BwqmiJZ7noea0cduO
yKahsHSS4d4Mbzy0VGAksEYRfILhFBLajm5YebINDfImkWgezP4jt3936blBH0OrksRnq5rGrbhZ
5AjoZtwBS3VzzTzmQDq8BwjB6vL3+mqXvI1SlkzlAKYLburrxXrQX1Wd1kgXZMldMwKRWdj950QM
6de+Tc2nRJjJbR8b5kOLUNJx3fhS0OB5A88hvH443MzVigq0eWCHngMNfPXdDSDvQdItrXYRVc4N
W9PfNXtPgWQySe1MKlw8Xq4XCgkEU/z64F4gkeCJCNOCW0JFAXMRBMzdI2qFjLnrjAdXkIN3creD
Dl4LN5x5Ibulw0vUInoplONndVpVqZpyqKdHHSRlKLgideW9uKkvPxPI4+7QMJT+ONR6n/z7/i/N
nT41YPgAlBOvV++ZCdM5Zu1eXFjejkbFAC2yrsyiyb4+ntdtLd2AummDRaJwD+54XhgpCh14MVMz
5PD+CFVDnrgPsgR4EsKdsP8iMpSgTpZVK3CM6YxEIVIIbpkpybLPN0pRS89o3aJCQsuJ5uwbUFSK
UKpAqYt3u2EFDw3ybF+U3DbO1iBQJnSl9MVEoAFJDQNml0RXvxsxkqRVKY0cPbi1dkHvZfbGvbLk
BmyGQdWA/iaJ5PVuNDYFg6a13EuuJBBkGwCe5ZsM2XZ5h6xCLnYyPIhw6pjmB/zP0mydgjw5rDYH
b3imXYgcweVLEFuM75lV33yW/UmjzaN8vx8l0FZHlKeRcV73iaWYaoGA01GU1cGOzG5S3+90D35A
+6JGMDta0BLt5CYOPqehuIVevdvY9kVzMI6Sh030PfPnhzxmTDnXPu5ul8k3o6cAustDSdn3Jgwm
d9x8QftpfYVL8YUASuZMExfg1uxow7LQ5XbYsKct0s27wDVQSYUZIvqU04pjoq7QEobBoib+VmpV
etL82npZ/wlL4ZTVwptLrgJz95Tev7q4MgayqrI37EuA5MNNS5JUQ2Vq/mlCv802Uvile2O6LkgQ
qA/o87JLEFFJN3qWq8OLcsMYH3M5XIL9n0QGxiLQvZaejLGGk9rKQXl+IMQYFH10gxoBGGRj9oIY
pAyO84aboyup7vhI4j4bnqGFRw3FQe1oRB1npx5cZ1Ctk+cDgj/pGdjO23d/cQqSYD6oShpcYrOD
XAkACiWs5Jd6Gg3rldwsznpX/2qlogg2vvjC7vLqlCk5UX+k/DPb3SQaocZCNsAZkzK4jeDCgXES
qc2TrmtdsRGhFg7Q1GUg86DrRrV1+vNXrtS0co+sTRA4LaP3TxMEbTe4SfzYMhmHsFe21UdfOD1/
G6mgLZiueYP4YB4uZB6zCJxGjVQGncOgh5G6rMv4wfCGv2x6g/FbTkbtjikA37/v5QZB2/fv5lSM
mWoWcMS/QUOiGx6hwQFuQJpa64Dfsq8dgE9Hq2R1I0L97WfN8hHjtbGZ69Qto0FNrwQOrHr2PwGY
ZPmchKI5lwO0+aTasD/sSCUgENF5g7/UWQtz/K5nuItJC+ZyqD6ruvHLkrJR2TOiO5QbPrDkcPRv
pmsK0IZtqNc+oEYasH6fXzjIWg/NUulb2jlRa3jDKYLDorT+9RddDqy7TASlDanOzKGPpwO0szFX
Mhp9ihXkp049lNSwRgL08R80o/m9bnJ5E2wDcm6TBgop//USXd/3PFAonpMqNsiqHdNixjOiOAO8
AtBTZzetDI3PbQ3N0EOa2AbSOLYZmf6ugbz1ViZ3oaxVRICR0K3K/1iN1okNnPPSLlCLmS5OinYU
Cq9/Ysr6kV4Fq+5DvBBCyaWh5oDqwI1UQs6zsQeLxqb+L8jOCYk0+x5QPptJZUiBI9Dn9D5Xo1TX
pxG50/o8Qun27/rnnyLW/AhMDQR1yoSBmM2SgqLVBxOhgdBJitSPD3oFXvEZtrhx87pQlizhxEBJ
dAFuZmYJVLoOrUoC02chwcEZUer+BWkD82MKwsfFHsQTrA8KoFmKzWF/66phfgTPmiHIqBc3EMq3
p/W1L3m7Duiam5NqEc/t622N67zx1U4OHetnGJTtnZ5KxSfh+oGLQIRWbcXzpZycuxIQ23/b02fl
7UqrPBWeisDRtFC0t+htNcmpUXumvmXDvy+osrhf0Lfw9oZRow/EC4hJ9MQvMv8DUdYAe0qZH6Qb
+3+98ukuIYOCoExJk2LYIWMbHsa0Vf/oNFD37//KXJqaQelUJhec+fNYd/bIoGjI6I4O/X/Vmwk6
kQ2wvp3cFggWkJrJG7nJQmZEAZVbRKVoNIWW6/X1iHApIksCJ+Ftmz7abh/VZwHl4SM8qV50CorO
G85NDuklcil9Cvf8+qKX7lIOMNVHusI24t3XPyCHAZiUgNxIquqpWpG0OfRINHj2tSoxKir7/Oxj
T9HxG0Iswc6UUu0DEFzm0Vg9dVCKoOoUaF7lD5JkNK7M6XbUTGq/d/mASHNsc08lbeKsL3cpZlGC
Id/USUXFvBddkt2DJKx8x4cPLLwzoOE7oiGhnpI0a+SbdWNL1THAMbxjmECjmvD3nL1aWNfnDeNX
lARRaUBJoUzEr5K6g3oWScatkaryeOfXMcQKEK0E9u+G7AUe6NCu+S8Vi9jII5biCP6tMhQMJg8t
kesPHahNambu4EH3J5l33kiW1BSaGRzzAfKPA32Y5Mv6J5j8dx61Kddwmsh8MT1zL72vtDBUuTMT
t4atWHGVVruDUdPIjrmke/tCslq4EWAY9TYix7JlmoP/bflv4e7Vt5fdSEYo1CIDtqxGPdLZ1dtn
BpltIOy9ZD4mdgJQyyYhSo8fWLNl6qTdYKRAtlx/ZQ3VF4nLxXMGBpmeQBy6d1YF++avlj/ateB+
rDtzlIv/vN/sX4znlKAopjnbXAFykUJk7YPOFfWphQ1sFxDGb3xYML63edfXECuE0fiB1Vq0CDlP
TOUp87cdXLd603uUXDOY/19cFGxeKhT27goZXrRTlKB/tPNiCb289eUuFWsIFtzyU8gG5jQd9Vcb
DJuRzu0bSJcGmq7h3oJ4/BaSB6htPLk2UWtkGD62gtK8B2KLhLFpHqQCZ9iLshkhCJBz5VsNtNr7
QA5GJ4dWOH6v8OK8/l0qLEYTPsxz6t5nkg7tiO4nFIT1Hyuq3R/rH2HpQFMeVE3QPFOQmdkyoHDB
izXP8WLI4vZZa/btoSiZHjJb0RxiCJc+st0afk3VgCFsY0rTXn11il7MLclx4EwaOM/9iPysFeT9
v0oStZD4UlU4yNJmr3FxnRoVWcCVU/ie+Ta8CgGc1b7vhGMwOvRzGvlLZxfq+OwCayoPGpSyWx33
yX/moYvslnoQhQuuxtm3hXAIAmG9DRwoRqofZVhNbJOjle9NNbGajWt4KVrxcsaURubJZXH9WTMl
SYOS0UFGaP0Kbg/kU554NaDzkPVqGZ9iM4L+owwyqKze70ITFJhKEKUCSp/XltUxrHmwcfn60P38
aiPfeoCfqoVMXfF/FgNNhI00a+m7UuzlRpxwqmzntUFXihXIFFTfQRwB3LWC9ox8F1V6Xh+hjQmD
DQjSQoZFQxP+fB6JdA/mHSoYxPKJoIenM8/06qFCpionGHgDdGfJWA2fmiZCIMSMJ66jADnU/LT+
gRfWawI5nAYMaUvREr9erwpZczYineXAQKYcciXn7VDr1p8BlOPLuqmFY8LbCBeaUN1Mw8xuHiSL
4D7SktDptRSF2HHURH4nUQtCWtDqgX92djoUGw604LpUFgx7GqKkPD0/m0aDkEhaaQHPpVYcbLv0
bSgShfkvfG/6fenF8dkV4Fw33GgKNLPjyVNIt3gA8A+12+vPakK700pIr14A1k5KZHLQ5k9JUzBL
tf5RF9fH8WeFvIcYFL02NBiuYnhlD9ZZQ+B9H8cmuhMR5WT3YMFzHT9VmWpUe/r1oPvXTS/tJ+dy
Gm2i5CCsWbDVfAWBlyEGYuF12QMkYNqpDfMaYn9NOdRCGjai0NI3BT4yTd3w2OTQXC+VOa0iRiYL
oEELxe+t0CNAsmYedxs4laVSCgQJACxoMak8a2fPOri/UsmGC+8CHrG7DaFHhz5P6m4Hc5D2EPBE
X5UEOqSzV2YQGHfSH0o9kM14Rm3Al6cbsHqNZl2g4aq2G361FC+Yc1TBQZBgv2k+FMkIv3xTWRfQ
QrZ8VyAQ6t0oZt01X0OUGaRdIWnNM0AKtThrdKe82/fvOVkD1TgGrfj3bM/NttWh3QMti8gL2i9+
NRwGIHunoTf0PSIrHxgMNoH/gIokcij0e673nDeJryIv5l4qpst/y7mqZAhxGUgxHIJ8lIKdUVM9
vu9HNLGf1pe65G5gFrjWp5sH2OC1aRe6aDoUiXRxTRBZe1Uqmha6e7P65wN2uOMYXJtQIHM4rotk
UQITKP2kMehvorw0471GgW4LAbIU6enzQtpAncoU8wJhBqEvHBvAEeEfrPfQYSX3oHYRqW2y4Nv6
kpZNUYgkzeR9Oe9ZpUktQbyMKVWKops2kX9Hbtl9yyvu0g9YAtcADIp0ljLM9SYp8FWhtBu4lyTw
60OUZujT5q38gA+7G1f10qKouFGJmLbqDZFBEentmNBuvogAbvAhqRKk3QMka3debncbd+VSWCcL
Aa3Ky5Tx2OnHvEpk4aeuVHiIpYvheyhMBXKH5ruZtyNCCGif39q0Hcc7Wx2zja2bDtT84rKneG7L
pM/avOKixtRjdQDBDk+T8hfnI3+JTfl33ij2gwh9F4J2Y+LGD/LioY7qciMdWVi3JZOPQPpBJeBN
v11ymYetvZbnSWKnL1KV9MN+aO38XtHb+KdR2MFLaUP/uBFWF64yHmtcLFMXm6t0VgiIoCccPCvy
ndi00h/TPQ30soKL2ZAi7ZmsIdwILosGcdkphPMinvttDVd5m+sheS1SOd/hwHa/9JX3IpImElwk
sbexwLfBDBwURcoJ6Y7FOcy7mIh1M4ixLgOEas+wLnJfkYSpv9aP45vtY3SEnQMPQn2Wduq07Fdu
q4Zykkoo1joVZGUvdiqsetf2Zu7vzEGtIZxTrQCWTP3dXBkzu7PUAJaOsBdoSTjMd3MpuKb+BI1h
dkb3vkNiKZAheh/c996Fk1HqN0LYhAMQ9NeLjXsc00fWxGnZzQNPP+0QlVDtomilPENymb031mGP
5yVNYuZlpxh+bU8wA0mlFHoKgxn2ljmJXJV3yL/m0ucAwFH83qM4mZvqgpTGLG7eWQqLWEammF1U
QJxuQUfjd9kBpZ/0Jir18pzlmrFHwNfcOBdvHYjjz+ud+AzmE6TQ9RqHPssTTe8zZyqf3PaKfR+5
AczDRke1OylCKo9+V27AFN9EdhWjvKINnn1EW33mtZ2blT7MrZkjEHEyDz4Vqud4COXhUNSbr6BF
Y4B22UomPWi2X68wyvUBto84dwryne9NluVPZk6HH9pvuX9vxjwt7JWtWbbWBlbZKUOaO/GAjMsR
7nJoeAEbwlW6fu7fhLPJ0ARgIFGb+qyzV6Qy5iFtqQ7mlDy3nroINlbUp6O9a3oKJKBWs5GiL7kJ
U+gWNT0eA4Cgrz9iz21QAllMnZqR69sa57iF+n3oduiL6vdmVklPRVAf1xf5Jvdmka+NztxE6AFC
mmqYOUmZjQ94hoTga9Aj220h9/K9KWLvt49M5q5FrmkjsC55DZRDYBsBGaqGOfvAyMJYPXwNGaCC
tALPFVvtoW9h0D7Q2u4v6wt9c1lMCyXdhotvYsqYc4q5VmyCYK8zB1r+4ilCqhk29CxNt4rgix+U
CXwm8U2msOaHXZFUUxqrJnXGgfaknSAt5dnjf0rZ/d1npjzA0ar7tNXyNN4I3W+ynL8r/B/L9NOu
/acYW8VDXi91YJe3vucWxTNjBPCqNB5SGk1rfx3VvEfCDkkudwJLS1/XP/HSgREmHxikqIATYBbn
tAb69Rw1RAdQxL2i5NonBelpJA8QMWx7Jf25bm7hvICzgcqRmEoDcV5mym2CNmcfpqNMq6lG9AlC
mRZFSYJH9BWaUOuhQ5ThtG51YZHM1fECwDbjs/OyYQSbSWo3VuoA1zfvAzlzzwzXpXcMPSJ5GEEJ
Urw3zQG+xEUMuhrUhckdMtvXvCurKXN00ryOjr1fKsVNCfdt/e6r+NrOLP5kcLT0ELumDiTULrI8
zJmf26ZVTDSlKX6sf8YFZ+Wxzb6xGSCL57likwQkBEGWOJWaF4KZbru5FU1Z/TMhqZ0iChlNRjaA
x9iunJRenkMkJO3z+o9Y3EudMSiyD27neSG2bAoRUPxlLyFWp7QUjWevdq0bEpLxPNbg5tftLQQ8
cGiWAJGHzTfJTiMkpp1bNXXyCCkQqSbK7SrarjfjaKfphtssLg5MMYyGMgNs80xO0QtkVV0vIxAF
DeJT2fhMT12+LStffEL90ts4jouL44U14dE4IXNSIGF6aM2OLC6L2vKhbzSp2uVN56cHKehtdeMY
Lh1+uCcpD9L4oak8rf5VUm7kilnGVZA5nA6UcUMUWEbXlJ+E1TRfuNTHo6tW5r/v3z9Y/0DDwOVB
8WaWPXqGnEaotHNCNGE92rlgzAvm/J+pmWwxhiztHjMVzM7TY5IJNNfrExnE1N2Awk9dw2/+kKhh
IN1lqHkNj+TIvftTbiR6ixs+s/hVmVoF30Uxkv9fW4X6n3I10ztOmMvyV5Bklnqu5T76LQrF+lq4
0WMm+1BEr3/WhStTwMZLHP9bW5mXe81aAzKpVokju1XwzUaNdFc3Sm4drC4QKJKmuu3v/MFSshsf
AWt/I89bXDTTYNAETMROc6wqvZ7MFRKkXXEMD7rruv6utQvX2kl1KY6NP0J2HbewW6+vemmHdQZn
/o5FEntmYR3igtpHXZdg0JUJiCZr3HNH5jdhMRGsg5f5wDKnwQrgXIQ73rHXe8tEm5qiTQhZn1Di
H8hWFIeS+eQvo1y3t3oNonQfKV6+Abte2lt8eGJ/oE9BV+baKipLrgpSFaowxYXXeoAXiDTIuwgZ
UcW+a6Rjo2r1P1HtRy/r33dpW0mjLap1Bv+SZ76MNgw6kRUkZUVbm49QlqPrhghBssvzfDgoZZIf
bD3f4kZbuNeILhMaAKs0bcX1estWhsAj8Fgvyd6Nrhrdc4dK7yEdmKg8BFWOEEuESjKqXrarP/tl
a/5eX/fkN1fFroldFlAAUE0cmo7f9S8Yo1bIbsEvSJXRCu+CNvE/0z+x+tO6nYV4j53pnULXQrxB
2iihr5WFCdVQgUAJYmjx0DS35VhGGYpt6BLcfMAcE4yUkyd6gzkgjxqMQjneCB1oL/CkjPkt5cFw
NXdk1iyLIfR7f1TCb//P4CzYj91o8F6Gvbsh0iL4Y0r9rpHs6pKXPAKRckPurQ/S31HRjRsQnoXQ
gGmANLRRp3Gg2VE1y0yJIhNeJdVDLmhnNIjLn1DtaL4Xdmf/iWCY33CahcOCxQlUDZMekPmZRVjK
+1pDyNQpi9L/LKu+CUirR/0UnabyX9TqbYS8DPRt1jd16bS8Njv7xk2Lvp/QpMixvfJXlmfmfarV
EVoyWVv8yt3yHiDRZ3TFmju0UrPiuG598TNTjgZWAZEZidL1SanSAXBUzQ6Pbe45YA/vi8QbftWy
Npy12uzen1/zXAC2wxON/809GMruSAq7KHaMpv5dlRnaUKonHKkV+hbV9ELUBdZHQR+yMai55o8U
0TRuass+HPCxfOcWeXKnlm7f7CrJa85BHdQIA/vupFD8fjz0FH5emZ5tKVKAUQD/cuyIMmSsxixs
82hLmn6pSQM3vuiS13JPggwHxkHEm12h4NHp/Uda6GRJ0yKKMip1e6cUcYukn2Tah0hSEDBrCzSf
btZdZyn4Ueiijcc8BDjSmeukjWfXsQTqG3TrcN/rjKNZDAb8ozVVs5EnLJoiB+QV+BfyNTPlwgre
CF8KHSDI5a1VjNVtmzH5GcMm/vyBVdFGZUmMZXGDXR8IKRv0aECb00EUNzxbiAPu+qjRPgUmF8kH
TKGlPHEkUsSfDy+YI44rJm2EciwQS2yjQTsZvoYylB+bWb8RZ5bOA6Qv/2tt5ij1EPXQP0KNqCBQ
h2JbDrTrUbidtg9iNAIKVI/cHRTC5jnXq3QjBXqL7eZIAA6ESAR2A/xl9llHwJey12I9aUgIEUPv
Ylg8FaWDT4ExMROMda88UIbTXxJUvJHoAOV/F6P2vTXDseRLEJMR8pjM4g0zyw2UohkQZQwTJ+mq
7tT6kXlPY748Gjqq0Lv37zB4dihimF7mpMwCAYLSTFsJKeZKQfIhSJpQ7POgAlRd1LSe140tfWNw
ONrERQnfJw2Ma9eN9SqXhjQLHfqm9QDOV0TdcZDH5tjGJUK8qiGabl+h/zrcCZTWPtmIq+UHUF/F
0/pPWQhKvA+JvQhgoJowBwh6duj3VQy5XJDF5kMadKq9N6Vup7v/uEk07XmibPn3wk1G8xv5QLhj
Jizb7FvTCTPQnwXgVYA5/a0DzRMnE61c80cXlgXEAIGVRu+/PenygZCBqXrK8GcpQ61ksK6OfeBY
TRreuWOfoTNtd/0NY6byJ6+VpXdTcYPwmZ6mOuYmlpxZJITSQUbE04Xwd5DMHUPD1i1CnPEXRlet
vRF63ZbBhVQazAwbSYoAdca8OaV2dSabLQZDERr7plb67BiJTsgbn3LJZWCm5gHMo5sLbea8lfCM
3hMWn7KVoiclrND+TjKt8+47WpzeucgtaosuHBP9ey1zYmhNTfg1ykSgGq6PTRCAllAEIz5pZ/Ow
bqmb+9A3qXkMkDfy4CMBR1vudTs1/7zzmEx+w7XGEw1yRwgdri1DPiRDNWw3jidoj+9N5LEaOtOG
z0h3YPTqXqRjfRpasRUq3sRADE9VI0ApQBSprlwbDlPLCrI+6SDEr8vHLGvvvAYeYqTgk+69JbEp
qZwYeWlyCJqNM4dF5Qmpads3nUirhgt6kf1zgKjU3m4H873RdjJFS5iIA8CBU3K9qqLs9L4Voek0
tD67YyaBBziqvt7fJykycOt79ybcTMuiCkbWDO4G3NS1sTxUyahCLf5hMaV+9Cpv/FfrjOHiV3L2
bfKzrXz2zQGZFqdQVKPaz6jjnMJ9zNW4Kuso/dH5enLUyqr0Uc6yk/vYzsefkJD1t1Bt2h9YJu94
YGmoKDESNds+162NtGdA/Udhl8YhTWVJ3jF7AvLRNpIbVHBr8SGLOnIp7BJEp7MWTs5JDGmGxz+S
fOx2PTO+j4nZeI8+IoenPLO6DXtv8iK+K3mzNTFuTBS6sxUOqpF3Um8lP3rmgY5DE0jHWtb7b3Rb
mhPSrX6xS6I+5OFgu++UMOLC4BXPhC14ZOL6mydnkoY+0slD+JKLEhnMcV9viRfNh4FIcci5KFFw
LTJYSNJz7afQiUiNUanil+iL4ZSVef2DUh+jAaPMgLLq/8j7SjpFTAl8o+5QPYRN9QQcqv66flz+
UgK9Ksn8F2fntRs30obpKyLAUEyn7KSWZFnWOEknhCTLLMZiTle/D/3vAm62oIYXA8+JYVRXscIX
3sDvAO73R49wAThy357+jkK1IEX0uXqyzczRysDSsrG/wWO5Q2u98xGaChScgniHFoYOTyJNIqsJ
XGzqh89zJmZxFXWe6l7bFk2Obd763ncX57wXNwXYBb8FW3Dk92MFkAFsq9/f1YPTvIHVtX9gYKw3
gSHy/s4qnS5+vTC15V45nRrWZiBjINMtV9363mmddijj0IifxgG48x1Ih/YJY1tsogl7wdZPrh7t
UlSi7avYqoS1q5xRz6xdERfZfDPppWHcu7Ems2CW7iC3U5FEE0zPeC4P2qTS8M4AUq2OSUTRA8NK
NHaOZW7mxpc05S9dp7fsC8iJ1e3GWw9wggO/EM0XxcqlaPFXa2EG0Be6bjU9AzVWD2bnx13gG1gr
tKYf7Z2iv0ARg7y6XkSESwFOAPWjQErwuL5P46HQMph4T3YWl/ZBayYSsQBgfOVcz/noRruqR+p6
4wKLMT7VHcQxH42jaWeHyiiw0XZFvq+TyHvSpdSMbehPeRIA/+q9TRU7pcSpXtbFQ479ZRoMao4+
2x3cj1vbay3s41t/KA7Sq4ziRyPCMLqpUTWaq8/z2JZV+wlb2PwgLHosD3OCqORVqjrMIbEl0Eoc
fkU99ge6MfW1nhR5g+XvaMT3sxENnwqnNj0IjF3y4jQS00Ml6vmrKNDg2TZaz5nM3KzaJ9M09le4
cqbhQSW92WzGLFLYx2VVkuy70h+769GbaypwgzWFzp3q8+w1pSzWB64Z1tXOtXASfJ7EhKB8k2Zu
ssny1I6CES1OkeydbAjj/+CBZI/+xJLdFDTK3U1l51nyqazQ6+4oFgha80FrV7Z2Y1Wh++QSHsmd
VfnZ56qeuxaJBWzIDzYSatGu8adMHEecX8tta4Kb3M19PZQ7HGezNmiz0X9AXtUsA32wG/8AUi8N
g8mGqr4Zo8bCSLi0pnYPp6eLj7VGnQZlg1l7aHjMwiuF8kAeAL8a5Ve/GkpvVxiO9LZNB7r1ttD1
MkNy28n9foeyhx5vwOKO7k0vlOHSPEBdblNVYQI9aBq97xZlUufGnUy/+kr2JLo7W9mFAAMwp9dm
h47Af6XkzN7WRT3e6XbddUFmy9hHq3auo2PVm6PPA1hX9k5YysgPWue7ySc9NVPnroxbB3Qv0vrz
VRN7iR+0ngTFns8FBH0xajdxR0Nu0+vJUDxFKKN1m5Fn/sVzGnfaVI4q77k+l1VLRDRi7m3K6cZC
WyK7c9Uw/4rmVqKV3Sq3xFwYGRXEHzK9Dl0zKPt48Da8Wc50iDCPye/mQdeMLLBSLtdyq+VICHwS
BCbhV6xujO5YVZFvfBJ6rRXHEF/qUW2sriryr3jZa9F+RPtQPhu9UxWfG93NWrVt2iw0d0NolmhR
uXmsJ99DTXbSDAajcZW5yYc4t//TgR46N7kCYnV0KxUpmkZkDxuOXtd+1T3NLKK9OVtWiU99rLl9
MOSOCK+HwRlxK6njKK1hd/eZl7QBdiLIPNahmcqt6UwhlXWMlX6Wk4z0bzKq9YeZ5mAU1NwLyTHm
ajb2SP6bbyGeYTfCQClgC1sc31Gzr3Xr6yy1aXg2rNICjtLrXfJtKHv7TmiWrG7tjrcp4IZCONnz
IvxVq3Dwx01km2297X0HcM5gqlx/wLc4eeuAutp3uk5eNFHZc4JRS/J5g1urfZiReTYCvXadF2cu
rB8VchgG21vinO1MM87DYWkNGSRQt2kChcpRtDGrCHPSym1Ug+KWh7SEyMsRwNEcG8jmzt2rhzF2
vmlSLb9vAC56gXSUN14VNFumoG+iEGtet1D5dYUlVbPXZSuPs5VZxrZucTIP/KmdWpTwtKTTdwRV
Kt+iUOt97rVZq4JGOIWxFaGt5MESiSmwOrZxId7XMEbTYw9zqQGLgImj/YgwSf4a9oJznXVZI7eI
0vbiM3y8trvOavRob1GkT/p8n+izcK7jOpQ/7CyZmm02W7ZErN/EM9ytIvsrNPRk2Grz5GISi+5j
r6Kg8sijNya62Z8jkYbtz8wHubShTWQmOATqy+xU2WtbevtmuScKQKSr7Liivqje7K/0oTBJ2mq4
JJt8lPl80wxZ2H2Gf41gQgZD92dN8+g3z5uIvkXFNO1HA3Wr19Z1InNjNzNQL5T+s+Zgl3Nxr/up
b2+UUyf2zhpFV+4nWk79pnQqMe41mpsguFOcMIMpBfl4ldElkdsiFO4P3Fnj6WZoF7axl9miO3at
v9igqlgFw9y2xW2dgvnalU48OsfCGNjPsLRNJ6CPqOoHERdxeQDL1Du7UC/ApDelqxm3fY/ekLFt
kKwyXqYcmao7HZopVHp7TDLzNloKqaABItYTFvjYbUKymfJHlwylig/w1PFo3malnPPNx9HQqp1B
42/xQwLOQs2LatRa7J7medj5Uzo/J5Hd9FcqarOvFSrT3efQCjnjHs8IrtZMcdyrtrXKIC867x9l
cpZfQYWPuIVqCVIta7YfXgcG5tSO8RxaGV7GXPo/jdZPCygml8Qoz0IlhiJ3pwIOW5OMWpyGSpAX
Ehm1pfnMrVj8bKY2unFlXD+15Tz1h9Jw00sGJ6uMhck51EiBBCPESB6/LhukSGWlBLbyxc+EtAPN
LYc7o8+N21ZDJi0qcRRwVYmDwtga5YXPu6ocLH1dqosUK/7khPYaYFfYA52hWkte2rYcq006OfFj
Tklq64xZdilnWJbuJLD2AAr/6ckBFIJtvSrpNXXk2fSnkudIttpDAieq/cTbodTWgM/gbe2IQu6h
sHvb/5zn0L93ld5W/a6OZoKy1EpgFsApq44hoPyvAjRwT5m39fvf4SA9JbZQ9bv4+6BJXd/DM8n1
Y+zXza+qcJyMe9PL1c0MyLG/ItYrrAtY17ONA1kfiRFSMw4jye6q7tQno9MgKWU/z0TL9fKaG9F9
asr6ZtD6mk1bdaq+UOs6+3yMudDXF+bkIjy3ysLqrvAmk4Lv8/JqdQH8iCG+7jRKJ4Hyo+6SCq69
To1YHEojS90fFixbZzXHaEBudJax/jwmOKHty9IouvtRa3Aqt0lkhp1dGzOsHr6evS3MzHsCndGb
G5ozsKUmpD/GLEhgdGb/yQoRPucAk3Su78yy6IwrzK4d/2HG3bvEr3xxVy6C0rJk+RZPZWgTnvew
E8ZAIfQRfyt5yaJdiA5Hfud7WZ5vTKCL6c7sTOMRjcnBCBxRVWAnS7poJDll0lyrXM7yq6hLu76P
ClN1eKlbY6e2oLz1aKPh5q15G+Q6w+SYC0ClgYpDE8NjSJvazjVTO+k3rdMb7h41YBzIN6NoXLRz
uCwokO/y3u4Xc3HVFjTRwqTsmwcx84T98MMoL15cWdvNP9auuKsWoiDpnQ4thtrV6spChTiJh3qY
HukXRLt4LnAskrF3587WCxaP2oU+1/pJcGC/kSDD5aKQatLSOr0h21qOxiBb/VFT5Ap7Z0qj/aSl
5r2e2Vl00L2535peZiVBKhHtCBpHpeLCxl8fNn4Dyrxc0ZRAaLetVU2HSNeizC/Mx8iJrI3rpenX
YlAyoIIvCDmgsl0oRp4VXv6MyMEGPYF+AJWB01mnpdHZVdKYj64gqohbyPuZrOP9oMIw0AZnPqDO
YWyKuP2uxVpyY3Qi2nhVdklQ/52Zs/IcegQrKDSZq3pabsucA55Zj2Ebx0cd5tVO9PX0BeCVftO1
3XD1cQDwxzf+71ubiS8kVh6oRV2V1+J04vXkdoM9OOJxSvzml9tmzp1P3uPcQKdx9SDuEs/ftm06
ZwfsvzRS3Fqrd53Zl/M2HMCn7cFahBcKGqvqKc0SfhSasvAYqNeKNbEgwoKng+omHoEByY2J1tLO
U1WnB3NfDE+5QotgP9dWqP+4sBrL8q5Xgw4mdBtezXM50yadwLdxMz5K6YXfwZjU+RZxzfKqkq3l
76SS07xNw0Q+pr6qf9A9TXYQb3XjH1+bZQEg/nELAzSGyLG8DH9VdIQfq8QeRvuxa3rvPqlNdxP6
0mkJAiuXoNNTaXf4eO7vrDmOP1T+qegslNrV5U83UtdmVGsfyzj+nQxC3ehC4T6VQ7vaUq5rv+NE
ZP4bbmj50AiEwCgWKAkvIhqn8+wNShJ63jmP/TjoV0KX+HIM8zw+UOAWgWen0SUyzjvXGyJWy6Ii
9gCsZbWyPjF21peF/VjUzVzviqmeb/B7cecAWe7wDnxWm26sxO6HDXwgtdFra7rQXl9HhMukmSoF
bBoDi7jr6aQ7q2r1rGHSOmoAhxbwxzUxutqMJFlbPYV6mMdWsZ1G+5Lj0Vndbhka3CgILfCreB8t
189f+6qzKLBhX+g9xmOYDp+Sgh3xIDNhgwZJbbPboR+W1ndQva3N5HSetevJ4IdNgk75nULyTh7z
ZNCueifs5t+Yz5tdHOh0HeJ907jG+DqKoe0SnHKk8TBDr/A2JWSuW6hBTfnPjwQVSFpV6OnTPQKg
fjqXqlYIVKmMZSx5whO7a5NAjiIDLeGn6Z0BouhCOH2+dxgRcBt9JI8exFpI34lEaLTUqB/7AdLR
LLT256i1076VeX7tY1911Vj6dCh52g4ZD+mFS2HZmqeXE1+Pi9ElSFvOy+qNwpGwFeTGzqPfy+5g
eqrdRtIfUaMd5/3Hl8E77yGXL0cSDVqAkjQ8ThdXUk2dwrF0Hp2hRtGtQ7/p2PpGJwNVOaLd9l6X
UcXqjE8Yyhf+Vctx25n0tYDdxaWK/vly4ufwTAFh172lm376cxBFEn02Gc5jNZn9F+mE1U6WU7Z3
ZWkEM8zSg5uJf5Qr5XJiUBYcGhYS74jPnQ46ehrsy7J1HgkR3YOj9OElcV1AIQ38nX9rvP7fsdDw
oICPcN46eaJEbDV1kjqPhjKT7wNqikGB6v+xUaq48G3Pr59lXghrLC8++PHVnVv5wLI0vvxj5vTY
W/ECB31k1pspVcfYjrRNNKPkaNpRfGH/vj8wKlwA5+G1recoLWpCoredR21o/O0Y98UV3hS4QBU+
Ytqd2vVD/RzaRn7hvl0ribC4iOowKAk4MSWSp6cf0u672Bayyp7EiFLJV/DFvhFYXmTQ+u30LFA2
3Z79lFuD2Fe5qNwteys1MMcph/xGSKNlww8lVeSmt5KdhePKJbPMdw4cPUUi/AVDC6F53fmLVatS
lY/WkyzbpzDM0r3dJ3JjZZm5TSMsCMFiio1o5jKoojHbNGPkHxJKd9uPT/75JYNVFShMjDoQPHDW
AWgb600nZe89ItYlAR71431T9drzNNjaperTecgBAhK1CDJrQXd/DakDYF7mDhnYY0oH4iY0rPoY
SjsBdK9r32ejTdHXrC+d6uXUnt6i9InAu1P7oTdPEHC6GZI5crPZ6eOn2rRoXtCEf+zwqWhIqkSH
/mI3/vp4Rd8bEP25xSZhKTut/Z0oSwwyEnry1Df29AMAb7Pza1M/QGiYfnat/vLxcH+C4/UEiS+g
pixubrSsTycI99YtO9eNnqrYK53/VJ6a5YZ6WqPfZFKPA62kNIrA1q9mlOFNbWGtGExuaxxKYt5d
7zQpSMoh7rK9PeBE/7OE6nphSd758AiZ+dzjxCCQL1cR0OSPkxWHjfcY1qLcKpvAKxnbjGpYOryK
vPOCWiY8MB+vzDtbG8FW+GXkFlC+1vRorcmqGXttRkXjBbhSat7O/mj/1LWkuSRXen7Xsbf+yEoS
bRKcLL/lr0BLy+wkk+imPelunGyqRvWHvG6yoCB8v3Gk3j1MRlduohRSyb/OktEgUgA8w03xjHZQ
YlLQDJ3MnpAUc60AlFKxGRocQYI0F5ekd9/ZbIwGmg5oJhRl9JBX88Rvq5uGJn3CNlM3N0VbjTgX
CoR477UEY8edaJU9baMMta9dlg6e+wxVe/xc0oMNA9sM9d86QojuzVT21bRDh9JLvqZtwz79x2Uh
lwJb7WKCRKH5rH4XY4uJW0krX+KJR2ejsBvdEiVP4Q5h6kv4ibOvv0QqyHqSwpLBAuY4XZU5zWts
nnz5kpthets7aXbw8pw+OcsT9EqzvtVOfGs1fX3hiT27a5YyEQUE4lPkqWBknA4si5FKGYW954T3
4ZkS3XzT9+X4pcyq8RlqyCX7j/fHA8RFHE516qxYVLiWEmNqPodNXlyZGXZd/VhkuwLBvCqIUGW+
UJ16b0AyGLTjac7wVK4m6IbZEMfhKJ4BYnjPcz8690VGd0zH93Br9eKilfNZTZTrCdsmzvCfrM1d
f0pDl3Vnm9qrl9eds1VD1ZLxmJIWeOjHxY1Vy6x/yYzJtbWjhPCsHkBEt+1/hTVV0T625r6qr3Jj
nJoL35p4nK95ctMvHGC4EjyirnEe1zR6lNQtasyvoAIk4sGm30giKbC8sbsZxsKzw1uP2s0h0rxs
/ixqukG0BRuSOy2xpX9XRma+RYSmcLejYefDXVt2SMMUrtCbq7pwh+I4ahFCQxlEawQYAUXZV3MT
i/iqxrqz3w96n2s/27AD/kih0sp2XtfKV4tYQWLT0xKdD70RFw9phgy83MAALaZk55RWXVVBQef4
G/1bbfrpy9Z9tGwS40+GiMUjsXmSvc6ij7pd4heZ3ABYyF5k27pxUBYutnsljqEHP6pQ2R/6cZL3
lVlTqmhLi3+6sXWSEdT36IIORxU5dvzgJkn3gFZlOF5pRZj/J8AzTYG24Ji2U+LSBtTSsbyZzNb8
OvtNazxN+YzllkrTPPnc0wK4cdCEjIOZjmK2WII4+bdGjLp+9MYGrFswN+Cmt41jJbc+lFfvWkSe
1QVupNUYp2R1ioNyXPrtkU6JrN6anMrRpqmMmo7MbKqHBD6yoEkfp9ktfkKWzufzw2+22+Hv0hhq
cgLbSQXyQYPUtrGCGnBAqlm7DfN89Dfx4Kr6q1NNUh92najKtNg5IZq8Ei+gSHr7EUj7z1lLdPGa
yj4Z9nFOlXfvV5r1W8ThrHKITJ5PwdwZgEQNFx7gs2txKWctgG/iW3ir67Ke4Ud6nJf69MoV0R5k
NnT7WLTRfsmqgxr8HeK7WG7r8ZBeSAHORnYhiQGipY9KyYVn4PReVA7SAPnUi1/OoOc1AhPwirYg
6Iwv9JfUtxp0DvYTVD+Vf2ixjadx8PHzc1Y6IPBAlAWlKXCDC1Hu9AdM+RjbeV5Ev1s0+qIvltd6
P7XBmAnE8voznPMkuZmrsN4lssu/8TpNF+L6s5ALnC21A1qRZF50m1cBCe02oyBxSV8I741DjKdN
tC2LqbAC9EvuNAzlPJrpfnkJNLm+sKkmUskk4CbkXoLuVe6VeVU7lrXuvExIuO+reaqOpemVhwz1
URQSKxwwPl5psboUaWOjOoFMA91P8LdrL8cui9Abdkf/BcU2dwZD1GeBtrzRF0Bw62hyQb2DtOUV
Qs/DoaR4+kV1TStnXln/hUpRHIix6b/aKsrfAN3Y/yiMhvwTAgVLPEn0Yi5eUKdjmZMIp9gcwhcd
V6irpJnb6yaudHRxkWep+otSyn8C8L9flj8DAkuC/MdhIYw5HRBJ7CyLfeXTtLblF7f3+8+hBwm5
14f2OGH8FgVhSc0gr0txtKry2WxL7erjD3mWEv/5EXC6iKPYuWADTn9E3Rslje3Mf8mrzqy3oTN7
QUyE9022/XQ9TJ7YSSdJX4cxCt9MOQ+fM7vQ88DOdW//8W9Z3x//+ymUqukPUTNek6SzotPHue39
l9L3Oufo931RB32HKWngD6jYbC2jmmk/quSL0U3Rl49HP9/SfH50VP7f6KuFQIhL2B1yny/VUMRb
p/GmaGPJy26952eVcTzCKijo1CDWZKvJMsfBbxsWPDPT/4QPJ8eZW/vA0zjcOLE/X2jzvDce2BX4
z1gCAcld3Umq95zJ9yfvZRxsCzXXEbvzaRo2OOSIp7aq4wvvz3tHFvIGkTGHFnj8ss5/JWX9guQd
88h/yaLavjfHOnospDceZ5Fkl8hk782NTjqlhoVsRPR4OlZaExHWOB+/YFTvjgfVOdmNsmJvDrRM
87HtzWzr2z9vE7ACBtkNZRvEjFbLKYxi8LREhS9aaHTRpqF7Fe31lKf8whX7zmlYbAv4aHQqadSu
kr4S748Jh4LwpdFLtVFF6IOKKLWdg2HvlVlP2aZSYf01Serm8PEU3/mCS5YBfR+qAXXp1Rc0WwQ4
RVX7LwY27v5h1ucE1yoh5p0+Ar+7EDWs30xOPXKUJPCIKKL4tWa1O7HZapkRaS+Z0ESzFGSnLGhM
R76GpZYRRbR5EFl++PPjSb6zdbjkEYCgMsYuPas746ZChdlmecM6QmhC9VekiuNRw8hgZ6fdJXuX
98aDqwIxhhSOMZfY5a9jQTOwzgx90l4WfMS1Bitn2ytYVDvNi5NbwSpcare/9xkXHSzioIUiY64+
I22nxA+RMHmJ0NyMtrBqw41mOkmxKWQSXtit79yejEWmxNH/0/86nV5mD7IpZR++FKLsTBrJAniZ
Mc76hdvlvd1C3EG+T/ee7bI68X5fV1Y6u+GLm0fdcTaHaZdmaXxN3zq8das5O9bTHF54JN8bdDEg
p6gNDw/MxunkRhUqP2266FUjU9iIrB52+Ehj6CGN6qorO/GpNOPkwik8HxS9NIqZJg1U1DTWfIMh
7PU41J3otYsl9Njcrno6RJDS9t4YVbeFWftlAAtcbD8+GOdfknGXCIi6FjSgtTEPFet6jKTLmUhb
qw4qPgQhCSWj3x+Pc749uUDRaGI5wdvQpz1dVFzRnLxRnXwdB9e/taZ8CpLBdR6Eqfm7fx9qYVGA
9yA34AefDpVHcZpgPBgz1JDfTpqZfMVbEmwzUhb/fK38MWCE/cKbu8BqToeKqkY20DqYlW8Vn3Kt
0Y7jZHAUennryUbtP57ZO5sEbQ4eB+7QRcxmdauIsHTzLoa/0+iNvY3dsf3pa1Z2zP0kBjNnmSjQ
qkvC7Os0i0Wkg4JOOK0LynzrOYJvqQtRqPhV14fhYJlJuLVwSQ3iKbXuqDC38AxH8zsgj3Hnp7pz
4ap5b+MQWiylsIW9tdbiD+NqcitLi1+pzvVHnslkI9wie3DnPj5+vLznlzZZAZVspNE5C+zW069p
K6+3Z6fKX5sxs6qdnscqvfeQzDe/UaFqv0QlpOtLwlPvDUotjINGMklos/qmeZmmQNiVejUGSL46
PsZfqAtZt9NYyCtENsYLt9s741EnIHHGwJNUbh1oFL4z18Cf1KtVu3YAlDlGW3Ro2u0wDeJ3Qpn4
wot//gGXV5CGFBp7FDXX9UyAQUkRdWP2qk/mvPdU5H7rYwtjIKOf/9E7hs8HyQ7JYroRoHSpFp9+
QcIIJYehTF+1kE7B1ymtSf9DP8y1o4Iu8PXj/XI2syWPg/2+CFvR/l0vJSqTUTlYcfu6yDw9tWgf
BQYBKo+vZvX/H2ORmYGQWEodFMNOZwZ6rHT0Oe5eLV3ZoASQtdrxJkLwaLT4Ugvi7J4hCac2u+RG
zIw88XSwXsBZrkJzfPXHprm1wtjZVOVgfx775Nj7yS42i/TC2Tt7h0DLAQYGn2ZyDPw1IlOVXlhk
UWK+6qlO+IInXqXvTGqFF/K+82+2kPowG6dTT5XOWo7HX4GZn/ZNT55mvrb0KGDX4jFyLcewbzeZ
7l+KApd1Okn5+V4L1g7+KfrL9IBPBzMaG85L52e/MruzAD8W9jd4oclmHjMXAGhcbCCy+bsoNYtf
H2/Ns2oDMqFILCwq1+jP6iCUToe2RsfKu7qvf1MydZ5jhM5uyKymhyqBbZTV0fCrRDzwayKM8Rq3
Se+7mU/DhbVeW4UteGfXQquUQjpxDX9Of0RcaGOoZrt9syyw3bvZScI6sOMuqqiLTR3yJrGO9hFi
/+KbJnIJKG6yjKt8sOuUmnFuPrcp6PdjphtK319YofWOWygaPGcI1ZIlI2Cx+nFWjIBIm9nmG2JF
1kMvQutZA2n1k4p3jYOZAZ1tpHq0q8hEb6qk6N2Nb2vGwmlUSzAh+u/1nI4/YGF0lxQZziCky48D
QLo4rLFTgQ+frpxRe1nbG7P5ptet/ymm8/TTwAeyCszGsz4PcASHwG+RVQoGyvV5QHdCym1fl8NV
KyQUWikqaV/4nuunY/lRJMJEAmQ1C1v79Ee5PXFinzrG2zxl45tdGeq3nVFVFXy1B8TKLnmevbN/
OKDUqBcrTLJvsY7EIRbl0hjdt0TVOm4UQ9GiiujmbVDJJvqsmrLQb1056YHIks7bKp7qh7AQfQA/
MP9VTMQze2m2ebL9ePOcrwSl3yVZJwEC073OS7xMoSvRGeGvtLOftdQJafcX/XAbumg35kn99vFw
6/uYSi+9dbj5bDUSknWtMvS7BiqEGb1FPALBrOMR02iVdlOXTXscrKK/FoMndx8Pur68/gyKdxcV
fnC7VH5PvzZ0OQnHjEHVDGS1taQ40PLyIQQq475D9/QwojFzbCIYvR+P/M7qckdT16bQvYCVV599
mGVl250WvaFTNDyWrae2MomtG9GN6Xb05NXHw52tLgwiNEe5pXnt0CBZTZRISY/jJEneODhNHlgI
a72OVjc1SHTkQ0BdC4VeW/SX8sz1U4QUCKu6FEQAFZwXhA1cazpcI9K3OuPoQLlR28ivQxuvX969
f92xDEZrE2Y5odiiXX36NcvaNXuv6NI3oBXxFFRwWrVdZlH9AH+v7RDuqMt/jNyZH3V8qGcWuCBi
idUdBkkyoVHe5292FBVXdeh5N7CBw+McA2H9+BO+s5QMBQCXhwYRmzXnbobUXaZ6mb/JzIx3uW9o
+1GaZgEtkQLBhXmdbc9lXjiOLBkm5hhrHRKqkImhYTv2BnpRbuJ0tK46mlGHaeq1+xzPuf+f8RCq
8QgyAeauHXP0FlRTYsTqLU7sCEWIUlXtUTdH+yaqC6UFZSmsC9DJs7O/TJHTsFw34EPXny6V9OS1
1M3fnCQZv4RJVe5qlThB3aUAbvTGbG8rYS82yeVwKWh651vyvKCDxN5ZEr/l7/+K0CabhCGC6vkm
u1FBZ+orddVUQxLT6c6d+483zjvfksFIS7jHieXXVI2isOI8sxr1NheptVO41++AFI6HHlXGzQD1
7sJd8+54vJy0Thcs2Xphc9PsZJmP6q2rE+eKgkSKW2Cd3/NwFVcNz/yFdsD5YqKuZFDXBR+9mA+t
FrMaczcaciN9m91Bf6iirtpSYJ7uKeRfwo6fh5wEUXCbSJz/6J7pq3vUKMF3Eixlb5FXlZjwzGaG
5oLn/PAbM/mCYzycsUSvQE711mcHzuG+6efqQgvxfIH5ETQIeD3QIaGydbp7qEpOejIpDqc7Jwc7
VQlyE4X1yx3L9Krx1b+idRgJjy7gsBQNKDWt69noGvdlq83FWzOJ56ar2qvI4uEqZ3cbkyrtP96u
558TaBidWMqSi3X5WrYKilCXWqHWvVmpCO9ifUa4JvHjo7D6t38fCSQhYQfNfdrbq1gv9rHJbLW6
fwsHs7ydTV/uhj6K95jN14ePh1q9v8C6kLQEHQuEwUAGbG3HM80NUh1abv6OCiXgCzfmjqpa9L2M
GueYe3a0DaXeXCKtvDvqAinjnrMIsJeN9Nc1MwDUHFrZGr8hPAixa73K/N6KtjuA0LFerdLMfnSI
rBj/dpkvk6UYQouHZJ7nf51/0pkFEW205u/JnAxcuIrQeojQ5P4i8yY0giSt+wsv//LM/pWE/m9E
RPpoPS93wLoc6oz4x5hRYf2WI12kqFPzdzNxtQtVntW5+98oy6yIMaD0ruF5eUthsigM63cLjueI
4AowyUGD+qnSApfJycQ39N9wawz5pzrPE0WKSby9utu8sRt9LRfW70rhsr1b/p8fqimGwhF3gKRm
Ao6Pd+rq+P1vRG5vuAtUCcltT/dMWRWoBJqZ+A0EMd41fuIcY4laqdYLbffxUOfrSbJFH4A2Gf/R
ljsdqhv8eHHmklGgR1M9gRCb463dqBARcT2HOmF1L/88IspqJMSWALrBn9MRjchTgw1yJgpE0vjX
ned/Sch6/W1SC4i+DQZuF3bm+RFEcox15JnnwYfDcDriFGJAmgqkO4LOQFftUwcRBSEQbfrdZKO3
w+8serZAwxXPH890eYhOTwTjLaqD5LBQs9dAYj+1peNnNcKqoD71T9HYySMqYV5gVWX0I8pT4x6t
GxxP3EbcOJPuXnKdPt9H6FbCdeKlRGiCJTideGv6vdPqKomC1BaAT7B0/MwqQ+EW6hJD5Oz4Lzqo
wFyWsSh7rc0+y0INmta4fUS/Bf0UENuo+PRlHpX/+jUZCJIN+wcaFedx+dp/XajuUI1T3esjOzbM
53Tno7tvbrMWEa8vBVeiE4Coa6PrzkSB48Lt8weEe/JJGZw4bqkc0qfgnjsdPKwcOZSzxVYKoS9N
+5kqonkjszK6j3MLIbLMc1sdbDhgw+2kVbp/bYRIk8FCmtWmSiKnCKpCTW1gpkNOFjgaxCpJgDBC
LO5Vjq7aBqmFVgQgZR3McVH5iJ/tpFPaF6cuZXFtJ1qvQ7THLC+wHH0iLjZGxJLKIIQbGo8bYUXe
C0pFxU+ZS9QYndmtrW4XzrVnqS1FoBm+UI1ax8+Pd/vZKeOxWbyRiKYpGyOzfLo0VJQrKxstIwoc
P2+ORRPmnyxR5Rspy+KJRHD82XhefYkZsEoh6BqhksEdxgknvSaNOB22txGaEU1uRoGEQtQch0pN
9WboUeK7ycr/Q9p5LceNpHv+VSb6HufAm40z5wJAWXqKIindICSKgncJj2fbu32x/YE9u6sCFaxV
TEzHRKspVhYSaT7zN72VHeFKDRcoulX5pqYJci6PeHeCQoFZFIeXzhzc1DXyxoTmBb1n0CKUqFRn
cgG+ttSxwfLLXukU3XdTD40zp/a7h2ZMpC3R7CByWsq+pw8NUhwhnR49JVc3yh8lVm43BfrkNG4H
56iOo74zQPdvzXE2z+yA3zwtUTdm1Vy9Cx1jdZaSHqWGk6Kl6E4i3lttWKf7UFXn8L6NtUa/LImC
8zOx9ruVRY+cYtQiAArRCtLJ6dMqod4lHYXCBASurrstSoStpwhDyd18CCtPqiTnSgBgCc4cNW/1
tZPtTkYDBnJh9oEkgfJ7OjJiSaWTaxoUk1bu2+I4kk42wqs6TcmeWrj+IIz1Tmn3No6AcetZNvCd
y9GMi+7KKgau8C0ZNRoXAt3Hm66bpchVhAoMPZfyrvJtp9V3EcEqPL6qQT+aIBvBNxcqb2j9iNLM
7Hyd8Fg+WBrJKmJL9OyCC6dlN6uuVFhKjF+W1MwbPc/l+NpMKbL46FOLys8AOf6hpDfRHWceLvBk
PehcUsg/nY+U+Fkm71GfBqfzDfWzk0VuPn36s4NkPchq0tNuaLVZidQn7RNyGZI7Tm5845xZU+t1
vB5klUS2Ee7fhhSqT6RurqZ4oXQU8cE+p/+7XrqrYbTV6WRaULIr6e1Zwr11L3+aDueeZB1lrIdY
ZVBlaBgkEbwThAaiS6V1pck3X8KH9rN6//GLWZ8665FWp04NhdySBSMpN+kRFS5jY1xFR+xYPh7m
3JytLhIVrH8J7059Cq4KP/HlTzjV3/57Q6xOsXjQ20AKYvWJg9rT/cCNNtL24yHeXEx+PTvWs7UK
vmIsiLSq5jHqb/V1vdvGsA7c7nMPTv9HLLnxs3MIfemAVJxxriK61gpY79N19pfHUp22A8+XhDuh
75vAm/JbuWldIRlHRXXRg7k27E2oHRRNciWjBpBzkOSLudnynf0BzQ7zAXG2BoLxx9OyDknXs7I6
QWTA+0k2soYi63s+3DXFl06cOT9+uyG4Lpb6M72TNWlTjYj80OBg/aTuQ35UvjpfQz/clvuPn+S3
y/SXYVa7oZyS2IlShil/pvvyZXqWDtPu3xtitRMks2q1nHblU7cJN8syndw/jabf3scvT7HaCa0G
nXzOliGO1WV4VA/1IT23E5YT6N1O+GWM1U4QkV5ZQmcM5aZw3P4STBaua+J7JdxO89If8vd/b9pW
8UITOrLU5qz+8ud8IT1qx2J37uWveel/77Bfnmm1jq1UiSoJUemn4Gt1qe7Kr+btwL197MW2fYw+
67PbPkdnzFnOrbjVxdim5SiimDGnyZOezNqXKs95MD//e7O3uhmLKsxQeGT2hs24/3vRaYePh/jt
5UvRlHgZ8S626WkYgcPODEgvVZ8scSylT7b+yRhmVxu+/HvDrNa2XIZBlswMU0Ubx9gl6bGqvFg/
s0nf2tG/Lm9SfOhGpD4m3gJggVYXcGvBOxeZPH9xGjsqXCUeu7sAeGMPTRxi+rYsSpQJUcKK9xJm
HYWfotX4M06FTtiBFcKZqsN6cgFkgLtaQKxAXWgdr86laRiFlrSB8sVOM+zf5LG4EUTIhGu15pKG
jmciqWUWTx9/EcOhw40YEEXVNTsJpTW+TupEX0Mjd3Q3SOIMV+fAOhcWrm8Oon+SHvIAcKsAZ9Zy
9d0YIMutq8GXvlHtOvLAunXykcR4thWPZlXzh45dAGqAyRHjgpRfuO5vl+wvhYYMuGociqz6qtW5
4bHvCtmzJdysLGPGAjhpq3OigesNTt7MlbXUiRG90HCXOd0XLXUqsFda/K1RpfhijtL4xsTT8ApB
Y/tmLufyMgOwf6bY+O79Lf5gis2kIkxDa2W1GXMtk0cJ4WUUPFVQKFQddhgDqN7He/Hd20MVf+m0
A+SmBgfa6/TRpMpGcD1Xim9Cqp3KQ4K7/OQslso7ICb5mRvn/SPBhFk8NsEfkqauRUntinogxjf5
t8osukuBbeNdURvnJm55GycLHwD8AiNTEBSC0rCGGksBUkV6apqf46jst5VkGle9FSv7JMwfB7s3
9xK2FZUrSUrvzV0/nMnE130wgCE0Em3yUjg4bL61A7YhZ2ktRaH9uY64FqC6jrb4Zo0ywPGijDqU
bW0Rx2CtZ1i8DyhSFqrjmmGYSq9pxl87M+lvAMvVfFD3R4MPiCn/soZ4cx0GCLPr4WMroX2MFEja
WMXO6No+vMuR7rAuRFvoik8HWjReiBCy48o6q++TQG2hesXDt5sCr0E9L21dE0K2WbtO1pjNMVcb
o/JJd9s+96aQ4tZ+0ptE/0NrI6aUvghcRxBRrB/m9HSV1pmDrcGQ6p+n3pSuQQkjKtzTnX0Sdq70
W0RwSkBQH++Md5vepqlHaYotSJMI4NPpmIIFHNlmbn+uFCaNomfgIoVhHdGY1w4BOOErvbTqMzfw
+7XLngdWxNOSyYPHPx00UIc+m6sm+Bw1EY0vkehNhpNmo8ER71rb2mWDpkyHOO/lAmaAWgS+OsBh
PnMqrDPKN8dhuL2AQdiR4CRPv0a/pGE6FOvP5hw28zWKKqHwcSA3tUME6qz2Z0E9b0OFpiIRTPLA
OBPsvDuWFlWRpcNCNQ0Sxrq0JCeVbsSyWj7O6RQPNAWScdwadTBFbtGZ4bmD6d1wzDV4OxYXCCAA
r6sD3g6FhduGlT5mc5ZR82kKGPBSAq3cTZn3h49X1rvZXQgt3JiAlbmbgYeezu6QQiIzok76jN3U
dJd1WudVmVbsqjQcXHumtjRlyehTsLPPrOn3Z9NbgRDvnOV/QPlWi5oqlYE+TCYetUhI1yJ3nEu9
T5zrcuoMj4fWL7Q0V++UQI+udSX6qSptfiYue7evuNEWvuBCGORf1oxBx8hTXQpronEum2TR5Us3
lTqkP4bBKI56HX6J0S3b/NmUo+1Nmx4MFHEQ5t1rzI6hD0tE0RmPoiqL24Yu6N2QD3p/h3T4/HNQ
rdb0c2Ouk+sgmoNz/Z71C6f8TH+bhQW/hut27cSJMnqd9vYwPpqlZV8GGWXI702lOpkXa4mgawCa
J99NejvsyglR3D9962/lb65DmgD8/zuUS9CHlD7NeHocSI4UL0pU+1ikdpcetR4TGrcEu35dNGr1
Kakb81j0U/xdK4PROHO6rUPg5XsAzYdcsSAZKVWfLnzJUAZn6mr5sW7aYHIJEiqxG9Q2EwjhhSHI
oi6vziBg3o8J8BiZAIb9u+F2OmY35rg8INX/6GCN4rd679zMtYP0SCr5oHzOCT6vVze4MJx+0DUh
6ZARnVudJKnRzmrTVOIxmREMifp2uELcY95KjhOqbs1CR+M3b358vLzXgZUGC4EbCnlVVhd3/Wpb
h6mhVSDmjUetw1Z6kblMngx90s7dib8bh82DaiCD0U9a3Qt5N9ixQPeHc7KX4uMcSJnl5aoQ+pkl
uz6QeSAQmZzFIEMWWszy819i/KadHGTaOuUxTMfGTZWg3AwId7uRHJyzMHy/ORmKqB5CAFBX4Kan
Qzkd1ElMlpRHBM7LS20W1kU36AGtWZYobITEb6Ny/p71SBx9/NbeL00Yd4sPHQAY3tkaRaw0joVm
qSo/Yp5mbYtMWPKxJuKw3Zrw9UHrsFH64xGh/tMKZokSEK4hE0NayGnTy+GjFaXNNjCtdusohbOx
kTdxLQiVZyAa73YDgFOYW2gwgnrB5ms1t2FB934quvkxKdVsJybKSgXwXk9mjxzCXDY3Vdk9f/yM
79YomOEFv6Av1/mitXn6PpU+hYAuivkxLR3pJs00fas1U3nmQvntKDZoLIjoEOTWhOIgxNWgwzLw
0VHG1p/qTMdyKBrPHJh8db7tr8E7glMLpg43XjwSYa2sskCjL+YOqYz4cyAJCUE/MWFYamplnX4f
zTpuZDdKYUcYLkC02klcLYmj4nkWvZEvivAgqH+As2imvTlkNjYrbRbhcpsUuM14GaAr5zutEGtK
XQcxhuBZc5Kgrz0pMgfhuACuO4krejTN2dPmIchvGq3soBMXY9OaOxrfHYWuBAaK4g2TiIzUDzB2
nUaEd60qvwirAN8Al848ld9d07BIIi9pZ82k2m5jGXTA2QUsvws3O7MBf4i8px+vZXrVG/sOE2BM
OqZSrRXTjUBIpxaVSZQn3X6ApHHpJDjUXMPh0MTgIyg01unGqBs7vUCXLCqf40Qty0/ow0VxcsDg
TYcNPZhygKvSVIxTGLmVomLj40ZI2dSSq6pVhjmNopU9eY7UmvQDB6OuD1Q2lORpTlQ87d0oQLFC
deehisyOTIl6xT6XjWm+aRukkHZkdXb6E5yXg/mEHqL0eBMYU0fZE8vCZCswxopf4FQVxSbGLYbE
FP9CMCYyoPP+OHCDBFuSbzP5WY5tKm9rVH0Gz6jn3nzUEE+qXc1I1Xw7xuUs39qhHrWXapgZMS42
WtWloZtp0SITl7TYibqWnnbZdasEGYCXscPbeQ+F2pL2Yai1/b0ODiZHu5jzfuOMTmbcpgKPli+y
TKFl9JQkR4bDg7Wka4JFUpThQVGl8hXV7GpRrlXHeBNk2mBsjRCHl53jFJLsT2ozNp/wFWyK3USo
G+0q6vLTITKrrPerUQsSvy+isPEtWwp1bwiGbLjoQk3oO2xanMETtYbtkh70lThiNWnan1Jb6uzn
KZgcMXtJD9xlM0pZGXqx6CJjh3hLHsFOMO1+SzwGZ8GwG0x2s9kWvTvx2bHfK+BTUs+JcSxBYAaY
szW5qjnYqWCxY6G1QdCixpwPp8N2upUiSZqPdKTC9mboOzX+0quNbuyGADTJ57nPNNziw2wc3Bwd
vvlbmOCxt8ELpcsLgrpmMXCj+NbID9BxgE9bphaZ9ka3KnQ4USfVta1pYjl/BdBSX4itZo9wixs2
RiMXcFom6OKu3SEj5WpZ0IgHvoI9HEay1myf1L0jbzpdG/P7Eghq9VqT5qcY7CBtcjvZSm3IXowq
FlA4dUDiS2X5YbpTz/pUelVqGVPhyZkiGnTqiYpzn1enxTjBzZinXFd6ZOGhnMVBH3yt+UoY80hY
qwWGnzU6IhxDXQTjN70fxwBqjhYi2pwXHARXSRrk4QF6Z2ybXlm1Sbu4SMmF8mDnETqZOogBwqC4
CJPZcGGhdtysShFKyr7vgbT/KABPxO0+VRPmw1drMqIfcCXseFPAQHK+f3xfvLuFkdz42+CTbIxq
6Sqm4WESLN4y6UHJmgIMmAyk0MuEGK/MLObAkYsqPnMtrqMbqMrAajm2yQGhj67LGaB8gAcJKf+S
RFbd+kGoOmLbSbE2viCnYlg/P37CdYSjL3EhkCyCbnAagAlPb8QiwRjBEalguMFxvC6oRPQKbaGw
L1LRc+aoaWL1BS9+bptdpBqj8uXjb/DugUE8LebnDkBbmOtrdAqQ/qri4MmeKmzbnpxIi36Mst3c
qXqNnd8fj/Wm7LPoNQLvXd/MWoOR4dRayVOHauu+rIxR9alLt70b5bVdn4nh3s0trh7k0pS9dbSx
kK06nVtVnySc27r0SRlK3NIAvTn3+NO2t0Oc5zsMCdUvhLmp6ldWVj59/KTvOhwgwSkkoN0AtB9F
gHU+FeuGhHly3j6hJx88VGZC+WLbhGNV4Z8sFXq3yUKs7T08NNWXUkzhCL0J/kFneeqsj8pdbwXS
eKZu/dZY+DVkQTmR1IDpgCDDcltPSZPHMCRDIT+iOddr8S5CQQrd+MImMrnlzBrHbNsCftYp6CSz
RS0xiYT9HBZWDhSv6bOmRA5cxvnGc+rCDvcUBAsz9LFg44zRquGsAua75UlOTFUfaa5F3RWw2ulL
dKRyCrWgUJ9HBAHNXW7VqbofKodIiAgpOpdxvKvCLErzRI5ExUD5F47L6XhxzUqMJ0N+zpNZ164p
v6ujH9haU23jsc7BTw0hx8NOVaU2UVyLIyi8DStj0LbCsHCf/HgdvVvDQH4JlgFPIhy9fKXTrzPW
shq2uhU/N01gbZQsHYHMoa5rJErjq3PUb4PZqL1RSoszPar3E79ogfAPckAAR41VdMvLl+KKW+GZ
tIx4U5sj5JOrwNGRdIW/nf9hLQD9ZsLohT9hLvyidXKet0Mz54S+z9ZspQf4ZPHBbBzpPo7a5GB2
avaHcBbGQ/hL4bh/cx5Zm00VkiLaIBubZ6UtA6yOzD5/bOM8EH5bl6pwm9mAdaflgX6mB/F+XkmB
Fq39Zf8Bjl9VIQbauMtRPz4bMcYzxzpxpOIqios58a0Cue4z8/qbBb1caQjgw3JHdXwtYlHQIMuH
fhDPEsQn+SFOGuL2prYLHE+mUE+OVAiQ1Sux38h9UMDt6EeoRMaeXcbpuSLF+kIn9VvEmvkqiCeD
fF4m55faQZ7mdpT2Q/S8wFP9yTCDQ6NdC0vzQmpa+4/3zvuZJruABkjlmLiFEU8HGwMVhe9mcp5t
JBM+Q0FQbpPKRGdbRv3y/uOx3jpHJyfrIrBO7Ar7AAVEcL2ngwVm0TpmJ6TnvC1C8ir0ca0m9pCf
deiEllWWT3clsX1+iaSVLOH+ivjAY1XTzrusNCkMW5o/i8kFNjBiCD7LST0uttMYxtp70faNcpVO
VZQdc6BrCKljEmZ8jkZ7+PTxg7ybNCD/BARUQ5EGoUu9vMFf3lAb4ihrFbLyRCPHio6sjfqLTVIY
oVGQmpL/p6MhZYHuKFLVb72M1axpuZDRyc3NJ11KjScMbYGVmZKxqavKPrMRln118oIW1Qx0zWDZ
LIqZ6174hIYblrSmsWBQlSUbC/24npt9jky6TytFdxNe64FrN9mEs17+aVy5CCovQux4QYADXnc+
OwPUUBrX9lNAPhLTMXKKdJuFeKlchKHsSGdin3cbDXrdIpMMi2kZd00t6NA+peQjo+NsdK2n97Pm
JV0YHpmCBkh3kZzB2azHY9UAcKZXTROeYu4aQJbGWFo7g6x+71Xz1rb78ChSs3sYyvyJjOicI/e7
0WhNLBV7uNJI5YA1Pl2kVTO0KT2F8QXiAL33Wcj44FqlE+9Uq4qrzYQ68bmK4LraA1zFXKL0hRDD
ibrm92V9K4YuneUXxwmKW2gWxUWXWPWZDfGbJ6M6vcifLDc+Kc/pk2G3Ghe6XcovUhf0j0ZvjBus
DDK/nBBtdFWpfv2zDYgvkwxQmwI8NX/gG6vxOvzCCUmD9AUrc9mtnSjb9P2Uu31Sz2cCivePRpeF
l8Z2p3xMOHf6aBSimFuRtS/FaIqdXM3DjqTkqiKAvEJRqf/DXOMN/Q6eZ+E5LKy31XAEsUk9mfOE
2uawOGvY7TbUw8wzS/Ocz9TyUb8eLQZBPvXpZQ9wdCInevpkY7JgGiw0eRqrK/Fpz+dDjDrDZYRN
8uPH7+vdJPKisB9A2oxLlIxxFZ6iQmtO2mx0L1PrZM82Oi12aMUVvo9ttBeheeZaW8LL0ydbthfV
TerRXKTrRW/IM/gEGDIvoVVZz0YiG9TQRnnA2LqzxmKDzgaQ1wV6FP7heUkTElkC2mJsOa6jdTdU
Hyp5mu0if3FKbjmXKC5wZ7Jgb+xxhT6zVt7PKucJvWw6zZxeLM7TFyjMusc41pg4T0xnH5Zp/9OC
efBkZ3TPu7A8d369AxtDf6HPuqhLgEgBu7TKaihxRRkkJ+k7Ajf2+N0E4jYfJCuJA8WzMxEUjWfN
U1qpmxkbjeFQjTFGE0Udl9FhCgwUCd0+ZjG6VWe3ud/2cVK0mIINRdJeJNwLqqvIsSx1uA1pQa64
HUJClpclyBxLOI+KjgYKMjTVOS2s9UwuWBC0jbgBaGHDpFtlDXKj5PlkIvw9Bcp0X1LB3GfOVG8Q
c0q/GMo0nHlz660Hg4iSxZtzD+cYedvpm5O7SgrUWmhfETNKPHAho4vPfbpL6X6dS57XN8Ai2MTV
veDMOFEgs52OVcbsAZ1U+DtSj735WslOgqxYOIWdlPkdPjvlNpxryshqYnAben0MCHJ043ohi3pO
u1hFeNDVEi3xGzBdOn4suuhcjl/8Cs5MzLsChIlsCdAYEv2FjAvc6vTbcnNGfRZU2UunO+3wqtYY
zUJQ7dMBn25qudJGixo5fe1DCc/5sUWZ/i7EobjwQruIoSgldMDq8kxcsjpQKMYs6jxwktjcWASt
44SOzGiWJLm9t0oCEVXrnS10D+pssh1uUqSSdk1V5puPD811DvQ2KiRWx4IdjMXZuoiQhyIJzMxo
7xEFA5uTDNE+K5z6WKoUP4Qx9BcEEP1W59T2TGh6N9igngOmr3bG8h0AKxF4Ah1kh6wV6Tp7FmWg
O/V9NaRV4qFxpthe3k32zhKNfd2GcXSO5/ebyaaqt6ggAMsi61otWHC8QzWWSn2fdpN2WwxjtZNw
o3mOQqf1bZsjZw50dffxZP92UFCRdN4ANLxTE5ViAEJtPoj7HCueQ0SvYicrdXyFpFrgQWbsXalM
hjNveHUMvE0ukmEGi4oKF9Co08VeG3ZF9aVt7qG0wzVLBIecBoQZLuWf6rT/PZZJOZHuEY7B6zgm
SyRBl0MV91EpmcWho4Ag4+1R6sHFPDdNuC0gltHbUe1EuRdKok9+FKgicXVbUlu4bEpY/9llia4H
hx/RwIIlBCG1hjXOEN1GuiLl/dAlGrw3O9u3jkwzJRjTMxt4dQj+PdQSDDAi9bG1iAeyOq06yAW2
L1kcXkmO0m+6MjoXbK+StbdRoH9z2HL/EwCsrpFWick16qq4H8spuurK5mXOpfETWLcIISZDbDTk
PHDwSuo9EMqvH6/g9WJaZpO6sb7IQEBQXUNhEym0kj7U43tpdpI7bmnJc8q5P6KOV57ZLL+ZzQVN
uAQCZE6ggE7XLQ2oMZOMvLyXelQIw2Zsb3AASL99/EC/mc0FFUJtAsQrTmmroDHL0wDDIKm6TxXY
eriiCS8JAtPXnMja9J1e7/tJp01dL77mGLCfE4tbH32LGgrscy4kkL9LWnP6lFmdDprVDRz6sohu
5KCiSy1rsZz5aPBXXwsjDM7d1cuG/yVwZQEt8FBybmTgFmWt5ZT6pYwBqqNKo1rt7vEuRYytUWTV
V4sZmx5wP0XoZ/ROr4ug7V6cus2PoFjal86J8hcFQb/vGc/xL0eu/3wZ/wc6a7d/D97893/x55ey
gskbRu3qj/99Fb+Isil/tv+1/Nr//Wunv/TfN9Vr8akVr6/t1bdq/TdPfpHP/9f4/rf228kfNgWy
t9Nd9yqm+9emy9q3Qfimy9/8//3hP17fPuVhql7/+dcL/vHt8mlhXBZ//etHhx///OvtCPzPXz//
Xz+8/pbzew//63+KNJ5e3/3K67em/edfuv4fNnUDJJ6ochOAL+bPw+vyE9X4D+5aLmzgFfjYod/x
1z+KUrQRv6T+B+0q9iZAVLTcKWv+9Q8kqpcfaQafh24DwBYydtTF9L/+z1c7eUn/76X9o+jy2zIu
2uaff62W7mKtwnW9jL542dAhO11HFvJ+ZkWN3uPO/tJFwyX62xc5ygH5OJzZpUg2ny7at8GIEN5y
ESZiTZ1Ou0ZtQYr1HgJw+fwpTyqlOjaFEkcuneO6cNVqVJWryHCSn2IWhb3LI23oN0rT2XvM06Wc
PhoRs2vjBlzdSXbdGYc0DJPmVuWKLPYFvpvR1pjRfTnUTW6OF2odtPXetAbrSouzurxJOd8vjSZu
w2vE6ePJHxwx1heRMYX1dtbVDCnL3EapQW1no9kqEgZDuO6JeZPW6lz40HqWXzLAHrh6YGjpru3a
9hY8iaVsey0ttGNX5XXqZUWd53sdOFfmVWp/QxjNJ7UUAojjq7z64qQ2YPYynTWqpY1V667ooXK5
Sddot0kZ2gmd8sGIXFPMCLDXfIAHfbwPt5zWMqL+ciL3dEvkSLoaxlE+kGyWnS/agf6fN8t6Wu8Q
9lPyy76KjUL3s47k3k1mJCMPqlMkgZcDvXXcoYq71LMbxRG7aKb9vcjnyKPXhLxEkJIJUp8GovSP
w9TNxWEue/0pkRLdxc4Lzf8k3yiKdAdqxvTpPVeob0mjF6k90n7ke8iGzrWL5UIDm2v5pDQo/Epi
xB5MeTx0G0zEFERP0YHuIiQ8zNa4dirrPjSjyufcekRnPHUn5KmBfkNljtTnqLMezCm5l4o23QhJ
vVlC0itgrbabzcVdZ4XbPtBlL5cbVPQt+VBPtnGgUB24cZgbND+c0Ev5Dm4S18fY7I4OLjheP6pb
IvvUVbR2V+boVEhG7CFYdIOfOQCBefChCe/p1Qs/TYc7VYsuYrzjkIiUtnabDUg85IMPKM32a152
Hgc/UHpydbGgDJT6iL/a5I4BRdk5V6/U0bjXCyzSUSj6FjXqcbJCykVZ5aeN2fv1HOQ7pWi2em3c
2n3mJyPyAOj/XfdKtwVZcj8p4XU6C2mPFuexVxI3sDskUKymc9NEXEnB4I+qcdVIQ4l8wIS8FGI+
U3GjLGXhqjQvS7O/NdTolfq1hy+cgBHSf9I6eWMU0zV+rjD5u+AzUB3M44O9pCfzpiPZYv6Cw2jO
AXIm7bOdoY+qWrE/q2C5ZHNevlvslZCNPRUYhxmOxSG0KHIULTojii2Zrp7mJCbsEz8roiddhDCO
ne6mt4GHWIgbuCQ5vhOBuJecH4rklG4I2sqK64SWbvPajGpGYtr1vk01G36EL7KZTqGCXV7aXGHt
+2CmZeQatXMxqPNlMce3aJhOsPotr5/l6zEoQlQKDJRs5VQHPAI6K6jwTgs0TNMwhHhUKyfzY7sd
XWdudnbWYdXWPvNFL1WbR3FaCqVSuqnlqLyd4+inyJr7IMcPRnH6najNiyLrnk1t3Lca4CgdISo3
NprvkXB6UBBatwVao3tTGUg+mAwCTRVvKx5azXLHDermuyZZJLLBfEj0uLlsK6r4k5ncahVCZU5V
3Tp50F6LBBh7X8/7TirBj0TWq6KZ27y0y4spDe8rBfxLNJrDBgHSmYJICb1WCBuTl/kSvzwcn9QS
eJ2W/sS5oHWb3llYD16rzMWF1VVfAqcPNkFheHDeXssYn+VQlSzXkYBc0eI3xkRy+zweXWE7fhZD
OWos9YZqPP+ljS+aSK52MUZhWh4jxGUhEZJ1zo3eKMdo0g5hkF7A4Cjc1Gk3ch/cNWmnuzPUOtZT
fpcEiXBFjG9db2Stl2rGY2grGMSgBuxVRJRuSQtsa9XmV8XoL1QjtW8DS7U2bVWom6S0HsbatA5J
PexrIz0g5Dh6iJPsaflv7KFe8H/o5Qhz8lSUOgAeKvN9yjVNUyq/Gos62KWwb0SZWntlpEmbWz8G
EZV+MUw7iZje7a0w3VgRyFItwMCPw+JlzhR82IDo6dSdvSLt2k1Yq1vA2uOl3NSGp8N5OBS9dBzt
iW9KjAXvqU7lR7CR0b6zum0QVhtdo7emJ8FdZoXXZi5eaoP1XeJ9VsaRsXHseoMdAUmYjaKMPMUP
uez4ajNYromyHCm/aDh3w2v6oJtpEtbGzKNxwyVRXLPWy40iD0K5GrPZ8ZShkW5kLW98p0PyS8sS
QH4ViMS+p4ED0cpypHEjgsBwE6e/KOvsWFda4wnH+qkNSAq4Cgo6/hiqsIWQtbb9Wa4PdiHR+i3k
C8OGHRnrQbrvyjHaq0V8F2biC5zDqzJXHiCzq25eWjuhyebgzbP1ROFCe22SXLouiLbBOmZXlJ6u
iqir0FaeDS8zpq3d1N+dKnqAgaS/Tnkm+4ZZ31hmN92l9ZTtRi3ecvl9B0/2pUW11HXyejokkrwP
1Gz0jaDaR12hgkat7I0YykMBq9INsHuZxnA/1MbPvow0T+0re5/oUXXb58lwoeB0uSHJoKCkFPlD
GHBjdqQFXpdlGhPFSyrk8XOBq7zb9TCMmwH5J7O6V41J8/VYuZrL7GdeoKngdFWFjIl2HadsqFxv
Os+IC+CvMxLTcWFwzYrupnMaoPuosBV+mBdPsDl0r6oop2AuT7zgdI84DBQe4FS8iCNDcos8mI6W
qMAzOuIgE7h6Th5fJKwNtwhlILtW8qVoi+5QyQaN48rZyOX8NazyO4njKYCM6g7k/1dqbqi+Fqf6
pYwNjqeOXez2QKb8XE/20FCPtM/vjFJc2VbxiV6qtlGm0FzuvmFjRKp+PzsT0MFcRvdvlrNPtjl/
McZOdbFt3AVllvMuZdjPoVT7Sp93d3VTJRdYslxVTeXgISR/CdkRLoSc7tKkEslpblobZ8ilH4NG
1W8cy2tljO+NGEBjYBHyOLakPFI/2BaDEe/0qpS8cja/zEVebYFQWds2UktXyXntCL1pN5pod808
tgQs6bDp5eCAD80GSMhBV7sbYDvfBn28YoXrl6Anet8Msi1+hDniGM51l6NXoE126aUtlwPCbYTM
FgjGFGEJfb5QUgccZtH/KOVsQ4X8IosN4Wrkvmaq3czCuUna+KHqdR9X3SsRIfgVUsxMndoF88nt
VpqyH8/yfo6NW3oId+0MTUfVn8c543GJLgjkIspste2OmfytteMSCTDjkactXbsev/eD+lm2WuHG
1nCRC+XBYSHmqiyOemf2lOEHye9EGN/kec5SdASCiU39pUqAxXVzoF6XfJnxkIiQoEyvpqzb2WKs
orvYTnKuFVuyRq83h+I1HlQwLVFU96qXTll+H8pqOl6B3R4URIqNPPrfhJ3HkuPGtq6fCBHwZgpD
WyyyfFVPEN3V3XAJj0yYpz8fdSf36ETsPVFILYkEE0DmWv/6TTxsjnPuCmj3e81IGy1sQfG9A3ol
vflZgWh/zBiaqT5cUSgqqMuBdRmlrVMSgtRE5TDyIbbXNONVH6w0+C9o8r9Avfu8HMtWumaISLAj
/20HmDUmywdwELX1fbZQIuqMWx66h0blaRatxbqAKTjp+F+G9vfm7//v4/liNOnQN5AaMullOvO/
+68O5oOErCAj22ihQ5idhhXfXE59FwmfcIAQaTSpDeWK81JEjhH3nUQcU2edgzFmslS9ABpiK4Dx
1Gd1Pw6x+GwQVGB3F2/V5IvYXzUAvArC6xlHuSWsLTybcARqLExfBkd/lUOLY1amqeX2n3GZ/7uq
dLaYDqD6gI/wf8bYWFbmnlCejKZ6EO+jAyFE6eIA9Z9TWFs179PtK19P/vO3/nsycL+ZoCL/ELtA
aJnI/u81rbRtsjJ91iO3VKJAy9hZb1Zv2CP89wUFwmCqtQxbp+BNquuFLmNZfY1AGhd4iGeeCdJ/
vqJ/32TU2ACKJm79UP1gK/wLrJmJJvS8lIRWKbZT7R2aVAIqfv6XL/n3agNF30cPPjaEUED8fxPa
YOhtY+0Rnm28BDsRb8dr7cb7Mfz1Q52aXftph8YTu6hBIq8ZRf6BXXD3ny+Bb/t3i4/Y8C6vR2rI
DBeC3b+e56qk5/HgOkVT3p+Dqn3NCWmnj6VUtxiJvBA9OWBD5pyWvLp2tXPsJvai2i/GwyqgjlL3
3A8qPDP6ife+9YLxtHj5X1eTxzSToopqSN3sdFb1ZA5bHhsjA1pSuz+mzqvY9+xub7tkwQd5tI3u
bqSLdtb2pRXOySvcW1fOsWsMsau1j9NgHibRjaGrDce2t9q7gUOUNnjRTMrnALMsdCzUTA8k2jGp
1JY8RLl5k1b6Oegp/iH1C2jY9wYV31d+jlokfRTu/DE4y8kRrLKzqo9Uzl8oEr501X1gp4CgoDlr
bDdxOZWJ19Fj4fd4JHe7DxcteM1mM64z7lGq76rC3ZPHfmS+cA2U7Z0xS/wuTW23TXgmzhkwzYY0
PlSifDHyGt68u0OyvB89/1RbfuwuNKOB/mNO+5d8IoqlTx/mKjuss/VctLCxFVYAjjt+1QbVkjV8
sCqvrZIyhDu+w9ZwX67FqdacT0oW2sjsMa+xsDT5j7UM46hOfiiP6r00IHB3PfwDbe/k2nfFgQPA
WHNqqD8wvF7ZuAJM6bb9XMynFL/wiFlHrLXpGxxbZAbdlGz5GEEfe84t89Op8miW9fsWtCdZ2yJ0
0cKF3TLuPEjUeeeGZVod28HETDT4atCKZpt1rsv+0VzLjzkr7sXiAR7eDgXBz3oOyLOz2mermF8E
0GxfWwmD3B+a6x38MaCg48aifb+Oo3jNM+NU271g5jxG+Dair7D89j75bCjuy+bLLUA3spJW3KVu
iTw9f6HCepunEX9z7iJhPjxFzFeMJ6nRYs/TdbKa10yu867vURQW6SC+m9bydoNuPGBEu9/M5uzW
MsHUv+Hr9DpOteLB3rzTEmwK71LuMRLCLbnzubbc32vD2oZNxYRAbA+rU1iRtMYnTVrTY4MuhUa7
fLT88UxneNX6kUd+rf2dltsnspzO9GqnYOM9k6tX7rqgLUPysLy9HISV4H9XHPK6Wq9V2z2ostqn
qdzo2Es1hfqMgEfRcklsSjVrW4/2oL3ZwEVHu5faE2jF31KoLVKT9kE824/Wnrxo01ZUPFAvj5K3
LSna4msKple3TutoWd0lHlkL3dv27AdTtK4oynI2jaZuH7TGjaa0urKucdO2I+w5I4jcDeGwuaKU
6tvFRYNDIaSbRLH065DYorh4Y3oQ7Wa+rwtT83WVrwEaIP51itJatR9+x+nQgzs9DJipRi11U+h0
k8AydvZxj57keVz6v6npnBoSg0Ah2jzpja0KMa26BDk8+1F+aOMM336IsjHfcLexysjDFgawD8Nw
RqGf9qD3J63PD/A8ZppzJzLr4NKVawLz5RWyRiIgksLr2rQo5epd5Vx1Vz06S/Y1VmYojX4/mMvB
qJ19l1JajrjCpYBvW7s+FtK4poGzwxXmYWiLn4hdyFbSElOTqJucSOuXXYcLTrNiMrkWv+rGSPJW
PxTCvi2uHg3+dh7XzAkNIXZ60O573/iS208jNz7k1pWnAMfZYW/XQss/xkFX+2n2SICwqJfnoY3H
RmpJOw/YJ3VmxsUVfSK9YG/U7h9XmwNBB9zpO2GsXliUxXZM0biOiQuh4Sem4GBVBEFF7lA2L8Ir
nGc5lwMYKYsesDdmJplRmmqeCL/rHnWtIOIiQFbVj9W7TbPEw79W74GXEyA3LkvUmGb5agRVfwNV
/T1pxhGRMDraAGuRWfurSdcBHFOLg36xmObjVqVpMg/TDZMgPzIWS/+7bKAGp3ySIH6pAJBafP3S
VpTOOBnRdjtZ6GQKpk6+bZeu0N8cUxnPul6OKUCf9yYLDa/O0WYAJWbzhvKFwBqTH3km2Zn6zvKm
X5gc9Key7FawOR1ZlMhISm281YwzH5nXKpp9L8ajGxRngvnsSJtI92l9WEFbSruxzu6lUKpPZqE9
+LN/m2bTju4asRjW+Rjld4+KTJanJjPskFrAAA6g1sur4X0arc8e+UM4DRXKMG80I2hB2sny+8dx
mZ9WNT3YawOjxvOm9ttcp98WpPW9kbpGpHoNVLTuU+Aeo0inr0BXLTrLRhCmm9s+msYJEFBBYArX
tv/S5647QeDZjDD36Vefa2Mr6P1rUVwBb+w/BjD8bjTGPk/K3jZUOLqNA8TGTGs7Y0ZQWvG4rRJv
Yt8S72aRXgeqaO3I1por4InAqONR+I4IFUqwIspSe/lR5Pa3zHSnPgTebDxOQS13RPY0safV6S7T
6ODjUhGbuSt0wuXCquryC4CCi2gRNRguS09rNw87yBE0IsOMf1TCu1wkLcJQkCvfbK8kBsjPrBf9
Yy2NLI17XxtjPA10wOPW/zXK2ksqJbrnpavTY0bgrpNSzFj68ujnqtCOyrGQdlCIBs+K+uJ10rLh
NJhikzBoivoJKgMPcmnEC0BO7MOdeeBhxFtqWHb2mN9WtXh7X2vfFQjv4mPV6G8mTix6UyTlsjqR
Wru9n2tV1Bba/JE7w7MRyDbKZzbAQs3uU9/XIhpJovvUptwC8SlS+2+DDPh1qwd7TeDfRfZSXmsz
jYLSS+yOODwiQ/jE3n/H6t4INR7HyBuaLuqHpTwEZuNpAH6teKEUESFibv+Y4+j+HNRN/qavcl1f
g9bOVAhz9ogka7nMRW9/NDLvIzqzdGfWdpYEQD/7pgwq/ICGOfLNdLmVxuzsqy2YD3Ygq+ngYC2w
DxzVI1ksFRu6YRdFaPE+H1TQ9Uk6ARoumXpo/GX+ZFDkxssmXxiubedh0u7ayBQTyLQK/Ff2/euA
efgJsfVdUEqBFw1VP6MOcv1y77cAYJZ+rpzuJ0vzteTBI6bDO4ZBx2Hr9uW27I1s9OLem8tdj/pV
B2AevAMuBf4f5eTNQ5ptu5JgLmBmR1+OgxzSfcZzeT891YY63FTivJhsoo2GeHZjRHRmaNKH+Zhy
u0qFDHVW2xES41NauSMrL/An9Zzu1nrr3k+L8amBLoDqwjh4KkjaQnRHZgR6ONuixU1gu/CGrFFg
yCHReoYR41D95PSvD1KfkzXv/R1Roz+njJsD5dKJe3O+jXUX5z623TW7dzbLP5nrPLumNtK6DCez
KR9m864LtuWt8oNvNB5bjL9TuAJWxMqZMJffBix6MwTGfRkPFliohggv1LL5ojeDwBA+OJVah64z
ny6979+ySouKbawOuGSg91HLfrELlSwZMy7AfU7DYjhkDVRQTW7bm2+kb3bmmhFzLBkOzfxKTnKf
WE7LuduIxgCHp4bAj8QPR4wOfswUYVV4rygtIuwOLVMJ/VgWxpx0vb2x1oFT3CTCUoYblqAamAU2
DP5tEKl18aRGAplCNQV+N53SUUQ45Hjh3UclmXrq15CBHT1lLxoJOr700Bsh7BxZhSYM7H6NxsY7
zIu/RULCsR6GPMcWn2HKbwQrYq/Rv1+nxnoSwl4eq8a3XvRZq8J+8W/dKOqdU9vND3ceL2qpURQH
+X62tO2pb6hUM6d6Q3//PjmkazlpKQER7auXQoNojB7TD2s9ZQOAaDYPP3x3GpNan4KCA84br61c
1d+m6ruYneWrLJV3Kn3IyqOuPpsqpVnYquKBuE8XDlu/Hhwa5F0/rF2UEsuQzLBz45FMauTSrb+r
LbmFtcpuZEtuOON5j63eit8juUNPpll5seF1ifVP+522R5Rd+4o9jyqbuWw97ZpSe98a7wn3cpa7
22WBjNwMFXHRjH5Uzkb3XIxb1EwiGfWFuPY0zaf9gjb718RQH1gvDajm7kVJtrrHXKiS5ApOvSIS
WK6/WHjOvEAFmd9dWBLdPgOYljflYtcedoTtxmQKp8nWUM7LFfDMtTnM9ZiNnsEhh6U5p4/GXCZS
BXvq6+6wWcUT87wwb8eru/XXZSiTCiKKtBnegnPs9ZZRz+AxYxjG4C+W350Mp2b6sGdNRfPikW2R
6+dhSbXdahRdVLadFsk1Q0tZwicz2w7R/2YmHVFK+2zSioNbbhFby09lYNZT6ealNe2zIdsTUMs3
2L6dsCEmRebZGPZyXs+gdSF0EXhp6K/DfBluCBzOcuQJaFX5IhqcRxj91b65hUELl3xwmsjsGCx5
2fDYT+ZwW+zgDLe9erYFGVxmQ+2QeuKo+vkm3GwM761XDzbfh7JaJBQb/aNYJ3ZJ3IQXpZt5mDZG
PJjmz16Yb46WOs+MoimosB368gzMVbxiQPnXVBl3uUZDYjohStqvVst9QgyEfSyK7VVbg/YpyPAL
6TH6SWbHb8NpbdIdr8/RIWEpKojF3VklkICb5j3DyEWPAd6MR9wclqjM80+9pVwMVMPsxCkJA0/r
RDrU2LO8cPBhreD0TNyb1D2brrJ2JsPhkDyUpwxxbaqx7L33dzAN+Mtl8OQtbpYUvUMt1MossjVa
dKd5DJrV3Auf2bTQ52htplu+BWfHbetjQW0T5gENUWll20l0xZpAxiohX7FTuCRu/iEY74Yz1E+J
Qi9ysEe0Rvfck+x4q1qwAeW9TxzBtBTWcWAsexSjdTIa5i0GKQ+8vMN7v5pdODHMeLb98lYxeLmo
rPZBVWcMLmb5oDTp7LNqGMIZXNGMZLB5534eAIDz7rS6HJA2OVKcyiQRjkMjDpk01wNmTi/A/Vpo
TwDTFCG7tHOnbKeX2lMxOEepqfoTpn2GvIIs8FWz+L3YxA05o71uLkIc81+mfoBskI2PQoz+q3II
VzOrLYshKhRJR9wqZ8PWcofH92WUy0H60j0F+JuE7biS5YdmJMqb9GC2xS97a5bf7WxjLdA4wWmp
tl/6gMEUln3QwMqvvreBgbzuq7aG26Z3TTJlrnb06lkk8ITHuK66V2gof9KiysONPTZpauunU1RN
1PmTES3MipEzeolfLsy4xj7aUOTnY2+G5pLdcNMqIwwcIgd/wx2mmo8exmLRHXkwbfVCTNCVFcL7
wa0Pi5KHUTIAyR33bJn5GjlpX+17tmOQ2Gup0pYKuwuuIJc/0AYMpEb4b6s0/jKAk5BK26Nu2rfc
UPYBpdUnXvXunv5XSwo59IyH3CZaEI3s51nc1qxkDIH9xCGoc86pgsmgpfe/uhEYeZoqDRMS7XG0
7RvQbR81XXUd+64mBIb1dzTnF1JfvsKz8+OGD1+EXu0ZQbUfwaERsSH1c1OrfSVyGeZUgKd8Nprf
QjTmngjYo3LLT4nWj9LBe8Bpwr+IbnmpcsDnHnFvKMfu0cRJIpq2AjWm2b31vf62Bt4tq5cQbxGL
C7nLkh1tiNAPvxpOcZUdL7SmiyfmwD+ciVoocMpzZy1rNFv9imCjOOOHs1ihW4mBFwa7F9wErk5X
/c5s3pzC0eK8sjqeHkrEutdh4xSWijQVLCRX3Nsc39GidVY29XmaEBrX8OdQiW3+LBTp+jCu3Vve
i5fNgy/Ql9orivGP1s4PrKIT6g5/s4rb0jWfFL/HoKfDpfcAThxID13hNfCMBEvcY68UAaMB+pN/
6fTdi5qHN7EC82hj/4RbLmVqN5zLPrtY+nyQpRoOCFFaPKjkLU2NM96JFz8Yn5tSdOEwOu/2WE/R
oEFULfX6A6s9kFZxLbf8zbOZ53QF7O92PS6p+Gn7y1tZ6ns3gKVUWPWnO4jynZQyN5yVvstZmAfg
8xFIr25Dl1M7zKbyYZHNGhrAjNxxuzySFffdLxC90S/vrKm5FdLje9WnQ4E6lhUtRl3qYVa1OCi6
baSZNhgaiNKC63Kgrm4GIUCO8EkyTGPs5Se58IdVU1QeOILsZhEo/hFwtu30F9Xl732+kUjMWWe3
AgOXPBVJlvZw6tsUhMx/qoR68XhyAwIrw9nDmtNX0wH/zKu7UFFqzpCGzqLRB2IrRP3FgJvGfpcP
xY3GECXrXUPoa/5tteseiAm1AyPEpJ7c6jO4m4YQZdOSVN8c7JWZm5hKN7Hcuk9Ib+JxasqfIhsf
YLOpPW3urjP1PK4b4pCbRd16F49QMeKwn6nn2Xc++wBym7CrkLcrnpog3tx6JxbwvbbgfywDIDrs
uyidEewQ1UjxaA/DD2cZvkWOcTUd1sauuGiRvWVAMsIyUzMm5Xs6zWzFsWktiMIG/YZJKah66tC0
pel1dcTDqmO3blWXrAeesgaJuYq++M94srzNywz1WMivutIrBkfWXnfTEyS3MtRxQglbg4I+lRiT
oHN+zDcVwFZzf/rSQGA98rV12qWJL+enuzgonDzoSI7oCUER7akK5nf8t1/bkaY16OsHtDZFXOjV
q70SQuUS1Cpqd4jxeHIixpHAovMl0/vHbvYfu9Q6661mxbkoBCw19T1hAot5knjJG30vbAZjm/Ip
mHp1nO3t1FcjNVTOUFQRBhWKdmzirdXfJ5tTPfchqpcm6Szz2gOVmyJWc+GFmo8zX9bRUcC7s+iC
cS0CodGD8bBokC+gRTyZW7uQXttNF91qXtZ+xmjHzvxDZtAQWOjcWSrTSVJ/4Z0SEXLqnxDbp0+9
Bziz25oNzbplQW6H69joz6PNSRdWZqGd1iX9rQbYANjO1L+W2tAu3tSJSOpBYszp+S46AQBt1mcj
Jem1D+S5HQIX/k/bRcuoB+e8Fda+6fCAn4fiOpY68FjqgDsW7DOrJ1/HFCgBczsNYl1n7PD1ihh4
dteUpzW0C9eNV/K6KDl9KG5jrnXvUEfHVzdtx9sq9PQ2a0abdEMjl4fUhVNgGJW0qLMkefaE8OTn
DP9Mn51zPwGI0perXREU7D2UcW3/y3GlHREK6D9YeRDshtayQ2aQWx17ahgesPF6LhZ9i/ra/ilK
fz2ozU8PlHy0+fpns6Tfo9a6x95x3rYeBib0JLKufPG7qrMiygcAp8qdv7YKKsSWu7dq0dfYMOU7
c/6PInBVWFJAhP/vlem6ImFk9ps8MiMxZH/FxaSIdLs0D0yos72hLV48jcs9bsb8ITJD423l57vT
dJjz5XnANeeI14OZuJb5JyApN1KmQYedi7OmNvZvHx4S/ppgakb/0ecVRZ/XJnrmnyGGb6dOy95s
evgdHDxEy1uTMCmELojxVSjNpdz3/3A+wMXGFEZuio3AMGqXZhPzbnMVTaiCLCIC41jn3KnKY3PE
hC2RIDrQ1qjnBiz5YqnbEOk855fM00fbnnGtKgsvhkTk4M01dRfdCWYWZsUVwslZM+PU4VrzqAGD
xVY2gHBb6KrCtWoqM/KcgbMBdlrUNNkIfaHrr/3cvLmtM7PxCqGVMdcmqt2w9SN4a4bIynUL5jvG
ZJj13lFF3STDCHEXsch9kOTSlteUO457GpErRJnRQ4O6I9i5MdKxVt2hN7tH6O0l/S0RaKjQYLMJ
5h6Ta936jokVG85RNd6uw/Ll0VLptgsavydaonBqjFuogRDMhsqgtfVoCGOprYlZzyfGjx9Kc3/V
neRx9do+6trgzexHHqvgRQM9F9kb+MMVsxvxuMI6jeUa9MjqC2x6A/uwNAa56LNGGZvb2Bvg/pUP
oblRBpZGCvikmZBSe1xGO9CM+stJA5K4iOnCdu7SOLaHz5XnhJ42HesN2haaFhjQ835og9fBok+p
NvNLm9V7MDcX5dJUuLRJABarJMKF9ZrgB2Ufaa4+1bzRxgG9L7Wv74wtePOs8WXmufU6ucZA76C3
QbI0vJ055WQ2/qhzpTPmauwknb0Gj1LabNtfoz5t32FvJJNqjmuZXqTSvxfLfB4WAzuH1ARiGNOY
oPYsEpZ6bCDcBN4Wz7aVyA6rL6etnkU9Dkk1QTfkiv/CHn3Uy3zci1Q9VfNsRnjq6fFWL4KvFAkq
wkO2+dgMwtZCiTuAz6qfFrHdSBqM2IJEmvYWA7cF4KlTNyv/UVt3z3+p4YuNjyQiRa7sg3nzazr+
mVcaXnqmXKsje/jOyolTKzBJySjyQ+vZn3ObP2OizdAts2KO53MGeDqa44mG8kB6ww9j25KWGK1u
k0BIE0NX/1n2ZR5603Sp0KaOXn5dQAZ4ao60LHunK35429ghY1+bo1i8w+QY0BaXY27Yx9rL8z2C
lJdtgQg0mu0ZH9pm18NHonskYdMuyj8izf52Tv1X67db6thX6vGPqhBno8vuMLb1nukCoqWX4vKR
kTt+3TRYHF5lzA94fsFmdSj2bHN+K7HjoP4iUzA3djQb56AWsX23zdO9tnV35ez6LAyob1Tp29W0
C3kxphV4rVbqq0fNeqVZ6Z8dbBRf2KOYTldzUUWrbZyqbmAyP8E3Lqyuju1SA+Zf/CFuNE+KRGiT
S4qmmb0F2ZDtqq0HoDOnKWqkXs9H4rWjzWmtxFybN7PYNgikBrwxxr2DhBcx614XW+S3xw1qn9is
8mav3E6P79174edplKbed5rN/UvbAJCGMndTbBuJC4kQYshEbU4CkZ6fW3ZW5ObbcRoUDGiMSYsm
gi6yRF4GICPmTu0tW/8BUEpmG8W7z9l63TyLLaLTjT013Tf5wMHVt7rPzWaag33j45SPDRFk0whX
yy93+kQQT27rz0VmOrG1ug8bNANYEJg0QHyxMfmzuqF7KXq3hGNd8+bZM96u8IGtTvttdoUfNy5M
7QBhaLg45FOSIulSigR7uMJ7fdlU4uGEBMfU+R5olh7Rbr16af6UehRxw/YNiOkkRttryYZxHr84
A/i7tz+Wl/2W8LpjQjiz45rDky+zd2+1jyLoXsbOOc2djCqnvW+Tev2zwcRwq8azuSBqFOxPIeTy
IuzsYYsDEXxTm6CIGAvAIt3/nQkt/VViagRub/a7rrd8AEtcleCWufUYrlYD1ofTGmaCXEI2Nee5
Qpiqazh1rvkDaoA+zCAIo5fsmei71SGfkFy0NIORLP1PTdPeNre76qs3Rwt2ik0tF4aPrhM57WKw
WF7ibQxg7TIYQ2SnQ+wQGK224IkqIWayIsMit15qgaejWlScac1H1ozffVVTrrWMBr2HeiOfJMMA
0UDNKezpJltpJp7wtN0oMDHbONUB3tFBl+6Adw2jTurQc9khe7CyFTczv+ZIt4cTvplJvjU7Y0ox
tTAZ+XZbsO3GXh5X36oT7vupXHH0HFoA8jLFA12VJ822PuoG5uSoBfquGLPbZkl10dbyayimt7tL
5HEa/RQ8osyiXDrkPSH09apmR9JeG4kRp0zZVLwpur0b8FZMCGNEBlbZHKkpfAOp+rNuyM+t3HjU
+Jg2TPl5sW8IQjHtegubtPTO5aTtOtkQEbFm6Yvh4wqK8OQTMo2MqLlvpTB2c+WSNFjZy29dah/r
KLli6cCpZMwSrqnl0RsW+Z7VQA7q++XnYut/8sGaXmzVwOxvRjblytwYyd99UBdq+4b11bFrxfAL
E65aC6K12m5FnlnPJqR4TPBHh9OG8XU0QGKPFjygwynr3qFiPzjbvQoZqbtb/32s71rzgXa1Ciqm
6D0nYw+CwcxplTFw51G0uYkQoj+52ob9a0GlImX16s3mU1W7dVwEwtwTOACbZa4ASuAW3QngshE0
92OeDgC/nQ6vTCP6Zw890cTYj9+Unbn3W7ArOrI+Lr4xjN7VQp1XgWFmWYrvpbESGkGqAegqhrvO
WeR3tEuXlYwtKOBrVFX1YKKN1J3qsrotX9VsCzISDEpV1PVSL14XE4AyWSrkGCem/QF2aU4zRbhs
BRYvjcWMvEIflMeUQ+tPz/QwHp5ao3MTw6VrSpCBlzwNqyuTzccD4qoqrf6jJLWN1nds3/3Ehz4U
jreOiedQ3KE8qXghx4AygzaqLP+4xVI2783CWx7WVPB6jJRVyj+1uPt7ouF1Dqthb8PHANwqGAi+
A46y+pmc7n/N/pESW2u1gj8jbgyb3tCsw1Jjg0cOgf7blpbJFKekMm9Hxr+pauv6Ycl9NZwYDHFj
jGwNvnDq5LoWV218KOTvX70xlev3bCrlfy+QT94xJcRR1eZN4LLwVzhsGUXqs5qN1o7Nra4ulqG8
FY9Z0e4XtAfrRcewyo59yvVm786Z1SdQZC0IOVkPZcOnX6oiA5dT/cUx1LQ3U08OOyVzvzxwei6s
+6bP6a4a3NW73UNagjN2Or78ouojwneE8NhGqWDrDOfAn7XPciw6PURHQ++aV5OrAzbkgHBkd7a4
7W3MhOMCynliwxurYGx0KdUZwSj7bBVw3NNxNl5tLw2KBMWDse2VaDSyA9Uoi0vnelp+DOQ8wh1C
F1f/BpPJl30ONgPLqHQlJW4+y84Cja0alZ4YrVdltAjsQa8OQqL6ZdRcl+KKefHy1NZMpk+jDQ09
Fj162FNmk5Z4mT2EY2AjDDzQvQKMVIOl6dg+6ouTLMasvkGxmpmSy+/0S648qnpdr0pwa70y9WfD
XZ3PKRvmNbF6CWOBZNXgzu3TRAOZrpx3fuYODETz0YBO0RtmLJVmDiddjvkAH0bgygsiiZl36NvK
9BA+0GuYVwOKt3p2xeYSdkg8TLpjXAz7U3Z+6z14tHPHDXrqELGUJq3/0q0q1mDA+cy4EMFfi4ba
/aEyPZfPGrz13OrNZh4djSSFx80VHCJs67CFA6NV86HaRli0uhoBV7UcNkBYtCnbBzTC/MWuNmAY
vXK7t2bIcoeRmdjaS693/rmE3/NbWzvJuelk7YHBwvwAhf1SmgwgyQrSYJ0oTU1PxBWPOU52Tcc8
0VmxAdZam3KhgtAG1KfBcM/GDW0C2PVJdbVCKZZm5a4eG8EY9D629JeCQ1GAPIcLcSplDD+ioSBy
srJQPItG/QvGiPGrKDlYQkv9Q8ekttJi25oc+71zlD7s6NSC7oJ1Kz6Z+qrEAHed1bnVbGV3GLL7
azXj1vwPd+fSnLiS5fGvQsymuyOGakkgAZuOKDB+lB/lMi7fx4aQsUoSCAn0AETHRMxmPsSsZ9WL
2c1ydvVN5pPML4VVlxRc22UyblWXo/tG2dipVObJk+fxP/9zEvoAn3tLbQVUbdwaLhp0U7WMn+om
0P6uv25R9OAtVwB13KSdjc9AleLAj41pALJvnELDPWv7QP0zq766MS3vduKvrPbRyljW82XXGC6N
2bvQmi4/uTx3chUSNiHcBmW13o+b0WKIW0y6inLF5m1CvGMOUmtipn1jltfXVAv4MZELs+mNWqt5
2+qGNG/sZqHetqeTYHa9WnSSa7NZJ6rjGWOycsSwiDGt3Pxja7ziKHeSSWq8X42ZTo9EV3Bmjpdt
62g8bqajyKAzWDdeZYFxuQDqd9oMplSurCHfoCLMnKbvMBsmZGQSDeUpiKHfZV48WWKyNQBwYTzX
kx7AcfKvTd9gfQGQAOLWwVUB/C9g4PTUuAjzqQ5OIQmH5D5igfLOhytauMyX8yuKfVGRpFY+pmlC
GUjDSKx+Ann7/NTPYa/tdSDdAWvbTuu3JlU07tG40WicDhtT7yIl6HsdadQEwQ0/bfV0QAjz47Q1
1W+NvJMtmKzmU7dRD86S4TIfZF6kXxPSIGA+mxOt7MUaZIvtwJ+5ZxGU5hnwyjkNzBdzwmwnVgax
PAWS7uI9wKzoZ8C2qBAiSwlU8OsmhPENbe2lR2saOWtd/KjhrAfrTsOhHKPhHTViCudSf6IvjsbD
vN4hRDFLezCzjy+I+4Tx8QzOtIvYX7fTbqeTR2dT3Vr8bNELG/fX1LmH4hXB5SiKuHCjNvu0iqzl
r7EVjac9qzltR3gjprnsUqaWXHq5pd2Dc8L6n9UjYhhNz30PvoY/a6IlKP9YaRFgTOxjrzuHuOjT
FNwxNN/UWveGSziHu+2x34ZZe01Ms496WcXHfkg9VTenznAsCuIW9CIIsUbeae1pHQgJp4FOHUnd
DtbjxS/JeAWUt71cXVP7224fYekHd6QMg7y/1BPQnloduCh5Xrd5NcksdDhM483h0SyJ2p+0ZJZe
LTrUUGEAz8BEwe99TBunNKTKYNr+ZRGtZrdAoLJLn55L9/EcQegB2UeWpkZA9abvJtYgCS0AnwAA
qWtr5m17uPabP4Ow43dDAwviuo2/5R1pKHYyL7Da33RodgMYIWkFt0MvuWimQZL28cWx1pN0dRum
ufdzJ5kT7dJa0yZIk4kXhHaiGeGHVV3T7k1IBC+CRTa99y19TtjOpI65PtFxp9L1jOhPkE1vyJ6A
ttPqs8YRyCYt6k5mzcVZksXWJx/S58s817BKKMk1jonCBXdAU6F5nJiey86sgeZMtYXWOFrqK3OQ
BfOkfkpX8cUVUZhF31jSqPdIa3jLG/zd2xSmf5RVcwmQOTXz8W0OiZWTLQI7o79G3yISt+6vFzeY
/e61wW30oU3ecHI+bsWAw1d+h7pmr0NlamzFvTmZURAmonS1Nfeu516UXTSiqHM0CVrjFkCqenq1
pmUicHNP90a+2xmCG2km0UdISXAw12B7eqT6JlTELig51fR1/AGYRPuB13Y/NBtDAEapG9UvzFmi
fYTKzB9FIE7q1JlBrHm8IC1Mmo+oNL08OZ1nfpuwOdZA3T/2XGK7wAk1RHtM57ZZz6AdDw3E49ya
gmJZx1dj3Iq4vwYHvToJCG9woFpr9PK6nS2yk0Yjp3uDPtWvDWuNXGLtIff6Kg8tAKJT2pm1A1IO
eUJTmnf1NDQ/kaCvv9fdYExQX1sQ/i7+buF3SN5Soj8/Ak2xPgfd1fk181N9pK2p0ToiPDe78bys
E1Mx3ogJooA5OpvUNXSGv5qiYQKaqlDTB0r0pDFsALdJWgD6k/GcyyfihgZzZPJrmjhPgRtG4DGN
3DwzNLL7y2RB8BC8I7grKK+67nCFwe3RvYnRiRWAeo90EyjKeDy5jwHVHJn62DzX5hZad9GEE6zr
ERh7F87rbaxWEFujVb5oJMdpZgZhb0rNgIN7MbyMKMU9avmr/Fijr8fRGE6DHmYDqcDWmpBjd6VB
nkVreEGWOsNmnhMnDccn046xSLr0YrbCPoWKwf0yxHuHO8aj0CYfJq1jPaI4u98h6P0JoLJhdRuu
bt0tOcioMj2YL09CuNlnPRwFbzVIjJZBCq8BuxCxHmpEILtcGA9psVhpuvboozIDiskBNgEj4oq4
3VaQrgi+DqlSCuHI5+7EfrbidkjVXsCKpDrBLf7ZHl6CFa8faXTw6YVQA1/Hmp+Px11w0VQhMDfq
7ifTiEKr6dgNOx+ttuueUHbdHBgRidNVtjLvPAv6FtHrYKp1x3h0Pzf1VUilX7MNcslKvQ9eslpf
gbAyPizXFi3jtDQUiHXKKf0PFjjZYRfq3nmz36m7mEhx7nkfWllHb7xrpNP1cTaPZz8H5IzuvE6L
sgI//hhHoJTj9nzyoK/nLrcxKGoivNYlOQAsdl8Ds0oZVWzw1xa1q3MKzIPjEJIBYmXaAnEJ84Dz
sx7i23WjiIxgl36d2Y0+zeN3s7jpX5HlHOlQYWQ9zaWvY99dQENxFxmT3OpTtMGGwm3DPTKJU6N5
qnW8etzf3P5LPwNrTY0iR8sH4H40a+ar63XmebNeexgj4QviLIvzpouU0juD1mv9VlEI1hFXzWWY
1JPG8RRJibuU4BNmLgYgEs6JiChXBXIwjpLVtTV3OdoNyJcAqGcml9TSiPhJc7Xi4E8mHeSSSnJd
69El1KunPXBZ2v1EyAooe2r+TE3Lj1OLBiaXFkTGk8s0b6/oMqI3zXMzg1SYUpkFCzQZzhmEOkgu
qGWaryanjZiuw30oNUxgGesMz9hIl4vJ6cxb8fsbLUBSZmi9a1Na7+IgTearHhjWCQWQhQKjzKCV
m0Si6AfRG6ZLEHOZ14Ro3KSZMQ8DIgsgJop4JP0rJ+slh44UTtZrh1nU1E7BcIKnB69QhzQerIyH
nbY2J/gS0OhiQgUEuvJmj3JYovu9dmEQJigf7eM0XU9m54QIGtNr8GkdCNEyEIk9CkaNybFrtpqd
045niZYtlsBDLjmoJ+thiPLK15wLkM7B5K4+9edJj9gvbeIT0D1INThNpxNzn3ZXYDmgzFikVquX
pRhSdNAerrVe6OFX9ei5xk7m2iwIL2b5Sh+fZgHP7sYwqXtH9XoU/4QMWQQ2YcZ2+6tglRGZGsag
UGCaA3tuNDvuIE2gFAaYnLrvZj7NJ7u6lWgUHsOcnZ7NDSMPSBmBi+6u16FZP/F0n+LsLsBAI/1o
4oG0+5hFVNVlcwukVKsuzPdxaxHcbfYwJhCfHAeJO8lOF+FEM7tzfjvq4a92RmQpF40TIkHkhLVG
AseLbwYZWqWdtnuap2mAWLIVhUGBNzTbx2Oa5x4tNQq6P+AvDFsn1srXKE5YTqejhkWQE52f51O6
D+SEXM1lqt26YdycD1agc4bv8OwRv2a8Ig8DKGpylzQ6iLxP5CU8mrYmQ1BD46XxHpzFMMBP9GCq
ILgYJGQIJxS2d7JV2DlNVnrjV6z89s+T+bA/btfBUPmU1wg0LxzYN/UZsrd0wzvXN1ZcIcHVYtmk
0KOB20MootvJp+6NS+ugOZVmKWil9JMRd36hfBCNaJpc1septvrp6bI9QY+1xSVVFL8aJnxCUPjB
KlxlB11AOCY8aoKuFNueT8nOnq8m5BnHXL7X9dmsfjmPcN569SXIiacfvUM/1BKcSE2IHBvUSEJr
JJdq6l69nXXIpfeC1tK9x7ydUc2MjeHirozRnRvDonjmI1HU9YuIqm6jKf+rck9JnFUv47I6cSLB
ApVUhxKzGW3RZD3OTpBTPUdjtfWr/SrJ1YZw65HlquB0uo1e90slZ5SY0e5ALyPG0g1oySRirGKk
gpTrqRECG+6u7AHurIb1Br4mcrOQsW++/qUWRKH7+DHNVN5QSEofPkpqedDW0uzOeZcG7HW/89TM
nWJDBClYB6q7g17d1N9oMBmSlqNngfhC9rdfXXsDngNSuTYhEvEFhe73tQINOMkOWgHLeGO2aH5o
UftQfCFNWytQ7yAcWlsXheNfPv++lsBoHioFjc4bU2tw3Tdam3ekYFpag84bDT4RSA+IF4uvzQO/
o4NgNA9VAmbjTQcQKKjzzSsKXrjtNUBMaHZIu6FHMdE2D/yO1kAXjc8POgvNxhuToJIJm+1GDjju
W2ugG290S3zwqAy+P20gOkkftAJ16BBbFMpB2IDbUnzJS9BovmnSRLgFJqFYou9OIYrWYgctQROF
J4hEIcmRXt1406T7ZsuC+vbLyrxUEb7glHwxKnpE6R4Kc8J3ki1qzWd/oTQmdgd4vEzFjQkFCHQR
0q/eQry5GXxzsYrv/zaKuGRDflBc91sfCOrRrW+jkWOHz/zOaJvTc2OkbY1Q2hPFtB/n8rheu28i
Tbwv7AAWqfzhqe/Edjzy8uKD/PGtN/ygbz/F/giuzM2DxUrArFx+K54qqEcfX3lLgJ4cMkx5WloZ
Vode5MBxE1+aKK3dDhyxD3nMzClnJV5eJ6XC0f1tG77+9a8ESWrt7dSpLiz55faBY7/NkjS2g8o6
tDTRtv2QOQ8Ee+u+OdOSoYNbdMjY78VJkGds0XyqCZV/08SygAuGdkeHPeMaP8GNqk+hjSSdYhr8
H+VE0yvhwMlvkv3GqZu8ULqRGbsiiBbNtOBcF51pDC5bWqjhEBz8oK4dcIZqg9ROHSa3Ga84oPD0
WmQbdTpXmgQ6qFkqPy4P7Cve69JJolmU2lN5q8gPmB2CJKbF5UYno6In58HvdmkD7HLuy2kXb9Vo
QDeMOLSQBnoFEMguPz7grXp27N/fI4C1Kyf1nDiwwwdpMdtNbHxaUsGAhIQYMHRj4z7zfvu08Bf3
b1c3y67f13++tfVGcdRLvb59M8i3j3Sz/DPcQvv0mjDafncnXnhaUcafSOnWzhKx8+V4Qt7ohATH
c5ueIh29CVFD0b3k6cd9w30vro4fb997dmg/SJe68Nuf3gUknRDTUwbICeztYXW/Ra+EQwe+dFbk
IstxCntB0KIfOuzA9sO0do2VFjs1xLR26c8zBwerHFo8Cf6/8ts9+vCFx+Fj6KfOw547pYgVHPoe
PQbAOtlnRwjF9dRxRid/cU6e2tov+rxci2ITYCPiKMP29rtvsBn/2x3gjV354x3gt8H9jnH3xDa8
cJffhg9RHEt6gRDG727uS0cVl4xs3eg4xYcO23UC18+m5UDFWX3KdHnhbCkYx54t1MGpE68dN1r4
obQkIuysYPJ2nHE6NgMVk1eggbswzWJ5SdMVrXoOne6RE07teFIOJKYrmlgdOuxZ7FSvC0uBwPWT
tOqTCErKQ2fbWzsjT17bloK1BddVXQTBBXrobI/tOHIe7S9JznZ94ew3b+yFh+Q4tsORU05SiIMI
cx065RP/nmuMIEY5lBhYtKw9eGAawoSJk5cjFeM+dS2+cBlOnJj6F3lYFeuAHSWvrgh+H7oIcNKT
YZNUA1mUw8c9zUJ0jrQINN89fNyz0Y5y0EWPu0PX4Sy1A3m2Ik5/6KjvnLgiYNQ1KBgWD/rSzh3J
JC26BR064Qub/piyNDQVrO6Fn3pZ1TTRd2N72VfrnEEQLexJdcoK1vjCR6+nTpikji+vc1OBer/I
Vs70PoIzvZQGoX3ou1p++3qv4hKSLNakHKgYV3SFPlQ0LqPQrrhbpoIjcil0ezm7YrKWgt37nfiS
3lLgthHFWNqyrlBxNYNGqQRF9I5eLszrxeGaAHjm2kE5UrHEKtzvm4hbTj545N7Lx7x+wuJEO9WB
VUSfBoXWjP1QihkYKryOwYygQfnqYoUJX5bfHrASCxuHLpYCZYboXHroUR4snQf58jBEW+bDh/XT
9SaqWw5WrIWKK+/jJGaJJeOSAH/5mNev8WMM5twP3YdIdht3M29ffz3dYVyNkLseDQjLyRZr8mRg
+4WGJhqZC8pxY1mgVXg1Aye+r5ztloLVJvDr1KJPGC/SaaGUxlCjmMmbXdoj56Hq6ekdS4U9dw5H
/0Ja7Q7xatqVlnv7ekH8/B9C/e9zzQD8AOuh1whU33S1bTSff9w3DK2JxPIPGFnbm0WnS8dzG//t
dkIgB37AjQhcUvl2uexClyrwrd+GLtbX9qAKTnQ3SpMlKZXtYUU76kOv2S7WkaQ+DQVmOL38svDB
L2cn1rWhYNieZ0vmi4or+8aZZfcByXguErLINToQupJObipwII6caTSKxe1de/55CiSwBzI8poBr
ewOaCoSFLlRRHCXbw5oKLMgvyaUCsBR+WSPpOQr85J49c2p3TvwgWX5PQkdeaDwdjX3871SSeEuB
m9x381m6vQyWAk+gP8/sNELvBbWTDDNY0imWAjHpQxATy8OqsPf6KayJM1ldtxSczluO/YlNQa+0
EO1nb+MXZKvte/kQthVs34lXuQaet+BeMNMdQaASvxS819uhvc//kzq1hz+dLSI/lk4dJYKHD3/u
hLm0aXtgg1/vZl3491WrAFqdw2d7AQwLertyIHErYu6X375+kZlvZRWaCi7bS9Abrp2M5FSJruIa
IdocpaksDkpcWDuwl5IO1k0F60tQsTKoglN8yUU6qkZAFRyJSztD+/py3hcI/+Fithm5GqXTVVxz
l9Fa6F+QMeU0i8OhIlF75WPiS6OquDKKUeX7QleRqN3cx/WunyR2Js16F6r79Yrt5vM/MipYJbOQ
QrDyOa/XQDd4JjLWi0Ldw4cdOPnIc4LAkSxOQ0VG8REVvYOQN1SkFQcijiYHyQ0VacWBgJHZtQsn
qsQudQVW0IAIfBV9LipyD3UwB9mDHJ8DiHv4qLeR7KUZDQUX9ODzf0U1ynM//6PA5lzHn/87HPly
FYEhOuUeuia3HMMK0JxInIJx7XBdVdAUtx0+8Ed354CryOQSJ5iAfKod24lkFhkqsqIUwfgVm94w
FSxynzgMdUKSSWCouGB/3fFBDBXZy1/96b19v5SuVsNSsBAbHbp7vlWkRbt+XLvFmJMyjVSTHC7K
b+9zR9q7liH6X4te2C3i+ijq5/2pbxeHLQqjfsBA7CcXr9ZPUvmqUKBq35JDvLf9sTywqUCO4imh
U8n7VOAWdO3QDewHJ/HKGQpLWEXO8zKHRll25kS156FXGZ0uqpumQLXQNCeUT2lDwVwJi95HD/Ke
qbjGBrFfu7DDiSQMKiIGVAHJEX8V9+IpEe7aufjP4O1NKQCFv6XCZj8D3x06FeNG1/XyQa93MhhZ
3jpdhdn7zp7JqqHgFjn0VJznsUtH1srJ4JY5fBk2Nag0WJEDrDD1HD725kbfM7aCI31ur224I3eW
RMG5vrDlnASp7cPXgsy/He0cEVPBKoO0IEFYkWUVlimBqgd/IXvLuqXgrmNgO6+eaRWpiCtnJvvJ
ekvB1l3bMbCNYB/8QW8rGX+yY6roKkDk1/AgwJRJTqYS8VAgdQNASfYMtVEejcKw0BVIx61n+1W0
oaHCtri1x/7uSmOul6/w+svk1vaJWZXjbGwsBZroFodWmIVVNWeo0Egf1/fOnuVQAfO98500tGXE
mgpV956yrGhRO0sBBMxqf63B+0+TiWxPza4O15KCDXh84HkGZ6+HD/nXWvlPf99DW00VHvZgRm4/
yPfpG8r5Vdg+l/7DA2C3vp2k2zILy+qTo6NFXlR6+bhqA8+fQBMQsmpf/rmnuhrGMNizynm8/gwW
t4rNBsV+8H///p/JxM7t2kmck3hiBqfkTqd2uWuSPqTg1GqoyJzd+uAZ6uTl5GSU4IRraAqcTwLB
E3tSinvy1yPfpulEylt9AB9jSzGvTgsuOhW5iaNo8hCxgLf2BDfSn9rlTgktB6kdzBLPbt63C3Bs
WEl+wAhH7AqnQnbnnjy8Lzy7XUzJSpWNCvhrN7Zh+t4WHRUR9h4GjmSAqDjFvSiIqugNFZdXf5TZ
FCtvr4EKSoDj2AlHnoDeVHAcKuKmx3Yw+V3o77PH/iU4EcJIkkbRnyRzeaEQD7gDsD8k0dBVVJEK
V8DNKgU2bQVG77UTZ9uSQV+q8tvX34gf46w6WUPFCbkjIbmGdkLaOIhxnpvxt7sGINvboQw69FLY
fhuxR5Cobf+o/0itVvDPPfGRQs6ffWRZh74lZ/i36BWcdtlvVZDfioduw5cW1gb2NJJEUEVSvEuB
NCnmUpQLV05BmG0gLpUo3GvTKxi+F42ipPbnc8cJ8Mv/su8xKkBcRbCQwnTqWMB7kmndmPOSNa2i
nLMXRSURkzy2Alf9mKbA27urIkJ0TMkaPtsXvpyijMgfxbuh6yepZ154uz3e+IIhfCc0/iR1zteN
X0RvxWaL0p+3ZY2JyExUeNEUXH8nmRwt2GX529I7L3yNU4fyxEcJLd7hcnREmXBQ/kySLFh3SqF4
/X177kMhRzK/HEkoD10FwIOO38SApnby+DryAxTM/MpZ1np2sKc2TUXB3pVfQeKpgG/f2SG4c9lo
ailILFyBeJRHVXFmxQL/6hD3lqnlqJ0r9/L1YnftpyPb56Du0cZwTCp4gD3LbGgRl3sA/rpg8v7N
QhAkqF9/VK9ZGHnNOwqEmksq8exgf+B+l2L266e9YWM7dQIntP+19jYZwcgAHrJQNrfixBL7IvhE
21pPNihUOOq30QQLXFo1Q0VC8JZ0kjxbFanA24x68cpkFUjmT2yvnxQLfkxvGNmVhIn0cNHcMTKN
58Ndz/u9dBqezZw4/WIRlhMVV4YJvWirBdeoSQGvRoBNBYPDx20+P2gDwyiuvc8IM2Mv7lMcPJQn
axqM3VBfwr77fCXPPu/nD3J89vD3Hur4bL/Nd+Le7SEP/mPfciPYIur2hV69nMBTVIw0l4ldOUGt
Im96kyWVJLKhIsp++/l/gZHmzvaRhBq6/Pb37ulteel/oVXf99MtRvpy9aQlfdHnj3eu0Bd0Htph
eZYGfhTfJ1z5HeLf7Xl/H9K/j176x3vLfSTTP95bbhKNf+x7vVJ3dW1PkLuUp79w6RSEZnv5rEKm
qcKsOAEUBWVv7M+k+YpGM4ea6GfwJ5ajFIugopjjLIltR8oK6Sq4iZjrXJqrCgKhd1H8UFkCFYmx
82xp+1IWXlcBS79wYNutlGapSLK/h1dLWloVyP8P9GSQ8mK6ivjPwM4e/Nrb2K5WbagI9QxyAqDb
C2GIHnKHHrJHI13Mudaf+iKkKEWpDEOBs/0T+IQawHCJG5feDYdP/xcHsFI5jFAShgrK3auohtD9
KalVgyfwDZUP+z2j7HlP7EQw29UG2f0D/jp9WKSj2DQ0FWqZ+qz7fT4Wzh36TgWR3tv7rHaZJZJE
Po6uYI3+ftMf9G/u+kf/VhPCI2LCO/KPeYav2KDipW3QcqTZ/J7TgRuO+X8O+4OMzlr2RRTogF5E
cKp2U2m8pAI03A/IywWLKtKhpUAMSRKkDlWlkpSriONRwvAgevWU2qSwb56nz3peuVyxwAVgQBpZ
RY7mmuybDMXSO88u8bZT98e6qLB/bPou/FOcubdxdi8JmV7u3+vvGRJoPmCMIlTZteP7ao5ZxRPc
zA/k06ECjy1my3GWT4eCRKzgycG7QoyloVXYUT07x2TYd+WqQDf3KtKhIsx8FE2pAZbb66nAEpfj
7mfBUlHMQQudamceFRYNyv6BxjaZXC6vgrbiFH9LTtGqiBq+Q44r+6ersNZJYonq8CqXiQqeNEHR
mggKCMnmpYn14bromvYFaSQMDAmUbKiw2DdZt3M/TTeJnytn4csaRAXyf/OUi2xUcfNUMLWSGwz9
B/thkyiM7mlIWC554TWpaNciSkc269NDLgEH7UkOG7tdMbPf4F0vhFlsFurOp7sGrakEVkTwHm60
wk7lkQoQUlcQEiVe7c4nqbBXyeOKlOv5+gv74+DJJzxrbD1vHXZBo1RozAwVdnIPW5Ziw3IJCpFS
UQkwsGWryFABt6COLK31M9yRKsuUoYIBaSOdmDCp9/kfgTPNt1fFVAEYLF7g0uYJcuwDCggVJY2b
F9jcArU/b7rY/GX7JRpki5/Nc7/S8t/3Z1vZqUfE6ygAafW3/wcAAP//</cx:binary>
              </cx:geoCache>
            </cx:geography>
          </cx:layoutPr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97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solidFill>
        <a:schemeClr val="dk1"/>
      </a:soli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3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3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4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4/relationships/chartEx" Target="../charts/chartEx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233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64008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Report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•  Northwind Dataset  • 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132588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3703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Tables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65960" y="3246120"/>
            <a:ext cx="132588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965960" y="3291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965960" y="3703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Pages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3246120"/>
            <a:ext cx="132588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74720" y="3291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474720" y="3703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Pillars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Prepared using Power BI  |  Data Source: Northwind Traders Database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0607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 – who they are and what they 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03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975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 tables and their relationships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5029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8895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18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 in Excel &amp; Power Query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49040"/>
            <a:ext cx="50292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931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8039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(Q1–Q14)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business questions answered with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10607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ER Diagram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389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powering the Power BI report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03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1975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304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and charts from the Power BI file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5029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49240" y="28895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Suggestions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218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recommendations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COMPANY INTRODUCTION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About Northwind Traders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 is a fictional specialty food import/export company used as a classic database training scenario developed by Microsoft.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6712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buys specialty foods from suppliers across the globe and sells them to restaurants, cafes, and food retailers worldwide.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9169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span order management, employee tracking, supplier relationships, product inventory, and multi-carrier shipping logistics.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66674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been used in data analytics, BI development, and SQL training for over two decades — making it an industry standard for reporting demos.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987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Industry: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9875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Specialty Food Import/Export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444752"/>
            <a:ext cx="4297680" cy="45720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444752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1517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HQ: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5179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Seattle, USA (Fictional)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75104"/>
            <a:ext cx="4297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975104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20482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Customers: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04825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91 Companies, 21 Countries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505456"/>
            <a:ext cx="4297680" cy="45720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505456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578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Products: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77 Products, 8 Categories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035808"/>
            <a:ext cx="4297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035808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Employees: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9 Sales Representatives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566160"/>
            <a:ext cx="4297680" cy="45720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56616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681728" y="3639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Suppliers: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639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29 Global Suppliers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096512"/>
            <a:ext cx="4297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4096512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681728" y="41696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Shippers: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1696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 Carrier Companies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626864"/>
            <a:ext cx="4297680" cy="45720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4626864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681728" y="47000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Orders: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47000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830 Total Orders on Record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DATASET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8346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CustomerID, EmployeeID, OrderDate, ShipVia, Freight, ShipCountry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834640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960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ProductID, UnitPrice, Quantity, Discount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17336" y="91440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14400"/>
            <a:ext cx="28346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960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08776" y="13258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ProductName, SupplierID, CategoryID, UnitPrice, UnitsInStock, Discontinued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24028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240280"/>
            <a:ext cx="28346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286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CompanyName, ContactTitle, City, Country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224028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240280"/>
            <a:ext cx="283464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264408" y="2286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EmployeeID, FirstName, LastName, Title, HireDate, ReportsTo, Country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17336" y="224028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240280"/>
            <a:ext cx="28346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2286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Suppliers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08776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SupplierID, CompanyName, City, Country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566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566160"/>
            <a:ext cx="283464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611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9776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CategoryID, CategoryName, Description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72968" y="3566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3566160"/>
            <a:ext cx="283464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3264408" y="3611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Shippers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64408" y="39776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ShipperID, CompanyName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17336" y="3566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3566160"/>
            <a:ext cx="283464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3611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CustomCalendar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08776" y="39776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Month, Quarter, Year, Month Name — used for time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DATA CLEANING PROCESS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All 9 source tables were imported into Excel and Power Query, then cleaned and validated before loading into Power BI.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63040"/>
            <a:ext cx="5029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737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27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Removed Duplicates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Scanned all tables for duplicate primary key values (OrderID, CustomerID, ProductID). No duplicates found — data integrity confirmed.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63040"/>
            <a:ext cx="5029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737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527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Handled Nulls &amp; Blanks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810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Identified null values in ShipRegion, Fax, and Region columns. Replaced with 'N/A' where needed. ShippedDate nulls retained as unshipped orders.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78608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578608"/>
            <a:ext cx="5029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852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642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Standardized Date Formats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260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Converted all date columns (OrderDate, RequiredDate, ShippedDate, HireDate) to consistent DD-MM-YYYY format using Excel TEXT() formula.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578608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578608"/>
            <a:ext cx="5029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852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642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Created Calculated Columns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9260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Added TotalAmount = Quantity × UnitPrice × (1 - Discount) in Order Details. Added Employee Tenure and Shipping Duration columns in respective tables.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694176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694176"/>
            <a:ext cx="5029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3968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758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Type 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0416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Ensured numeric fields (Quantity, UnitPrice, Freight, Discount) had correct Number data types. Converted IDs to Text to prevent aggregation errors in Power BI.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694176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94176"/>
            <a:ext cx="5029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968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758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Removed Irrelevant Columns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40416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Dropped Photo, Notes, and HomePhone columns from Employees table. Removed binary/attachment columns from Categories and Suppliers tables.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KEY INSIGHTS (EDA) — Questions 1 to 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704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2529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~$1.35M total revenue generated across all orders. Beverages and Dairy Products are the top contributing categories.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1704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5 Customers by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2529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QUICK-Stop, Ernst Handel, Save-a-lot Markets, Rattlesnake Canyon, and Hungry Owl lead revenue, contributing ~35% of total sales.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93852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38528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Monthly Order Trends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2494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Orders peak in April and October. A notable dip is observed in January–February, suggesting seasonal demand patterns.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93852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38528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Average Order Value (AOV)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2494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AOV is approximately $1,631 per order. High-freight orders (&gt;$50) tend to have significantly higher order values.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96265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62656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2186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008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Products by Units Sold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2735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Camembert Pierrot, Raclette Courdavault, and Gorgonzola Telino are top sellers by quantity shipped across all regions.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96265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62656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2186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008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Category Revenue Distribution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2735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Beverages (21%), Dairy Products (18%), and Meat/Poultry (17%) together account for over 56% of total revenue.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663440"/>
            <a:ext cx="8732520" cy="0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228600" y="3986784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986784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42428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0325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Employee Order Count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2976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Margaret Peacock handles the most orders (156), followed by Janet Leverling (127). Top 3 employees handle ~50% of all orders.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KEY INSIGHTS (EDA) — Questions 8 to 14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704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Shipping Duration by Country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2529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Ireland and Norway show the longest average shipping duration (&gt;10 days). Nearby European countries average 5–7 days.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1704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Discount Impact on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2529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~6% of orders have discounts &gt;15%. Heavy discounting (20–25%) reduces net revenue by an estimated 12–18% for those orders.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93852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38528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Stock vs Reorder 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2494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23 products are at or below their reorder level, posing stockout risk. Chef Anton's Gumbo Mix is discontinued but still in the system.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93852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38528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94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984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Customer Country Distribution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2494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USA leads with 13 customers, followed by Germany (11) and France (11). Only 3 customers are in Asia, indicating low Eastern penetration.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96265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62656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2186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008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Freight Cost by Shipper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2735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United Package handles highest freight volume. Federal Shipping has lowest average freight per order. Speedy Express is priciest per kg.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96265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62656"/>
            <a:ext cx="50292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2186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008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Supplier Geographic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2735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29 suppliers from 16 countries. USA (8) and Germany (5) dominate. High concentration in 2 countries creates supply chain vulnerability.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986784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986784"/>
            <a:ext cx="502920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42428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40325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by Year / Quarter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2976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1997 was the highest revenue year. Q4 consistently outperforms other quarters across all years — driven by holiday season demand.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DATA MODEL &amp; ER DIAGRAM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474720" y="2011680"/>
            <a:ext cx="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2148840"/>
            <a:ext cx="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9440" y="3017520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ED0F86B-A14D-3F74-311B-2FBFD61AF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60" y="1090850"/>
            <a:ext cx="7262880" cy="3424394"/>
          </a:xfrm>
          <a:prstGeom prst="rect">
            <a:avLst/>
          </a:prstGeom>
          <a:ln w="57150">
            <a:solidFill>
              <a:srgbClr val="00999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DASHBOARD INSIGHTS — Sales &amp; Orders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80467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86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$1.35M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04872" y="868680"/>
            <a:ext cx="201168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886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04872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81144" y="868680"/>
            <a:ext cx="2011680" cy="80467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886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$1,631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Avg Order 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57416" y="868680"/>
            <a:ext cx="2011680" cy="804672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57416" y="886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$78.24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57416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Avg Freight Cost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828800"/>
            <a:ext cx="42062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1892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Monthly Order Volume Trend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14884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1828800"/>
            <a:ext cx="425196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54880" y="189280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by Product Category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2148840"/>
          <a:ext cx="4160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DASHBOARD INSIGHTS — Customers &amp; Products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10 Customers by Revenue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88720"/>
          <a:ext cx="41148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68680"/>
            <a:ext cx="425196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9326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10 Products by Revenue ($)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09160" y="1188720"/>
          <a:ext cx="4160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DASHBOARD INSIGHTS — Employees &amp; Suppliers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Orders Handled per Employee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88720"/>
          <a:ext cx="41148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6868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9326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Shipper Freight Cost Comparison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09160" y="1188720"/>
          <a:ext cx="416052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4663440" y="2834640"/>
            <a:ext cx="42519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54880" y="2898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Suppliers by Country (Top 8)</a:t>
            </a:r>
            <a:endParaRPr lang="en-US" sz="1100" dirty="0"/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13" name="Chart 2"/>
              <p:cNvGraphicFramePr/>
              <p:nvPr>
                <p:extLst>
                  <p:ext uri="{D42A27DB-BD31-4B8C-83A1-F6EECF244321}">
                    <p14:modId xmlns:p14="http://schemas.microsoft.com/office/powerpoint/2010/main" val="2337983090"/>
                  </p:ext>
                </p:extLst>
              </p:nvPr>
            </p:nvGraphicFramePr>
            <p:xfrm>
              <a:off x="4709160" y="3154680"/>
              <a:ext cx="4160520" cy="169164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3" name="Chart 2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9160" y="3154680"/>
                <a:ext cx="4160520" cy="169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FRAMEWORK — Five Analytical Pillars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600200" cy="40690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326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Sales Analysis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14173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600200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618488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Revenue Trends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2276856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Order Patterns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916936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2935224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Freight &amp; Discount Impact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462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 Orders, Order Details, Shippers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965960" y="868680"/>
            <a:ext cx="1600200" cy="40690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65960" y="9326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Customer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1481328"/>
            <a:ext cx="14173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1600200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075688" y="1618488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Segmentation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57400" y="2258568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075688" y="2276856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Geographic Distribution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57400" y="2916936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075688" y="2935224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Purchase Behavior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4462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Customers, Orders, Order Details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03320" y="868680"/>
            <a:ext cx="1600200" cy="4069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9326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 &amp; Inventory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481328"/>
            <a:ext cx="14173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760" y="1600200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13048" y="1618488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Sales Performance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2258568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13048" y="2276856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Category Trends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916936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13048" y="2935224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Stock &amp; Reorder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4462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 Products, Order Details, Categories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440680" y="868680"/>
            <a:ext cx="1600200" cy="406908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0680" y="9326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Employee Performance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1481328"/>
            <a:ext cx="14173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32120" y="1600200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550408" y="1618488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Sales by Employee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2258568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50408" y="2276856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Order Handling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2916936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550408" y="2935224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Tenure &amp; Structure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462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Employees, Orders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178040" y="868680"/>
            <a:ext cx="1600200" cy="406908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178040" y="9326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Supplier &amp; Logistics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269480" y="1481328"/>
            <a:ext cx="14173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69480" y="1600200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287768" y="1618488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Supplier Reliability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69480" y="2258568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287768" y="2276856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Shipping Performance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69480" y="2916936"/>
            <a:ext cx="1417320" cy="5486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287768" y="2935224"/>
            <a:ext cx="1380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Geographic Sourcing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23760" y="4462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FFFFF"/>
                </a:solidFill>
              </a:rPr>
              <a:t> Suppliers, Products, Shippers, Orders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MECE = Mutually Exclusive, Collectively Exhaustive  |  Each pillar covers a distinct, non-overlapping business domain.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SUMMARY &amp; STRATEGIC SUGGESTIONS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11480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✦  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&amp; Dairy are revenue leaders — together driving ~39% of total revenue.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(QUICK-Stop, Ernst Handel, etc.) contribute ~35% of all revenue — extreme concentration.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seasonality is strong — holiday period consistently drives peak performance.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089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products face stockout risk — procurement planning needs attention.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703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duration varies significantly — Ireland/Norway orders take 10+ days on average.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4297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Peacock leads order volume at 156 orders, ~19% of all orders solo.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68680"/>
            <a:ext cx="42519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89611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✦  STRATEGIC SUGGESTIONS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Diversify customer base — reduce over-dependence on top 5 accounts with targeted outreach to mid-tier customers.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19202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Restock flagged products — set automated procurement triggers for the 23 items below reorder level.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146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Optimize shipper selection — route high-volume orders to Federal Shipping (lowest avg freight $68/order).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Leverage Q4 seasonality — plan promotional campaigns for Q1–Q2 to flatten the revenue trough.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70332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Reduce single-supplier risk — identify backup suppliers for products sourced exclusively from one country.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297680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429768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Employee workload balancing — top 3 employees handle 50% of all orders; consider capacity reallocation.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F233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926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</a:rPr>
              <a:t>Northwind Traders Sales Analysis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Power BI Report  •  MECE Framework  •  Excel Data Cleaning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1143000" cy="47548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81635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 Tables Analyzed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37360" y="2788920"/>
            <a:ext cx="1143000" cy="47548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737360" y="281635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14 Key Questions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2788920"/>
            <a:ext cx="1143000" cy="47548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17520" y="281635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5 MECE Pillars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97680" y="2788920"/>
            <a:ext cx="1143000" cy="47548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97680" y="281635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7 Dashboard Pages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28600" y="44805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 Source: Northwind Traders Database  |  Visualized with Microsoft Power BI  |  Analysis by MECE Framework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1463</Words>
  <Application>Microsoft Office PowerPoint</Application>
  <PresentationFormat>On-screen Show (16:9)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Traders Sales Analysis Report</dc:title>
  <dc:subject>PptxGenJS Presentation</dc:subject>
  <dc:creator>PptxGenJS</dc:creator>
  <cp:lastModifiedBy>Ritika Verma</cp:lastModifiedBy>
  <cp:revision>2</cp:revision>
  <dcterms:created xsi:type="dcterms:W3CDTF">2026-03-26T11:24:20Z</dcterms:created>
  <dcterms:modified xsi:type="dcterms:W3CDTF">2026-03-26T12:04:57Z</dcterms:modified>
</cp:coreProperties>
</file>